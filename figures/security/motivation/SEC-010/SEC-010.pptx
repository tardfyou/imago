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574f26a1b445d6" /><Relationship Type="http://schemas.openxmlformats.org/officeDocument/2006/relationships/extended-properties" Target="/docProps/app.xml" Id="Rff1c3e8a68cb48f1" /><Relationship Type="http://schemas.openxmlformats.org/officeDocument/2006/relationships/officeDocument" Target="/ppt/presentation.xml" Id="Ra0d8271301794b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2869a219ba412d"/>
  </p:sldMasterIdLst>
  <p:notesMasterIdLst>
    <p:notesMasterId xmlns:r="http://schemas.openxmlformats.org/officeDocument/2006/relationships" r:id="R228a9fcacffa4b36"/>
  </p:notesMasterIdLst>
  <p:sldIdLst>
    <p:sldId xmlns:r="http://schemas.openxmlformats.org/officeDocument/2006/relationships" id="256" r:id="R4d2b5435834a452f"/>
  </p:sldIdLst>
  <p:sldSz cx="14373225" cy="55721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41cd6626f04729" /><Relationship Type="http://schemas.openxmlformats.org/officeDocument/2006/relationships/slideMaster" Target="/ppt/slideMasters/slideMaster1.xml" Id="Rca2869a219ba412d" /><Relationship Type="http://schemas.openxmlformats.org/officeDocument/2006/relationships/notesMaster" Target="/ppt/notesMasters/notesMaster1.xml" Id="R228a9fcacffa4b36" /><Relationship Type="http://schemas.openxmlformats.org/officeDocument/2006/relationships/presProps" Target="/ppt/presProps.xml" Id="Re41db033168643b4" /><Relationship Type="http://schemas.openxmlformats.org/officeDocument/2006/relationships/tableStyles" Target="/ppt/tableStyles.xml" Id="R2f69f1fb2bf44ad2" /><Relationship Type="http://schemas.openxmlformats.org/officeDocument/2006/relationships/slide" Target="/ppt/slides/slide1.xml" Id="R4d2b5435834a45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bbaa6196734a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0f698fd1384e7c" /><Relationship Type="http://schemas.openxmlformats.org/officeDocument/2006/relationships/notesMaster" Target="/ppt/notesMasters/notesMaster1.xml" Id="R1cf6f3733ab348a0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素材ID：SEC-010</ns1:t>
            </ns1:r>
          </ns1:p>
          <ns1:p>
            <ns1:r>
              <ns1:t>论文：ReSym: Harnessing LLMs to Recover Variable and Data Structure Symbols from Stripped Binaries</ns1:t>
            </ns1:r>
          </ns1:p>
          <ns1:p>
            <ns1:r>
              <ns1:t>会议：CCS 2024</ns1:t>
            </ns1:r>
          </ns1:p>
          <ns1:p>
            <ns1:r>
              <ns1:t>奖项：Distinguished Paper Award</ns1:t>
            </ns1:r>
          </ns1:p>
          <ns1:p>
            <ns1:r>
              <ns1:t>图号：Figure 4，PDF第4页</ns1:t>
            </ns1:r>
          </ns1:p>
          <ns1:p>
            <ns1:r>
              <ns1:t>类型：动机对比</ns1:t>
            </ns1:r>
          </ns1:p>
          <ns1:p>
            <ns1:r>
              <ns1:t>借鉴点：把输入、局部LLM询问、结构恢复和决策过程排成可追踪的多面板示例；标色直接联系代码对应位置。</ns1:t>
            </ns1:r>
          </ns1:p>
          <ns1:p>
            <ns1:r>
              <ns1:t>论文URL：https://www.cs.purdue.edu/homes/lintan/publications/resym-ccs24.pdf</ns1:t>
            </ns1:r>
          </ns1:p>
          <ns1:p>
            <ns1:r>
              <ns1:t>官方获奖URL：https://www.sigsac.org/ccs/CCS2024/program/awards.html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73d8083f5a41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69200456b6447d" /><Relationship Type="http://schemas.openxmlformats.org/officeDocument/2006/relationships/slideLayout" Target="/ppt/slideLayouts/slideLayout1.xml" Id="Raa896e06d6894b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896e06d6894b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26b7ee219444b" /><Relationship Type="http://schemas.openxmlformats.org/officeDocument/2006/relationships/image" Target="/ppt/media/image.png" Id="Rd37df6360cfd4df4" /><Relationship Type="http://schemas.openxmlformats.org/officeDocument/2006/relationships/image" Target="/ppt/media/image2.png" Id="R26145ed5cf4a4cfc" /><Relationship Type="http://schemas.openxmlformats.org/officeDocument/2006/relationships/image" Target="/ppt/media/image3.png" Id="Rc64fef58f9374d09" /><Relationship Type="http://schemas.openxmlformats.org/officeDocument/2006/relationships/image" Target="/ppt/media/image4.png" Id="Re14a417c5e8d46ff" /><Relationship Type="http://schemas.openxmlformats.org/officeDocument/2006/relationships/image" Target="/ppt/media/image5.png" Id="R62f713f3c0204556" /><Relationship Type="http://schemas.openxmlformats.org/officeDocument/2006/relationships/notesSlide" Target="/ppt/notesSlides/notesSlide1.xml" Id="Re154fc14c00642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5C5BD3-C460-439F-8BE0-2426D219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93236" cy="5572125"/>
          </a:xfrm>
          <a:custGeom xmlns:a="http://schemas.openxmlformats.org/drawingml/2006/main">
            <a:pathLst>
              <a:path w="14293236" h="5572125">
                <a:moveTo>
                  <a:pt x="14293236" y="5572125"/>
                </a:moveTo>
                <a:lnTo>
                  <a:pt x="0" y="5572125"/>
                </a:lnTo>
                <a:lnTo>
                  <a:pt x="0" y="0"/>
                </a:lnTo>
                <a:lnTo>
                  <a:pt x="14293236" y="0"/>
                </a:lnTo>
                <a:lnTo>
                  <a:pt x="14293236" y="557212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296322-4461-4A98-A96A-961CFC26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516" y="1307713"/>
            <a:ext cx="3463734" cy="1728262"/>
          </a:xfrm>
          <a:custGeom xmlns:a="http://schemas.openxmlformats.org/drawingml/2006/main">
            <a:pathLst>
              <a:path w="3463734" h="1728262">
                <a:moveTo>
                  <a:pt x="0" y="0"/>
                </a:moveTo>
                <a:lnTo>
                  <a:pt x="3463734" y="0"/>
                </a:lnTo>
                <a:lnTo>
                  <a:pt x="3463734" y="1728262"/>
                </a:lnTo>
                <a:lnTo>
                  <a:pt x="0" y="17282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F6F8">
              <a:alpha val="48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02001-F73A-4E12-9401-45A9D4C9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516" y="1307713"/>
            <a:ext cx="3463734" cy="1728262"/>
          </a:xfrm>
          <a:custGeom xmlns:a="http://schemas.openxmlformats.org/drawingml/2006/main">
            <a:pathLst>
              <a:path w="3463734" h="1728262" fill="none">
                <a:moveTo>
                  <a:pt x="0" y="0"/>
                </a:moveTo>
                <a:lnTo>
                  <a:pt x="3463734" y="0"/>
                </a:lnTo>
                <a:lnTo>
                  <a:pt x="3463734" y="1728262"/>
                </a:lnTo>
                <a:lnTo>
                  <a:pt x="0" y="172826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45818E"/>
            </a:solidFill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F2BC42-BC35-4D5E-A671-1EC19172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3531" y="2944270"/>
            <a:ext cx="1622782" cy="995780"/>
          </a:xfrm>
          <a:custGeom xmlns:a="http://schemas.openxmlformats.org/drawingml/2006/main">
            <a:pathLst>
              <a:path w="1622782" h="995780">
                <a:moveTo>
                  <a:pt x="0" y="0"/>
                </a:moveTo>
                <a:lnTo>
                  <a:pt x="1622782" y="0"/>
                </a:lnTo>
                <a:lnTo>
                  <a:pt x="1622782" y="995780"/>
                </a:lnTo>
                <a:lnTo>
                  <a:pt x="0" y="9957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F6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6DDDBB-78B7-4488-B23B-6A34DF26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3531" y="2944270"/>
            <a:ext cx="1622782" cy="995780"/>
          </a:xfrm>
          <a:custGeom xmlns:a="http://schemas.openxmlformats.org/drawingml/2006/main">
            <a:pathLst>
              <a:path w="1622782" h="995780" fill="none">
                <a:moveTo>
                  <a:pt x="0" y="0"/>
                </a:moveTo>
                <a:lnTo>
                  <a:pt x="1622782" y="0"/>
                </a:lnTo>
                <a:lnTo>
                  <a:pt x="1622782" y="995780"/>
                </a:lnTo>
                <a:lnTo>
                  <a:pt x="0" y="99578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45818E"/>
            </a:solidFill>
            <a:round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B31DDD-0EE9-4F84-B9C0-E36C1457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42" y="3181076"/>
            <a:ext cx="12092960" cy="2338108"/>
          </a:xfrm>
          <a:custGeom xmlns:a="http://schemas.openxmlformats.org/drawingml/2006/main">
            <a:pathLst>
              <a:path w="12092960" h="2338108">
                <a:moveTo>
                  <a:pt x="101" y="101"/>
                </a:moveTo>
                <a:lnTo>
                  <a:pt x="101" y="101"/>
                </a:lnTo>
                <a:cubicBezTo>
                  <a:pt x="101" y="45"/>
                  <a:pt x="146" y="0"/>
                  <a:pt x="202" y="0"/>
                </a:cubicBezTo>
                <a:lnTo>
                  <a:pt x="12092860" y="101"/>
                </a:lnTo>
                <a:cubicBezTo>
                  <a:pt x="12092887" y="101"/>
                  <a:pt x="12092914" y="112"/>
                  <a:pt x="12092931" y="130"/>
                </a:cubicBezTo>
                <a:cubicBezTo>
                  <a:pt x="12092951" y="149"/>
                  <a:pt x="12092960" y="175"/>
                  <a:pt x="12092960" y="202"/>
                </a:cubicBezTo>
                <a:lnTo>
                  <a:pt x="12092860" y="2338008"/>
                </a:lnTo>
                <a:cubicBezTo>
                  <a:pt x="12092860" y="2338063"/>
                  <a:pt x="12092816" y="2338108"/>
                  <a:pt x="12092760" y="2338108"/>
                </a:cubicBezTo>
                <a:lnTo>
                  <a:pt x="101" y="2338008"/>
                </a:lnTo>
                <a:cubicBezTo>
                  <a:pt x="45" y="2338008"/>
                  <a:pt x="0" y="2337962"/>
                  <a:pt x="0" y="2337907"/>
                </a:cubicBezTo>
                <a:lnTo>
                  <a:pt x="101" y="101"/>
                </a:lnTo>
                <a:close/>
              </a:path>
            </a:pathLst>
          </a:custGeom>
          <a:solidFill xmlns:a="http://schemas.openxmlformats.org/drawingml/2006/main">
            <a:srgbClr val="FFFBF0">
              <a:alpha val="9177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ED6EE8-2549-4852-9695-04E871E4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42" y="3181076"/>
            <a:ext cx="12092960" cy="2338108"/>
          </a:xfrm>
          <a:custGeom xmlns:a="http://schemas.openxmlformats.org/drawingml/2006/main">
            <a:pathLst>
              <a:path w="12092960" h="2338108" fill="none">
                <a:moveTo>
                  <a:pt x="101" y="101"/>
                </a:moveTo>
                <a:lnTo>
                  <a:pt x="101" y="101"/>
                </a:lnTo>
                <a:cubicBezTo>
                  <a:pt x="101" y="45"/>
                  <a:pt x="146" y="0"/>
                  <a:pt x="202" y="0"/>
                </a:cubicBezTo>
                <a:lnTo>
                  <a:pt x="12092860" y="101"/>
                </a:lnTo>
                <a:cubicBezTo>
                  <a:pt x="12092887" y="101"/>
                  <a:pt x="12092914" y="112"/>
                  <a:pt x="12092931" y="130"/>
                </a:cubicBezTo>
                <a:cubicBezTo>
                  <a:pt x="12092951" y="149"/>
                  <a:pt x="12092960" y="175"/>
                  <a:pt x="12092960" y="202"/>
                </a:cubicBezTo>
                <a:lnTo>
                  <a:pt x="12092860" y="2338008"/>
                </a:lnTo>
                <a:cubicBezTo>
                  <a:pt x="12092860" y="2338063"/>
                  <a:pt x="12092816" y="2338108"/>
                  <a:pt x="12092760" y="2338108"/>
                </a:cubicBezTo>
                <a:lnTo>
                  <a:pt x="101" y="2338008"/>
                </a:lnTo>
                <a:cubicBezTo>
                  <a:pt x="45" y="2338008"/>
                  <a:pt x="0" y="2337962"/>
                  <a:pt x="0" y="2337907"/>
                </a:cubicBezTo>
                <a:lnTo>
                  <a:pt x="101" y="1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BF9000"/>
            </a:solidFill>
            <a:custDash>
              <a:ds d="400000" sp="300000"/>
            </a:custDash>
            <a:round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ABC5D1-E615-46E3-9042-D7989A30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243" y="154494"/>
            <a:ext cx="4213109" cy="863667"/>
          </a:xfrm>
          <a:custGeom xmlns:a="http://schemas.openxmlformats.org/drawingml/2006/main">
            <a:pathLst>
              <a:path w="4213109" h="863667">
                <a:moveTo>
                  <a:pt x="34" y="35"/>
                </a:moveTo>
                <a:lnTo>
                  <a:pt x="34" y="35"/>
                </a:lnTo>
                <a:cubicBezTo>
                  <a:pt x="34" y="16"/>
                  <a:pt x="51" y="0"/>
                  <a:pt x="69" y="0"/>
                </a:cubicBezTo>
                <a:lnTo>
                  <a:pt x="4213073" y="35"/>
                </a:lnTo>
                <a:cubicBezTo>
                  <a:pt x="4213084" y="35"/>
                  <a:pt x="4213091" y="39"/>
                  <a:pt x="4213098" y="45"/>
                </a:cubicBezTo>
                <a:cubicBezTo>
                  <a:pt x="4213106" y="52"/>
                  <a:pt x="4213109" y="61"/>
                  <a:pt x="4213109" y="70"/>
                </a:cubicBezTo>
                <a:lnTo>
                  <a:pt x="4213073" y="863632"/>
                </a:lnTo>
                <a:cubicBezTo>
                  <a:pt x="4213073" y="863651"/>
                  <a:pt x="4213058" y="863667"/>
                  <a:pt x="4213039" y="863667"/>
                </a:cubicBezTo>
                <a:lnTo>
                  <a:pt x="34" y="863632"/>
                </a:lnTo>
                <a:cubicBezTo>
                  <a:pt x="15" y="863632"/>
                  <a:pt x="0" y="863616"/>
                  <a:pt x="0" y="863597"/>
                </a:cubicBezTo>
                <a:lnTo>
                  <a:pt x="34" y="35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CDE267-1931-478E-BB7F-0B10D86E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243" y="154494"/>
            <a:ext cx="4213109" cy="863667"/>
          </a:xfrm>
          <a:custGeom xmlns:a="http://schemas.openxmlformats.org/drawingml/2006/main">
            <a:pathLst>
              <a:path w="4213109" h="863667" fill="none">
                <a:moveTo>
                  <a:pt x="34" y="35"/>
                </a:moveTo>
                <a:lnTo>
                  <a:pt x="34" y="35"/>
                </a:lnTo>
                <a:cubicBezTo>
                  <a:pt x="34" y="16"/>
                  <a:pt x="51" y="0"/>
                  <a:pt x="69" y="0"/>
                </a:cubicBezTo>
                <a:lnTo>
                  <a:pt x="4213073" y="35"/>
                </a:lnTo>
                <a:cubicBezTo>
                  <a:pt x="4213084" y="35"/>
                  <a:pt x="4213091" y="39"/>
                  <a:pt x="4213098" y="45"/>
                </a:cubicBezTo>
                <a:cubicBezTo>
                  <a:pt x="4213106" y="52"/>
                  <a:pt x="4213109" y="61"/>
                  <a:pt x="4213109" y="70"/>
                </a:cubicBezTo>
                <a:lnTo>
                  <a:pt x="4213073" y="863632"/>
                </a:lnTo>
                <a:cubicBezTo>
                  <a:pt x="4213073" y="863651"/>
                  <a:pt x="4213058" y="863667"/>
                  <a:pt x="4213039" y="863667"/>
                </a:cubicBezTo>
                <a:lnTo>
                  <a:pt x="34" y="863632"/>
                </a:lnTo>
                <a:cubicBezTo>
                  <a:pt x="15" y="863632"/>
                  <a:pt x="0" y="863616"/>
                  <a:pt x="0" y="863597"/>
                </a:cubicBezTo>
                <a:lnTo>
                  <a:pt x="34" y="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B7B7B7"/>
            </a:solidFill>
            <a:round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D58202-318E-41FB-B953-D52CE398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7837" y="154529"/>
            <a:ext cx="2077546" cy="821939"/>
          </a:xfrm>
          <a:custGeom xmlns:a="http://schemas.openxmlformats.org/drawingml/2006/main">
            <a:pathLst>
              <a:path w="2077546" h="821939">
                <a:moveTo>
                  <a:pt x="0" y="0"/>
                </a:moveTo>
                <a:lnTo>
                  <a:pt x="2077546" y="0"/>
                </a:lnTo>
                <a:lnTo>
                  <a:pt x="2077546" y="821939"/>
                </a:lnTo>
                <a:lnTo>
                  <a:pt x="0" y="8219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void">
            <a:extLst xmlns:a="http://schemas.openxmlformats.org/drawingml/2006/main">
              <a:ext uri="{FF2B5EF4-FFF2-40B4-BE49-F238E27FC236}">
                <a16:creationId xmlns:a16="http://schemas.microsoft.com/office/drawing/2014/main" id="{6AE53C83-334B-41DE-B517-6CE51322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912" y="259322"/>
            <a:ext cx="310946" cy="103132"/>
          </a:xfrm>
          <a:custGeom xmlns:a="http://schemas.openxmlformats.org/drawingml/2006/main">
            <a:pathLst>
              <a:path w="310946" h="103132">
                <a:moveTo>
                  <a:pt x="27356" y="101741"/>
                </a:moveTo>
                <a:lnTo>
                  <a:pt x="44644" y="101741"/>
                </a:lnTo>
                <a:lnTo>
                  <a:pt x="71868" y="30072"/>
                </a:lnTo>
                <a:lnTo>
                  <a:pt x="52659" y="30072"/>
                </a:lnTo>
                <a:lnTo>
                  <a:pt x="36961" y="80611"/>
                </a:lnTo>
                <a:lnTo>
                  <a:pt x="35967" y="85645"/>
                </a:lnTo>
                <a:lnTo>
                  <a:pt x="34973" y="80611"/>
                </a:lnTo>
                <a:lnTo>
                  <a:pt x="19209" y="30072"/>
                </a:lnTo>
                <a:lnTo>
                  <a:pt x="0" y="30072"/>
                </a:lnTo>
                <a:lnTo>
                  <a:pt x="27356" y="101741"/>
                </a:lnTo>
                <a:close/>
                <a:moveTo>
                  <a:pt x="83446" y="65244"/>
                </a:moveTo>
                <a:lnTo>
                  <a:pt x="83446" y="66635"/>
                </a:lnTo>
                <a:cubicBezTo>
                  <a:pt x="83446" y="71890"/>
                  <a:pt x="84197" y="76736"/>
                  <a:pt x="85698" y="81174"/>
                </a:cubicBezTo>
                <a:cubicBezTo>
                  <a:pt x="87200" y="85612"/>
                  <a:pt x="89407" y="89465"/>
                  <a:pt x="92322" y="92733"/>
                </a:cubicBezTo>
                <a:cubicBezTo>
                  <a:pt x="95192" y="96000"/>
                  <a:pt x="98736" y="98551"/>
                  <a:pt x="102953" y="100383"/>
                </a:cubicBezTo>
                <a:cubicBezTo>
                  <a:pt x="107170" y="102216"/>
                  <a:pt x="111972" y="103132"/>
                  <a:pt x="117360" y="103132"/>
                </a:cubicBezTo>
                <a:cubicBezTo>
                  <a:pt x="122703" y="103132"/>
                  <a:pt x="127472" y="102216"/>
                  <a:pt x="131667" y="100383"/>
                </a:cubicBezTo>
                <a:cubicBezTo>
                  <a:pt x="135862" y="98551"/>
                  <a:pt x="139395" y="96000"/>
                  <a:pt x="142265" y="92733"/>
                </a:cubicBezTo>
                <a:cubicBezTo>
                  <a:pt x="145135" y="89465"/>
                  <a:pt x="147321" y="85612"/>
                  <a:pt x="148823" y="81174"/>
                </a:cubicBezTo>
                <a:cubicBezTo>
                  <a:pt x="150324" y="76736"/>
                  <a:pt x="151075" y="71890"/>
                  <a:pt x="151075" y="66635"/>
                </a:cubicBezTo>
                <a:lnTo>
                  <a:pt x="151075" y="65244"/>
                </a:lnTo>
                <a:cubicBezTo>
                  <a:pt x="151075" y="60033"/>
                  <a:pt x="150324" y="55209"/>
                  <a:pt x="148823" y="50771"/>
                </a:cubicBezTo>
                <a:cubicBezTo>
                  <a:pt x="147321" y="46333"/>
                  <a:pt x="145135" y="42480"/>
                  <a:pt x="142265" y="39213"/>
                </a:cubicBezTo>
                <a:cubicBezTo>
                  <a:pt x="139351" y="35945"/>
                  <a:pt x="135796" y="33384"/>
                  <a:pt x="131601" y="31529"/>
                </a:cubicBezTo>
                <a:cubicBezTo>
                  <a:pt x="127406" y="29674"/>
                  <a:pt x="122615" y="28747"/>
                  <a:pt x="117227" y="28747"/>
                </a:cubicBezTo>
                <a:cubicBezTo>
                  <a:pt x="111840" y="28747"/>
                  <a:pt x="107060" y="29674"/>
                  <a:pt x="102887" y="31529"/>
                </a:cubicBezTo>
                <a:cubicBezTo>
                  <a:pt x="98714" y="33384"/>
                  <a:pt x="95192" y="35945"/>
                  <a:pt x="92322" y="39213"/>
                </a:cubicBezTo>
                <a:cubicBezTo>
                  <a:pt x="89407" y="42480"/>
                  <a:pt x="87200" y="46333"/>
                  <a:pt x="85698" y="50771"/>
                </a:cubicBezTo>
                <a:cubicBezTo>
                  <a:pt x="84197" y="55209"/>
                  <a:pt x="83446" y="60033"/>
                  <a:pt x="83446" y="65244"/>
                </a:cubicBezTo>
                <a:moveTo>
                  <a:pt x="101860" y="66635"/>
                </a:moveTo>
                <a:lnTo>
                  <a:pt x="101860" y="65244"/>
                </a:lnTo>
                <a:cubicBezTo>
                  <a:pt x="101860" y="62330"/>
                  <a:pt x="102147" y="59570"/>
                  <a:pt x="102721" y="56964"/>
                </a:cubicBezTo>
                <a:cubicBezTo>
                  <a:pt x="103295" y="54359"/>
                  <a:pt x="104201" y="52063"/>
                  <a:pt x="105437" y="50076"/>
                </a:cubicBezTo>
                <a:cubicBezTo>
                  <a:pt x="106673" y="48089"/>
                  <a:pt x="108263" y="46521"/>
                  <a:pt x="110206" y="45373"/>
                </a:cubicBezTo>
                <a:cubicBezTo>
                  <a:pt x="112149" y="44225"/>
                  <a:pt x="114489" y="43651"/>
                  <a:pt x="117227" y="43651"/>
                </a:cubicBezTo>
                <a:cubicBezTo>
                  <a:pt x="120009" y="43651"/>
                  <a:pt x="122372" y="44225"/>
                  <a:pt x="124315" y="45373"/>
                </a:cubicBezTo>
                <a:cubicBezTo>
                  <a:pt x="126258" y="46521"/>
                  <a:pt x="127847" y="48089"/>
                  <a:pt x="129084" y="50076"/>
                </a:cubicBezTo>
                <a:cubicBezTo>
                  <a:pt x="130276" y="52063"/>
                  <a:pt x="131159" y="54359"/>
                  <a:pt x="131733" y="56964"/>
                </a:cubicBezTo>
                <a:cubicBezTo>
                  <a:pt x="132307" y="59570"/>
                  <a:pt x="132594" y="62330"/>
                  <a:pt x="132594" y="65244"/>
                </a:cubicBezTo>
                <a:lnTo>
                  <a:pt x="132594" y="66635"/>
                </a:lnTo>
                <a:cubicBezTo>
                  <a:pt x="132594" y="69638"/>
                  <a:pt x="132307" y="72453"/>
                  <a:pt x="131733" y="75080"/>
                </a:cubicBezTo>
                <a:cubicBezTo>
                  <a:pt x="131159" y="77708"/>
                  <a:pt x="130276" y="79993"/>
                  <a:pt x="129084" y="81936"/>
                </a:cubicBezTo>
                <a:cubicBezTo>
                  <a:pt x="127847" y="83923"/>
                  <a:pt x="126258" y="85491"/>
                  <a:pt x="124315" y="86639"/>
                </a:cubicBezTo>
                <a:cubicBezTo>
                  <a:pt x="122372" y="87787"/>
                  <a:pt x="120053" y="88361"/>
                  <a:pt x="117360" y="88361"/>
                </a:cubicBezTo>
                <a:cubicBezTo>
                  <a:pt x="114578" y="88361"/>
                  <a:pt x="112204" y="87787"/>
                  <a:pt x="110239" y="86639"/>
                </a:cubicBezTo>
                <a:cubicBezTo>
                  <a:pt x="108274" y="85491"/>
                  <a:pt x="106673" y="83923"/>
                  <a:pt x="105437" y="81936"/>
                </a:cubicBezTo>
                <a:cubicBezTo>
                  <a:pt x="104201" y="79993"/>
                  <a:pt x="103295" y="77708"/>
                  <a:pt x="102721" y="75080"/>
                </a:cubicBezTo>
                <a:cubicBezTo>
                  <a:pt x="102147" y="72453"/>
                  <a:pt x="101860" y="69638"/>
                  <a:pt x="101860" y="66635"/>
                </a:cubicBezTo>
                <a:close/>
                <a:moveTo>
                  <a:pt x="172257" y="30072"/>
                </a:moveTo>
                <a:lnTo>
                  <a:pt x="172257" y="45108"/>
                </a:lnTo>
                <a:lnTo>
                  <a:pt x="192659" y="45108"/>
                </a:lnTo>
                <a:lnTo>
                  <a:pt x="192659" y="86771"/>
                </a:lnTo>
                <a:lnTo>
                  <a:pt x="172257" y="86771"/>
                </a:lnTo>
                <a:lnTo>
                  <a:pt x="172257" y="101741"/>
                </a:lnTo>
                <a:lnTo>
                  <a:pt x="230679" y="101741"/>
                </a:lnTo>
                <a:lnTo>
                  <a:pt x="230679" y="86771"/>
                </a:lnTo>
                <a:lnTo>
                  <a:pt x="211271" y="86771"/>
                </a:lnTo>
                <a:lnTo>
                  <a:pt x="211271" y="30072"/>
                </a:lnTo>
                <a:lnTo>
                  <a:pt x="172257" y="30072"/>
                </a:lnTo>
                <a:moveTo>
                  <a:pt x="191334" y="11724"/>
                </a:moveTo>
                <a:cubicBezTo>
                  <a:pt x="191334" y="13137"/>
                  <a:pt x="191588" y="14451"/>
                  <a:pt x="192096" y="15665"/>
                </a:cubicBezTo>
                <a:cubicBezTo>
                  <a:pt x="192603" y="16880"/>
                  <a:pt x="193321" y="17906"/>
                  <a:pt x="194248" y="18745"/>
                </a:cubicBezTo>
                <a:cubicBezTo>
                  <a:pt x="195176" y="19628"/>
                  <a:pt x="196291" y="20313"/>
                  <a:pt x="197593" y="20799"/>
                </a:cubicBezTo>
                <a:cubicBezTo>
                  <a:pt x="198896" y="21284"/>
                  <a:pt x="200342" y="21527"/>
                  <a:pt x="201932" y="21527"/>
                </a:cubicBezTo>
                <a:cubicBezTo>
                  <a:pt x="205200" y="21527"/>
                  <a:pt x="207794" y="20611"/>
                  <a:pt x="209715" y="18778"/>
                </a:cubicBezTo>
                <a:cubicBezTo>
                  <a:pt x="211636" y="16946"/>
                  <a:pt x="212596" y="14594"/>
                  <a:pt x="212596" y="11724"/>
                </a:cubicBezTo>
                <a:cubicBezTo>
                  <a:pt x="212596" y="8854"/>
                  <a:pt x="211636" y="6502"/>
                  <a:pt x="209715" y="4670"/>
                </a:cubicBezTo>
                <a:cubicBezTo>
                  <a:pt x="207794" y="2837"/>
                  <a:pt x="205200" y="1921"/>
                  <a:pt x="201932" y="1921"/>
                </a:cubicBezTo>
                <a:cubicBezTo>
                  <a:pt x="200342" y="1921"/>
                  <a:pt x="198896" y="2164"/>
                  <a:pt x="197593" y="2650"/>
                </a:cubicBezTo>
                <a:cubicBezTo>
                  <a:pt x="196291" y="3135"/>
                  <a:pt x="195176" y="3798"/>
                  <a:pt x="194248" y="4637"/>
                </a:cubicBezTo>
                <a:cubicBezTo>
                  <a:pt x="193321" y="5520"/>
                  <a:pt x="192603" y="6569"/>
                  <a:pt x="192096" y="7783"/>
                </a:cubicBezTo>
                <a:cubicBezTo>
                  <a:pt x="191588" y="8997"/>
                  <a:pt x="191334" y="10311"/>
                  <a:pt x="191334" y="11724"/>
                </a:cubicBezTo>
                <a:close/>
                <a:moveTo>
                  <a:pt x="246828" y="65377"/>
                </a:moveTo>
                <a:lnTo>
                  <a:pt x="246828" y="66768"/>
                </a:lnTo>
                <a:cubicBezTo>
                  <a:pt x="246828" y="71978"/>
                  <a:pt x="247468" y="76803"/>
                  <a:pt x="248749" y="81240"/>
                </a:cubicBezTo>
                <a:cubicBezTo>
                  <a:pt x="250029" y="85678"/>
                  <a:pt x="251884" y="89509"/>
                  <a:pt x="254313" y="92733"/>
                </a:cubicBezTo>
                <a:cubicBezTo>
                  <a:pt x="256697" y="95956"/>
                  <a:pt x="259623" y="98484"/>
                  <a:pt x="263089" y="100317"/>
                </a:cubicBezTo>
                <a:cubicBezTo>
                  <a:pt x="266556" y="102149"/>
                  <a:pt x="270475" y="103066"/>
                  <a:pt x="274846" y="103066"/>
                </a:cubicBezTo>
                <a:cubicBezTo>
                  <a:pt x="278865" y="103066"/>
                  <a:pt x="282397" y="102293"/>
                  <a:pt x="285444" y="100747"/>
                </a:cubicBezTo>
                <a:cubicBezTo>
                  <a:pt x="288491" y="99202"/>
                  <a:pt x="291141" y="97038"/>
                  <a:pt x="293393" y="94256"/>
                </a:cubicBezTo>
                <a:lnTo>
                  <a:pt x="294320" y="101741"/>
                </a:lnTo>
                <a:lnTo>
                  <a:pt x="310946" y="101741"/>
                </a:lnTo>
                <a:lnTo>
                  <a:pt x="310946" y="0"/>
                </a:lnTo>
                <a:lnTo>
                  <a:pt x="292465" y="0"/>
                </a:lnTo>
                <a:lnTo>
                  <a:pt x="292465" y="36497"/>
                </a:lnTo>
                <a:cubicBezTo>
                  <a:pt x="290258" y="34024"/>
                  <a:pt x="287729" y="32114"/>
                  <a:pt x="284881" y="30767"/>
                </a:cubicBezTo>
                <a:cubicBezTo>
                  <a:pt x="282033" y="29421"/>
                  <a:pt x="278732" y="28747"/>
                  <a:pt x="274979" y="28747"/>
                </a:cubicBezTo>
                <a:cubicBezTo>
                  <a:pt x="270519" y="28747"/>
                  <a:pt x="266556" y="29630"/>
                  <a:pt x="263089" y="31397"/>
                </a:cubicBezTo>
                <a:cubicBezTo>
                  <a:pt x="259623" y="33163"/>
                  <a:pt x="256675" y="35658"/>
                  <a:pt x="254246" y="38881"/>
                </a:cubicBezTo>
                <a:cubicBezTo>
                  <a:pt x="251818" y="42105"/>
                  <a:pt x="249974" y="45969"/>
                  <a:pt x="248716" y="50473"/>
                </a:cubicBezTo>
                <a:cubicBezTo>
                  <a:pt x="247457" y="54977"/>
                  <a:pt x="246828" y="59945"/>
                  <a:pt x="246828" y="65377"/>
                </a:cubicBezTo>
                <a:moveTo>
                  <a:pt x="265242" y="66768"/>
                </a:moveTo>
                <a:lnTo>
                  <a:pt x="265242" y="65377"/>
                </a:lnTo>
                <a:cubicBezTo>
                  <a:pt x="265242" y="62374"/>
                  <a:pt x="265507" y="59559"/>
                  <a:pt x="266037" y="56931"/>
                </a:cubicBezTo>
                <a:cubicBezTo>
                  <a:pt x="266567" y="54304"/>
                  <a:pt x="267406" y="51997"/>
                  <a:pt x="268554" y="50009"/>
                </a:cubicBezTo>
                <a:cubicBezTo>
                  <a:pt x="269702" y="48066"/>
                  <a:pt x="271192" y="46532"/>
                  <a:pt x="273025" y="45406"/>
                </a:cubicBezTo>
                <a:cubicBezTo>
                  <a:pt x="274857" y="44280"/>
                  <a:pt x="277076" y="43717"/>
                  <a:pt x="279682" y="43717"/>
                </a:cubicBezTo>
                <a:cubicBezTo>
                  <a:pt x="282817" y="43717"/>
                  <a:pt x="285422" y="44390"/>
                  <a:pt x="287498" y="45737"/>
                </a:cubicBezTo>
                <a:cubicBezTo>
                  <a:pt x="289573" y="47084"/>
                  <a:pt x="291229" y="48972"/>
                  <a:pt x="292465" y="51400"/>
                </a:cubicBezTo>
                <a:lnTo>
                  <a:pt x="292465" y="80412"/>
                </a:lnTo>
                <a:cubicBezTo>
                  <a:pt x="291229" y="82797"/>
                  <a:pt x="289562" y="84674"/>
                  <a:pt x="287465" y="86043"/>
                </a:cubicBezTo>
                <a:cubicBezTo>
                  <a:pt x="285367" y="87412"/>
                  <a:pt x="282729" y="88096"/>
                  <a:pt x="279549" y="88096"/>
                </a:cubicBezTo>
                <a:cubicBezTo>
                  <a:pt x="276944" y="88096"/>
                  <a:pt x="274736" y="87544"/>
                  <a:pt x="272925" y="86440"/>
                </a:cubicBezTo>
                <a:cubicBezTo>
                  <a:pt x="271115" y="85336"/>
                  <a:pt x="269636" y="83813"/>
                  <a:pt x="268487" y="81870"/>
                </a:cubicBezTo>
                <a:cubicBezTo>
                  <a:pt x="267339" y="79971"/>
                  <a:pt x="266511" y="77730"/>
                  <a:pt x="266004" y="75147"/>
                </a:cubicBezTo>
                <a:cubicBezTo>
                  <a:pt x="265496" y="72563"/>
                  <a:pt x="265242" y="69770"/>
                  <a:pt x="265242" y="66768"/>
                </a:cubicBezTo>
                <a:close/>
              </a:path>
            </a:pathLst>
          </a:custGeom>
          <a:solidFill xmlns:a="http://schemas.openxmlformats.org/drawingml/2006/main">
            <a:srgbClr val="3F51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ixp_pqids(...){">
            <a:extLst xmlns:a="http://schemas.openxmlformats.org/drawingml/2006/main">
              <a:ext uri="{FF2B5EF4-FFF2-40B4-BE49-F238E27FC236}">
                <a16:creationId xmlns:a16="http://schemas.microsoft.com/office/drawing/2014/main" id="{AA6EEB06-F3BB-4152-A5C4-D9CFF0AE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401" y="253825"/>
            <a:ext cx="1271167" cy="137509"/>
          </a:xfrm>
          <a:custGeom xmlns:a="http://schemas.openxmlformats.org/drawingml/2006/main">
            <a:pathLst>
              <a:path w="1271167" h="137509">
                <a:moveTo>
                  <a:pt x="0" y="35570"/>
                </a:moveTo>
                <a:lnTo>
                  <a:pt x="0" y="50606"/>
                </a:lnTo>
                <a:lnTo>
                  <a:pt x="20401" y="50606"/>
                </a:lnTo>
                <a:lnTo>
                  <a:pt x="20401" y="92269"/>
                </a:lnTo>
                <a:lnTo>
                  <a:pt x="0" y="92269"/>
                </a:lnTo>
                <a:lnTo>
                  <a:pt x="0" y="107239"/>
                </a:lnTo>
                <a:lnTo>
                  <a:pt x="58422" y="107239"/>
                </a:lnTo>
                <a:lnTo>
                  <a:pt x="58422" y="92269"/>
                </a:lnTo>
                <a:lnTo>
                  <a:pt x="39014" y="92269"/>
                </a:lnTo>
                <a:lnTo>
                  <a:pt x="39014" y="35570"/>
                </a:lnTo>
                <a:lnTo>
                  <a:pt x="0" y="35570"/>
                </a:lnTo>
                <a:moveTo>
                  <a:pt x="19076" y="17222"/>
                </a:moveTo>
                <a:cubicBezTo>
                  <a:pt x="19076" y="18635"/>
                  <a:pt x="19330" y="19949"/>
                  <a:pt x="19838" y="21163"/>
                </a:cubicBezTo>
                <a:cubicBezTo>
                  <a:pt x="20346" y="22377"/>
                  <a:pt x="21064" y="23404"/>
                  <a:pt x="21991" y="24243"/>
                </a:cubicBezTo>
                <a:cubicBezTo>
                  <a:pt x="22918" y="25126"/>
                  <a:pt x="24033" y="25811"/>
                  <a:pt x="25336" y="26296"/>
                </a:cubicBezTo>
                <a:cubicBezTo>
                  <a:pt x="26639" y="26782"/>
                  <a:pt x="28085" y="27025"/>
                  <a:pt x="29674" y="27025"/>
                </a:cubicBezTo>
                <a:cubicBezTo>
                  <a:pt x="32942" y="27025"/>
                  <a:pt x="35536" y="26109"/>
                  <a:pt x="37457" y="24276"/>
                </a:cubicBezTo>
                <a:cubicBezTo>
                  <a:pt x="39378" y="22444"/>
                  <a:pt x="40339" y="20092"/>
                  <a:pt x="40339" y="17222"/>
                </a:cubicBezTo>
                <a:cubicBezTo>
                  <a:pt x="40339" y="14351"/>
                  <a:pt x="39378" y="12000"/>
                  <a:pt x="37457" y="10167"/>
                </a:cubicBezTo>
                <a:cubicBezTo>
                  <a:pt x="35536" y="8335"/>
                  <a:pt x="32942" y="7419"/>
                  <a:pt x="29674" y="7419"/>
                </a:cubicBezTo>
                <a:cubicBezTo>
                  <a:pt x="28085" y="7419"/>
                  <a:pt x="26639" y="7661"/>
                  <a:pt x="25336" y="8147"/>
                </a:cubicBezTo>
                <a:cubicBezTo>
                  <a:pt x="24033" y="8633"/>
                  <a:pt x="22918" y="9295"/>
                  <a:pt x="21991" y="10134"/>
                </a:cubicBezTo>
                <a:cubicBezTo>
                  <a:pt x="21064" y="11018"/>
                  <a:pt x="20346" y="12066"/>
                  <a:pt x="19838" y="13281"/>
                </a:cubicBezTo>
                <a:cubicBezTo>
                  <a:pt x="19330" y="14495"/>
                  <a:pt x="19076" y="15809"/>
                  <a:pt x="19076" y="17222"/>
                </a:cubicBezTo>
                <a:close/>
                <a:moveTo>
                  <a:pt x="109279" y="57958"/>
                </a:moveTo>
                <a:lnTo>
                  <a:pt x="93779" y="35570"/>
                </a:lnTo>
                <a:lnTo>
                  <a:pt x="73974" y="35570"/>
                </a:lnTo>
                <a:lnTo>
                  <a:pt x="97952" y="70742"/>
                </a:lnTo>
                <a:lnTo>
                  <a:pt x="73047" y="107239"/>
                </a:lnTo>
                <a:lnTo>
                  <a:pt x="92984" y="107239"/>
                </a:lnTo>
                <a:lnTo>
                  <a:pt x="109345" y="83791"/>
                </a:lnTo>
                <a:lnTo>
                  <a:pt x="125838" y="107239"/>
                </a:lnTo>
                <a:lnTo>
                  <a:pt x="145709" y="107239"/>
                </a:lnTo>
                <a:lnTo>
                  <a:pt x="120804" y="70742"/>
                </a:lnTo>
                <a:lnTo>
                  <a:pt x="144848" y="35570"/>
                </a:lnTo>
                <a:lnTo>
                  <a:pt x="125043" y="35570"/>
                </a:lnTo>
                <a:lnTo>
                  <a:pt x="109279" y="57958"/>
                </a:lnTo>
                <a:close/>
                <a:moveTo>
                  <a:pt x="158149" y="134794"/>
                </a:moveTo>
                <a:lnTo>
                  <a:pt x="176563" y="134794"/>
                </a:lnTo>
                <a:lnTo>
                  <a:pt x="176563" y="101012"/>
                </a:lnTo>
                <a:cubicBezTo>
                  <a:pt x="177402" y="101940"/>
                  <a:pt x="178285" y="102779"/>
                  <a:pt x="179212" y="103529"/>
                </a:cubicBezTo>
                <a:cubicBezTo>
                  <a:pt x="180139" y="104280"/>
                  <a:pt x="181111" y="104965"/>
                  <a:pt x="182127" y="105583"/>
                </a:cubicBezTo>
                <a:cubicBezTo>
                  <a:pt x="183849" y="106554"/>
                  <a:pt x="185714" y="107294"/>
                  <a:pt x="187724" y="107802"/>
                </a:cubicBezTo>
                <a:cubicBezTo>
                  <a:pt x="189733" y="108310"/>
                  <a:pt x="191930" y="108563"/>
                  <a:pt x="194314" y="108563"/>
                </a:cubicBezTo>
                <a:cubicBezTo>
                  <a:pt x="198818" y="108563"/>
                  <a:pt x="202815" y="107636"/>
                  <a:pt x="206303" y="105781"/>
                </a:cubicBezTo>
                <a:cubicBezTo>
                  <a:pt x="209792" y="103927"/>
                  <a:pt x="212728" y="101366"/>
                  <a:pt x="215113" y="98098"/>
                </a:cubicBezTo>
                <a:cubicBezTo>
                  <a:pt x="217453" y="94874"/>
                  <a:pt x="219231" y="91033"/>
                  <a:pt x="220445" y="86573"/>
                </a:cubicBezTo>
                <a:cubicBezTo>
                  <a:pt x="221659" y="82113"/>
                  <a:pt x="222267" y="77277"/>
                  <a:pt x="222267" y="72067"/>
                </a:cubicBezTo>
                <a:lnTo>
                  <a:pt x="222267" y="70676"/>
                </a:lnTo>
                <a:cubicBezTo>
                  <a:pt x="222267" y="65244"/>
                  <a:pt x="221659" y="60287"/>
                  <a:pt x="220445" y="55805"/>
                </a:cubicBezTo>
                <a:cubicBezTo>
                  <a:pt x="219231" y="51323"/>
                  <a:pt x="217431" y="47470"/>
                  <a:pt x="215047" y="44247"/>
                </a:cubicBezTo>
                <a:cubicBezTo>
                  <a:pt x="212662" y="41067"/>
                  <a:pt x="209726" y="38606"/>
                  <a:pt x="206237" y="36861"/>
                </a:cubicBezTo>
                <a:cubicBezTo>
                  <a:pt x="202749" y="35117"/>
                  <a:pt x="198730" y="34245"/>
                  <a:pt x="194182" y="34245"/>
                </a:cubicBezTo>
                <a:cubicBezTo>
                  <a:pt x="191974" y="34245"/>
                  <a:pt x="189910" y="34477"/>
                  <a:pt x="187989" y="34940"/>
                </a:cubicBezTo>
                <a:cubicBezTo>
                  <a:pt x="186068" y="35404"/>
                  <a:pt x="184312" y="36055"/>
                  <a:pt x="182723" y="36894"/>
                </a:cubicBezTo>
                <a:cubicBezTo>
                  <a:pt x="181398" y="37601"/>
                  <a:pt x="180162" y="38429"/>
                  <a:pt x="179013" y="39378"/>
                </a:cubicBezTo>
                <a:cubicBezTo>
                  <a:pt x="177865" y="40328"/>
                  <a:pt x="176806" y="41399"/>
                  <a:pt x="175834" y="42591"/>
                </a:cubicBezTo>
                <a:lnTo>
                  <a:pt x="175172" y="35570"/>
                </a:lnTo>
                <a:lnTo>
                  <a:pt x="158149" y="35570"/>
                </a:lnTo>
                <a:lnTo>
                  <a:pt x="158149" y="134794"/>
                </a:lnTo>
                <a:moveTo>
                  <a:pt x="203853" y="70676"/>
                </a:moveTo>
                <a:lnTo>
                  <a:pt x="203853" y="72067"/>
                </a:lnTo>
                <a:cubicBezTo>
                  <a:pt x="203853" y="75025"/>
                  <a:pt x="203588" y="77818"/>
                  <a:pt x="203058" y="80446"/>
                </a:cubicBezTo>
                <a:cubicBezTo>
                  <a:pt x="202528" y="83073"/>
                  <a:pt x="201689" y="85380"/>
                  <a:pt x="200541" y="87367"/>
                </a:cubicBezTo>
                <a:cubicBezTo>
                  <a:pt x="199393" y="89355"/>
                  <a:pt x="197902" y="90922"/>
                  <a:pt x="196070" y="92070"/>
                </a:cubicBezTo>
                <a:cubicBezTo>
                  <a:pt x="194237" y="93218"/>
                  <a:pt x="192018" y="93792"/>
                  <a:pt x="189413" y="93792"/>
                </a:cubicBezTo>
                <a:cubicBezTo>
                  <a:pt x="187779" y="93792"/>
                  <a:pt x="186300" y="93627"/>
                  <a:pt x="184975" y="93296"/>
                </a:cubicBezTo>
                <a:cubicBezTo>
                  <a:pt x="183650" y="92965"/>
                  <a:pt x="182480" y="92490"/>
                  <a:pt x="181464" y="91872"/>
                </a:cubicBezTo>
                <a:cubicBezTo>
                  <a:pt x="180404" y="91209"/>
                  <a:pt x="179466" y="90414"/>
                  <a:pt x="178649" y="89487"/>
                </a:cubicBezTo>
                <a:cubicBezTo>
                  <a:pt x="177832" y="88560"/>
                  <a:pt x="177137" y="87522"/>
                  <a:pt x="176563" y="86374"/>
                </a:cubicBezTo>
                <a:lnTo>
                  <a:pt x="176563" y="56434"/>
                </a:lnTo>
                <a:cubicBezTo>
                  <a:pt x="177181" y="55198"/>
                  <a:pt x="177921" y="54116"/>
                  <a:pt x="178782" y="53189"/>
                </a:cubicBezTo>
                <a:cubicBezTo>
                  <a:pt x="179643" y="52261"/>
                  <a:pt x="180647" y="51489"/>
                  <a:pt x="181795" y="50871"/>
                </a:cubicBezTo>
                <a:cubicBezTo>
                  <a:pt x="182811" y="50341"/>
                  <a:pt x="183937" y="49932"/>
                  <a:pt x="185174" y="49645"/>
                </a:cubicBezTo>
                <a:cubicBezTo>
                  <a:pt x="186410" y="49358"/>
                  <a:pt x="187779" y="49215"/>
                  <a:pt x="189280" y="49215"/>
                </a:cubicBezTo>
                <a:cubicBezTo>
                  <a:pt x="191886" y="49215"/>
                  <a:pt x="194105" y="49767"/>
                  <a:pt x="195937" y="50871"/>
                </a:cubicBezTo>
                <a:cubicBezTo>
                  <a:pt x="197770" y="51974"/>
                  <a:pt x="199282" y="53476"/>
                  <a:pt x="200474" y="55375"/>
                </a:cubicBezTo>
                <a:cubicBezTo>
                  <a:pt x="201623" y="57318"/>
                  <a:pt x="202473" y="59603"/>
                  <a:pt x="203025" y="62230"/>
                </a:cubicBezTo>
                <a:cubicBezTo>
                  <a:pt x="203577" y="64858"/>
                  <a:pt x="203853" y="67673"/>
                  <a:pt x="203853" y="70676"/>
                </a:cubicBezTo>
                <a:close/>
                <a:moveTo>
                  <a:pt x="300149" y="121612"/>
                </a:moveTo>
                <a:lnTo>
                  <a:pt x="300149" y="107239"/>
                </a:lnTo>
                <a:lnTo>
                  <a:pt x="239740" y="107239"/>
                </a:lnTo>
                <a:lnTo>
                  <a:pt x="239740" y="121612"/>
                </a:lnTo>
                <a:lnTo>
                  <a:pt x="300149" y="121612"/>
                </a:lnTo>
                <a:close/>
                <a:moveTo>
                  <a:pt x="320934" y="134794"/>
                </a:moveTo>
                <a:lnTo>
                  <a:pt x="339348" y="134794"/>
                </a:lnTo>
                <a:lnTo>
                  <a:pt x="339348" y="101012"/>
                </a:lnTo>
                <a:cubicBezTo>
                  <a:pt x="340187" y="101940"/>
                  <a:pt x="341070" y="102779"/>
                  <a:pt x="341998" y="103529"/>
                </a:cubicBezTo>
                <a:cubicBezTo>
                  <a:pt x="342925" y="104280"/>
                  <a:pt x="343896" y="104965"/>
                  <a:pt x="344912" y="105583"/>
                </a:cubicBezTo>
                <a:cubicBezTo>
                  <a:pt x="346634" y="106554"/>
                  <a:pt x="348500" y="107294"/>
                  <a:pt x="350509" y="107802"/>
                </a:cubicBezTo>
                <a:cubicBezTo>
                  <a:pt x="352518" y="108310"/>
                  <a:pt x="354715" y="108563"/>
                  <a:pt x="357100" y="108563"/>
                </a:cubicBezTo>
                <a:cubicBezTo>
                  <a:pt x="361604" y="108563"/>
                  <a:pt x="365600" y="107636"/>
                  <a:pt x="369089" y="105781"/>
                </a:cubicBezTo>
                <a:cubicBezTo>
                  <a:pt x="372577" y="103927"/>
                  <a:pt x="375514" y="101366"/>
                  <a:pt x="377898" y="98098"/>
                </a:cubicBezTo>
                <a:cubicBezTo>
                  <a:pt x="380239" y="94874"/>
                  <a:pt x="382016" y="91033"/>
                  <a:pt x="383231" y="86573"/>
                </a:cubicBezTo>
                <a:cubicBezTo>
                  <a:pt x="384445" y="82113"/>
                  <a:pt x="385052" y="77277"/>
                  <a:pt x="385052" y="72067"/>
                </a:cubicBezTo>
                <a:lnTo>
                  <a:pt x="385052" y="70676"/>
                </a:lnTo>
                <a:cubicBezTo>
                  <a:pt x="385052" y="65244"/>
                  <a:pt x="384445" y="60287"/>
                  <a:pt x="383231" y="55805"/>
                </a:cubicBezTo>
                <a:cubicBezTo>
                  <a:pt x="382016" y="51323"/>
                  <a:pt x="380217" y="47470"/>
                  <a:pt x="377832" y="44247"/>
                </a:cubicBezTo>
                <a:cubicBezTo>
                  <a:pt x="375448" y="41067"/>
                  <a:pt x="372511" y="38606"/>
                  <a:pt x="369023" y="36861"/>
                </a:cubicBezTo>
                <a:cubicBezTo>
                  <a:pt x="365534" y="35117"/>
                  <a:pt x="361516" y="34245"/>
                  <a:pt x="356967" y="34245"/>
                </a:cubicBezTo>
                <a:cubicBezTo>
                  <a:pt x="354759" y="34245"/>
                  <a:pt x="352695" y="34477"/>
                  <a:pt x="350774" y="34940"/>
                </a:cubicBezTo>
                <a:cubicBezTo>
                  <a:pt x="348853" y="35404"/>
                  <a:pt x="347098" y="36055"/>
                  <a:pt x="345508" y="36894"/>
                </a:cubicBezTo>
                <a:cubicBezTo>
                  <a:pt x="344183" y="37601"/>
                  <a:pt x="342947" y="38429"/>
                  <a:pt x="341799" y="39378"/>
                </a:cubicBezTo>
                <a:cubicBezTo>
                  <a:pt x="340651" y="40328"/>
                  <a:pt x="339591" y="41399"/>
                  <a:pt x="338620" y="42591"/>
                </a:cubicBezTo>
                <a:lnTo>
                  <a:pt x="337957" y="35570"/>
                </a:lnTo>
                <a:lnTo>
                  <a:pt x="320934" y="35570"/>
                </a:lnTo>
                <a:lnTo>
                  <a:pt x="320934" y="134794"/>
                </a:lnTo>
                <a:moveTo>
                  <a:pt x="366638" y="70676"/>
                </a:moveTo>
                <a:lnTo>
                  <a:pt x="366638" y="72067"/>
                </a:lnTo>
                <a:cubicBezTo>
                  <a:pt x="366638" y="75025"/>
                  <a:pt x="366373" y="77818"/>
                  <a:pt x="365843" y="80446"/>
                </a:cubicBezTo>
                <a:cubicBezTo>
                  <a:pt x="365313" y="83073"/>
                  <a:pt x="364474" y="85380"/>
                  <a:pt x="363326" y="87367"/>
                </a:cubicBezTo>
                <a:cubicBezTo>
                  <a:pt x="362178" y="89355"/>
                  <a:pt x="360688" y="90922"/>
                  <a:pt x="358855" y="92070"/>
                </a:cubicBezTo>
                <a:cubicBezTo>
                  <a:pt x="357023" y="93218"/>
                  <a:pt x="354804" y="93792"/>
                  <a:pt x="352198" y="93792"/>
                </a:cubicBezTo>
                <a:cubicBezTo>
                  <a:pt x="350564" y="93792"/>
                  <a:pt x="349085" y="93627"/>
                  <a:pt x="347760" y="93296"/>
                </a:cubicBezTo>
                <a:cubicBezTo>
                  <a:pt x="346436" y="92965"/>
                  <a:pt x="345265" y="92490"/>
                  <a:pt x="344250" y="91872"/>
                </a:cubicBezTo>
                <a:cubicBezTo>
                  <a:pt x="343190" y="91209"/>
                  <a:pt x="342252" y="90414"/>
                  <a:pt x="341435" y="89487"/>
                </a:cubicBezTo>
                <a:cubicBezTo>
                  <a:pt x="340618" y="88560"/>
                  <a:pt x="339922" y="87522"/>
                  <a:pt x="339348" y="86374"/>
                </a:cubicBezTo>
                <a:lnTo>
                  <a:pt x="339348" y="56434"/>
                </a:lnTo>
                <a:cubicBezTo>
                  <a:pt x="339966" y="55198"/>
                  <a:pt x="340706" y="54116"/>
                  <a:pt x="341567" y="53189"/>
                </a:cubicBezTo>
                <a:cubicBezTo>
                  <a:pt x="342428" y="52261"/>
                  <a:pt x="343433" y="51489"/>
                  <a:pt x="344581" y="50871"/>
                </a:cubicBezTo>
                <a:cubicBezTo>
                  <a:pt x="345597" y="50341"/>
                  <a:pt x="346723" y="49932"/>
                  <a:pt x="347959" y="49645"/>
                </a:cubicBezTo>
                <a:cubicBezTo>
                  <a:pt x="349195" y="49358"/>
                  <a:pt x="350564" y="49215"/>
                  <a:pt x="352066" y="49215"/>
                </a:cubicBezTo>
                <a:cubicBezTo>
                  <a:pt x="354671" y="49215"/>
                  <a:pt x="356890" y="49767"/>
                  <a:pt x="358723" y="50871"/>
                </a:cubicBezTo>
                <a:cubicBezTo>
                  <a:pt x="360555" y="51974"/>
                  <a:pt x="362068" y="53476"/>
                  <a:pt x="363260" y="55375"/>
                </a:cubicBezTo>
                <a:cubicBezTo>
                  <a:pt x="364408" y="57318"/>
                  <a:pt x="365258" y="59603"/>
                  <a:pt x="365810" y="62230"/>
                </a:cubicBezTo>
                <a:cubicBezTo>
                  <a:pt x="366362" y="64858"/>
                  <a:pt x="366638" y="67673"/>
                  <a:pt x="366638" y="70676"/>
                </a:cubicBezTo>
                <a:close/>
                <a:moveTo>
                  <a:pt x="400207" y="70808"/>
                </a:moveTo>
                <a:lnTo>
                  <a:pt x="400207" y="72199"/>
                </a:lnTo>
                <a:cubicBezTo>
                  <a:pt x="400207" y="77410"/>
                  <a:pt x="400836" y="82234"/>
                  <a:pt x="402095" y="86672"/>
                </a:cubicBezTo>
                <a:cubicBezTo>
                  <a:pt x="403353" y="91110"/>
                  <a:pt x="405175" y="94941"/>
                  <a:pt x="407560" y="98164"/>
                </a:cubicBezTo>
                <a:cubicBezTo>
                  <a:pt x="409944" y="101432"/>
                  <a:pt x="412881" y="103982"/>
                  <a:pt x="416369" y="105815"/>
                </a:cubicBezTo>
                <a:cubicBezTo>
                  <a:pt x="419858" y="107647"/>
                  <a:pt x="423854" y="108563"/>
                  <a:pt x="428358" y="108563"/>
                </a:cubicBezTo>
                <a:cubicBezTo>
                  <a:pt x="430478" y="108563"/>
                  <a:pt x="432454" y="108354"/>
                  <a:pt x="434286" y="107934"/>
                </a:cubicBezTo>
                <a:cubicBezTo>
                  <a:pt x="436119" y="107515"/>
                  <a:pt x="437808" y="106930"/>
                  <a:pt x="439354" y="106179"/>
                </a:cubicBezTo>
                <a:cubicBezTo>
                  <a:pt x="440546" y="105561"/>
                  <a:pt x="441694" y="104832"/>
                  <a:pt x="442798" y="103993"/>
                </a:cubicBezTo>
                <a:cubicBezTo>
                  <a:pt x="443902" y="103154"/>
                  <a:pt x="444918" y="102205"/>
                  <a:pt x="445845" y="101145"/>
                </a:cubicBezTo>
                <a:lnTo>
                  <a:pt x="445845" y="134794"/>
                </a:lnTo>
                <a:lnTo>
                  <a:pt x="464325" y="134794"/>
                </a:lnTo>
                <a:lnTo>
                  <a:pt x="464325" y="35570"/>
                </a:lnTo>
                <a:lnTo>
                  <a:pt x="448097" y="35570"/>
                </a:lnTo>
                <a:lnTo>
                  <a:pt x="446971" y="42856"/>
                </a:lnTo>
                <a:cubicBezTo>
                  <a:pt x="446044" y="41708"/>
                  <a:pt x="445050" y="40670"/>
                  <a:pt x="443990" y="39743"/>
                </a:cubicBezTo>
                <a:cubicBezTo>
                  <a:pt x="442930" y="38815"/>
                  <a:pt x="441804" y="37998"/>
                  <a:pt x="440612" y="37292"/>
                </a:cubicBezTo>
                <a:cubicBezTo>
                  <a:pt x="438934" y="36320"/>
                  <a:pt x="437091" y="35570"/>
                  <a:pt x="435081" y="35040"/>
                </a:cubicBezTo>
                <a:cubicBezTo>
                  <a:pt x="433072" y="34510"/>
                  <a:pt x="430875" y="34245"/>
                  <a:pt x="428491" y="34245"/>
                </a:cubicBezTo>
                <a:cubicBezTo>
                  <a:pt x="423942" y="34245"/>
                  <a:pt x="419913" y="35128"/>
                  <a:pt x="416402" y="36894"/>
                </a:cubicBezTo>
                <a:cubicBezTo>
                  <a:pt x="412892" y="38661"/>
                  <a:pt x="409944" y="41134"/>
                  <a:pt x="407560" y="44313"/>
                </a:cubicBezTo>
                <a:cubicBezTo>
                  <a:pt x="405131" y="47537"/>
                  <a:pt x="403298" y="51400"/>
                  <a:pt x="402062" y="55905"/>
                </a:cubicBezTo>
                <a:cubicBezTo>
                  <a:pt x="400825" y="60409"/>
                  <a:pt x="400207" y="65377"/>
                  <a:pt x="400207" y="70808"/>
                </a:cubicBezTo>
                <a:moveTo>
                  <a:pt x="418621" y="72199"/>
                </a:moveTo>
                <a:lnTo>
                  <a:pt x="418621" y="70808"/>
                </a:lnTo>
                <a:cubicBezTo>
                  <a:pt x="418621" y="67761"/>
                  <a:pt x="418897" y="64924"/>
                  <a:pt x="419449" y="62296"/>
                </a:cubicBezTo>
                <a:cubicBezTo>
                  <a:pt x="420001" y="59669"/>
                  <a:pt x="420873" y="57384"/>
                  <a:pt x="422066" y="55441"/>
                </a:cubicBezTo>
                <a:cubicBezTo>
                  <a:pt x="423214" y="53498"/>
                  <a:pt x="424704" y="51963"/>
                  <a:pt x="426537" y="50837"/>
                </a:cubicBezTo>
                <a:cubicBezTo>
                  <a:pt x="428369" y="49711"/>
                  <a:pt x="430588" y="49148"/>
                  <a:pt x="433194" y="49148"/>
                </a:cubicBezTo>
                <a:cubicBezTo>
                  <a:pt x="434739" y="49148"/>
                  <a:pt x="436163" y="49303"/>
                  <a:pt x="437466" y="49612"/>
                </a:cubicBezTo>
                <a:cubicBezTo>
                  <a:pt x="438769" y="49921"/>
                  <a:pt x="439928" y="50363"/>
                  <a:pt x="440943" y="50937"/>
                </a:cubicBezTo>
                <a:cubicBezTo>
                  <a:pt x="442003" y="51555"/>
                  <a:pt x="442930" y="52295"/>
                  <a:pt x="443725" y="53156"/>
                </a:cubicBezTo>
                <a:cubicBezTo>
                  <a:pt x="444520" y="54017"/>
                  <a:pt x="445227" y="54999"/>
                  <a:pt x="445845" y="56103"/>
                </a:cubicBezTo>
                <a:lnTo>
                  <a:pt x="445845" y="86573"/>
                </a:lnTo>
                <a:cubicBezTo>
                  <a:pt x="445227" y="87721"/>
                  <a:pt x="444520" y="88747"/>
                  <a:pt x="443725" y="89653"/>
                </a:cubicBezTo>
                <a:cubicBezTo>
                  <a:pt x="442930" y="90558"/>
                  <a:pt x="442003" y="91320"/>
                  <a:pt x="440943" y="91938"/>
                </a:cubicBezTo>
                <a:cubicBezTo>
                  <a:pt x="439884" y="92512"/>
                  <a:pt x="438702" y="92965"/>
                  <a:pt x="437400" y="93296"/>
                </a:cubicBezTo>
                <a:cubicBezTo>
                  <a:pt x="436097" y="93627"/>
                  <a:pt x="434651" y="93792"/>
                  <a:pt x="433061" y="93792"/>
                </a:cubicBezTo>
                <a:cubicBezTo>
                  <a:pt x="430456" y="93792"/>
                  <a:pt x="428237" y="93218"/>
                  <a:pt x="426404" y="92070"/>
                </a:cubicBezTo>
                <a:cubicBezTo>
                  <a:pt x="424572" y="90922"/>
                  <a:pt x="423081" y="89355"/>
                  <a:pt x="421933" y="87367"/>
                </a:cubicBezTo>
                <a:cubicBezTo>
                  <a:pt x="420785" y="85424"/>
                  <a:pt x="419946" y="83150"/>
                  <a:pt x="419416" y="80545"/>
                </a:cubicBezTo>
                <a:cubicBezTo>
                  <a:pt x="418886" y="77940"/>
                  <a:pt x="418621" y="75158"/>
                  <a:pt x="418621" y="72199"/>
                </a:cubicBezTo>
                <a:close/>
                <a:moveTo>
                  <a:pt x="488356" y="35570"/>
                </a:moveTo>
                <a:lnTo>
                  <a:pt x="488356" y="50606"/>
                </a:lnTo>
                <a:lnTo>
                  <a:pt x="508757" y="50606"/>
                </a:lnTo>
                <a:lnTo>
                  <a:pt x="508757" y="92269"/>
                </a:lnTo>
                <a:lnTo>
                  <a:pt x="488356" y="92269"/>
                </a:lnTo>
                <a:lnTo>
                  <a:pt x="488356" y="107239"/>
                </a:lnTo>
                <a:lnTo>
                  <a:pt x="546778" y="107239"/>
                </a:lnTo>
                <a:lnTo>
                  <a:pt x="546778" y="92269"/>
                </a:lnTo>
                <a:lnTo>
                  <a:pt x="527370" y="92269"/>
                </a:lnTo>
                <a:lnTo>
                  <a:pt x="527370" y="35570"/>
                </a:lnTo>
                <a:lnTo>
                  <a:pt x="488356" y="35570"/>
                </a:lnTo>
                <a:moveTo>
                  <a:pt x="507433" y="17222"/>
                </a:moveTo>
                <a:cubicBezTo>
                  <a:pt x="507433" y="18635"/>
                  <a:pt x="507687" y="19949"/>
                  <a:pt x="508194" y="21163"/>
                </a:cubicBezTo>
                <a:cubicBezTo>
                  <a:pt x="508702" y="22377"/>
                  <a:pt x="509420" y="23404"/>
                  <a:pt x="510347" y="24243"/>
                </a:cubicBezTo>
                <a:cubicBezTo>
                  <a:pt x="511274" y="25126"/>
                  <a:pt x="512389" y="25811"/>
                  <a:pt x="513692" y="26296"/>
                </a:cubicBezTo>
                <a:cubicBezTo>
                  <a:pt x="514995" y="26782"/>
                  <a:pt x="516441" y="27025"/>
                  <a:pt x="518031" y="27025"/>
                </a:cubicBezTo>
                <a:cubicBezTo>
                  <a:pt x="521298" y="27025"/>
                  <a:pt x="523893" y="26109"/>
                  <a:pt x="525814" y="24276"/>
                </a:cubicBezTo>
                <a:cubicBezTo>
                  <a:pt x="527734" y="22444"/>
                  <a:pt x="528695" y="20092"/>
                  <a:pt x="528695" y="17222"/>
                </a:cubicBezTo>
                <a:cubicBezTo>
                  <a:pt x="528695" y="14351"/>
                  <a:pt x="527734" y="12000"/>
                  <a:pt x="525814" y="10167"/>
                </a:cubicBezTo>
                <a:cubicBezTo>
                  <a:pt x="523893" y="8335"/>
                  <a:pt x="521298" y="7419"/>
                  <a:pt x="518031" y="7419"/>
                </a:cubicBezTo>
                <a:cubicBezTo>
                  <a:pt x="516441" y="7419"/>
                  <a:pt x="514995" y="7661"/>
                  <a:pt x="513692" y="8147"/>
                </a:cubicBezTo>
                <a:cubicBezTo>
                  <a:pt x="512389" y="8633"/>
                  <a:pt x="511274" y="9295"/>
                  <a:pt x="510347" y="10134"/>
                </a:cubicBezTo>
                <a:cubicBezTo>
                  <a:pt x="509420" y="11018"/>
                  <a:pt x="508702" y="12066"/>
                  <a:pt x="508194" y="13281"/>
                </a:cubicBezTo>
                <a:cubicBezTo>
                  <a:pt x="507687" y="14495"/>
                  <a:pt x="507433" y="15809"/>
                  <a:pt x="507433" y="17222"/>
                </a:cubicBezTo>
                <a:close/>
                <a:moveTo>
                  <a:pt x="562927" y="70874"/>
                </a:moveTo>
                <a:lnTo>
                  <a:pt x="562927" y="72265"/>
                </a:lnTo>
                <a:cubicBezTo>
                  <a:pt x="562927" y="77476"/>
                  <a:pt x="563568" y="82300"/>
                  <a:pt x="564848" y="86738"/>
                </a:cubicBezTo>
                <a:cubicBezTo>
                  <a:pt x="566129" y="91176"/>
                  <a:pt x="567983" y="95007"/>
                  <a:pt x="570412" y="98230"/>
                </a:cubicBezTo>
                <a:cubicBezTo>
                  <a:pt x="572797" y="101454"/>
                  <a:pt x="575722" y="103982"/>
                  <a:pt x="579189" y="105815"/>
                </a:cubicBezTo>
                <a:cubicBezTo>
                  <a:pt x="582655" y="107647"/>
                  <a:pt x="586574" y="108563"/>
                  <a:pt x="590946" y="108563"/>
                </a:cubicBezTo>
                <a:cubicBezTo>
                  <a:pt x="594964" y="108563"/>
                  <a:pt x="598497" y="107791"/>
                  <a:pt x="601544" y="106245"/>
                </a:cubicBezTo>
                <a:cubicBezTo>
                  <a:pt x="604591" y="104700"/>
                  <a:pt x="607240" y="102536"/>
                  <a:pt x="609492" y="99754"/>
                </a:cubicBezTo>
                <a:lnTo>
                  <a:pt x="610420" y="107239"/>
                </a:lnTo>
                <a:lnTo>
                  <a:pt x="627045" y="107239"/>
                </a:lnTo>
                <a:lnTo>
                  <a:pt x="627045" y="5498"/>
                </a:lnTo>
                <a:lnTo>
                  <a:pt x="608565" y="5498"/>
                </a:lnTo>
                <a:lnTo>
                  <a:pt x="608565" y="41995"/>
                </a:lnTo>
                <a:cubicBezTo>
                  <a:pt x="606357" y="39522"/>
                  <a:pt x="603829" y="37612"/>
                  <a:pt x="600981" y="36265"/>
                </a:cubicBezTo>
                <a:cubicBezTo>
                  <a:pt x="598133" y="34918"/>
                  <a:pt x="594832" y="34245"/>
                  <a:pt x="591078" y="34245"/>
                </a:cubicBezTo>
                <a:cubicBezTo>
                  <a:pt x="586618" y="34245"/>
                  <a:pt x="582655" y="35128"/>
                  <a:pt x="579189" y="36894"/>
                </a:cubicBezTo>
                <a:cubicBezTo>
                  <a:pt x="575722" y="38661"/>
                  <a:pt x="572775" y="41156"/>
                  <a:pt x="570346" y="44379"/>
                </a:cubicBezTo>
                <a:cubicBezTo>
                  <a:pt x="567917" y="47603"/>
                  <a:pt x="566074" y="51467"/>
                  <a:pt x="564815" y="55971"/>
                </a:cubicBezTo>
                <a:cubicBezTo>
                  <a:pt x="563557" y="60475"/>
                  <a:pt x="562927" y="65443"/>
                  <a:pt x="562927" y="70874"/>
                </a:cubicBezTo>
                <a:moveTo>
                  <a:pt x="581341" y="72265"/>
                </a:moveTo>
                <a:lnTo>
                  <a:pt x="581341" y="70874"/>
                </a:lnTo>
                <a:cubicBezTo>
                  <a:pt x="581341" y="67871"/>
                  <a:pt x="581606" y="65056"/>
                  <a:pt x="582136" y="62429"/>
                </a:cubicBezTo>
                <a:cubicBezTo>
                  <a:pt x="582666" y="59802"/>
                  <a:pt x="583505" y="57494"/>
                  <a:pt x="584653" y="55507"/>
                </a:cubicBezTo>
                <a:cubicBezTo>
                  <a:pt x="585801" y="53564"/>
                  <a:pt x="587292" y="52030"/>
                  <a:pt x="589124" y="50904"/>
                </a:cubicBezTo>
                <a:cubicBezTo>
                  <a:pt x="590957" y="49778"/>
                  <a:pt x="593176" y="49215"/>
                  <a:pt x="595781" y="49215"/>
                </a:cubicBezTo>
                <a:cubicBezTo>
                  <a:pt x="598916" y="49215"/>
                  <a:pt x="601522" y="49888"/>
                  <a:pt x="603597" y="51235"/>
                </a:cubicBezTo>
                <a:cubicBezTo>
                  <a:pt x="605673" y="52582"/>
                  <a:pt x="607329" y="54469"/>
                  <a:pt x="608565" y="56898"/>
                </a:cubicBezTo>
                <a:lnTo>
                  <a:pt x="608565" y="85910"/>
                </a:lnTo>
                <a:cubicBezTo>
                  <a:pt x="607329" y="88295"/>
                  <a:pt x="605662" y="90171"/>
                  <a:pt x="603564" y="91540"/>
                </a:cubicBezTo>
                <a:cubicBezTo>
                  <a:pt x="601467" y="92909"/>
                  <a:pt x="598828" y="93594"/>
                  <a:pt x="595649" y="93594"/>
                </a:cubicBezTo>
                <a:cubicBezTo>
                  <a:pt x="593043" y="93594"/>
                  <a:pt x="590835" y="93042"/>
                  <a:pt x="589025" y="91938"/>
                </a:cubicBezTo>
                <a:cubicBezTo>
                  <a:pt x="587214" y="90834"/>
                  <a:pt x="585735" y="89310"/>
                  <a:pt x="584587" y="87367"/>
                </a:cubicBezTo>
                <a:cubicBezTo>
                  <a:pt x="583439" y="85469"/>
                  <a:pt x="582611" y="83228"/>
                  <a:pt x="582103" y="80644"/>
                </a:cubicBezTo>
                <a:cubicBezTo>
                  <a:pt x="581595" y="78061"/>
                  <a:pt x="581341" y="75268"/>
                  <a:pt x="581341" y="72265"/>
                </a:cubicBezTo>
                <a:close/>
                <a:moveTo>
                  <a:pt x="692475" y="87566"/>
                </a:moveTo>
                <a:cubicBezTo>
                  <a:pt x="692475" y="88670"/>
                  <a:pt x="692199" y="89686"/>
                  <a:pt x="691647" y="90613"/>
                </a:cubicBezTo>
                <a:cubicBezTo>
                  <a:pt x="691095" y="91540"/>
                  <a:pt x="690267" y="92357"/>
                  <a:pt x="689163" y="93064"/>
                </a:cubicBezTo>
                <a:cubicBezTo>
                  <a:pt x="688015" y="93770"/>
                  <a:pt x="686547" y="94333"/>
                  <a:pt x="684758" y="94753"/>
                </a:cubicBezTo>
                <a:cubicBezTo>
                  <a:pt x="682970" y="95172"/>
                  <a:pt x="680883" y="95382"/>
                  <a:pt x="678499" y="95382"/>
                </a:cubicBezTo>
                <a:cubicBezTo>
                  <a:pt x="676512" y="95382"/>
                  <a:pt x="674580" y="95183"/>
                  <a:pt x="672703" y="94786"/>
                </a:cubicBezTo>
                <a:cubicBezTo>
                  <a:pt x="670826" y="94389"/>
                  <a:pt x="669159" y="93748"/>
                  <a:pt x="667702" y="92865"/>
                </a:cubicBezTo>
                <a:cubicBezTo>
                  <a:pt x="666245" y="92026"/>
                  <a:pt x="665052" y="90911"/>
                  <a:pt x="664125" y="89520"/>
                </a:cubicBezTo>
                <a:cubicBezTo>
                  <a:pt x="663198" y="88129"/>
                  <a:pt x="662668" y="86462"/>
                  <a:pt x="662535" y="84519"/>
                </a:cubicBezTo>
                <a:lnTo>
                  <a:pt x="644982" y="84519"/>
                </a:lnTo>
                <a:cubicBezTo>
                  <a:pt x="644982" y="87434"/>
                  <a:pt x="645700" y="90337"/>
                  <a:pt x="647135" y="93229"/>
                </a:cubicBezTo>
                <a:cubicBezTo>
                  <a:pt x="648570" y="96122"/>
                  <a:pt x="650679" y="98694"/>
                  <a:pt x="653461" y="100946"/>
                </a:cubicBezTo>
                <a:cubicBezTo>
                  <a:pt x="656243" y="103242"/>
                  <a:pt x="659698" y="105097"/>
                  <a:pt x="663827" y="106510"/>
                </a:cubicBezTo>
                <a:cubicBezTo>
                  <a:pt x="667956" y="107923"/>
                  <a:pt x="672714" y="108630"/>
                  <a:pt x="678101" y="108630"/>
                </a:cubicBezTo>
                <a:cubicBezTo>
                  <a:pt x="683003" y="108630"/>
                  <a:pt x="687441" y="108089"/>
                  <a:pt x="691415" y="107007"/>
                </a:cubicBezTo>
                <a:cubicBezTo>
                  <a:pt x="695389" y="105925"/>
                  <a:pt x="698789" y="104413"/>
                  <a:pt x="701616" y="102470"/>
                </a:cubicBezTo>
                <a:cubicBezTo>
                  <a:pt x="704398" y="100527"/>
                  <a:pt x="706550" y="98219"/>
                  <a:pt x="708074" y="95548"/>
                </a:cubicBezTo>
                <a:cubicBezTo>
                  <a:pt x="709597" y="92876"/>
                  <a:pt x="710359" y="89951"/>
                  <a:pt x="710359" y="86771"/>
                </a:cubicBezTo>
                <a:cubicBezTo>
                  <a:pt x="710359" y="83327"/>
                  <a:pt x="709597" y="80357"/>
                  <a:pt x="708074" y="77862"/>
                </a:cubicBezTo>
                <a:cubicBezTo>
                  <a:pt x="706550" y="75367"/>
                  <a:pt x="704442" y="73237"/>
                  <a:pt x="701748" y="71470"/>
                </a:cubicBezTo>
                <a:cubicBezTo>
                  <a:pt x="699054" y="69748"/>
                  <a:pt x="695853" y="68335"/>
                  <a:pt x="692144" y="67231"/>
                </a:cubicBezTo>
                <a:cubicBezTo>
                  <a:pt x="688434" y="66127"/>
                  <a:pt x="684416" y="65222"/>
                  <a:pt x="680088" y="64515"/>
                </a:cubicBezTo>
                <a:cubicBezTo>
                  <a:pt x="677086" y="64074"/>
                  <a:pt x="674613" y="63555"/>
                  <a:pt x="672670" y="62959"/>
                </a:cubicBezTo>
                <a:cubicBezTo>
                  <a:pt x="670727" y="62363"/>
                  <a:pt x="669203" y="61689"/>
                  <a:pt x="668099" y="60939"/>
                </a:cubicBezTo>
                <a:cubicBezTo>
                  <a:pt x="666951" y="60232"/>
                  <a:pt x="666156" y="59426"/>
                  <a:pt x="665715" y="58521"/>
                </a:cubicBezTo>
                <a:cubicBezTo>
                  <a:pt x="665273" y="57616"/>
                  <a:pt x="665052" y="56633"/>
                  <a:pt x="665052" y="55573"/>
                </a:cubicBezTo>
                <a:cubicBezTo>
                  <a:pt x="665052" y="54514"/>
                  <a:pt x="665306" y="53509"/>
                  <a:pt x="665814" y="52560"/>
                </a:cubicBezTo>
                <a:cubicBezTo>
                  <a:pt x="666322" y="51610"/>
                  <a:pt x="667062" y="50782"/>
                  <a:pt x="668033" y="50076"/>
                </a:cubicBezTo>
                <a:cubicBezTo>
                  <a:pt x="669093" y="49281"/>
                  <a:pt x="670462" y="48663"/>
                  <a:pt x="672140" y="48221"/>
                </a:cubicBezTo>
                <a:cubicBezTo>
                  <a:pt x="673818" y="47779"/>
                  <a:pt x="675783" y="47559"/>
                  <a:pt x="678035" y="47559"/>
                </a:cubicBezTo>
                <a:cubicBezTo>
                  <a:pt x="680685" y="47559"/>
                  <a:pt x="682948" y="47890"/>
                  <a:pt x="684824" y="48552"/>
                </a:cubicBezTo>
                <a:cubicBezTo>
                  <a:pt x="686701" y="49215"/>
                  <a:pt x="688191" y="50098"/>
                  <a:pt x="689295" y="51202"/>
                </a:cubicBezTo>
                <a:cubicBezTo>
                  <a:pt x="690090" y="52041"/>
                  <a:pt x="690686" y="52979"/>
                  <a:pt x="691084" y="54017"/>
                </a:cubicBezTo>
                <a:cubicBezTo>
                  <a:pt x="691481" y="55055"/>
                  <a:pt x="691680" y="56170"/>
                  <a:pt x="691680" y="57362"/>
                </a:cubicBezTo>
                <a:lnTo>
                  <a:pt x="710094" y="57362"/>
                </a:lnTo>
                <a:cubicBezTo>
                  <a:pt x="710094" y="54050"/>
                  <a:pt x="709365" y="50981"/>
                  <a:pt x="707908" y="48155"/>
                </a:cubicBezTo>
                <a:cubicBezTo>
                  <a:pt x="706451" y="45329"/>
                  <a:pt x="704353" y="42878"/>
                  <a:pt x="701616" y="40802"/>
                </a:cubicBezTo>
                <a:cubicBezTo>
                  <a:pt x="698834" y="38771"/>
                  <a:pt x="695456" y="37170"/>
                  <a:pt x="691481" y="36000"/>
                </a:cubicBezTo>
                <a:cubicBezTo>
                  <a:pt x="687507" y="34830"/>
                  <a:pt x="683025" y="34245"/>
                  <a:pt x="678035" y="34245"/>
                </a:cubicBezTo>
                <a:cubicBezTo>
                  <a:pt x="673266" y="34245"/>
                  <a:pt x="668983" y="34841"/>
                  <a:pt x="665185" y="36033"/>
                </a:cubicBezTo>
                <a:cubicBezTo>
                  <a:pt x="661387" y="37226"/>
                  <a:pt x="658164" y="38837"/>
                  <a:pt x="655514" y="40869"/>
                </a:cubicBezTo>
                <a:cubicBezTo>
                  <a:pt x="652865" y="42900"/>
                  <a:pt x="650833" y="45262"/>
                  <a:pt x="649420" y="47956"/>
                </a:cubicBezTo>
                <a:cubicBezTo>
                  <a:pt x="648007" y="50650"/>
                  <a:pt x="647301" y="53476"/>
                  <a:pt x="647301" y="56434"/>
                </a:cubicBezTo>
                <a:cubicBezTo>
                  <a:pt x="647301" y="59481"/>
                  <a:pt x="647996" y="62175"/>
                  <a:pt x="649387" y="64515"/>
                </a:cubicBezTo>
                <a:cubicBezTo>
                  <a:pt x="650778" y="66856"/>
                  <a:pt x="652710" y="68909"/>
                  <a:pt x="655183" y="70676"/>
                </a:cubicBezTo>
                <a:cubicBezTo>
                  <a:pt x="657656" y="72486"/>
                  <a:pt x="660626" y="74021"/>
                  <a:pt x="664092" y="75279"/>
                </a:cubicBezTo>
                <a:cubicBezTo>
                  <a:pt x="667558" y="76538"/>
                  <a:pt x="671389" y="77586"/>
                  <a:pt x="675584" y="78425"/>
                </a:cubicBezTo>
                <a:cubicBezTo>
                  <a:pt x="678896" y="79044"/>
                  <a:pt x="681634" y="79662"/>
                  <a:pt x="683798" y="80280"/>
                </a:cubicBezTo>
                <a:cubicBezTo>
                  <a:pt x="685961" y="80898"/>
                  <a:pt x="687706" y="81561"/>
                  <a:pt x="689030" y="82267"/>
                </a:cubicBezTo>
                <a:cubicBezTo>
                  <a:pt x="690311" y="83018"/>
                  <a:pt x="691205" y="83813"/>
                  <a:pt x="691713" y="84652"/>
                </a:cubicBezTo>
                <a:cubicBezTo>
                  <a:pt x="692221" y="85491"/>
                  <a:pt x="692475" y="86462"/>
                  <a:pt x="692475" y="87566"/>
                </a:cubicBezTo>
                <a:close/>
                <a:moveTo>
                  <a:pt x="822538" y="68026"/>
                </a:moveTo>
                <a:lnTo>
                  <a:pt x="822538" y="69483"/>
                </a:lnTo>
                <a:cubicBezTo>
                  <a:pt x="822538" y="75754"/>
                  <a:pt x="823013" y="81627"/>
                  <a:pt x="823962" y="87102"/>
                </a:cubicBezTo>
                <a:cubicBezTo>
                  <a:pt x="824912" y="92578"/>
                  <a:pt x="826203" y="97634"/>
                  <a:pt x="827837" y="102271"/>
                </a:cubicBezTo>
                <a:cubicBezTo>
                  <a:pt x="829471" y="106952"/>
                  <a:pt x="831381" y="111213"/>
                  <a:pt x="833567" y="115055"/>
                </a:cubicBezTo>
                <a:cubicBezTo>
                  <a:pt x="835753" y="118897"/>
                  <a:pt x="838060" y="122275"/>
                  <a:pt x="840489" y="125189"/>
                </a:cubicBezTo>
                <a:cubicBezTo>
                  <a:pt x="842917" y="128148"/>
                  <a:pt x="845423" y="130665"/>
                  <a:pt x="848007" y="132740"/>
                </a:cubicBezTo>
                <a:cubicBezTo>
                  <a:pt x="850590" y="134816"/>
                  <a:pt x="853096" y="136405"/>
                  <a:pt x="855525" y="137509"/>
                </a:cubicBezTo>
                <a:lnTo>
                  <a:pt x="859102" y="127574"/>
                </a:lnTo>
                <a:cubicBezTo>
                  <a:pt x="857379" y="126249"/>
                  <a:pt x="855635" y="124593"/>
                  <a:pt x="853869" y="122606"/>
                </a:cubicBezTo>
                <a:cubicBezTo>
                  <a:pt x="852102" y="120619"/>
                  <a:pt x="850424" y="118278"/>
                  <a:pt x="848835" y="115585"/>
                </a:cubicBezTo>
                <a:cubicBezTo>
                  <a:pt x="847333" y="113112"/>
                  <a:pt x="845931" y="110219"/>
                  <a:pt x="844629" y="106908"/>
                </a:cubicBezTo>
                <a:cubicBezTo>
                  <a:pt x="843326" y="103596"/>
                  <a:pt x="842189" y="99997"/>
                  <a:pt x="841217" y="96111"/>
                </a:cubicBezTo>
                <a:cubicBezTo>
                  <a:pt x="840511" y="93329"/>
                  <a:pt x="839859" y="89597"/>
                  <a:pt x="839263" y="84917"/>
                </a:cubicBezTo>
                <a:cubicBezTo>
                  <a:pt x="838667" y="80236"/>
                  <a:pt x="838369" y="75136"/>
                  <a:pt x="838369" y="69616"/>
                </a:cubicBezTo>
                <a:lnTo>
                  <a:pt x="838369" y="67894"/>
                </a:lnTo>
                <a:cubicBezTo>
                  <a:pt x="838369" y="62285"/>
                  <a:pt x="838678" y="57097"/>
                  <a:pt x="839296" y="52328"/>
                </a:cubicBezTo>
                <a:cubicBezTo>
                  <a:pt x="839915" y="47559"/>
                  <a:pt x="840732" y="43209"/>
                  <a:pt x="841747" y="39279"/>
                </a:cubicBezTo>
                <a:cubicBezTo>
                  <a:pt x="842895" y="35216"/>
                  <a:pt x="844231" y="31463"/>
                  <a:pt x="845755" y="28019"/>
                </a:cubicBezTo>
                <a:cubicBezTo>
                  <a:pt x="847278" y="24574"/>
                  <a:pt x="848923" y="21593"/>
                  <a:pt x="850689" y="19076"/>
                </a:cubicBezTo>
                <a:cubicBezTo>
                  <a:pt x="852058" y="17133"/>
                  <a:pt x="853449" y="15411"/>
                  <a:pt x="854862" y="13910"/>
                </a:cubicBezTo>
                <a:cubicBezTo>
                  <a:pt x="856275" y="12409"/>
                  <a:pt x="857688" y="11128"/>
                  <a:pt x="859102" y="10068"/>
                </a:cubicBezTo>
                <a:lnTo>
                  <a:pt x="855525" y="0"/>
                </a:lnTo>
                <a:cubicBezTo>
                  <a:pt x="853096" y="1104"/>
                  <a:pt x="850590" y="2683"/>
                  <a:pt x="848007" y="4736"/>
                </a:cubicBezTo>
                <a:cubicBezTo>
                  <a:pt x="845423" y="6789"/>
                  <a:pt x="842917" y="9295"/>
                  <a:pt x="840489" y="12254"/>
                </a:cubicBezTo>
                <a:cubicBezTo>
                  <a:pt x="838060" y="15213"/>
                  <a:pt x="835753" y="18613"/>
                  <a:pt x="833567" y="22455"/>
                </a:cubicBezTo>
                <a:cubicBezTo>
                  <a:pt x="831381" y="26296"/>
                  <a:pt x="829471" y="30536"/>
                  <a:pt x="827837" y="35172"/>
                </a:cubicBezTo>
                <a:cubicBezTo>
                  <a:pt x="826203" y="39853"/>
                  <a:pt x="824912" y="44942"/>
                  <a:pt x="823962" y="50440"/>
                </a:cubicBezTo>
                <a:cubicBezTo>
                  <a:pt x="823013" y="55938"/>
                  <a:pt x="822538" y="61800"/>
                  <a:pt x="822538" y="68026"/>
                </a:cubicBezTo>
                <a:close/>
                <a:moveTo>
                  <a:pt x="909032" y="96574"/>
                </a:moveTo>
                <a:cubicBezTo>
                  <a:pt x="909032" y="99975"/>
                  <a:pt x="910180" y="102823"/>
                  <a:pt x="912476" y="105119"/>
                </a:cubicBezTo>
                <a:cubicBezTo>
                  <a:pt x="914772" y="107415"/>
                  <a:pt x="917885" y="108563"/>
                  <a:pt x="921816" y="108563"/>
                </a:cubicBezTo>
                <a:cubicBezTo>
                  <a:pt x="925701" y="108563"/>
                  <a:pt x="928804" y="107426"/>
                  <a:pt x="931122" y="105152"/>
                </a:cubicBezTo>
                <a:cubicBezTo>
                  <a:pt x="933440" y="102878"/>
                  <a:pt x="934599" y="100019"/>
                  <a:pt x="934599" y="96574"/>
                </a:cubicBezTo>
                <a:cubicBezTo>
                  <a:pt x="934599" y="93130"/>
                  <a:pt x="933462" y="90238"/>
                  <a:pt x="931188" y="87897"/>
                </a:cubicBezTo>
                <a:cubicBezTo>
                  <a:pt x="928914" y="85557"/>
                  <a:pt x="925790" y="84387"/>
                  <a:pt x="921816" y="84387"/>
                </a:cubicBezTo>
                <a:cubicBezTo>
                  <a:pt x="917797" y="84387"/>
                  <a:pt x="914662" y="85568"/>
                  <a:pt x="912410" y="87930"/>
                </a:cubicBezTo>
                <a:cubicBezTo>
                  <a:pt x="910158" y="90293"/>
                  <a:pt x="909032" y="93174"/>
                  <a:pt x="909032" y="96574"/>
                </a:cubicBezTo>
                <a:close/>
                <a:moveTo>
                  <a:pt x="990424" y="96574"/>
                </a:moveTo>
                <a:cubicBezTo>
                  <a:pt x="990424" y="99975"/>
                  <a:pt x="991573" y="102823"/>
                  <a:pt x="993869" y="105119"/>
                </a:cubicBezTo>
                <a:cubicBezTo>
                  <a:pt x="996165" y="107415"/>
                  <a:pt x="999278" y="108563"/>
                  <a:pt x="1003208" y="108563"/>
                </a:cubicBezTo>
                <a:cubicBezTo>
                  <a:pt x="1007094" y="108563"/>
                  <a:pt x="1010196" y="107426"/>
                  <a:pt x="1012515" y="105152"/>
                </a:cubicBezTo>
                <a:cubicBezTo>
                  <a:pt x="1014833" y="102878"/>
                  <a:pt x="1015992" y="100019"/>
                  <a:pt x="1015992" y="96574"/>
                </a:cubicBezTo>
                <a:cubicBezTo>
                  <a:pt x="1015992" y="93130"/>
                  <a:pt x="1014855" y="90238"/>
                  <a:pt x="1012581" y="87897"/>
                </a:cubicBezTo>
                <a:cubicBezTo>
                  <a:pt x="1010307" y="85557"/>
                  <a:pt x="1007183" y="84387"/>
                  <a:pt x="1003208" y="84387"/>
                </a:cubicBezTo>
                <a:cubicBezTo>
                  <a:pt x="999190" y="84387"/>
                  <a:pt x="996055" y="85568"/>
                  <a:pt x="993803" y="87930"/>
                </a:cubicBezTo>
                <a:cubicBezTo>
                  <a:pt x="991550" y="90293"/>
                  <a:pt x="990424" y="93174"/>
                  <a:pt x="990424" y="96574"/>
                </a:cubicBezTo>
                <a:close/>
                <a:moveTo>
                  <a:pt x="1071817" y="96574"/>
                </a:moveTo>
                <a:cubicBezTo>
                  <a:pt x="1071817" y="99975"/>
                  <a:pt x="1072965" y="102823"/>
                  <a:pt x="1075262" y="105119"/>
                </a:cubicBezTo>
                <a:cubicBezTo>
                  <a:pt x="1077558" y="107415"/>
                  <a:pt x="1080671" y="108563"/>
                  <a:pt x="1084601" y="108563"/>
                </a:cubicBezTo>
                <a:cubicBezTo>
                  <a:pt x="1088487" y="108563"/>
                  <a:pt x="1091589" y="107426"/>
                  <a:pt x="1093907" y="105152"/>
                </a:cubicBezTo>
                <a:cubicBezTo>
                  <a:pt x="1096226" y="102878"/>
                  <a:pt x="1097385" y="100019"/>
                  <a:pt x="1097385" y="96574"/>
                </a:cubicBezTo>
                <a:cubicBezTo>
                  <a:pt x="1097385" y="93130"/>
                  <a:pt x="1096248" y="90238"/>
                  <a:pt x="1093974" y="87897"/>
                </a:cubicBezTo>
                <a:cubicBezTo>
                  <a:pt x="1091699" y="85557"/>
                  <a:pt x="1088575" y="84387"/>
                  <a:pt x="1084601" y="84387"/>
                </a:cubicBezTo>
                <a:cubicBezTo>
                  <a:pt x="1080583" y="84387"/>
                  <a:pt x="1077447" y="85568"/>
                  <a:pt x="1075195" y="87930"/>
                </a:cubicBezTo>
                <a:cubicBezTo>
                  <a:pt x="1072943" y="90293"/>
                  <a:pt x="1071817" y="93174"/>
                  <a:pt x="1071817" y="96574"/>
                </a:cubicBezTo>
                <a:close/>
                <a:moveTo>
                  <a:pt x="1183614" y="69483"/>
                </a:moveTo>
                <a:lnTo>
                  <a:pt x="1183614" y="68026"/>
                </a:lnTo>
                <a:cubicBezTo>
                  <a:pt x="1183614" y="61976"/>
                  <a:pt x="1183128" y="56247"/>
                  <a:pt x="1182157" y="50837"/>
                </a:cubicBezTo>
                <a:cubicBezTo>
                  <a:pt x="1181185" y="45428"/>
                  <a:pt x="1179860" y="40383"/>
                  <a:pt x="1178182" y="35702"/>
                </a:cubicBezTo>
                <a:cubicBezTo>
                  <a:pt x="1176504" y="31021"/>
                  <a:pt x="1174550" y="26749"/>
                  <a:pt x="1172320" y="22885"/>
                </a:cubicBezTo>
                <a:cubicBezTo>
                  <a:pt x="1170090" y="19021"/>
                  <a:pt x="1167717" y="15566"/>
                  <a:pt x="1165200" y="12519"/>
                </a:cubicBezTo>
                <a:cubicBezTo>
                  <a:pt x="1162683" y="9516"/>
                  <a:pt x="1160099" y="6955"/>
                  <a:pt x="1157450" y="4835"/>
                </a:cubicBezTo>
                <a:cubicBezTo>
                  <a:pt x="1154800" y="2716"/>
                  <a:pt x="1152217" y="1104"/>
                  <a:pt x="1149700" y="0"/>
                </a:cubicBezTo>
                <a:lnTo>
                  <a:pt x="1146190" y="9869"/>
                </a:lnTo>
                <a:cubicBezTo>
                  <a:pt x="1147514" y="10885"/>
                  <a:pt x="1148850" y="12110"/>
                  <a:pt x="1150197" y="13546"/>
                </a:cubicBezTo>
                <a:cubicBezTo>
                  <a:pt x="1151544" y="14981"/>
                  <a:pt x="1152857" y="16604"/>
                  <a:pt x="1154138" y="18414"/>
                </a:cubicBezTo>
                <a:cubicBezTo>
                  <a:pt x="1156037" y="21152"/>
                  <a:pt x="1157836" y="24398"/>
                  <a:pt x="1159536" y="28151"/>
                </a:cubicBezTo>
                <a:cubicBezTo>
                  <a:pt x="1161237" y="31904"/>
                  <a:pt x="1162683" y="36144"/>
                  <a:pt x="1163875" y="40869"/>
                </a:cubicBezTo>
                <a:cubicBezTo>
                  <a:pt x="1164802" y="44666"/>
                  <a:pt x="1165542" y="48817"/>
                  <a:pt x="1166094" y="53321"/>
                </a:cubicBezTo>
                <a:cubicBezTo>
                  <a:pt x="1166646" y="57825"/>
                  <a:pt x="1166922" y="62683"/>
                  <a:pt x="1166922" y="67894"/>
                </a:cubicBezTo>
                <a:lnTo>
                  <a:pt x="1166922" y="69616"/>
                </a:lnTo>
                <a:cubicBezTo>
                  <a:pt x="1166922" y="74959"/>
                  <a:pt x="1166646" y="79927"/>
                  <a:pt x="1166094" y="84519"/>
                </a:cubicBezTo>
                <a:cubicBezTo>
                  <a:pt x="1165542" y="89112"/>
                  <a:pt x="1164802" y="93307"/>
                  <a:pt x="1163875" y="97104"/>
                </a:cubicBezTo>
                <a:cubicBezTo>
                  <a:pt x="1162771" y="101255"/>
                  <a:pt x="1161501" y="105009"/>
                  <a:pt x="1160066" y="108365"/>
                </a:cubicBezTo>
                <a:cubicBezTo>
                  <a:pt x="1158631" y="111721"/>
                  <a:pt x="1157053" y="114724"/>
                  <a:pt x="1155330" y="117373"/>
                </a:cubicBezTo>
                <a:cubicBezTo>
                  <a:pt x="1153873" y="119625"/>
                  <a:pt x="1152372" y="121601"/>
                  <a:pt x="1150826" y="123301"/>
                </a:cubicBezTo>
                <a:cubicBezTo>
                  <a:pt x="1149281" y="125001"/>
                  <a:pt x="1147735" y="126426"/>
                  <a:pt x="1146190" y="127574"/>
                </a:cubicBezTo>
                <a:lnTo>
                  <a:pt x="1149700" y="137509"/>
                </a:lnTo>
                <a:cubicBezTo>
                  <a:pt x="1152217" y="136405"/>
                  <a:pt x="1154800" y="134794"/>
                  <a:pt x="1157450" y="132674"/>
                </a:cubicBezTo>
                <a:cubicBezTo>
                  <a:pt x="1160099" y="130554"/>
                  <a:pt x="1162683" y="127971"/>
                  <a:pt x="1165200" y="124924"/>
                </a:cubicBezTo>
                <a:cubicBezTo>
                  <a:pt x="1167717" y="121921"/>
                  <a:pt x="1170090" y="118488"/>
                  <a:pt x="1172320" y="114624"/>
                </a:cubicBezTo>
                <a:cubicBezTo>
                  <a:pt x="1174550" y="110760"/>
                  <a:pt x="1176504" y="106488"/>
                  <a:pt x="1178182" y="101807"/>
                </a:cubicBezTo>
                <a:cubicBezTo>
                  <a:pt x="1179860" y="97126"/>
                  <a:pt x="1181185" y="92081"/>
                  <a:pt x="1182157" y="86672"/>
                </a:cubicBezTo>
                <a:cubicBezTo>
                  <a:pt x="1183128" y="81263"/>
                  <a:pt x="1183614" y="75533"/>
                  <a:pt x="1183614" y="69483"/>
                </a:cubicBezTo>
                <a:close/>
                <a:moveTo>
                  <a:pt x="1268915" y="131084"/>
                </a:moveTo>
                <a:lnTo>
                  <a:pt x="1271167" y="120619"/>
                </a:lnTo>
                <a:cubicBezTo>
                  <a:pt x="1268959" y="120707"/>
                  <a:pt x="1267159" y="120144"/>
                  <a:pt x="1265768" y="118930"/>
                </a:cubicBezTo>
                <a:cubicBezTo>
                  <a:pt x="1264377" y="117715"/>
                  <a:pt x="1263284" y="116115"/>
                  <a:pt x="1262490" y="114127"/>
                </a:cubicBezTo>
                <a:cubicBezTo>
                  <a:pt x="1261695" y="112140"/>
                  <a:pt x="1261154" y="109921"/>
                  <a:pt x="1260867" y="107471"/>
                </a:cubicBezTo>
                <a:cubicBezTo>
                  <a:pt x="1260580" y="105020"/>
                  <a:pt x="1260436" y="102602"/>
                  <a:pt x="1260436" y="100218"/>
                </a:cubicBezTo>
                <a:lnTo>
                  <a:pt x="1260436" y="89421"/>
                </a:lnTo>
                <a:cubicBezTo>
                  <a:pt x="1260436" y="84166"/>
                  <a:pt x="1259156" y="79529"/>
                  <a:pt x="1256594" y="75511"/>
                </a:cubicBezTo>
                <a:cubicBezTo>
                  <a:pt x="1254033" y="71492"/>
                  <a:pt x="1250015" y="68423"/>
                  <a:pt x="1244539" y="66304"/>
                </a:cubicBezTo>
                <a:cubicBezTo>
                  <a:pt x="1249971" y="64184"/>
                  <a:pt x="1253978" y="61093"/>
                  <a:pt x="1256561" y="57031"/>
                </a:cubicBezTo>
                <a:cubicBezTo>
                  <a:pt x="1259145" y="52968"/>
                  <a:pt x="1260436" y="48309"/>
                  <a:pt x="1260436" y="43054"/>
                </a:cubicBezTo>
                <a:lnTo>
                  <a:pt x="1260436" y="32258"/>
                </a:lnTo>
                <a:cubicBezTo>
                  <a:pt x="1260436" y="29873"/>
                  <a:pt x="1260491" y="27455"/>
                  <a:pt x="1260602" y="25005"/>
                </a:cubicBezTo>
                <a:cubicBezTo>
                  <a:pt x="1260712" y="22554"/>
                  <a:pt x="1261099" y="20335"/>
                  <a:pt x="1261761" y="18348"/>
                </a:cubicBezTo>
                <a:cubicBezTo>
                  <a:pt x="1262423" y="16361"/>
                  <a:pt x="1263483" y="14760"/>
                  <a:pt x="1264940" y="13546"/>
                </a:cubicBezTo>
                <a:cubicBezTo>
                  <a:pt x="1266398" y="12331"/>
                  <a:pt x="1268473" y="11768"/>
                  <a:pt x="1271167" y="11857"/>
                </a:cubicBezTo>
                <a:lnTo>
                  <a:pt x="1268915" y="1457"/>
                </a:lnTo>
                <a:cubicBezTo>
                  <a:pt x="1264631" y="1457"/>
                  <a:pt x="1260944" y="2274"/>
                  <a:pt x="1257853" y="3908"/>
                </a:cubicBezTo>
                <a:cubicBezTo>
                  <a:pt x="1254762" y="5542"/>
                  <a:pt x="1252267" y="7639"/>
                  <a:pt x="1250368" y="10201"/>
                </a:cubicBezTo>
                <a:cubicBezTo>
                  <a:pt x="1248072" y="13159"/>
                  <a:pt x="1246394" y="16637"/>
                  <a:pt x="1245334" y="20633"/>
                </a:cubicBezTo>
                <a:cubicBezTo>
                  <a:pt x="1244274" y="24629"/>
                  <a:pt x="1243744" y="28504"/>
                  <a:pt x="1243744" y="32258"/>
                </a:cubicBezTo>
                <a:lnTo>
                  <a:pt x="1243744" y="43054"/>
                </a:lnTo>
                <a:cubicBezTo>
                  <a:pt x="1243744" y="49016"/>
                  <a:pt x="1242375" y="53277"/>
                  <a:pt x="1239638" y="55838"/>
                </a:cubicBezTo>
                <a:cubicBezTo>
                  <a:pt x="1236900" y="58400"/>
                  <a:pt x="1232727" y="59680"/>
                  <a:pt x="1227119" y="59680"/>
                </a:cubicBezTo>
                <a:lnTo>
                  <a:pt x="1227119" y="72928"/>
                </a:lnTo>
                <a:cubicBezTo>
                  <a:pt x="1232727" y="72928"/>
                  <a:pt x="1236900" y="74208"/>
                  <a:pt x="1239638" y="76769"/>
                </a:cubicBezTo>
                <a:cubicBezTo>
                  <a:pt x="1242375" y="79331"/>
                  <a:pt x="1243744" y="83548"/>
                  <a:pt x="1243744" y="89421"/>
                </a:cubicBezTo>
                <a:lnTo>
                  <a:pt x="1243744" y="100218"/>
                </a:lnTo>
                <a:cubicBezTo>
                  <a:pt x="1243744" y="103706"/>
                  <a:pt x="1244219" y="107272"/>
                  <a:pt x="1245168" y="110915"/>
                </a:cubicBezTo>
                <a:cubicBezTo>
                  <a:pt x="1246118" y="114558"/>
                  <a:pt x="1247652" y="117903"/>
                  <a:pt x="1249772" y="120950"/>
                </a:cubicBezTo>
                <a:cubicBezTo>
                  <a:pt x="1251759" y="123864"/>
                  <a:pt x="1254353" y="126282"/>
                  <a:pt x="1257555" y="128203"/>
                </a:cubicBezTo>
                <a:cubicBezTo>
                  <a:pt x="1260756" y="130124"/>
                  <a:pt x="1264543" y="131084"/>
                  <a:pt x="1268915" y="131084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B215E1-E4BE-4764-BE6E-9E385219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955" y="393621"/>
            <a:ext cx="651248" cy="162786"/>
          </a:xfrm>
          <a:custGeom xmlns:a="http://schemas.openxmlformats.org/drawingml/2006/main">
            <a:pathLst>
              <a:path w="651248" h="162786">
                <a:moveTo>
                  <a:pt x="0" y="0"/>
                </a:moveTo>
                <a:lnTo>
                  <a:pt x="651248" y="0"/>
                </a:lnTo>
                <a:lnTo>
                  <a:pt x="651248" y="162786"/>
                </a:lnTo>
                <a:lnTo>
                  <a:pt x="0" y="1627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66E4BE-1E03-4465-989D-AE7F738E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955" y="381703"/>
            <a:ext cx="651248" cy="178908"/>
          </a:xfrm>
          <a:custGeom xmlns:a="http://schemas.openxmlformats.org/drawingml/2006/main">
            <a:pathLst>
              <a:path w="651248" h="178908">
                <a:moveTo>
                  <a:pt x="0" y="0"/>
                </a:moveTo>
                <a:lnTo>
                  <a:pt x="651248" y="0"/>
                </a:lnTo>
                <a:lnTo>
                  <a:pt x="651248" y="178908"/>
                </a:lnTo>
                <a:lnTo>
                  <a:pt x="0" y="1789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msg-&gt;pos">
            <a:extLst xmlns:a="http://schemas.openxmlformats.org/drawingml/2006/main">
              <a:ext uri="{FF2B5EF4-FFF2-40B4-BE49-F238E27FC236}">
                <a16:creationId xmlns:a16="http://schemas.microsoft.com/office/drawing/2014/main" id="{98278A69-C259-4E98-808F-489EB06F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922" y="450789"/>
            <a:ext cx="638240" cy="101277"/>
          </a:xfrm>
          <a:custGeom xmlns:a="http://schemas.openxmlformats.org/drawingml/2006/main">
            <a:pathLst>
              <a:path w="638240" h="101277">
                <a:moveTo>
                  <a:pt x="15831" y="1391"/>
                </a:moveTo>
                <a:lnTo>
                  <a:pt x="0" y="1391"/>
                </a:lnTo>
                <a:lnTo>
                  <a:pt x="0" y="73060"/>
                </a:lnTo>
                <a:lnTo>
                  <a:pt x="16758" y="73060"/>
                </a:lnTo>
                <a:lnTo>
                  <a:pt x="16758" y="19408"/>
                </a:lnTo>
                <a:cubicBezTo>
                  <a:pt x="16979" y="18834"/>
                  <a:pt x="17222" y="18304"/>
                  <a:pt x="17487" y="17818"/>
                </a:cubicBezTo>
                <a:cubicBezTo>
                  <a:pt x="17752" y="17332"/>
                  <a:pt x="18061" y="16913"/>
                  <a:pt x="18414" y="16559"/>
                </a:cubicBezTo>
                <a:cubicBezTo>
                  <a:pt x="18900" y="16074"/>
                  <a:pt x="19452" y="15698"/>
                  <a:pt x="20070" y="15433"/>
                </a:cubicBezTo>
                <a:cubicBezTo>
                  <a:pt x="20688" y="15168"/>
                  <a:pt x="21395" y="15036"/>
                  <a:pt x="22190" y="15036"/>
                </a:cubicBezTo>
                <a:cubicBezTo>
                  <a:pt x="22896" y="15036"/>
                  <a:pt x="23559" y="15135"/>
                  <a:pt x="24177" y="15334"/>
                </a:cubicBezTo>
                <a:cubicBezTo>
                  <a:pt x="24795" y="15533"/>
                  <a:pt x="25347" y="15875"/>
                  <a:pt x="25833" y="16361"/>
                </a:cubicBezTo>
                <a:cubicBezTo>
                  <a:pt x="26274" y="16846"/>
                  <a:pt x="26628" y="17531"/>
                  <a:pt x="26892" y="18414"/>
                </a:cubicBezTo>
                <a:cubicBezTo>
                  <a:pt x="27157" y="19297"/>
                  <a:pt x="27290" y="20423"/>
                  <a:pt x="27290" y="21792"/>
                </a:cubicBezTo>
                <a:lnTo>
                  <a:pt x="27290" y="73060"/>
                </a:lnTo>
                <a:lnTo>
                  <a:pt x="43518" y="73060"/>
                </a:lnTo>
                <a:lnTo>
                  <a:pt x="43518" y="20202"/>
                </a:lnTo>
                <a:cubicBezTo>
                  <a:pt x="43518" y="19673"/>
                  <a:pt x="43518" y="19253"/>
                  <a:pt x="43518" y="18944"/>
                </a:cubicBezTo>
                <a:cubicBezTo>
                  <a:pt x="43518" y="18635"/>
                  <a:pt x="43518" y="18436"/>
                  <a:pt x="43518" y="18348"/>
                </a:cubicBezTo>
                <a:cubicBezTo>
                  <a:pt x="43739" y="17862"/>
                  <a:pt x="44004" y="17432"/>
                  <a:pt x="44313" y="17056"/>
                </a:cubicBezTo>
                <a:cubicBezTo>
                  <a:pt x="44622" y="16681"/>
                  <a:pt x="44975" y="16339"/>
                  <a:pt x="45373" y="16030"/>
                </a:cubicBezTo>
                <a:cubicBezTo>
                  <a:pt x="45859" y="15720"/>
                  <a:pt x="46377" y="15478"/>
                  <a:pt x="46929" y="15301"/>
                </a:cubicBezTo>
                <a:cubicBezTo>
                  <a:pt x="47481" y="15124"/>
                  <a:pt x="48111" y="15036"/>
                  <a:pt x="48817" y="15036"/>
                </a:cubicBezTo>
                <a:cubicBezTo>
                  <a:pt x="49480" y="15036"/>
                  <a:pt x="50131" y="15135"/>
                  <a:pt x="50771" y="15334"/>
                </a:cubicBezTo>
                <a:cubicBezTo>
                  <a:pt x="51411" y="15533"/>
                  <a:pt x="51974" y="15875"/>
                  <a:pt x="52460" y="16361"/>
                </a:cubicBezTo>
                <a:cubicBezTo>
                  <a:pt x="52946" y="16891"/>
                  <a:pt x="53332" y="17597"/>
                  <a:pt x="53619" y="18480"/>
                </a:cubicBezTo>
                <a:cubicBezTo>
                  <a:pt x="53906" y="19363"/>
                  <a:pt x="54050" y="20490"/>
                  <a:pt x="54050" y="21858"/>
                </a:cubicBezTo>
                <a:lnTo>
                  <a:pt x="54050" y="73060"/>
                </a:lnTo>
                <a:lnTo>
                  <a:pt x="70808" y="73060"/>
                </a:lnTo>
                <a:lnTo>
                  <a:pt x="70808" y="21925"/>
                </a:lnTo>
                <a:cubicBezTo>
                  <a:pt x="70808" y="17950"/>
                  <a:pt x="70422" y="14583"/>
                  <a:pt x="69649" y="11823"/>
                </a:cubicBezTo>
                <a:cubicBezTo>
                  <a:pt x="68876" y="9064"/>
                  <a:pt x="67805" y="6800"/>
                  <a:pt x="66436" y="5034"/>
                </a:cubicBezTo>
                <a:cubicBezTo>
                  <a:pt x="65023" y="3312"/>
                  <a:pt x="63378" y="2053"/>
                  <a:pt x="61502" y="1259"/>
                </a:cubicBezTo>
                <a:cubicBezTo>
                  <a:pt x="59625" y="464"/>
                  <a:pt x="57605" y="66"/>
                  <a:pt x="55441" y="66"/>
                </a:cubicBezTo>
                <a:cubicBezTo>
                  <a:pt x="53719" y="66"/>
                  <a:pt x="52129" y="287"/>
                  <a:pt x="50672" y="729"/>
                </a:cubicBezTo>
                <a:cubicBezTo>
                  <a:pt x="49215" y="1170"/>
                  <a:pt x="47912" y="1788"/>
                  <a:pt x="46764" y="2583"/>
                </a:cubicBezTo>
                <a:cubicBezTo>
                  <a:pt x="45836" y="3201"/>
                  <a:pt x="44986" y="3941"/>
                  <a:pt x="44214" y="4802"/>
                </a:cubicBezTo>
                <a:cubicBezTo>
                  <a:pt x="43441" y="5663"/>
                  <a:pt x="42745" y="6624"/>
                  <a:pt x="42127" y="7684"/>
                </a:cubicBezTo>
                <a:cubicBezTo>
                  <a:pt x="41730" y="6580"/>
                  <a:pt x="41255" y="5597"/>
                  <a:pt x="40703" y="4736"/>
                </a:cubicBezTo>
                <a:cubicBezTo>
                  <a:pt x="40151" y="3875"/>
                  <a:pt x="39500" y="3135"/>
                  <a:pt x="38749" y="2517"/>
                </a:cubicBezTo>
                <a:cubicBezTo>
                  <a:pt x="37778" y="1678"/>
                  <a:pt x="36629" y="1060"/>
                  <a:pt x="35305" y="662"/>
                </a:cubicBezTo>
                <a:cubicBezTo>
                  <a:pt x="33980" y="265"/>
                  <a:pt x="32479" y="66"/>
                  <a:pt x="30800" y="66"/>
                </a:cubicBezTo>
                <a:cubicBezTo>
                  <a:pt x="27356" y="66"/>
                  <a:pt x="24431" y="960"/>
                  <a:pt x="22024" y="2749"/>
                </a:cubicBezTo>
                <a:cubicBezTo>
                  <a:pt x="19617" y="4537"/>
                  <a:pt x="17730" y="6977"/>
                  <a:pt x="16361" y="10068"/>
                </a:cubicBezTo>
                <a:lnTo>
                  <a:pt x="15831" y="1391"/>
                </a:lnTo>
                <a:close/>
                <a:moveTo>
                  <a:pt x="131998" y="53388"/>
                </a:moveTo>
                <a:cubicBezTo>
                  <a:pt x="131998" y="54491"/>
                  <a:pt x="131722" y="55507"/>
                  <a:pt x="131170" y="56434"/>
                </a:cubicBezTo>
                <a:cubicBezTo>
                  <a:pt x="130618" y="57362"/>
                  <a:pt x="129790" y="58179"/>
                  <a:pt x="128686" y="58885"/>
                </a:cubicBezTo>
                <a:cubicBezTo>
                  <a:pt x="127538" y="59592"/>
                  <a:pt x="126070" y="60155"/>
                  <a:pt x="124282" y="60574"/>
                </a:cubicBezTo>
                <a:cubicBezTo>
                  <a:pt x="122493" y="60994"/>
                  <a:pt x="120407" y="61204"/>
                  <a:pt x="118022" y="61204"/>
                </a:cubicBezTo>
                <a:cubicBezTo>
                  <a:pt x="116035" y="61204"/>
                  <a:pt x="114103" y="61005"/>
                  <a:pt x="112226" y="60607"/>
                </a:cubicBezTo>
                <a:cubicBezTo>
                  <a:pt x="110350" y="60210"/>
                  <a:pt x="108683" y="59570"/>
                  <a:pt x="107225" y="58687"/>
                </a:cubicBezTo>
                <a:cubicBezTo>
                  <a:pt x="105768" y="57848"/>
                  <a:pt x="104576" y="56733"/>
                  <a:pt x="103649" y="55342"/>
                </a:cubicBezTo>
                <a:cubicBezTo>
                  <a:pt x="102721" y="53951"/>
                  <a:pt x="102191" y="52284"/>
                  <a:pt x="102059" y="50341"/>
                </a:cubicBezTo>
                <a:lnTo>
                  <a:pt x="84506" y="50341"/>
                </a:lnTo>
                <a:cubicBezTo>
                  <a:pt x="84506" y="53255"/>
                  <a:pt x="85223" y="56158"/>
                  <a:pt x="86659" y="59051"/>
                </a:cubicBezTo>
                <a:cubicBezTo>
                  <a:pt x="88094" y="61943"/>
                  <a:pt x="90202" y="64515"/>
                  <a:pt x="92984" y="66768"/>
                </a:cubicBezTo>
                <a:cubicBezTo>
                  <a:pt x="95766" y="69064"/>
                  <a:pt x="99222" y="70918"/>
                  <a:pt x="103351" y="72331"/>
                </a:cubicBezTo>
                <a:cubicBezTo>
                  <a:pt x="107479" y="73745"/>
                  <a:pt x="112237" y="74451"/>
                  <a:pt x="117625" y="74451"/>
                </a:cubicBezTo>
                <a:cubicBezTo>
                  <a:pt x="122526" y="74451"/>
                  <a:pt x="126964" y="73910"/>
                  <a:pt x="130938" y="72828"/>
                </a:cubicBezTo>
                <a:cubicBezTo>
                  <a:pt x="134913" y="71746"/>
                  <a:pt x="138313" y="70234"/>
                  <a:pt x="141139" y="68291"/>
                </a:cubicBezTo>
                <a:cubicBezTo>
                  <a:pt x="143921" y="66348"/>
                  <a:pt x="146074" y="64041"/>
                  <a:pt x="147597" y="61369"/>
                </a:cubicBezTo>
                <a:cubicBezTo>
                  <a:pt x="149121" y="58698"/>
                  <a:pt x="149882" y="55772"/>
                  <a:pt x="149882" y="52593"/>
                </a:cubicBezTo>
                <a:cubicBezTo>
                  <a:pt x="149882" y="49148"/>
                  <a:pt x="149121" y="46179"/>
                  <a:pt x="147597" y="43684"/>
                </a:cubicBezTo>
                <a:cubicBezTo>
                  <a:pt x="146074" y="41189"/>
                  <a:pt x="143965" y="39058"/>
                  <a:pt x="141272" y="37292"/>
                </a:cubicBezTo>
                <a:cubicBezTo>
                  <a:pt x="138578" y="35570"/>
                  <a:pt x="135376" y="34157"/>
                  <a:pt x="131667" y="33053"/>
                </a:cubicBezTo>
                <a:cubicBezTo>
                  <a:pt x="127958" y="31949"/>
                  <a:pt x="123939" y="31043"/>
                  <a:pt x="119612" y="30337"/>
                </a:cubicBezTo>
                <a:cubicBezTo>
                  <a:pt x="116609" y="29895"/>
                  <a:pt x="114136" y="29376"/>
                  <a:pt x="112193" y="28780"/>
                </a:cubicBezTo>
                <a:cubicBezTo>
                  <a:pt x="110250" y="28184"/>
                  <a:pt x="108727" y="27511"/>
                  <a:pt x="107623" y="26760"/>
                </a:cubicBezTo>
                <a:cubicBezTo>
                  <a:pt x="106475" y="26053"/>
                  <a:pt x="105680" y="25248"/>
                  <a:pt x="105238" y="24342"/>
                </a:cubicBezTo>
                <a:cubicBezTo>
                  <a:pt x="104797" y="23437"/>
                  <a:pt x="104576" y="22455"/>
                  <a:pt x="104576" y="21395"/>
                </a:cubicBezTo>
                <a:cubicBezTo>
                  <a:pt x="104576" y="20335"/>
                  <a:pt x="104830" y="19330"/>
                  <a:pt x="105338" y="18381"/>
                </a:cubicBezTo>
                <a:cubicBezTo>
                  <a:pt x="105845" y="17432"/>
                  <a:pt x="106585" y="16604"/>
                  <a:pt x="107557" y="15897"/>
                </a:cubicBezTo>
                <a:cubicBezTo>
                  <a:pt x="108616" y="15102"/>
                  <a:pt x="109985" y="14484"/>
                  <a:pt x="111663" y="14042"/>
                </a:cubicBezTo>
                <a:cubicBezTo>
                  <a:pt x="113341" y="13601"/>
                  <a:pt x="115306" y="13380"/>
                  <a:pt x="117558" y="13380"/>
                </a:cubicBezTo>
                <a:cubicBezTo>
                  <a:pt x="120208" y="13380"/>
                  <a:pt x="122471" y="13711"/>
                  <a:pt x="124348" y="14374"/>
                </a:cubicBezTo>
                <a:cubicBezTo>
                  <a:pt x="126225" y="15036"/>
                  <a:pt x="127715" y="15919"/>
                  <a:pt x="128819" y="17023"/>
                </a:cubicBezTo>
                <a:cubicBezTo>
                  <a:pt x="129614" y="17862"/>
                  <a:pt x="130210" y="18800"/>
                  <a:pt x="130607" y="19838"/>
                </a:cubicBezTo>
                <a:cubicBezTo>
                  <a:pt x="131005" y="20876"/>
                  <a:pt x="131203" y="21991"/>
                  <a:pt x="131203" y="23183"/>
                </a:cubicBezTo>
                <a:lnTo>
                  <a:pt x="149618" y="23183"/>
                </a:lnTo>
                <a:cubicBezTo>
                  <a:pt x="149618" y="19871"/>
                  <a:pt x="148889" y="16802"/>
                  <a:pt x="147432" y="13976"/>
                </a:cubicBezTo>
                <a:cubicBezTo>
                  <a:pt x="145974" y="11150"/>
                  <a:pt x="143877" y="8699"/>
                  <a:pt x="141139" y="6624"/>
                </a:cubicBezTo>
                <a:cubicBezTo>
                  <a:pt x="138357" y="4592"/>
                  <a:pt x="134979" y="2992"/>
                  <a:pt x="131005" y="1822"/>
                </a:cubicBezTo>
                <a:cubicBezTo>
                  <a:pt x="127030" y="651"/>
                  <a:pt x="122548" y="66"/>
                  <a:pt x="117558" y="66"/>
                </a:cubicBezTo>
                <a:cubicBezTo>
                  <a:pt x="112789" y="66"/>
                  <a:pt x="108506" y="662"/>
                  <a:pt x="104708" y="1855"/>
                </a:cubicBezTo>
                <a:cubicBezTo>
                  <a:pt x="100911" y="3047"/>
                  <a:pt x="97687" y="4659"/>
                  <a:pt x="95038" y="6690"/>
                </a:cubicBezTo>
                <a:cubicBezTo>
                  <a:pt x="92388" y="8721"/>
                  <a:pt x="90357" y="11084"/>
                  <a:pt x="88944" y="13777"/>
                </a:cubicBezTo>
                <a:cubicBezTo>
                  <a:pt x="87531" y="16471"/>
                  <a:pt x="86824" y="19297"/>
                  <a:pt x="86824" y="22256"/>
                </a:cubicBezTo>
                <a:cubicBezTo>
                  <a:pt x="86824" y="25303"/>
                  <a:pt x="87520" y="27996"/>
                  <a:pt x="88911" y="30337"/>
                </a:cubicBezTo>
                <a:cubicBezTo>
                  <a:pt x="90302" y="32677"/>
                  <a:pt x="92234" y="34731"/>
                  <a:pt x="94707" y="36497"/>
                </a:cubicBezTo>
                <a:cubicBezTo>
                  <a:pt x="97179" y="38307"/>
                  <a:pt x="100149" y="39842"/>
                  <a:pt x="103615" y="41100"/>
                </a:cubicBezTo>
                <a:cubicBezTo>
                  <a:pt x="107082" y="42359"/>
                  <a:pt x="110913" y="43408"/>
                  <a:pt x="115108" y="44247"/>
                </a:cubicBezTo>
                <a:cubicBezTo>
                  <a:pt x="118420" y="44865"/>
                  <a:pt x="121157" y="45483"/>
                  <a:pt x="123321" y="46101"/>
                </a:cubicBezTo>
                <a:cubicBezTo>
                  <a:pt x="125485" y="46720"/>
                  <a:pt x="127229" y="47382"/>
                  <a:pt x="128554" y="48089"/>
                </a:cubicBezTo>
                <a:cubicBezTo>
                  <a:pt x="129835" y="48839"/>
                  <a:pt x="130729" y="49634"/>
                  <a:pt x="131237" y="50473"/>
                </a:cubicBezTo>
                <a:cubicBezTo>
                  <a:pt x="131744" y="51312"/>
                  <a:pt x="131998" y="52284"/>
                  <a:pt x="131998" y="53388"/>
                </a:cubicBezTo>
                <a:close/>
                <a:moveTo>
                  <a:pt x="165303" y="36696"/>
                </a:moveTo>
                <a:lnTo>
                  <a:pt x="165303" y="38087"/>
                </a:lnTo>
                <a:cubicBezTo>
                  <a:pt x="165303" y="43297"/>
                  <a:pt x="165976" y="48122"/>
                  <a:pt x="167323" y="52560"/>
                </a:cubicBezTo>
                <a:cubicBezTo>
                  <a:pt x="168670" y="56997"/>
                  <a:pt x="170602" y="60828"/>
                  <a:pt x="173119" y="64052"/>
                </a:cubicBezTo>
                <a:cubicBezTo>
                  <a:pt x="175636" y="67275"/>
                  <a:pt x="178671" y="69803"/>
                  <a:pt x="182226" y="71636"/>
                </a:cubicBezTo>
                <a:cubicBezTo>
                  <a:pt x="185781" y="73469"/>
                  <a:pt x="189788" y="74385"/>
                  <a:pt x="194248" y="74385"/>
                </a:cubicBezTo>
                <a:cubicBezTo>
                  <a:pt x="196500" y="74385"/>
                  <a:pt x="198609" y="74142"/>
                  <a:pt x="200574" y="73656"/>
                </a:cubicBezTo>
                <a:cubicBezTo>
                  <a:pt x="202539" y="73170"/>
                  <a:pt x="204339" y="72486"/>
                  <a:pt x="205972" y="71603"/>
                </a:cubicBezTo>
                <a:cubicBezTo>
                  <a:pt x="207076" y="70985"/>
                  <a:pt x="208114" y="70278"/>
                  <a:pt x="209086" y="69483"/>
                </a:cubicBezTo>
                <a:cubicBezTo>
                  <a:pt x="210057" y="68688"/>
                  <a:pt x="210984" y="67805"/>
                  <a:pt x="211868" y="66834"/>
                </a:cubicBezTo>
                <a:lnTo>
                  <a:pt x="211868" y="70940"/>
                </a:lnTo>
                <a:cubicBezTo>
                  <a:pt x="211868" y="73369"/>
                  <a:pt x="211525" y="75555"/>
                  <a:pt x="210841" y="77498"/>
                </a:cubicBezTo>
                <a:cubicBezTo>
                  <a:pt x="210156" y="79441"/>
                  <a:pt x="209174" y="81075"/>
                  <a:pt x="207893" y="82400"/>
                </a:cubicBezTo>
                <a:cubicBezTo>
                  <a:pt x="206480" y="83857"/>
                  <a:pt x="204725" y="84961"/>
                  <a:pt x="202627" y="85711"/>
                </a:cubicBezTo>
                <a:cubicBezTo>
                  <a:pt x="200530" y="86462"/>
                  <a:pt x="198134" y="86838"/>
                  <a:pt x="195441" y="86838"/>
                </a:cubicBezTo>
                <a:cubicBezTo>
                  <a:pt x="193763" y="86838"/>
                  <a:pt x="192140" y="86672"/>
                  <a:pt x="190572" y="86341"/>
                </a:cubicBezTo>
                <a:cubicBezTo>
                  <a:pt x="189005" y="86010"/>
                  <a:pt x="187492" y="85513"/>
                  <a:pt x="186035" y="84850"/>
                </a:cubicBezTo>
                <a:cubicBezTo>
                  <a:pt x="184534" y="84188"/>
                  <a:pt x="183098" y="83338"/>
                  <a:pt x="181729" y="82300"/>
                </a:cubicBezTo>
                <a:cubicBezTo>
                  <a:pt x="180361" y="81263"/>
                  <a:pt x="179080" y="80059"/>
                  <a:pt x="177888" y="78690"/>
                </a:cubicBezTo>
                <a:lnTo>
                  <a:pt x="169608" y="89884"/>
                </a:lnTo>
                <a:cubicBezTo>
                  <a:pt x="171154" y="91872"/>
                  <a:pt x="173008" y="93583"/>
                  <a:pt x="175172" y="95018"/>
                </a:cubicBezTo>
                <a:cubicBezTo>
                  <a:pt x="177336" y="96453"/>
                  <a:pt x="179632" y="97634"/>
                  <a:pt x="182061" y="98562"/>
                </a:cubicBezTo>
                <a:cubicBezTo>
                  <a:pt x="184489" y="99489"/>
                  <a:pt x="186940" y="100173"/>
                  <a:pt x="189413" y="100615"/>
                </a:cubicBezTo>
                <a:cubicBezTo>
                  <a:pt x="191886" y="101057"/>
                  <a:pt x="194204" y="101277"/>
                  <a:pt x="196368" y="101277"/>
                </a:cubicBezTo>
                <a:cubicBezTo>
                  <a:pt x="201402" y="101277"/>
                  <a:pt x="206006" y="100604"/>
                  <a:pt x="210179" y="99257"/>
                </a:cubicBezTo>
                <a:cubicBezTo>
                  <a:pt x="214351" y="97910"/>
                  <a:pt x="217939" y="95934"/>
                  <a:pt x="220942" y="93329"/>
                </a:cubicBezTo>
                <a:cubicBezTo>
                  <a:pt x="223901" y="90723"/>
                  <a:pt x="226208" y="87522"/>
                  <a:pt x="227864" y="83724"/>
                </a:cubicBezTo>
                <a:cubicBezTo>
                  <a:pt x="229520" y="79927"/>
                  <a:pt x="230348" y="75599"/>
                  <a:pt x="230348" y="70742"/>
                </a:cubicBezTo>
                <a:lnTo>
                  <a:pt x="230348" y="1391"/>
                </a:lnTo>
                <a:lnTo>
                  <a:pt x="213590" y="1391"/>
                </a:lnTo>
                <a:lnTo>
                  <a:pt x="212861" y="8213"/>
                </a:lnTo>
                <a:cubicBezTo>
                  <a:pt x="211978" y="7110"/>
                  <a:pt x="211006" y="6105"/>
                  <a:pt x="209947" y="5200"/>
                </a:cubicBezTo>
                <a:cubicBezTo>
                  <a:pt x="208887" y="4294"/>
                  <a:pt x="207739" y="3511"/>
                  <a:pt x="206502" y="2848"/>
                </a:cubicBezTo>
                <a:cubicBezTo>
                  <a:pt x="204868" y="1921"/>
                  <a:pt x="203047" y="1225"/>
                  <a:pt x="201038" y="762"/>
                </a:cubicBezTo>
                <a:cubicBezTo>
                  <a:pt x="199029" y="298"/>
                  <a:pt x="196810" y="66"/>
                  <a:pt x="194381" y="66"/>
                </a:cubicBezTo>
                <a:cubicBezTo>
                  <a:pt x="189877" y="66"/>
                  <a:pt x="185836" y="949"/>
                  <a:pt x="182259" y="2716"/>
                </a:cubicBezTo>
                <a:cubicBezTo>
                  <a:pt x="178683" y="4482"/>
                  <a:pt x="175636" y="6977"/>
                  <a:pt x="173119" y="10201"/>
                </a:cubicBezTo>
                <a:cubicBezTo>
                  <a:pt x="170602" y="13424"/>
                  <a:pt x="168670" y="17288"/>
                  <a:pt x="167323" y="21792"/>
                </a:cubicBezTo>
                <a:cubicBezTo>
                  <a:pt x="165976" y="26296"/>
                  <a:pt x="165303" y="31264"/>
                  <a:pt x="165303" y="36696"/>
                </a:cubicBezTo>
                <a:moveTo>
                  <a:pt x="183783" y="38087"/>
                </a:moveTo>
                <a:lnTo>
                  <a:pt x="183783" y="36696"/>
                </a:lnTo>
                <a:cubicBezTo>
                  <a:pt x="183783" y="33693"/>
                  <a:pt x="184092" y="30878"/>
                  <a:pt x="184710" y="28250"/>
                </a:cubicBezTo>
                <a:cubicBezTo>
                  <a:pt x="185328" y="25623"/>
                  <a:pt x="186278" y="23316"/>
                  <a:pt x="187558" y="21329"/>
                </a:cubicBezTo>
                <a:cubicBezTo>
                  <a:pt x="188795" y="19386"/>
                  <a:pt x="190362" y="17851"/>
                  <a:pt x="192261" y="16725"/>
                </a:cubicBezTo>
                <a:cubicBezTo>
                  <a:pt x="194160" y="15599"/>
                  <a:pt x="196412" y="15036"/>
                  <a:pt x="199017" y="15036"/>
                </a:cubicBezTo>
                <a:cubicBezTo>
                  <a:pt x="200431" y="15036"/>
                  <a:pt x="201744" y="15168"/>
                  <a:pt x="202959" y="15433"/>
                </a:cubicBezTo>
                <a:cubicBezTo>
                  <a:pt x="204173" y="15698"/>
                  <a:pt x="205288" y="16074"/>
                  <a:pt x="206304" y="16559"/>
                </a:cubicBezTo>
                <a:cubicBezTo>
                  <a:pt x="207496" y="17133"/>
                  <a:pt x="208556" y="17884"/>
                  <a:pt x="209483" y="18811"/>
                </a:cubicBezTo>
                <a:cubicBezTo>
                  <a:pt x="210410" y="19739"/>
                  <a:pt x="211205" y="20821"/>
                  <a:pt x="211868" y="22057"/>
                </a:cubicBezTo>
                <a:lnTo>
                  <a:pt x="211868" y="52394"/>
                </a:lnTo>
                <a:cubicBezTo>
                  <a:pt x="211249" y="53498"/>
                  <a:pt x="210521" y="54491"/>
                  <a:pt x="209682" y="55375"/>
                </a:cubicBezTo>
                <a:cubicBezTo>
                  <a:pt x="208843" y="56258"/>
                  <a:pt x="207871" y="57009"/>
                  <a:pt x="206767" y="57627"/>
                </a:cubicBezTo>
                <a:cubicBezTo>
                  <a:pt x="205707" y="58201"/>
                  <a:pt x="204526" y="58642"/>
                  <a:pt x="203224" y="58951"/>
                </a:cubicBezTo>
                <a:cubicBezTo>
                  <a:pt x="201921" y="59261"/>
                  <a:pt x="200475" y="59415"/>
                  <a:pt x="198885" y="59415"/>
                </a:cubicBezTo>
                <a:cubicBezTo>
                  <a:pt x="196280" y="59415"/>
                  <a:pt x="194028" y="58863"/>
                  <a:pt x="192129" y="57759"/>
                </a:cubicBezTo>
                <a:cubicBezTo>
                  <a:pt x="190230" y="56655"/>
                  <a:pt x="188662" y="55132"/>
                  <a:pt x="187426" y="53189"/>
                </a:cubicBezTo>
                <a:cubicBezTo>
                  <a:pt x="186189" y="51290"/>
                  <a:pt x="185273" y="49049"/>
                  <a:pt x="184677" y="46466"/>
                </a:cubicBezTo>
                <a:cubicBezTo>
                  <a:pt x="184081" y="43882"/>
                  <a:pt x="183783" y="41089"/>
                  <a:pt x="183783" y="38087"/>
                </a:cubicBezTo>
                <a:close/>
                <a:moveTo>
                  <a:pt x="313065" y="37954"/>
                </a:moveTo>
                <a:lnTo>
                  <a:pt x="313065" y="23051"/>
                </a:lnTo>
                <a:lnTo>
                  <a:pt x="257889" y="23051"/>
                </a:lnTo>
                <a:lnTo>
                  <a:pt x="257889" y="37954"/>
                </a:lnTo>
                <a:lnTo>
                  <a:pt x="313065" y="37954"/>
                </a:lnTo>
                <a:close/>
                <a:moveTo>
                  <a:pt x="331268" y="63588"/>
                </a:moveTo>
                <a:lnTo>
                  <a:pt x="390882" y="39279"/>
                </a:lnTo>
                <a:lnTo>
                  <a:pt x="390882" y="24243"/>
                </a:lnTo>
                <a:lnTo>
                  <a:pt x="331268" y="0"/>
                </a:lnTo>
                <a:lnTo>
                  <a:pt x="331268" y="17818"/>
                </a:lnTo>
                <a:lnTo>
                  <a:pt x="369289" y="30337"/>
                </a:lnTo>
                <a:lnTo>
                  <a:pt x="373263" y="31662"/>
                </a:lnTo>
                <a:lnTo>
                  <a:pt x="369222" y="32986"/>
                </a:lnTo>
                <a:lnTo>
                  <a:pt x="331268" y="45704"/>
                </a:lnTo>
                <a:lnTo>
                  <a:pt x="331268" y="63588"/>
                </a:lnTo>
                <a:close/>
                <a:moveTo>
                  <a:pt x="411601" y="100615"/>
                </a:moveTo>
                <a:lnTo>
                  <a:pt x="430015" y="100615"/>
                </a:lnTo>
                <a:lnTo>
                  <a:pt x="430015" y="66834"/>
                </a:lnTo>
                <a:cubicBezTo>
                  <a:pt x="430854" y="67761"/>
                  <a:pt x="431737" y="68600"/>
                  <a:pt x="432665" y="69351"/>
                </a:cubicBezTo>
                <a:cubicBezTo>
                  <a:pt x="433592" y="70101"/>
                  <a:pt x="434564" y="70786"/>
                  <a:pt x="435579" y="71404"/>
                </a:cubicBezTo>
                <a:cubicBezTo>
                  <a:pt x="437301" y="72376"/>
                  <a:pt x="439167" y="73115"/>
                  <a:pt x="441176" y="73623"/>
                </a:cubicBezTo>
                <a:cubicBezTo>
                  <a:pt x="443186" y="74131"/>
                  <a:pt x="445382" y="74385"/>
                  <a:pt x="447767" y="74385"/>
                </a:cubicBezTo>
                <a:cubicBezTo>
                  <a:pt x="452271" y="74385"/>
                  <a:pt x="456267" y="73458"/>
                  <a:pt x="459756" y="71603"/>
                </a:cubicBezTo>
                <a:cubicBezTo>
                  <a:pt x="463244" y="69748"/>
                  <a:pt x="466181" y="67187"/>
                  <a:pt x="468566" y="63919"/>
                </a:cubicBezTo>
                <a:cubicBezTo>
                  <a:pt x="470906" y="60696"/>
                  <a:pt x="472683" y="56854"/>
                  <a:pt x="473898" y="52394"/>
                </a:cubicBezTo>
                <a:cubicBezTo>
                  <a:pt x="475112" y="47934"/>
                  <a:pt x="475719" y="43099"/>
                  <a:pt x="475719" y="37888"/>
                </a:cubicBezTo>
                <a:lnTo>
                  <a:pt x="475719" y="36497"/>
                </a:lnTo>
                <a:cubicBezTo>
                  <a:pt x="475719" y="31065"/>
                  <a:pt x="475112" y="26109"/>
                  <a:pt x="473898" y="21627"/>
                </a:cubicBezTo>
                <a:cubicBezTo>
                  <a:pt x="472683" y="17145"/>
                  <a:pt x="470884" y="13292"/>
                  <a:pt x="468499" y="10068"/>
                </a:cubicBezTo>
                <a:cubicBezTo>
                  <a:pt x="466115" y="6889"/>
                  <a:pt x="463178" y="4427"/>
                  <a:pt x="459690" y="2683"/>
                </a:cubicBezTo>
                <a:cubicBezTo>
                  <a:pt x="456201" y="938"/>
                  <a:pt x="452183" y="66"/>
                  <a:pt x="447634" y="66"/>
                </a:cubicBezTo>
                <a:cubicBezTo>
                  <a:pt x="445427" y="66"/>
                  <a:pt x="443362" y="298"/>
                  <a:pt x="441441" y="762"/>
                </a:cubicBezTo>
                <a:cubicBezTo>
                  <a:pt x="439520" y="1225"/>
                  <a:pt x="437765" y="1877"/>
                  <a:pt x="436175" y="2716"/>
                </a:cubicBezTo>
                <a:cubicBezTo>
                  <a:pt x="434851" y="3422"/>
                  <a:pt x="433614" y="4250"/>
                  <a:pt x="432466" y="5200"/>
                </a:cubicBezTo>
                <a:cubicBezTo>
                  <a:pt x="431318" y="6149"/>
                  <a:pt x="430258" y="7220"/>
                  <a:pt x="429287" y="8412"/>
                </a:cubicBezTo>
                <a:lnTo>
                  <a:pt x="428624" y="1391"/>
                </a:lnTo>
                <a:lnTo>
                  <a:pt x="411601" y="1391"/>
                </a:lnTo>
                <a:lnTo>
                  <a:pt x="411601" y="100615"/>
                </a:lnTo>
                <a:moveTo>
                  <a:pt x="457305" y="36497"/>
                </a:moveTo>
                <a:lnTo>
                  <a:pt x="457305" y="37888"/>
                </a:lnTo>
                <a:cubicBezTo>
                  <a:pt x="457305" y="40847"/>
                  <a:pt x="457040" y="43640"/>
                  <a:pt x="456510" y="46267"/>
                </a:cubicBezTo>
                <a:cubicBezTo>
                  <a:pt x="455980" y="48894"/>
                  <a:pt x="455141" y="51202"/>
                  <a:pt x="453993" y="53189"/>
                </a:cubicBezTo>
                <a:cubicBezTo>
                  <a:pt x="452845" y="55176"/>
                  <a:pt x="451355" y="56744"/>
                  <a:pt x="449522" y="57892"/>
                </a:cubicBezTo>
                <a:cubicBezTo>
                  <a:pt x="447690" y="59040"/>
                  <a:pt x="445471" y="59614"/>
                  <a:pt x="442865" y="59614"/>
                </a:cubicBezTo>
                <a:cubicBezTo>
                  <a:pt x="441232" y="59614"/>
                  <a:pt x="439752" y="59448"/>
                  <a:pt x="438427" y="59117"/>
                </a:cubicBezTo>
                <a:cubicBezTo>
                  <a:pt x="437103" y="58786"/>
                  <a:pt x="435933" y="58311"/>
                  <a:pt x="434917" y="57693"/>
                </a:cubicBezTo>
                <a:cubicBezTo>
                  <a:pt x="433857" y="57031"/>
                  <a:pt x="432919" y="56236"/>
                  <a:pt x="432102" y="55308"/>
                </a:cubicBezTo>
                <a:cubicBezTo>
                  <a:pt x="431285" y="54381"/>
                  <a:pt x="430589" y="53343"/>
                  <a:pt x="430015" y="52195"/>
                </a:cubicBezTo>
                <a:lnTo>
                  <a:pt x="430015" y="22256"/>
                </a:lnTo>
                <a:cubicBezTo>
                  <a:pt x="430633" y="21019"/>
                  <a:pt x="431373" y="19938"/>
                  <a:pt x="432234" y="19010"/>
                </a:cubicBezTo>
                <a:cubicBezTo>
                  <a:pt x="433095" y="18083"/>
                  <a:pt x="434100" y="17310"/>
                  <a:pt x="435248" y="16692"/>
                </a:cubicBezTo>
                <a:cubicBezTo>
                  <a:pt x="436264" y="16162"/>
                  <a:pt x="437390" y="15754"/>
                  <a:pt x="438626" y="15466"/>
                </a:cubicBezTo>
                <a:cubicBezTo>
                  <a:pt x="439863" y="15179"/>
                  <a:pt x="441232" y="15036"/>
                  <a:pt x="442733" y="15036"/>
                </a:cubicBezTo>
                <a:cubicBezTo>
                  <a:pt x="445338" y="15036"/>
                  <a:pt x="447557" y="15588"/>
                  <a:pt x="449390" y="16692"/>
                </a:cubicBezTo>
                <a:cubicBezTo>
                  <a:pt x="451222" y="17796"/>
                  <a:pt x="452735" y="19297"/>
                  <a:pt x="453927" y="21196"/>
                </a:cubicBezTo>
                <a:cubicBezTo>
                  <a:pt x="455075" y="23139"/>
                  <a:pt x="455925" y="25424"/>
                  <a:pt x="456477" y="28052"/>
                </a:cubicBezTo>
                <a:cubicBezTo>
                  <a:pt x="457029" y="30679"/>
                  <a:pt x="457305" y="33494"/>
                  <a:pt x="457305" y="36497"/>
                </a:cubicBezTo>
                <a:close/>
                <a:moveTo>
                  <a:pt x="490212" y="36563"/>
                </a:moveTo>
                <a:lnTo>
                  <a:pt x="490212" y="37954"/>
                </a:lnTo>
                <a:cubicBezTo>
                  <a:pt x="490212" y="43209"/>
                  <a:pt x="490963" y="48055"/>
                  <a:pt x="492464" y="52493"/>
                </a:cubicBezTo>
                <a:cubicBezTo>
                  <a:pt x="493965" y="56931"/>
                  <a:pt x="496173" y="60784"/>
                  <a:pt x="499088" y="64052"/>
                </a:cubicBezTo>
                <a:cubicBezTo>
                  <a:pt x="501958" y="67320"/>
                  <a:pt x="505502" y="69870"/>
                  <a:pt x="509719" y="71702"/>
                </a:cubicBezTo>
                <a:cubicBezTo>
                  <a:pt x="513936" y="73535"/>
                  <a:pt x="518738" y="74451"/>
                  <a:pt x="524126" y="74451"/>
                </a:cubicBezTo>
                <a:cubicBezTo>
                  <a:pt x="529469" y="74451"/>
                  <a:pt x="534238" y="73535"/>
                  <a:pt x="538433" y="71702"/>
                </a:cubicBezTo>
                <a:cubicBezTo>
                  <a:pt x="542628" y="69870"/>
                  <a:pt x="546161" y="67320"/>
                  <a:pt x="549031" y="64052"/>
                </a:cubicBezTo>
                <a:cubicBezTo>
                  <a:pt x="551901" y="60784"/>
                  <a:pt x="554087" y="56931"/>
                  <a:pt x="555589" y="52493"/>
                </a:cubicBezTo>
                <a:cubicBezTo>
                  <a:pt x="557090" y="48055"/>
                  <a:pt x="557841" y="43209"/>
                  <a:pt x="557841" y="37954"/>
                </a:cubicBezTo>
                <a:lnTo>
                  <a:pt x="557841" y="36563"/>
                </a:lnTo>
                <a:cubicBezTo>
                  <a:pt x="557841" y="31352"/>
                  <a:pt x="557090" y="26528"/>
                  <a:pt x="555589" y="22090"/>
                </a:cubicBezTo>
                <a:cubicBezTo>
                  <a:pt x="554087" y="17652"/>
                  <a:pt x="551901" y="13800"/>
                  <a:pt x="549031" y="10532"/>
                </a:cubicBezTo>
                <a:cubicBezTo>
                  <a:pt x="546117" y="7264"/>
                  <a:pt x="542562" y="4703"/>
                  <a:pt x="538367" y="2848"/>
                </a:cubicBezTo>
                <a:cubicBezTo>
                  <a:pt x="534172" y="994"/>
                  <a:pt x="529380" y="66"/>
                  <a:pt x="523993" y="66"/>
                </a:cubicBezTo>
                <a:cubicBezTo>
                  <a:pt x="518606" y="66"/>
                  <a:pt x="513826" y="994"/>
                  <a:pt x="509653" y="2848"/>
                </a:cubicBezTo>
                <a:cubicBezTo>
                  <a:pt x="505480" y="4703"/>
                  <a:pt x="501958" y="7264"/>
                  <a:pt x="499088" y="10532"/>
                </a:cubicBezTo>
                <a:cubicBezTo>
                  <a:pt x="496173" y="13800"/>
                  <a:pt x="493965" y="17652"/>
                  <a:pt x="492464" y="22090"/>
                </a:cubicBezTo>
                <a:cubicBezTo>
                  <a:pt x="490963" y="26528"/>
                  <a:pt x="490212" y="31352"/>
                  <a:pt x="490212" y="36563"/>
                </a:cubicBezTo>
                <a:moveTo>
                  <a:pt x="508626" y="37954"/>
                </a:moveTo>
                <a:lnTo>
                  <a:pt x="508626" y="36563"/>
                </a:lnTo>
                <a:cubicBezTo>
                  <a:pt x="508626" y="33649"/>
                  <a:pt x="508913" y="30889"/>
                  <a:pt x="509487" y="28283"/>
                </a:cubicBezTo>
                <a:cubicBezTo>
                  <a:pt x="510061" y="25678"/>
                  <a:pt x="510966" y="23382"/>
                  <a:pt x="512203" y="21395"/>
                </a:cubicBezTo>
                <a:cubicBezTo>
                  <a:pt x="513439" y="19408"/>
                  <a:pt x="515029" y="17840"/>
                  <a:pt x="516972" y="16692"/>
                </a:cubicBezTo>
                <a:cubicBezTo>
                  <a:pt x="518915" y="15544"/>
                  <a:pt x="521255" y="14970"/>
                  <a:pt x="523993" y="14970"/>
                </a:cubicBezTo>
                <a:cubicBezTo>
                  <a:pt x="526775" y="14970"/>
                  <a:pt x="529138" y="15544"/>
                  <a:pt x="531081" y="16692"/>
                </a:cubicBezTo>
                <a:cubicBezTo>
                  <a:pt x="533024" y="17840"/>
                  <a:pt x="534613" y="19408"/>
                  <a:pt x="535850" y="21395"/>
                </a:cubicBezTo>
                <a:cubicBezTo>
                  <a:pt x="537042" y="23382"/>
                  <a:pt x="537925" y="25678"/>
                  <a:pt x="538499" y="28283"/>
                </a:cubicBezTo>
                <a:cubicBezTo>
                  <a:pt x="539073" y="30889"/>
                  <a:pt x="539360" y="33649"/>
                  <a:pt x="539360" y="36563"/>
                </a:cubicBezTo>
                <a:lnTo>
                  <a:pt x="539360" y="37954"/>
                </a:lnTo>
                <a:cubicBezTo>
                  <a:pt x="539360" y="40957"/>
                  <a:pt x="539073" y="43772"/>
                  <a:pt x="538499" y="46399"/>
                </a:cubicBezTo>
                <a:cubicBezTo>
                  <a:pt x="537925" y="49027"/>
                  <a:pt x="537042" y="51312"/>
                  <a:pt x="535850" y="53255"/>
                </a:cubicBezTo>
                <a:cubicBezTo>
                  <a:pt x="534613" y="55242"/>
                  <a:pt x="533024" y="56810"/>
                  <a:pt x="531081" y="57958"/>
                </a:cubicBezTo>
                <a:cubicBezTo>
                  <a:pt x="529138" y="59106"/>
                  <a:pt x="526819" y="59680"/>
                  <a:pt x="524126" y="59680"/>
                </a:cubicBezTo>
                <a:cubicBezTo>
                  <a:pt x="521344" y="59680"/>
                  <a:pt x="518970" y="59106"/>
                  <a:pt x="517005" y="57958"/>
                </a:cubicBezTo>
                <a:cubicBezTo>
                  <a:pt x="515040" y="56810"/>
                  <a:pt x="513439" y="55242"/>
                  <a:pt x="512203" y="53255"/>
                </a:cubicBezTo>
                <a:cubicBezTo>
                  <a:pt x="510966" y="51312"/>
                  <a:pt x="510061" y="49027"/>
                  <a:pt x="509487" y="46399"/>
                </a:cubicBezTo>
                <a:cubicBezTo>
                  <a:pt x="508913" y="43772"/>
                  <a:pt x="508626" y="40957"/>
                  <a:pt x="508626" y="37954"/>
                </a:cubicBezTo>
                <a:close/>
                <a:moveTo>
                  <a:pt x="620356" y="53388"/>
                </a:moveTo>
                <a:cubicBezTo>
                  <a:pt x="620356" y="54491"/>
                  <a:pt x="620080" y="55507"/>
                  <a:pt x="619528" y="56434"/>
                </a:cubicBezTo>
                <a:cubicBezTo>
                  <a:pt x="618976" y="57362"/>
                  <a:pt x="618148" y="58179"/>
                  <a:pt x="617044" y="58885"/>
                </a:cubicBezTo>
                <a:cubicBezTo>
                  <a:pt x="615896" y="59592"/>
                  <a:pt x="614427" y="60155"/>
                  <a:pt x="612639" y="60574"/>
                </a:cubicBezTo>
                <a:cubicBezTo>
                  <a:pt x="610851" y="60994"/>
                  <a:pt x="608764" y="61204"/>
                  <a:pt x="606379" y="61204"/>
                </a:cubicBezTo>
                <a:cubicBezTo>
                  <a:pt x="604392" y="61204"/>
                  <a:pt x="602460" y="61005"/>
                  <a:pt x="600584" y="60607"/>
                </a:cubicBezTo>
                <a:cubicBezTo>
                  <a:pt x="598707" y="60210"/>
                  <a:pt x="597040" y="59570"/>
                  <a:pt x="595583" y="58687"/>
                </a:cubicBezTo>
                <a:cubicBezTo>
                  <a:pt x="594126" y="57848"/>
                  <a:pt x="592933" y="56733"/>
                  <a:pt x="592006" y="55342"/>
                </a:cubicBezTo>
                <a:cubicBezTo>
                  <a:pt x="591079" y="53951"/>
                  <a:pt x="590549" y="52284"/>
                  <a:pt x="590416" y="50341"/>
                </a:cubicBezTo>
                <a:lnTo>
                  <a:pt x="572863" y="50341"/>
                </a:lnTo>
                <a:cubicBezTo>
                  <a:pt x="572863" y="53255"/>
                  <a:pt x="573581" y="56158"/>
                  <a:pt x="575016" y="59051"/>
                </a:cubicBezTo>
                <a:cubicBezTo>
                  <a:pt x="576451" y="61943"/>
                  <a:pt x="578560" y="64515"/>
                  <a:pt x="581342" y="66768"/>
                </a:cubicBezTo>
                <a:cubicBezTo>
                  <a:pt x="584124" y="69064"/>
                  <a:pt x="587579" y="70918"/>
                  <a:pt x="591708" y="72331"/>
                </a:cubicBezTo>
                <a:cubicBezTo>
                  <a:pt x="595837" y="73745"/>
                  <a:pt x="600595" y="74451"/>
                  <a:pt x="605982" y="74451"/>
                </a:cubicBezTo>
                <a:cubicBezTo>
                  <a:pt x="610884" y="74451"/>
                  <a:pt x="615322" y="73910"/>
                  <a:pt x="619296" y="72828"/>
                </a:cubicBezTo>
                <a:cubicBezTo>
                  <a:pt x="623270" y="71746"/>
                  <a:pt x="626670" y="70234"/>
                  <a:pt x="629496" y="68291"/>
                </a:cubicBezTo>
                <a:cubicBezTo>
                  <a:pt x="632278" y="66348"/>
                  <a:pt x="634431" y="64041"/>
                  <a:pt x="635955" y="61369"/>
                </a:cubicBezTo>
                <a:cubicBezTo>
                  <a:pt x="637478" y="58698"/>
                  <a:pt x="638240" y="55772"/>
                  <a:pt x="638240" y="52593"/>
                </a:cubicBezTo>
                <a:cubicBezTo>
                  <a:pt x="638240" y="49148"/>
                  <a:pt x="637478" y="46179"/>
                  <a:pt x="635955" y="43684"/>
                </a:cubicBezTo>
                <a:cubicBezTo>
                  <a:pt x="634431" y="41189"/>
                  <a:pt x="632323" y="39058"/>
                  <a:pt x="629629" y="37292"/>
                </a:cubicBezTo>
                <a:cubicBezTo>
                  <a:pt x="626935" y="35570"/>
                  <a:pt x="623734" y="34157"/>
                  <a:pt x="620024" y="33053"/>
                </a:cubicBezTo>
                <a:cubicBezTo>
                  <a:pt x="616315" y="31949"/>
                  <a:pt x="612297" y="31043"/>
                  <a:pt x="607969" y="30337"/>
                </a:cubicBezTo>
                <a:cubicBezTo>
                  <a:pt x="604966" y="29895"/>
                  <a:pt x="602494" y="29376"/>
                  <a:pt x="600551" y="28780"/>
                </a:cubicBezTo>
                <a:cubicBezTo>
                  <a:pt x="598608" y="28184"/>
                  <a:pt x="597084" y="27511"/>
                  <a:pt x="595980" y="26760"/>
                </a:cubicBezTo>
                <a:cubicBezTo>
                  <a:pt x="594832" y="26053"/>
                  <a:pt x="594037" y="25248"/>
                  <a:pt x="593596" y="24342"/>
                </a:cubicBezTo>
                <a:cubicBezTo>
                  <a:pt x="593154" y="23437"/>
                  <a:pt x="592933" y="22455"/>
                  <a:pt x="592933" y="21395"/>
                </a:cubicBezTo>
                <a:cubicBezTo>
                  <a:pt x="592933" y="20335"/>
                  <a:pt x="593187" y="19330"/>
                  <a:pt x="593695" y="18381"/>
                </a:cubicBezTo>
                <a:cubicBezTo>
                  <a:pt x="594203" y="17432"/>
                  <a:pt x="594942" y="16604"/>
                  <a:pt x="595914" y="15897"/>
                </a:cubicBezTo>
                <a:cubicBezTo>
                  <a:pt x="596974" y="15102"/>
                  <a:pt x="598343" y="14484"/>
                  <a:pt x="600021" y="14042"/>
                </a:cubicBezTo>
                <a:cubicBezTo>
                  <a:pt x="601699" y="13601"/>
                  <a:pt x="603664" y="13380"/>
                  <a:pt x="605916" y="13380"/>
                </a:cubicBezTo>
                <a:cubicBezTo>
                  <a:pt x="608565" y="13380"/>
                  <a:pt x="610828" y="13711"/>
                  <a:pt x="612705" y="14374"/>
                </a:cubicBezTo>
                <a:cubicBezTo>
                  <a:pt x="614582" y="15036"/>
                  <a:pt x="616072" y="15919"/>
                  <a:pt x="617176" y="17023"/>
                </a:cubicBezTo>
                <a:cubicBezTo>
                  <a:pt x="617971" y="17862"/>
                  <a:pt x="618567" y="18800"/>
                  <a:pt x="618965" y="19838"/>
                </a:cubicBezTo>
                <a:cubicBezTo>
                  <a:pt x="619362" y="20876"/>
                  <a:pt x="619561" y="21991"/>
                  <a:pt x="619561" y="23183"/>
                </a:cubicBezTo>
                <a:lnTo>
                  <a:pt x="637975" y="23183"/>
                </a:lnTo>
                <a:cubicBezTo>
                  <a:pt x="637975" y="19871"/>
                  <a:pt x="637246" y="16802"/>
                  <a:pt x="635789" y="13976"/>
                </a:cubicBezTo>
                <a:cubicBezTo>
                  <a:pt x="634332" y="11150"/>
                  <a:pt x="632234" y="8699"/>
                  <a:pt x="629496" y="6624"/>
                </a:cubicBezTo>
                <a:cubicBezTo>
                  <a:pt x="626714" y="4592"/>
                  <a:pt x="623336" y="2992"/>
                  <a:pt x="619362" y="1822"/>
                </a:cubicBezTo>
                <a:cubicBezTo>
                  <a:pt x="615388" y="651"/>
                  <a:pt x="610906" y="66"/>
                  <a:pt x="605916" y="66"/>
                </a:cubicBezTo>
                <a:cubicBezTo>
                  <a:pt x="601147" y="66"/>
                  <a:pt x="596863" y="662"/>
                  <a:pt x="593066" y="1855"/>
                </a:cubicBezTo>
                <a:cubicBezTo>
                  <a:pt x="589268" y="3047"/>
                  <a:pt x="586045" y="4659"/>
                  <a:pt x="583395" y="6690"/>
                </a:cubicBezTo>
                <a:cubicBezTo>
                  <a:pt x="580746" y="8721"/>
                  <a:pt x="578714" y="11084"/>
                  <a:pt x="577301" y="13777"/>
                </a:cubicBezTo>
                <a:cubicBezTo>
                  <a:pt x="575888" y="16471"/>
                  <a:pt x="575182" y="19297"/>
                  <a:pt x="575182" y="22256"/>
                </a:cubicBezTo>
                <a:cubicBezTo>
                  <a:pt x="575182" y="25303"/>
                  <a:pt x="575877" y="27996"/>
                  <a:pt x="577268" y="30337"/>
                </a:cubicBezTo>
                <a:cubicBezTo>
                  <a:pt x="578659" y="32677"/>
                  <a:pt x="580591" y="34731"/>
                  <a:pt x="583064" y="36497"/>
                </a:cubicBezTo>
                <a:cubicBezTo>
                  <a:pt x="585537" y="38307"/>
                  <a:pt x="588506" y="39842"/>
                  <a:pt x="591973" y="41100"/>
                </a:cubicBezTo>
                <a:cubicBezTo>
                  <a:pt x="595439" y="42359"/>
                  <a:pt x="599270" y="43408"/>
                  <a:pt x="603465" y="44247"/>
                </a:cubicBezTo>
                <a:cubicBezTo>
                  <a:pt x="606777" y="44865"/>
                  <a:pt x="609515" y="45483"/>
                  <a:pt x="611678" y="46101"/>
                </a:cubicBezTo>
                <a:cubicBezTo>
                  <a:pt x="613842" y="46720"/>
                  <a:pt x="615587" y="47382"/>
                  <a:pt x="616911" y="48089"/>
                </a:cubicBezTo>
                <a:cubicBezTo>
                  <a:pt x="618192" y="48839"/>
                  <a:pt x="619086" y="49634"/>
                  <a:pt x="619594" y="50473"/>
                </a:cubicBezTo>
                <a:cubicBezTo>
                  <a:pt x="620102" y="51312"/>
                  <a:pt x="620356" y="52284"/>
                  <a:pt x="620356" y="53388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8A7377-BD23-4721-B851-B15394B4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955" y="556406"/>
            <a:ext cx="651248" cy="162786"/>
          </a:xfrm>
          <a:custGeom xmlns:a="http://schemas.openxmlformats.org/drawingml/2006/main">
            <a:pathLst>
              <a:path w="651248" h="162786">
                <a:moveTo>
                  <a:pt x="0" y="0"/>
                </a:moveTo>
                <a:lnTo>
                  <a:pt x="651248" y="0"/>
                </a:lnTo>
                <a:lnTo>
                  <a:pt x="651248" y="162786"/>
                </a:lnTo>
                <a:lnTo>
                  <a:pt x="0" y="1627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2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62983C-D110-4CCC-BE17-2CBCD05D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955" y="544489"/>
            <a:ext cx="651248" cy="178908"/>
          </a:xfrm>
          <a:custGeom xmlns:a="http://schemas.openxmlformats.org/drawingml/2006/main">
            <a:pathLst>
              <a:path w="651248" h="178908">
                <a:moveTo>
                  <a:pt x="0" y="0"/>
                </a:moveTo>
                <a:lnTo>
                  <a:pt x="651248" y="0"/>
                </a:lnTo>
                <a:lnTo>
                  <a:pt x="651248" y="178908"/>
                </a:lnTo>
                <a:lnTo>
                  <a:pt x="0" y="1789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msg-&gt;end">
            <a:extLst xmlns:a="http://schemas.openxmlformats.org/drawingml/2006/main">
              <a:ext uri="{FF2B5EF4-FFF2-40B4-BE49-F238E27FC236}">
                <a16:creationId xmlns:a16="http://schemas.microsoft.com/office/drawing/2014/main" id="{1A72C1A4-0025-472E-8D08-BC220A4F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922" y="584894"/>
            <a:ext cx="636319" cy="129958"/>
          </a:xfrm>
          <a:custGeom xmlns:a="http://schemas.openxmlformats.org/drawingml/2006/main">
            <a:pathLst>
              <a:path w="636319" h="129958">
                <a:moveTo>
                  <a:pt x="15831" y="30072"/>
                </a:moveTo>
                <a:lnTo>
                  <a:pt x="0" y="30072"/>
                </a:lnTo>
                <a:lnTo>
                  <a:pt x="0" y="101741"/>
                </a:lnTo>
                <a:lnTo>
                  <a:pt x="16758" y="101741"/>
                </a:lnTo>
                <a:lnTo>
                  <a:pt x="16758" y="48089"/>
                </a:lnTo>
                <a:cubicBezTo>
                  <a:pt x="16979" y="47514"/>
                  <a:pt x="17222" y="46985"/>
                  <a:pt x="17487" y="46499"/>
                </a:cubicBezTo>
                <a:cubicBezTo>
                  <a:pt x="17752" y="46013"/>
                  <a:pt x="18061" y="45594"/>
                  <a:pt x="18414" y="45240"/>
                </a:cubicBezTo>
                <a:cubicBezTo>
                  <a:pt x="18900" y="44755"/>
                  <a:pt x="19452" y="44379"/>
                  <a:pt x="20070" y="44114"/>
                </a:cubicBezTo>
                <a:cubicBezTo>
                  <a:pt x="20688" y="43849"/>
                  <a:pt x="21395" y="43717"/>
                  <a:pt x="22190" y="43717"/>
                </a:cubicBezTo>
                <a:cubicBezTo>
                  <a:pt x="22896" y="43717"/>
                  <a:pt x="23559" y="43816"/>
                  <a:pt x="24177" y="44015"/>
                </a:cubicBezTo>
                <a:cubicBezTo>
                  <a:pt x="24795" y="44214"/>
                  <a:pt x="25347" y="44556"/>
                  <a:pt x="25833" y="45042"/>
                </a:cubicBezTo>
                <a:cubicBezTo>
                  <a:pt x="26274" y="45527"/>
                  <a:pt x="26628" y="46212"/>
                  <a:pt x="26892" y="47095"/>
                </a:cubicBezTo>
                <a:cubicBezTo>
                  <a:pt x="27157" y="47978"/>
                  <a:pt x="27290" y="49104"/>
                  <a:pt x="27290" y="50473"/>
                </a:cubicBezTo>
                <a:lnTo>
                  <a:pt x="27290" y="101741"/>
                </a:lnTo>
                <a:lnTo>
                  <a:pt x="43518" y="101741"/>
                </a:lnTo>
                <a:lnTo>
                  <a:pt x="43518" y="48883"/>
                </a:lnTo>
                <a:cubicBezTo>
                  <a:pt x="43518" y="48353"/>
                  <a:pt x="43518" y="47934"/>
                  <a:pt x="43518" y="47625"/>
                </a:cubicBezTo>
                <a:cubicBezTo>
                  <a:pt x="43518" y="47316"/>
                  <a:pt x="43518" y="47117"/>
                  <a:pt x="43518" y="47029"/>
                </a:cubicBezTo>
                <a:cubicBezTo>
                  <a:pt x="43739" y="46543"/>
                  <a:pt x="44004" y="46112"/>
                  <a:pt x="44313" y="45737"/>
                </a:cubicBezTo>
                <a:cubicBezTo>
                  <a:pt x="44622" y="45362"/>
                  <a:pt x="44975" y="45020"/>
                  <a:pt x="45373" y="44710"/>
                </a:cubicBezTo>
                <a:cubicBezTo>
                  <a:pt x="45859" y="44401"/>
                  <a:pt x="46377" y="44158"/>
                  <a:pt x="46929" y="43982"/>
                </a:cubicBezTo>
                <a:cubicBezTo>
                  <a:pt x="47481" y="43805"/>
                  <a:pt x="48111" y="43717"/>
                  <a:pt x="48817" y="43717"/>
                </a:cubicBezTo>
                <a:cubicBezTo>
                  <a:pt x="49480" y="43717"/>
                  <a:pt x="50131" y="43816"/>
                  <a:pt x="50771" y="44015"/>
                </a:cubicBezTo>
                <a:cubicBezTo>
                  <a:pt x="51411" y="44214"/>
                  <a:pt x="51974" y="44556"/>
                  <a:pt x="52460" y="45042"/>
                </a:cubicBezTo>
                <a:cubicBezTo>
                  <a:pt x="52946" y="45571"/>
                  <a:pt x="53332" y="46278"/>
                  <a:pt x="53619" y="47161"/>
                </a:cubicBezTo>
                <a:cubicBezTo>
                  <a:pt x="53906" y="48044"/>
                  <a:pt x="54050" y="49170"/>
                  <a:pt x="54050" y="50539"/>
                </a:cubicBezTo>
                <a:lnTo>
                  <a:pt x="54050" y="101741"/>
                </a:lnTo>
                <a:lnTo>
                  <a:pt x="70808" y="101741"/>
                </a:lnTo>
                <a:lnTo>
                  <a:pt x="70808" y="50606"/>
                </a:lnTo>
                <a:cubicBezTo>
                  <a:pt x="70808" y="46631"/>
                  <a:pt x="70422" y="43264"/>
                  <a:pt x="69649" y="40504"/>
                </a:cubicBezTo>
                <a:cubicBezTo>
                  <a:pt x="68876" y="37744"/>
                  <a:pt x="67805" y="35481"/>
                  <a:pt x="66436" y="33715"/>
                </a:cubicBezTo>
                <a:cubicBezTo>
                  <a:pt x="65023" y="31993"/>
                  <a:pt x="63378" y="30734"/>
                  <a:pt x="61502" y="29939"/>
                </a:cubicBezTo>
                <a:cubicBezTo>
                  <a:pt x="59625" y="29145"/>
                  <a:pt x="57605" y="28747"/>
                  <a:pt x="55441" y="28747"/>
                </a:cubicBezTo>
                <a:cubicBezTo>
                  <a:pt x="53719" y="28747"/>
                  <a:pt x="52129" y="28968"/>
                  <a:pt x="50672" y="29410"/>
                </a:cubicBezTo>
                <a:cubicBezTo>
                  <a:pt x="49215" y="29851"/>
                  <a:pt x="47912" y="30469"/>
                  <a:pt x="46764" y="31264"/>
                </a:cubicBezTo>
                <a:cubicBezTo>
                  <a:pt x="45836" y="31882"/>
                  <a:pt x="44986" y="32622"/>
                  <a:pt x="44214" y="33483"/>
                </a:cubicBezTo>
                <a:cubicBezTo>
                  <a:pt x="43441" y="34344"/>
                  <a:pt x="42745" y="35305"/>
                  <a:pt x="42127" y="36364"/>
                </a:cubicBezTo>
                <a:cubicBezTo>
                  <a:pt x="41730" y="35260"/>
                  <a:pt x="41255" y="34278"/>
                  <a:pt x="40703" y="33417"/>
                </a:cubicBezTo>
                <a:cubicBezTo>
                  <a:pt x="40151" y="32556"/>
                  <a:pt x="39500" y="31816"/>
                  <a:pt x="38749" y="31198"/>
                </a:cubicBezTo>
                <a:cubicBezTo>
                  <a:pt x="37778" y="30359"/>
                  <a:pt x="36629" y="29741"/>
                  <a:pt x="35305" y="29343"/>
                </a:cubicBezTo>
                <a:cubicBezTo>
                  <a:pt x="33980" y="28946"/>
                  <a:pt x="32479" y="28747"/>
                  <a:pt x="30800" y="28747"/>
                </a:cubicBezTo>
                <a:cubicBezTo>
                  <a:pt x="27356" y="28747"/>
                  <a:pt x="24431" y="29641"/>
                  <a:pt x="22024" y="31430"/>
                </a:cubicBezTo>
                <a:cubicBezTo>
                  <a:pt x="19617" y="33218"/>
                  <a:pt x="17730" y="35658"/>
                  <a:pt x="16361" y="38749"/>
                </a:cubicBezTo>
                <a:lnTo>
                  <a:pt x="15831" y="30072"/>
                </a:lnTo>
                <a:close/>
                <a:moveTo>
                  <a:pt x="131998" y="82068"/>
                </a:moveTo>
                <a:cubicBezTo>
                  <a:pt x="131998" y="83172"/>
                  <a:pt x="131722" y="84188"/>
                  <a:pt x="131170" y="85115"/>
                </a:cubicBezTo>
                <a:cubicBezTo>
                  <a:pt x="130618" y="86043"/>
                  <a:pt x="129790" y="86860"/>
                  <a:pt x="128686" y="87566"/>
                </a:cubicBezTo>
                <a:cubicBezTo>
                  <a:pt x="127538" y="88273"/>
                  <a:pt x="126070" y="88836"/>
                  <a:pt x="124282" y="89255"/>
                </a:cubicBezTo>
                <a:cubicBezTo>
                  <a:pt x="122493" y="89675"/>
                  <a:pt x="120407" y="89884"/>
                  <a:pt x="118022" y="89884"/>
                </a:cubicBezTo>
                <a:cubicBezTo>
                  <a:pt x="116035" y="89884"/>
                  <a:pt x="114103" y="89686"/>
                  <a:pt x="112226" y="89288"/>
                </a:cubicBezTo>
                <a:cubicBezTo>
                  <a:pt x="110350" y="88891"/>
                  <a:pt x="108683" y="88251"/>
                  <a:pt x="107225" y="87367"/>
                </a:cubicBezTo>
                <a:cubicBezTo>
                  <a:pt x="105768" y="86528"/>
                  <a:pt x="104576" y="85413"/>
                  <a:pt x="103649" y="84022"/>
                </a:cubicBezTo>
                <a:cubicBezTo>
                  <a:pt x="102721" y="82631"/>
                  <a:pt x="102191" y="80964"/>
                  <a:pt x="102059" y="79021"/>
                </a:cubicBezTo>
                <a:lnTo>
                  <a:pt x="84506" y="79021"/>
                </a:lnTo>
                <a:cubicBezTo>
                  <a:pt x="84506" y="81936"/>
                  <a:pt x="85223" y="84839"/>
                  <a:pt x="86659" y="87732"/>
                </a:cubicBezTo>
                <a:cubicBezTo>
                  <a:pt x="88094" y="90624"/>
                  <a:pt x="90202" y="93196"/>
                  <a:pt x="92984" y="95448"/>
                </a:cubicBezTo>
                <a:cubicBezTo>
                  <a:pt x="95766" y="97745"/>
                  <a:pt x="99222" y="99599"/>
                  <a:pt x="103351" y="101012"/>
                </a:cubicBezTo>
                <a:cubicBezTo>
                  <a:pt x="107479" y="102425"/>
                  <a:pt x="112237" y="103132"/>
                  <a:pt x="117625" y="103132"/>
                </a:cubicBezTo>
                <a:cubicBezTo>
                  <a:pt x="122526" y="103132"/>
                  <a:pt x="126964" y="102591"/>
                  <a:pt x="130938" y="101509"/>
                </a:cubicBezTo>
                <a:cubicBezTo>
                  <a:pt x="134913" y="100427"/>
                  <a:pt x="138313" y="98915"/>
                  <a:pt x="141139" y="96972"/>
                </a:cubicBezTo>
                <a:cubicBezTo>
                  <a:pt x="143921" y="95029"/>
                  <a:pt x="146074" y="92722"/>
                  <a:pt x="147597" y="90050"/>
                </a:cubicBezTo>
                <a:cubicBezTo>
                  <a:pt x="149121" y="87378"/>
                  <a:pt x="149882" y="84453"/>
                  <a:pt x="149882" y="81274"/>
                </a:cubicBezTo>
                <a:cubicBezTo>
                  <a:pt x="149882" y="77829"/>
                  <a:pt x="149121" y="74860"/>
                  <a:pt x="147597" y="72365"/>
                </a:cubicBezTo>
                <a:cubicBezTo>
                  <a:pt x="146074" y="69870"/>
                  <a:pt x="143965" y="67739"/>
                  <a:pt x="141272" y="65973"/>
                </a:cubicBezTo>
                <a:cubicBezTo>
                  <a:pt x="138578" y="64250"/>
                  <a:pt x="135376" y="62837"/>
                  <a:pt x="131667" y="61733"/>
                </a:cubicBezTo>
                <a:cubicBezTo>
                  <a:pt x="127958" y="60630"/>
                  <a:pt x="123939" y="59724"/>
                  <a:pt x="119612" y="59018"/>
                </a:cubicBezTo>
                <a:cubicBezTo>
                  <a:pt x="116609" y="58576"/>
                  <a:pt x="114136" y="58057"/>
                  <a:pt x="112193" y="57461"/>
                </a:cubicBezTo>
                <a:cubicBezTo>
                  <a:pt x="110250" y="56865"/>
                  <a:pt x="108727" y="56192"/>
                  <a:pt x="107623" y="55441"/>
                </a:cubicBezTo>
                <a:cubicBezTo>
                  <a:pt x="106475" y="54734"/>
                  <a:pt x="105680" y="53928"/>
                  <a:pt x="105238" y="53023"/>
                </a:cubicBezTo>
                <a:cubicBezTo>
                  <a:pt x="104797" y="52118"/>
                  <a:pt x="104576" y="51135"/>
                  <a:pt x="104576" y="50076"/>
                </a:cubicBezTo>
                <a:cubicBezTo>
                  <a:pt x="104576" y="49016"/>
                  <a:pt x="104830" y="48011"/>
                  <a:pt x="105338" y="47062"/>
                </a:cubicBezTo>
                <a:cubicBezTo>
                  <a:pt x="105845" y="46112"/>
                  <a:pt x="106585" y="45284"/>
                  <a:pt x="107557" y="44578"/>
                </a:cubicBezTo>
                <a:cubicBezTo>
                  <a:pt x="108616" y="43783"/>
                  <a:pt x="109985" y="43165"/>
                  <a:pt x="111663" y="42723"/>
                </a:cubicBezTo>
                <a:cubicBezTo>
                  <a:pt x="113341" y="42282"/>
                  <a:pt x="115306" y="42061"/>
                  <a:pt x="117558" y="42061"/>
                </a:cubicBezTo>
                <a:cubicBezTo>
                  <a:pt x="120208" y="42061"/>
                  <a:pt x="122471" y="42392"/>
                  <a:pt x="124348" y="43054"/>
                </a:cubicBezTo>
                <a:cubicBezTo>
                  <a:pt x="126225" y="43717"/>
                  <a:pt x="127715" y="44600"/>
                  <a:pt x="128819" y="45704"/>
                </a:cubicBezTo>
                <a:cubicBezTo>
                  <a:pt x="129614" y="46543"/>
                  <a:pt x="130210" y="47481"/>
                  <a:pt x="130607" y="48519"/>
                </a:cubicBezTo>
                <a:cubicBezTo>
                  <a:pt x="131005" y="49557"/>
                  <a:pt x="131203" y="50672"/>
                  <a:pt x="131203" y="51864"/>
                </a:cubicBezTo>
                <a:lnTo>
                  <a:pt x="149618" y="51864"/>
                </a:lnTo>
                <a:cubicBezTo>
                  <a:pt x="149618" y="48552"/>
                  <a:pt x="148889" y="45483"/>
                  <a:pt x="147432" y="42657"/>
                </a:cubicBezTo>
                <a:cubicBezTo>
                  <a:pt x="145974" y="39831"/>
                  <a:pt x="143877" y="37380"/>
                  <a:pt x="141139" y="35305"/>
                </a:cubicBezTo>
                <a:cubicBezTo>
                  <a:pt x="138357" y="33273"/>
                  <a:pt x="134979" y="31673"/>
                  <a:pt x="131005" y="30502"/>
                </a:cubicBezTo>
                <a:cubicBezTo>
                  <a:pt x="127030" y="29332"/>
                  <a:pt x="122548" y="28747"/>
                  <a:pt x="117558" y="28747"/>
                </a:cubicBezTo>
                <a:cubicBezTo>
                  <a:pt x="112789" y="28747"/>
                  <a:pt x="108506" y="29343"/>
                  <a:pt x="104708" y="30536"/>
                </a:cubicBezTo>
                <a:cubicBezTo>
                  <a:pt x="100911" y="31728"/>
                  <a:pt x="97687" y="33340"/>
                  <a:pt x="95038" y="35371"/>
                </a:cubicBezTo>
                <a:cubicBezTo>
                  <a:pt x="92388" y="37402"/>
                  <a:pt x="90357" y="39765"/>
                  <a:pt x="88944" y="42458"/>
                </a:cubicBezTo>
                <a:cubicBezTo>
                  <a:pt x="87531" y="45152"/>
                  <a:pt x="86824" y="47978"/>
                  <a:pt x="86824" y="50937"/>
                </a:cubicBezTo>
                <a:cubicBezTo>
                  <a:pt x="86824" y="53984"/>
                  <a:pt x="87520" y="56677"/>
                  <a:pt x="88911" y="59018"/>
                </a:cubicBezTo>
                <a:cubicBezTo>
                  <a:pt x="90302" y="61358"/>
                  <a:pt x="92234" y="63411"/>
                  <a:pt x="94707" y="65178"/>
                </a:cubicBezTo>
                <a:cubicBezTo>
                  <a:pt x="97179" y="66988"/>
                  <a:pt x="100149" y="68523"/>
                  <a:pt x="103615" y="69781"/>
                </a:cubicBezTo>
                <a:cubicBezTo>
                  <a:pt x="107082" y="71040"/>
                  <a:pt x="110913" y="72089"/>
                  <a:pt x="115108" y="72928"/>
                </a:cubicBezTo>
                <a:cubicBezTo>
                  <a:pt x="118420" y="73546"/>
                  <a:pt x="121157" y="74164"/>
                  <a:pt x="123321" y="74782"/>
                </a:cubicBezTo>
                <a:cubicBezTo>
                  <a:pt x="125485" y="75401"/>
                  <a:pt x="127229" y="76063"/>
                  <a:pt x="128554" y="76769"/>
                </a:cubicBezTo>
                <a:cubicBezTo>
                  <a:pt x="129835" y="77520"/>
                  <a:pt x="130729" y="78315"/>
                  <a:pt x="131237" y="79154"/>
                </a:cubicBezTo>
                <a:cubicBezTo>
                  <a:pt x="131744" y="79993"/>
                  <a:pt x="131998" y="80964"/>
                  <a:pt x="131998" y="82068"/>
                </a:cubicBezTo>
                <a:close/>
                <a:moveTo>
                  <a:pt x="165303" y="65377"/>
                </a:moveTo>
                <a:lnTo>
                  <a:pt x="165303" y="66768"/>
                </a:lnTo>
                <a:cubicBezTo>
                  <a:pt x="165303" y="71978"/>
                  <a:pt x="165976" y="76803"/>
                  <a:pt x="167323" y="81240"/>
                </a:cubicBezTo>
                <a:cubicBezTo>
                  <a:pt x="168670" y="85678"/>
                  <a:pt x="170602" y="89509"/>
                  <a:pt x="173119" y="92733"/>
                </a:cubicBezTo>
                <a:cubicBezTo>
                  <a:pt x="175636" y="95956"/>
                  <a:pt x="178671" y="98484"/>
                  <a:pt x="182226" y="100317"/>
                </a:cubicBezTo>
                <a:cubicBezTo>
                  <a:pt x="185781" y="102149"/>
                  <a:pt x="189788" y="103066"/>
                  <a:pt x="194248" y="103066"/>
                </a:cubicBezTo>
                <a:cubicBezTo>
                  <a:pt x="196500" y="103066"/>
                  <a:pt x="198609" y="102823"/>
                  <a:pt x="200574" y="102337"/>
                </a:cubicBezTo>
                <a:cubicBezTo>
                  <a:pt x="202539" y="101851"/>
                  <a:pt x="204339" y="101167"/>
                  <a:pt x="205972" y="100284"/>
                </a:cubicBezTo>
                <a:cubicBezTo>
                  <a:pt x="207076" y="99666"/>
                  <a:pt x="208114" y="98959"/>
                  <a:pt x="209086" y="98164"/>
                </a:cubicBezTo>
                <a:cubicBezTo>
                  <a:pt x="210057" y="97369"/>
                  <a:pt x="210984" y="96486"/>
                  <a:pt x="211868" y="95515"/>
                </a:cubicBezTo>
                <a:lnTo>
                  <a:pt x="211868" y="99621"/>
                </a:lnTo>
                <a:cubicBezTo>
                  <a:pt x="211868" y="102050"/>
                  <a:pt x="211525" y="104236"/>
                  <a:pt x="210841" y="106179"/>
                </a:cubicBezTo>
                <a:cubicBezTo>
                  <a:pt x="210156" y="108122"/>
                  <a:pt x="209174" y="109756"/>
                  <a:pt x="207893" y="111081"/>
                </a:cubicBezTo>
                <a:cubicBezTo>
                  <a:pt x="206480" y="112538"/>
                  <a:pt x="204725" y="113642"/>
                  <a:pt x="202627" y="114392"/>
                </a:cubicBezTo>
                <a:cubicBezTo>
                  <a:pt x="200530" y="115143"/>
                  <a:pt x="198134" y="115518"/>
                  <a:pt x="195441" y="115518"/>
                </a:cubicBezTo>
                <a:cubicBezTo>
                  <a:pt x="193763" y="115518"/>
                  <a:pt x="192140" y="115353"/>
                  <a:pt x="190572" y="115022"/>
                </a:cubicBezTo>
                <a:cubicBezTo>
                  <a:pt x="189005" y="114690"/>
                  <a:pt x="187492" y="114194"/>
                  <a:pt x="186035" y="113531"/>
                </a:cubicBezTo>
                <a:cubicBezTo>
                  <a:pt x="184534" y="112869"/>
                  <a:pt x="183098" y="112019"/>
                  <a:pt x="181729" y="110981"/>
                </a:cubicBezTo>
                <a:cubicBezTo>
                  <a:pt x="180361" y="109943"/>
                  <a:pt x="179080" y="108740"/>
                  <a:pt x="177888" y="107371"/>
                </a:cubicBezTo>
                <a:lnTo>
                  <a:pt x="169608" y="118565"/>
                </a:lnTo>
                <a:cubicBezTo>
                  <a:pt x="171154" y="120552"/>
                  <a:pt x="173008" y="122264"/>
                  <a:pt x="175172" y="123699"/>
                </a:cubicBezTo>
                <a:cubicBezTo>
                  <a:pt x="177336" y="125134"/>
                  <a:pt x="179632" y="126315"/>
                  <a:pt x="182061" y="127242"/>
                </a:cubicBezTo>
                <a:cubicBezTo>
                  <a:pt x="184489" y="128170"/>
                  <a:pt x="186940" y="128854"/>
                  <a:pt x="189413" y="129296"/>
                </a:cubicBezTo>
                <a:cubicBezTo>
                  <a:pt x="191886" y="129737"/>
                  <a:pt x="194204" y="129958"/>
                  <a:pt x="196368" y="129958"/>
                </a:cubicBezTo>
                <a:cubicBezTo>
                  <a:pt x="201402" y="129958"/>
                  <a:pt x="206006" y="129285"/>
                  <a:pt x="210179" y="127938"/>
                </a:cubicBezTo>
                <a:cubicBezTo>
                  <a:pt x="214351" y="126591"/>
                  <a:pt x="217939" y="124615"/>
                  <a:pt x="220942" y="122010"/>
                </a:cubicBezTo>
                <a:cubicBezTo>
                  <a:pt x="223901" y="119404"/>
                  <a:pt x="226208" y="116203"/>
                  <a:pt x="227864" y="112405"/>
                </a:cubicBezTo>
                <a:cubicBezTo>
                  <a:pt x="229520" y="108608"/>
                  <a:pt x="230348" y="104280"/>
                  <a:pt x="230348" y="99423"/>
                </a:cubicBezTo>
                <a:lnTo>
                  <a:pt x="230348" y="30072"/>
                </a:lnTo>
                <a:lnTo>
                  <a:pt x="213590" y="30072"/>
                </a:lnTo>
                <a:lnTo>
                  <a:pt x="212861" y="36894"/>
                </a:lnTo>
                <a:cubicBezTo>
                  <a:pt x="211978" y="35790"/>
                  <a:pt x="211006" y="34786"/>
                  <a:pt x="209947" y="33881"/>
                </a:cubicBezTo>
                <a:cubicBezTo>
                  <a:pt x="208887" y="32975"/>
                  <a:pt x="207739" y="32191"/>
                  <a:pt x="206502" y="31529"/>
                </a:cubicBezTo>
                <a:cubicBezTo>
                  <a:pt x="204868" y="30602"/>
                  <a:pt x="203047" y="29906"/>
                  <a:pt x="201038" y="29443"/>
                </a:cubicBezTo>
                <a:cubicBezTo>
                  <a:pt x="199029" y="28979"/>
                  <a:pt x="196810" y="28747"/>
                  <a:pt x="194381" y="28747"/>
                </a:cubicBezTo>
                <a:cubicBezTo>
                  <a:pt x="189877" y="28747"/>
                  <a:pt x="185836" y="29630"/>
                  <a:pt x="182259" y="31397"/>
                </a:cubicBezTo>
                <a:cubicBezTo>
                  <a:pt x="178683" y="33163"/>
                  <a:pt x="175636" y="35658"/>
                  <a:pt x="173119" y="38881"/>
                </a:cubicBezTo>
                <a:cubicBezTo>
                  <a:pt x="170602" y="42105"/>
                  <a:pt x="168670" y="45969"/>
                  <a:pt x="167323" y="50473"/>
                </a:cubicBezTo>
                <a:cubicBezTo>
                  <a:pt x="165976" y="54977"/>
                  <a:pt x="165303" y="59945"/>
                  <a:pt x="165303" y="65377"/>
                </a:cubicBezTo>
                <a:moveTo>
                  <a:pt x="183783" y="66768"/>
                </a:moveTo>
                <a:lnTo>
                  <a:pt x="183783" y="65377"/>
                </a:lnTo>
                <a:cubicBezTo>
                  <a:pt x="183783" y="62374"/>
                  <a:pt x="184092" y="59559"/>
                  <a:pt x="184710" y="56931"/>
                </a:cubicBezTo>
                <a:cubicBezTo>
                  <a:pt x="185328" y="54304"/>
                  <a:pt x="186278" y="51997"/>
                  <a:pt x="187558" y="50009"/>
                </a:cubicBezTo>
                <a:cubicBezTo>
                  <a:pt x="188795" y="48066"/>
                  <a:pt x="190362" y="46532"/>
                  <a:pt x="192261" y="45406"/>
                </a:cubicBezTo>
                <a:cubicBezTo>
                  <a:pt x="194160" y="44280"/>
                  <a:pt x="196412" y="43717"/>
                  <a:pt x="199017" y="43717"/>
                </a:cubicBezTo>
                <a:cubicBezTo>
                  <a:pt x="200431" y="43717"/>
                  <a:pt x="201744" y="43849"/>
                  <a:pt x="202959" y="44114"/>
                </a:cubicBezTo>
                <a:cubicBezTo>
                  <a:pt x="204173" y="44379"/>
                  <a:pt x="205288" y="44755"/>
                  <a:pt x="206304" y="45240"/>
                </a:cubicBezTo>
                <a:cubicBezTo>
                  <a:pt x="207496" y="45814"/>
                  <a:pt x="208556" y="46565"/>
                  <a:pt x="209483" y="47492"/>
                </a:cubicBezTo>
                <a:cubicBezTo>
                  <a:pt x="210410" y="48420"/>
                  <a:pt x="211205" y="49502"/>
                  <a:pt x="211868" y="50738"/>
                </a:cubicBezTo>
                <a:lnTo>
                  <a:pt x="211868" y="81075"/>
                </a:lnTo>
                <a:cubicBezTo>
                  <a:pt x="211249" y="82179"/>
                  <a:pt x="210521" y="83172"/>
                  <a:pt x="209682" y="84056"/>
                </a:cubicBezTo>
                <a:cubicBezTo>
                  <a:pt x="208843" y="84939"/>
                  <a:pt x="207871" y="85689"/>
                  <a:pt x="206767" y="86308"/>
                </a:cubicBezTo>
                <a:cubicBezTo>
                  <a:pt x="205707" y="86882"/>
                  <a:pt x="204526" y="87323"/>
                  <a:pt x="203224" y="87632"/>
                </a:cubicBezTo>
                <a:cubicBezTo>
                  <a:pt x="201921" y="87941"/>
                  <a:pt x="200475" y="88096"/>
                  <a:pt x="198885" y="88096"/>
                </a:cubicBezTo>
                <a:cubicBezTo>
                  <a:pt x="196280" y="88096"/>
                  <a:pt x="194028" y="87544"/>
                  <a:pt x="192129" y="86440"/>
                </a:cubicBezTo>
                <a:cubicBezTo>
                  <a:pt x="190230" y="85336"/>
                  <a:pt x="188662" y="83813"/>
                  <a:pt x="187426" y="81870"/>
                </a:cubicBezTo>
                <a:cubicBezTo>
                  <a:pt x="186189" y="79971"/>
                  <a:pt x="185273" y="77730"/>
                  <a:pt x="184677" y="75147"/>
                </a:cubicBezTo>
                <a:cubicBezTo>
                  <a:pt x="184081" y="72563"/>
                  <a:pt x="183783" y="69770"/>
                  <a:pt x="183783" y="66768"/>
                </a:cubicBezTo>
                <a:close/>
                <a:moveTo>
                  <a:pt x="313065" y="66635"/>
                </a:moveTo>
                <a:lnTo>
                  <a:pt x="313065" y="51732"/>
                </a:lnTo>
                <a:lnTo>
                  <a:pt x="257889" y="51732"/>
                </a:lnTo>
                <a:lnTo>
                  <a:pt x="257889" y="66635"/>
                </a:lnTo>
                <a:lnTo>
                  <a:pt x="313065" y="66635"/>
                </a:lnTo>
                <a:close/>
                <a:moveTo>
                  <a:pt x="331268" y="92269"/>
                </a:moveTo>
                <a:lnTo>
                  <a:pt x="390882" y="67960"/>
                </a:lnTo>
                <a:lnTo>
                  <a:pt x="390882" y="52924"/>
                </a:lnTo>
                <a:lnTo>
                  <a:pt x="331268" y="28681"/>
                </a:lnTo>
                <a:lnTo>
                  <a:pt x="331268" y="46499"/>
                </a:lnTo>
                <a:lnTo>
                  <a:pt x="369289" y="59018"/>
                </a:lnTo>
                <a:lnTo>
                  <a:pt x="373263" y="60342"/>
                </a:lnTo>
                <a:lnTo>
                  <a:pt x="369222" y="61667"/>
                </a:lnTo>
                <a:lnTo>
                  <a:pt x="331268" y="74385"/>
                </a:lnTo>
                <a:lnTo>
                  <a:pt x="331268" y="92269"/>
                </a:lnTo>
                <a:close/>
                <a:moveTo>
                  <a:pt x="446111" y="103066"/>
                </a:moveTo>
                <a:cubicBezTo>
                  <a:pt x="453044" y="103066"/>
                  <a:pt x="459049" y="101719"/>
                  <a:pt x="464128" y="99025"/>
                </a:cubicBezTo>
                <a:cubicBezTo>
                  <a:pt x="469206" y="96332"/>
                  <a:pt x="472915" y="93329"/>
                  <a:pt x="475256" y="90017"/>
                </a:cubicBezTo>
                <a:lnTo>
                  <a:pt x="466049" y="80081"/>
                </a:lnTo>
                <a:cubicBezTo>
                  <a:pt x="463929" y="82819"/>
                  <a:pt x="461169" y="84872"/>
                  <a:pt x="457769" y="86241"/>
                </a:cubicBezTo>
                <a:cubicBezTo>
                  <a:pt x="454369" y="87610"/>
                  <a:pt x="450858" y="88295"/>
                  <a:pt x="447237" y="88295"/>
                </a:cubicBezTo>
                <a:cubicBezTo>
                  <a:pt x="444676" y="88295"/>
                  <a:pt x="442313" y="87897"/>
                  <a:pt x="440150" y="87102"/>
                </a:cubicBezTo>
                <a:cubicBezTo>
                  <a:pt x="437986" y="86308"/>
                  <a:pt x="436065" y="85182"/>
                  <a:pt x="434387" y="83724"/>
                </a:cubicBezTo>
                <a:cubicBezTo>
                  <a:pt x="432753" y="82311"/>
                  <a:pt x="431450" y="80733"/>
                  <a:pt x="430479" y="78988"/>
                </a:cubicBezTo>
                <a:cubicBezTo>
                  <a:pt x="429507" y="77244"/>
                  <a:pt x="428713" y="74937"/>
                  <a:pt x="428094" y="72067"/>
                </a:cubicBezTo>
                <a:lnTo>
                  <a:pt x="428094" y="71868"/>
                </a:lnTo>
                <a:lnTo>
                  <a:pt x="476713" y="71868"/>
                </a:lnTo>
                <a:lnTo>
                  <a:pt x="476713" y="64052"/>
                </a:lnTo>
                <a:cubicBezTo>
                  <a:pt x="476713" y="58797"/>
                  <a:pt x="475984" y="53995"/>
                  <a:pt x="474527" y="49645"/>
                </a:cubicBezTo>
                <a:cubicBezTo>
                  <a:pt x="473070" y="45295"/>
                  <a:pt x="470950" y="41575"/>
                  <a:pt x="468168" y="38484"/>
                </a:cubicBezTo>
                <a:cubicBezTo>
                  <a:pt x="465342" y="35393"/>
                  <a:pt x="461909" y="32997"/>
                  <a:pt x="457868" y="31297"/>
                </a:cubicBezTo>
                <a:cubicBezTo>
                  <a:pt x="453828" y="29597"/>
                  <a:pt x="449224" y="28747"/>
                  <a:pt x="444058" y="28747"/>
                </a:cubicBezTo>
                <a:cubicBezTo>
                  <a:pt x="439068" y="28747"/>
                  <a:pt x="434453" y="29652"/>
                  <a:pt x="430214" y="31463"/>
                </a:cubicBezTo>
                <a:cubicBezTo>
                  <a:pt x="425975" y="33273"/>
                  <a:pt x="422310" y="35812"/>
                  <a:pt x="419219" y="39080"/>
                </a:cubicBezTo>
                <a:cubicBezTo>
                  <a:pt x="416127" y="42348"/>
                  <a:pt x="413721" y="46245"/>
                  <a:pt x="411999" y="50771"/>
                </a:cubicBezTo>
                <a:cubicBezTo>
                  <a:pt x="410276" y="55297"/>
                  <a:pt x="409415" y="60298"/>
                  <a:pt x="409415" y="65774"/>
                </a:cubicBezTo>
                <a:lnTo>
                  <a:pt x="409415" y="68423"/>
                </a:lnTo>
                <a:cubicBezTo>
                  <a:pt x="409415" y="73237"/>
                  <a:pt x="410287" y="77752"/>
                  <a:pt x="412032" y="81969"/>
                </a:cubicBezTo>
                <a:cubicBezTo>
                  <a:pt x="413776" y="86186"/>
                  <a:pt x="416260" y="89840"/>
                  <a:pt x="419483" y="92931"/>
                </a:cubicBezTo>
                <a:cubicBezTo>
                  <a:pt x="422707" y="96067"/>
                  <a:pt x="426571" y="98540"/>
                  <a:pt x="431075" y="100350"/>
                </a:cubicBezTo>
                <a:cubicBezTo>
                  <a:pt x="435579" y="102161"/>
                  <a:pt x="440591" y="103066"/>
                  <a:pt x="446111" y="103066"/>
                </a:cubicBezTo>
                <a:moveTo>
                  <a:pt x="443925" y="43651"/>
                </a:moveTo>
                <a:cubicBezTo>
                  <a:pt x="446266" y="43651"/>
                  <a:pt x="448330" y="44015"/>
                  <a:pt x="450118" y="44744"/>
                </a:cubicBezTo>
                <a:cubicBezTo>
                  <a:pt x="451907" y="45472"/>
                  <a:pt x="453419" y="46455"/>
                  <a:pt x="454656" y="47691"/>
                </a:cubicBezTo>
                <a:cubicBezTo>
                  <a:pt x="455892" y="48972"/>
                  <a:pt x="456864" y="50473"/>
                  <a:pt x="457570" y="52195"/>
                </a:cubicBezTo>
                <a:cubicBezTo>
                  <a:pt x="458277" y="53917"/>
                  <a:pt x="458630" y="55750"/>
                  <a:pt x="458630" y="57693"/>
                </a:cubicBezTo>
                <a:lnTo>
                  <a:pt x="458630" y="59150"/>
                </a:lnTo>
                <a:lnTo>
                  <a:pt x="428426" y="59150"/>
                </a:lnTo>
                <a:cubicBezTo>
                  <a:pt x="428867" y="56810"/>
                  <a:pt x="429530" y="54690"/>
                  <a:pt x="430413" y="52791"/>
                </a:cubicBezTo>
                <a:cubicBezTo>
                  <a:pt x="431296" y="50893"/>
                  <a:pt x="432400" y="49259"/>
                  <a:pt x="433725" y="47890"/>
                </a:cubicBezTo>
                <a:cubicBezTo>
                  <a:pt x="435005" y="46521"/>
                  <a:pt x="436507" y="45472"/>
                  <a:pt x="438229" y="44744"/>
                </a:cubicBezTo>
                <a:cubicBezTo>
                  <a:pt x="439951" y="44015"/>
                  <a:pt x="441850" y="43651"/>
                  <a:pt x="443925" y="43651"/>
                </a:cubicBezTo>
                <a:close/>
                <a:moveTo>
                  <a:pt x="492729" y="101741"/>
                </a:moveTo>
                <a:lnTo>
                  <a:pt x="511209" y="101741"/>
                </a:lnTo>
                <a:lnTo>
                  <a:pt x="511209" y="50804"/>
                </a:lnTo>
                <a:cubicBezTo>
                  <a:pt x="511828" y="49833"/>
                  <a:pt x="512512" y="48950"/>
                  <a:pt x="513263" y="48155"/>
                </a:cubicBezTo>
                <a:cubicBezTo>
                  <a:pt x="514013" y="47360"/>
                  <a:pt x="514852" y="46675"/>
                  <a:pt x="515780" y="46101"/>
                </a:cubicBezTo>
                <a:cubicBezTo>
                  <a:pt x="516928" y="45307"/>
                  <a:pt x="518242" y="44710"/>
                  <a:pt x="519721" y="44313"/>
                </a:cubicBezTo>
                <a:cubicBezTo>
                  <a:pt x="521200" y="43916"/>
                  <a:pt x="522823" y="43717"/>
                  <a:pt x="524589" y="43717"/>
                </a:cubicBezTo>
                <a:cubicBezTo>
                  <a:pt x="526709" y="43717"/>
                  <a:pt x="528608" y="43927"/>
                  <a:pt x="530286" y="44346"/>
                </a:cubicBezTo>
                <a:cubicBezTo>
                  <a:pt x="531964" y="44766"/>
                  <a:pt x="533399" y="45505"/>
                  <a:pt x="534591" y="46565"/>
                </a:cubicBezTo>
                <a:cubicBezTo>
                  <a:pt x="535783" y="47625"/>
                  <a:pt x="536700" y="49071"/>
                  <a:pt x="537340" y="50904"/>
                </a:cubicBezTo>
                <a:cubicBezTo>
                  <a:pt x="537980" y="52736"/>
                  <a:pt x="538300" y="55066"/>
                  <a:pt x="538300" y="57892"/>
                </a:cubicBezTo>
                <a:lnTo>
                  <a:pt x="538300" y="101741"/>
                </a:lnTo>
                <a:lnTo>
                  <a:pt x="556715" y="101741"/>
                </a:lnTo>
                <a:lnTo>
                  <a:pt x="556715" y="57627"/>
                </a:lnTo>
                <a:cubicBezTo>
                  <a:pt x="556715" y="52416"/>
                  <a:pt x="556107" y="47989"/>
                  <a:pt x="554893" y="44346"/>
                </a:cubicBezTo>
                <a:cubicBezTo>
                  <a:pt x="553679" y="40703"/>
                  <a:pt x="551990" y="37711"/>
                  <a:pt x="549826" y="35371"/>
                </a:cubicBezTo>
                <a:cubicBezTo>
                  <a:pt x="547618" y="33075"/>
                  <a:pt x="545013" y="31397"/>
                  <a:pt x="542010" y="30337"/>
                </a:cubicBezTo>
                <a:cubicBezTo>
                  <a:pt x="539007" y="29277"/>
                  <a:pt x="535695" y="28747"/>
                  <a:pt x="532074" y="28747"/>
                </a:cubicBezTo>
                <a:cubicBezTo>
                  <a:pt x="529248" y="28747"/>
                  <a:pt x="526576" y="29145"/>
                  <a:pt x="524059" y="29939"/>
                </a:cubicBezTo>
                <a:cubicBezTo>
                  <a:pt x="521542" y="30734"/>
                  <a:pt x="519224" y="31882"/>
                  <a:pt x="517104" y="33384"/>
                </a:cubicBezTo>
                <a:cubicBezTo>
                  <a:pt x="515868" y="34267"/>
                  <a:pt x="514698" y="35260"/>
                  <a:pt x="513594" y="36364"/>
                </a:cubicBezTo>
                <a:cubicBezTo>
                  <a:pt x="512490" y="37468"/>
                  <a:pt x="511474" y="38683"/>
                  <a:pt x="510547" y="40008"/>
                </a:cubicBezTo>
                <a:lnTo>
                  <a:pt x="509421" y="30072"/>
                </a:lnTo>
                <a:lnTo>
                  <a:pt x="492729" y="30072"/>
                </a:lnTo>
                <a:lnTo>
                  <a:pt x="492729" y="101741"/>
                </a:lnTo>
                <a:close/>
                <a:moveTo>
                  <a:pt x="572201" y="65377"/>
                </a:moveTo>
                <a:lnTo>
                  <a:pt x="572201" y="66768"/>
                </a:lnTo>
                <a:cubicBezTo>
                  <a:pt x="572201" y="71978"/>
                  <a:pt x="572841" y="76803"/>
                  <a:pt x="574122" y="81240"/>
                </a:cubicBezTo>
                <a:cubicBezTo>
                  <a:pt x="575402" y="85678"/>
                  <a:pt x="577257" y="89509"/>
                  <a:pt x="579686" y="92733"/>
                </a:cubicBezTo>
                <a:cubicBezTo>
                  <a:pt x="582070" y="95956"/>
                  <a:pt x="584996" y="98484"/>
                  <a:pt x="588462" y="100317"/>
                </a:cubicBezTo>
                <a:cubicBezTo>
                  <a:pt x="591929" y="102149"/>
                  <a:pt x="595848" y="103066"/>
                  <a:pt x="600219" y="103066"/>
                </a:cubicBezTo>
                <a:cubicBezTo>
                  <a:pt x="604238" y="103066"/>
                  <a:pt x="607770" y="102293"/>
                  <a:pt x="610817" y="100747"/>
                </a:cubicBezTo>
                <a:cubicBezTo>
                  <a:pt x="613864" y="99202"/>
                  <a:pt x="616514" y="97038"/>
                  <a:pt x="618766" y="94256"/>
                </a:cubicBezTo>
                <a:lnTo>
                  <a:pt x="619693" y="101741"/>
                </a:lnTo>
                <a:lnTo>
                  <a:pt x="636319" y="101741"/>
                </a:lnTo>
                <a:lnTo>
                  <a:pt x="636319" y="0"/>
                </a:lnTo>
                <a:lnTo>
                  <a:pt x="617839" y="0"/>
                </a:lnTo>
                <a:lnTo>
                  <a:pt x="617839" y="36497"/>
                </a:lnTo>
                <a:cubicBezTo>
                  <a:pt x="615631" y="34024"/>
                  <a:pt x="613103" y="32114"/>
                  <a:pt x="610254" y="30767"/>
                </a:cubicBezTo>
                <a:cubicBezTo>
                  <a:pt x="607406" y="29421"/>
                  <a:pt x="604105" y="28747"/>
                  <a:pt x="600352" y="28747"/>
                </a:cubicBezTo>
                <a:cubicBezTo>
                  <a:pt x="595892" y="28747"/>
                  <a:pt x="591929" y="29630"/>
                  <a:pt x="588462" y="31397"/>
                </a:cubicBezTo>
                <a:cubicBezTo>
                  <a:pt x="584996" y="33163"/>
                  <a:pt x="582048" y="35658"/>
                  <a:pt x="579619" y="38881"/>
                </a:cubicBezTo>
                <a:cubicBezTo>
                  <a:pt x="577191" y="42105"/>
                  <a:pt x="575347" y="45969"/>
                  <a:pt x="574089" y="50473"/>
                </a:cubicBezTo>
                <a:cubicBezTo>
                  <a:pt x="572830" y="54977"/>
                  <a:pt x="572201" y="59945"/>
                  <a:pt x="572201" y="65377"/>
                </a:cubicBezTo>
                <a:moveTo>
                  <a:pt x="590615" y="66768"/>
                </a:moveTo>
                <a:lnTo>
                  <a:pt x="590615" y="65377"/>
                </a:lnTo>
                <a:cubicBezTo>
                  <a:pt x="590615" y="62374"/>
                  <a:pt x="590880" y="59559"/>
                  <a:pt x="591410" y="56931"/>
                </a:cubicBezTo>
                <a:cubicBezTo>
                  <a:pt x="591940" y="54304"/>
                  <a:pt x="592779" y="51997"/>
                  <a:pt x="593927" y="50009"/>
                </a:cubicBezTo>
                <a:cubicBezTo>
                  <a:pt x="595075" y="48066"/>
                  <a:pt x="596565" y="46532"/>
                  <a:pt x="598398" y="45406"/>
                </a:cubicBezTo>
                <a:cubicBezTo>
                  <a:pt x="600230" y="44280"/>
                  <a:pt x="602449" y="43717"/>
                  <a:pt x="605055" y="43717"/>
                </a:cubicBezTo>
                <a:cubicBezTo>
                  <a:pt x="608190" y="43717"/>
                  <a:pt x="610795" y="44390"/>
                  <a:pt x="612871" y="45737"/>
                </a:cubicBezTo>
                <a:cubicBezTo>
                  <a:pt x="614946" y="47084"/>
                  <a:pt x="616602" y="48972"/>
                  <a:pt x="617839" y="51400"/>
                </a:cubicBezTo>
                <a:lnTo>
                  <a:pt x="617839" y="80412"/>
                </a:lnTo>
                <a:cubicBezTo>
                  <a:pt x="616602" y="82797"/>
                  <a:pt x="614935" y="84674"/>
                  <a:pt x="612838" y="86043"/>
                </a:cubicBezTo>
                <a:cubicBezTo>
                  <a:pt x="610740" y="87412"/>
                  <a:pt x="608102" y="88096"/>
                  <a:pt x="604922" y="88096"/>
                </a:cubicBezTo>
                <a:cubicBezTo>
                  <a:pt x="602317" y="88096"/>
                  <a:pt x="600109" y="87544"/>
                  <a:pt x="598298" y="86440"/>
                </a:cubicBezTo>
                <a:cubicBezTo>
                  <a:pt x="596488" y="85336"/>
                  <a:pt x="595009" y="83813"/>
                  <a:pt x="593861" y="81870"/>
                </a:cubicBezTo>
                <a:cubicBezTo>
                  <a:pt x="592712" y="79971"/>
                  <a:pt x="591884" y="77730"/>
                  <a:pt x="591377" y="75147"/>
                </a:cubicBezTo>
                <a:cubicBezTo>
                  <a:pt x="590869" y="72563"/>
                  <a:pt x="590615" y="69770"/>
                  <a:pt x="590615" y="66768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}">
            <a:extLst xmlns:a="http://schemas.openxmlformats.org/drawingml/2006/main">
              <a:ext uri="{FF2B5EF4-FFF2-40B4-BE49-F238E27FC236}">
                <a16:creationId xmlns:a16="http://schemas.microsoft.com/office/drawing/2014/main" id="{CD38F6EC-50CA-4D6C-B905-FBFC32FF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134" y="743639"/>
            <a:ext cx="44048" cy="129627"/>
          </a:xfrm>
          <a:custGeom xmlns:a="http://schemas.openxmlformats.org/drawingml/2006/main">
            <a:pathLst>
              <a:path w="44048" h="129627">
                <a:moveTo>
                  <a:pt x="0" y="119161"/>
                </a:moveTo>
                <a:lnTo>
                  <a:pt x="2252" y="129627"/>
                </a:lnTo>
                <a:cubicBezTo>
                  <a:pt x="6624" y="129627"/>
                  <a:pt x="10410" y="128689"/>
                  <a:pt x="13612" y="126812"/>
                </a:cubicBezTo>
                <a:cubicBezTo>
                  <a:pt x="16813" y="124935"/>
                  <a:pt x="19408" y="122473"/>
                  <a:pt x="21395" y="119426"/>
                </a:cubicBezTo>
                <a:cubicBezTo>
                  <a:pt x="23382" y="116512"/>
                  <a:pt x="24883" y="113200"/>
                  <a:pt x="25899" y="109491"/>
                </a:cubicBezTo>
                <a:cubicBezTo>
                  <a:pt x="26915" y="105781"/>
                  <a:pt x="27422" y="102205"/>
                  <a:pt x="27422" y="98760"/>
                </a:cubicBezTo>
                <a:lnTo>
                  <a:pt x="27422" y="87964"/>
                </a:lnTo>
                <a:cubicBezTo>
                  <a:pt x="27422" y="85888"/>
                  <a:pt x="27588" y="84022"/>
                  <a:pt x="27919" y="82366"/>
                </a:cubicBezTo>
                <a:cubicBezTo>
                  <a:pt x="28250" y="80711"/>
                  <a:pt x="28747" y="79264"/>
                  <a:pt x="29410" y="78028"/>
                </a:cubicBezTo>
                <a:cubicBezTo>
                  <a:pt x="30646" y="75732"/>
                  <a:pt x="32479" y="74065"/>
                  <a:pt x="34907" y="73027"/>
                </a:cubicBezTo>
                <a:cubicBezTo>
                  <a:pt x="37336" y="71989"/>
                  <a:pt x="40383" y="71470"/>
                  <a:pt x="44048" y="71470"/>
                </a:cubicBezTo>
                <a:lnTo>
                  <a:pt x="44048" y="58223"/>
                </a:lnTo>
                <a:cubicBezTo>
                  <a:pt x="40780" y="58223"/>
                  <a:pt x="37987" y="57803"/>
                  <a:pt x="35669" y="56964"/>
                </a:cubicBezTo>
                <a:cubicBezTo>
                  <a:pt x="33351" y="56125"/>
                  <a:pt x="31551" y="54801"/>
                  <a:pt x="30271" y="52990"/>
                </a:cubicBezTo>
                <a:cubicBezTo>
                  <a:pt x="29299" y="51665"/>
                  <a:pt x="28582" y="50054"/>
                  <a:pt x="28118" y="48155"/>
                </a:cubicBezTo>
                <a:cubicBezTo>
                  <a:pt x="27654" y="46256"/>
                  <a:pt x="27422" y="44070"/>
                  <a:pt x="27422" y="41597"/>
                </a:cubicBezTo>
                <a:lnTo>
                  <a:pt x="27422" y="30800"/>
                </a:lnTo>
                <a:cubicBezTo>
                  <a:pt x="27422" y="27444"/>
                  <a:pt x="27014" y="23967"/>
                  <a:pt x="26197" y="20368"/>
                </a:cubicBezTo>
                <a:cubicBezTo>
                  <a:pt x="25380" y="16769"/>
                  <a:pt x="24000" y="13512"/>
                  <a:pt x="22057" y="10598"/>
                </a:cubicBezTo>
                <a:cubicBezTo>
                  <a:pt x="20026" y="7374"/>
                  <a:pt x="17398" y="4802"/>
                  <a:pt x="14175" y="2881"/>
                </a:cubicBezTo>
                <a:cubicBezTo>
                  <a:pt x="10951" y="960"/>
                  <a:pt x="6977" y="0"/>
                  <a:pt x="2252" y="0"/>
                </a:cubicBezTo>
                <a:lnTo>
                  <a:pt x="0" y="10399"/>
                </a:lnTo>
                <a:cubicBezTo>
                  <a:pt x="2694" y="10311"/>
                  <a:pt x="4769" y="10874"/>
                  <a:pt x="6226" y="12088"/>
                </a:cubicBezTo>
                <a:cubicBezTo>
                  <a:pt x="7684" y="13303"/>
                  <a:pt x="8743" y="14903"/>
                  <a:pt x="9406" y="16891"/>
                </a:cubicBezTo>
                <a:cubicBezTo>
                  <a:pt x="10068" y="18878"/>
                  <a:pt x="10455" y="21097"/>
                  <a:pt x="10565" y="23547"/>
                </a:cubicBezTo>
                <a:cubicBezTo>
                  <a:pt x="10675" y="25998"/>
                  <a:pt x="10730" y="28416"/>
                  <a:pt x="10730" y="30800"/>
                </a:cubicBezTo>
                <a:lnTo>
                  <a:pt x="10730" y="41597"/>
                </a:lnTo>
                <a:cubicBezTo>
                  <a:pt x="10730" y="44644"/>
                  <a:pt x="11150" y="47526"/>
                  <a:pt x="11989" y="50241"/>
                </a:cubicBezTo>
                <a:cubicBezTo>
                  <a:pt x="12828" y="52957"/>
                  <a:pt x="14131" y="55419"/>
                  <a:pt x="15897" y="57627"/>
                </a:cubicBezTo>
                <a:cubicBezTo>
                  <a:pt x="17089" y="59128"/>
                  <a:pt x="18502" y="60497"/>
                  <a:pt x="20136" y="61733"/>
                </a:cubicBezTo>
                <a:cubicBezTo>
                  <a:pt x="21770" y="62970"/>
                  <a:pt x="23647" y="64030"/>
                  <a:pt x="25766" y="64913"/>
                </a:cubicBezTo>
                <a:cubicBezTo>
                  <a:pt x="23161" y="66017"/>
                  <a:pt x="20920" y="67353"/>
                  <a:pt x="19043" y="68920"/>
                </a:cubicBezTo>
                <a:cubicBezTo>
                  <a:pt x="17167" y="70488"/>
                  <a:pt x="15610" y="72265"/>
                  <a:pt x="14374" y="74252"/>
                </a:cubicBezTo>
                <a:cubicBezTo>
                  <a:pt x="13137" y="76240"/>
                  <a:pt x="12221" y="78381"/>
                  <a:pt x="11625" y="80677"/>
                </a:cubicBezTo>
                <a:cubicBezTo>
                  <a:pt x="11029" y="82974"/>
                  <a:pt x="10730" y="85402"/>
                  <a:pt x="10730" y="87964"/>
                </a:cubicBezTo>
                <a:lnTo>
                  <a:pt x="10730" y="98760"/>
                </a:lnTo>
                <a:cubicBezTo>
                  <a:pt x="10730" y="101145"/>
                  <a:pt x="10576" y="103563"/>
                  <a:pt x="10267" y="106013"/>
                </a:cubicBezTo>
                <a:cubicBezTo>
                  <a:pt x="9958" y="108464"/>
                  <a:pt x="9406" y="110683"/>
                  <a:pt x="8611" y="112670"/>
                </a:cubicBezTo>
                <a:cubicBezTo>
                  <a:pt x="7816" y="114657"/>
                  <a:pt x="6723" y="116258"/>
                  <a:pt x="5332" y="117472"/>
                </a:cubicBezTo>
                <a:cubicBezTo>
                  <a:pt x="3941" y="118687"/>
                  <a:pt x="2164" y="119250"/>
                  <a:pt x="0" y="119161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74FE93-0B1B-443A-9F18-6691CB20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6512" y="154529"/>
            <a:ext cx="2152316" cy="821939"/>
          </a:xfrm>
          <a:custGeom xmlns:a="http://schemas.openxmlformats.org/drawingml/2006/main">
            <a:pathLst>
              <a:path w="2152316" h="821939">
                <a:moveTo>
                  <a:pt x="0" y="0"/>
                </a:moveTo>
                <a:lnTo>
                  <a:pt x="2152316" y="0"/>
                </a:lnTo>
                <a:lnTo>
                  <a:pt x="2152316" y="821939"/>
                </a:lnTo>
                <a:lnTo>
                  <a:pt x="0" y="8219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int64">
            <a:extLst xmlns:a="http://schemas.openxmlformats.org/drawingml/2006/main">
              <a:ext uri="{FF2B5EF4-FFF2-40B4-BE49-F238E27FC236}">
                <a16:creationId xmlns:a16="http://schemas.microsoft.com/office/drawing/2014/main" id="{326EC18D-C54F-4E5D-BC25-E2DF9B08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7058" y="261243"/>
            <a:ext cx="385649" cy="101211"/>
          </a:xfrm>
          <a:custGeom xmlns:a="http://schemas.openxmlformats.org/drawingml/2006/main">
            <a:pathLst>
              <a:path w="385649" h="101211">
                <a:moveTo>
                  <a:pt x="0" y="28151"/>
                </a:moveTo>
                <a:lnTo>
                  <a:pt x="0" y="43187"/>
                </a:lnTo>
                <a:lnTo>
                  <a:pt x="20401" y="43187"/>
                </a:lnTo>
                <a:lnTo>
                  <a:pt x="20401" y="84850"/>
                </a:lnTo>
                <a:lnTo>
                  <a:pt x="0" y="84850"/>
                </a:lnTo>
                <a:lnTo>
                  <a:pt x="0" y="99820"/>
                </a:lnTo>
                <a:lnTo>
                  <a:pt x="58422" y="99820"/>
                </a:lnTo>
                <a:lnTo>
                  <a:pt x="58422" y="84850"/>
                </a:lnTo>
                <a:lnTo>
                  <a:pt x="39014" y="84850"/>
                </a:lnTo>
                <a:lnTo>
                  <a:pt x="39014" y="28151"/>
                </a:lnTo>
                <a:lnTo>
                  <a:pt x="0" y="28151"/>
                </a:lnTo>
                <a:moveTo>
                  <a:pt x="19076" y="9803"/>
                </a:moveTo>
                <a:cubicBezTo>
                  <a:pt x="19076" y="11216"/>
                  <a:pt x="19330" y="12530"/>
                  <a:pt x="19838" y="13744"/>
                </a:cubicBezTo>
                <a:cubicBezTo>
                  <a:pt x="20346" y="14959"/>
                  <a:pt x="21064" y="15985"/>
                  <a:pt x="21991" y="16824"/>
                </a:cubicBezTo>
                <a:cubicBezTo>
                  <a:pt x="22918" y="17708"/>
                  <a:pt x="24033" y="18392"/>
                  <a:pt x="25336" y="18878"/>
                </a:cubicBezTo>
                <a:cubicBezTo>
                  <a:pt x="26639" y="19363"/>
                  <a:pt x="28085" y="19606"/>
                  <a:pt x="29674" y="19606"/>
                </a:cubicBezTo>
                <a:cubicBezTo>
                  <a:pt x="32942" y="19606"/>
                  <a:pt x="35536" y="18690"/>
                  <a:pt x="37457" y="16857"/>
                </a:cubicBezTo>
                <a:cubicBezTo>
                  <a:pt x="39378" y="15025"/>
                  <a:pt x="40339" y="12673"/>
                  <a:pt x="40339" y="9803"/>
                </a:cubicBezTo>
                <a:cubicBezTo>
                  <a:pt x="40339" y="6933"/>
                  <a:pt x="39378" y="4581"/>
                  <a:pt x="37457" y="2749"/>
                </a:cubicBezTo>
                <a:cubicBezTo>
                  <a:pt x="35536" y="916"/>
                  <a:pt x="32942" y="0"/>
                  <a:pt x="29674" y="0"/>
                </a:cubicBezTo>
                <a:cubicBezTo>
                  <a:pt x="28085" y="0"/>
                  <a:pt x="26639" y="243"/>
                  <a:pt x="25336" y="729"/>
                </a:cubicBezTo>
                <a:cubicBezTo>
                  <a:pt x="24033" y="1214"/>
                  <a:pt x="22918" y="1877"/>
                  <a:pt x="21991" y="2716"/>
                </a:cubicBezTo>
                <a:cubicBezTo>
                  <a:pt x="21064" y="3599"/>
                  <a:pt x="20346" y="4648"/>
                  <a:pt x="19838" y="5862"/>
                </a:cubicBezTo>
                <a:cubicBezTo>
                  <a:pt x="19330" y="7076"/>
                  <a:pt x="19076" y="8390"/>
                  <a:pt x="19076" y="9803"/>
                </a:cubicBezTo>
                <a:close/>
                <a:moveTo>
                  <a:pt x="76491" y="99820"/>
                </a:moveTo>
                <a:lnTo>
                  <a:pt x="94972" y="99820"/>
                </a:lnTo>
                <a:lnTo>
                  <a:pt x="94972" y="48883"/>
                </a:lnTo>
                <a:cubicBezTo>
                  <a:pt x="95590" y="47912"/>
                  <a:pt x="96274" y="47029"/>
                  <a:pt x="97025" y="46234"/>
                </a:cubicBezTo>
                <a:cubicBezTo>
                  <a:pt x="97776" y="45439"/>
                  <a:pt x="98615" y="44755"/>
                  <a:pt x="99542" y="44181"/>
                </a:cubicBezTo>
                <a:cubicBezTo>
                  <a:pt x="100690" y="43386"/>
                  <a:pt x="102004" y="42790"/>
                  <a:pt x="103483" y="42392"/>
                </a:cubicBezTo>
                <a:cubicBezTo>
                  <a:pt x="104963" y="41995"/>
                  <a:pt x="106585" y="41796"/>
                  <a:pt x="108352" y="41796"/>
                </a:cubicBezTo>
                <a:cubicBezTo>
                  <a:pt x="110471" y="41796"/>
                  <a:pt x="112370" y="42006"/>
                  <a:pt x="114048" y="42425"/>
                </a:cubicBezTo>
                <a:cubicBezTo>
                  <a:pt x="115726" y="42845"/>
                  <a:pt x="117161" y="43584"/>
                  <a:pt x="118354" y="44644"/>
                </a:cubicBezTo>
                <a:cubicBezTo>
                  <a:pt x="119546" y="45704"/>
                  <a:pt x="120462" y="47150"/>
                  <a:pt x="121102" y="48983"/>
                </a:cubicBezTo>
                <a:cubicBezTo>
                  <a:pt x="121743" y="50815"/>
                  <a:pt x="122063" y="53145"/>
                  <a:pt x="122063" y="55971"/>
                </a:cubicBezTo>
                <a:lnTo>
                  <a:pt x="122063" y="99820"/>
                </a:lnTo>
                <a:lnTo>
                  <a:pt x="140477" y="99820"/>
                </a:lnTo>
                <a:lnTo>
                  <a:pt x="140477" y="55706"/>
                </a:lnTo>
                <a:cubicBezTo>
                  <a:pt x="140477" y="50495"/>
                  <a:pt x="139870" y="46068"/>
                  <a:pt x="138655" y="42425"/>
                </a:cubicBezTo>
                <a:cubicBezTo>
                  <a:pt x="137441" y="38782"/>
                  <a:pt x="135752" y="35790"/>
                  <a:pt x="133588" y="33450"/>
                </a:cubicBezTo>
                <a:cubicBezTo>
                  <a:pt x="131380" y="31154"/>
                  <a:pt x="128775" y="29476"/>
                  <a:pt x="125772" y="28416"/>
                </a:cubicBezTo>
                <a:cubicBezTo>
                  <a:pt x="122769" y="27356"/>
                  <a:pt x="119458" y="26826"/>
                  <a:pt x="115837" y="26826"/>
                </a:cubicBezTo>
                <a:cubicBezTo>
                  <a:pt x="113010" y="26826"/>
                  <a:pt x="110339" y="27224"/>
                  <a:pt x="107822" y="28019"/>
                </a:cubicBezTo>
                <a:cubicBezTo>
                  <a:pt x="105305" y="28813"/>
                  <a:pt x="102986" y="29961"/>
                  <a:pt x="100867" y="31463"/>
                </a:cubicBezTo>
                <a:cubicBezTo>
                  <a:pt x="99630" y="32346"/>
                  <a:pt x="98460" y="33340"/>
                  <a:pt x="97356" y="34444"/>
                </a:cubicBezTo>
                <a:cubicBezTo>
                  <a:pt x="96252" y="35548"/>
                  <a:pt x="95237" y="36762"/>
                  <a:pt x="94309" y="38087"/>
                </a:cubicBezTo>
                <a:lnTo>
                  <a:pt x="93183" y="28151"/>
                </a:lnTo>
                <a:lnTo>
                  <a:pt x="76491" y="28151"/>
                </a:lnTo>
                <a:lnTo>
                  <a:pt x="76491" y="99820"/>
                </a:lnTo>
                <a:close/>
                <a:moveTo>
                  <a:pt x="191666" y="10598"/>
                </a:moveTo>
                <a:lnTo>
                  <a:pt x="173252" y="10598"/>
                </a:lnTo>
                <a:lnTo>
                  <a:pt x="173252" y="28151"/>
                </a:lnTo>
                <a:lnTo>
                  <a:pt x="156891" y="28151"/>
                </a:lnTo>
                <a:lnTo>
                  <a:pt x="156891" y="41730"/>
                </a:lnTo>
                <a:lnTo>
                  <a:pt x="173252" y="41730"/>
                </a:lnTo>
                <a:lnTo>
                  <a:pt x="173252" y="74319"/>
                </a:lnTo>
                <a:cubicBezTo>
                  <a:pt x="173252" y="79044"/>
                  <a:pt x="173870" y="83095"/>
                  <a:pt x="175106" y="86473"/>
                </a:cubicBezTo>
                <a:cubicBezTo>
                  <a:pt x="176343" y="89851"/>
                  <a:pt x="178109" y="92622"/>
                  <a:pt x="180405" y="94786"/>
                </a:cubicBezTo>
                <a:cubicBezTo>
                  <a:pt x="182657" y="96994"/>
                  <a:pt x="185384" y="98617"/>
                  <a:pt x="188586" y="99655"/>
                </a:cubicBezTo>
                <a:cubicBezTo>
                  <a:pt x="191787" y="100692"/>
                  <a:pt x="195353" y="101211"/>
                  <a:pt x="199283" y="101211"/>
                </a:cubicBezTo>
                <a:cubicBezTo>
                  <a:pt x="201314" y="101211"/>
                  <a:pt x="203379" y="101112"/>
                  <a:pt x="205476" y="100913"/>
                </a:cubicBezTo>
                <a:cubicBezTo>
                  <a:pt x="207574" y="100714"/>
                  <a:pt x="209594" y="100438"/>
                  <a:pt x="211537" y="100085"/>
                </a:cubicBezTo>
                <a:cubicBezTo>
                  <a:pt x="213480" y="99732"/>
                  <a:pt x="215313" y="99279"/>
                  <a:pt x="217035" y="98727"/>
                </a:cubicBezTo>
                <a:cubicBezTo>
                  <a:pt x="218757" y="98175"/>
                  <a:pt x="220258" y="97524"/>
                  <a:pt x="221539" y="96773"/>
                </a:cubicBezTo>
                <a:lnTo>
                  <a:pt x="219750" y="84122"/>
                </a:lnTo>
                <a:cubicBezTo>
                  <a:pt x="218911" y="84343"/>
                  <a:pt x="217907" y="84563"/>
                  <a:pt x="216737" y="84784"/>
                </a:cubicBezTo>
                <a:cubicBezTo>
                  <a:pt x="215566" y="85005"/>
                  <a:pt x="214319" y="85204"/>
                  <a:pt x="212994" y="85380"/>
                </a:cubicBezTo>
                <a:cubicBezTo>
                  <a:pt x="211625" y="85601"/>
                  <a:pt x="210201" y="85778"/>
                  <a:pt x="208722" y="85910"/>
                </a:cubicBezTo>
                <a:cubicBezTo>
                  <a:pt x="207243" y="86043"/>
                  <a:pt x="205796" y="86109"/>
                  <a:pt x="204383" y="86109"/>
                </a:cubicBezTo>
                <a:cubicBezTo>
                  <a:pt x="202440" y="86109"/>
                  <a:pt x="200685" y="85888"/>
                  <a:pt x="199117" y="85447"/>
                </a:cubicBezTo>
                <a:cubicBezTo>
                  <a:pt x="197550" y="85005"/>
                  <a:pt x="196214" y="84254"/>
                  <a:pt x="195110" y="83194"/>
                </a:cubicBezTo>
                <a:cubicBezTo>
                  <a:pt x="194006" y="82179"/>
                  <a:pt x="193156" y="80799"/>
                  <a:pt x="192560" y="79055"/>
                </a:cubicBezTo>
                <a:cubicBezTo>
                  <a:pt x="191964" y="77310"/>
                  <a:pt x="191666" y="75136"/>
                  <a:pt x="191666" y="72530"/>
                </a:cubicBezTo>
                <a:lnTo>
                  <a:pt x="191666" y="41730"/>
                </a:lnTo>
                <a:lnTo>
                  <a:pt x="218426" y="41730"/>
                </a:lnTo>
                <a:lnTo>
                  <a:pt x="218426" y="28151"/>
                </a:lnTo>
                <a:lnTo>
                  <a:pt x="191666" y="28151"/>
                </a:lnTo>
                <a:lnTo>
                  <a:pt x="191666" y="10598"/>
                </a:lnTo>
                <a:close/>
                <a:moveTo>
                  <a:pt x="288161" y="2583"/>
                </a:moveTo>
                <a:lnTo>
                  <a:pt x="285710" y="2583"/>
                </a:lnTo>
                <a:cubicBezTo>
                  <a:pt x="277717" y="2583"/>
                  <a:pt x="270674" y="3919"/>
                  <a:pt x="264580" y="6591"/>
                </a:cubicBezTo>
                <a:cubicBezTo>
                  <a:pt x="258486" y="9262"/>
                  <a:pt x="253386" y="12960"/>
                  <a:pt x="249279" y="17685"/>
                </a:cubicBezTo>
                <a:cubicBezTo>
                  <a:pt x="245172" y="22455"/>
                  <a:pt x="242081" y="28096"/>
                  <a:pt x="240006" y="34609"/>
                </a:cubicBezTo>
                <a:cubicBezTo>
                  <a:pt x="237930" y="41123"/>
                  <a:pt x="236893" y="48199"/>
                  <a:pt x="236893" y="55838"/>
                </a:cubicBezTo>
                <a:lnTo>
                  <a:pt x="236893" y="62926"/>
                </a:lnTo>
                <a:cubicBezTo>
                  <a:pt x="236893" y="68446"/>
                  <a:pt x="237676" y="73535"/>
                  <a:pt x="239244" y="78194"/>
                </a:cubicBezTo>
                <a:cubicBezTo>
                  <a:pt x="240812" y="82852"/>
                  <a:pt x="243053" y="86882"/>
                  <a:pt x="245967" y="90282"/>
                </a:cubicBezTo>
                <a:cubicBezTo>
                  <a:pt x="248838" y="93682"/>
                  <a:pt x="252348" y="96343"/>
                  <a:pt x="256499" y="98264"/>
                </a:cubicBezTo>
                <a:cubicBezTo>
                  <a:pt x="260650" y="100184"/>
                  <a:pt x="265309" y="101145"/>
                  <a:pt x="270475" y="101145"/>
                </a:cubicBezTo>
                <a:cubicBezTo>
                  <a:pt x="275421" y="101145"/>
                  <a:pt x="279881" y="100295"/>
                  <a:pt x="283855" y="98595"/>
                </a:cubicBezTo>
                <a:cubicBezTo>
                  <a:pt x="287829" y="96895"/>
                  <a:pt x="291208" y="94565"/>
                  <a:pt x="293990" y="91607"/>
                </a:cubicBezTo>
                <a:cubicBezTo>
                  <a:pt x="296771" y="88648"/>
                  <a:pt x="298913" y="85160"/>
                  <a:pt x="300415" y="81141"/>
                </a:cubicBezTo>
                <a:cubicBezTo>
                  <a:pt x="301916" y="77123"/>
                  <a:pt x="302667" y="72773"/>
                  <a:pt x="302667" y="68092"/>
                </a:cubicBezTo>
                <a:cubicBezTo>
                  <a:pt x="302667" y="63721"/>
                  <a:pt x="302104" y="59559"/>
                  <a:pt x="300978" y="55606"/>
                </a:cubicBezTo>
                <a:cubicBezTo>
                  <a:pt x="299852" y="51654"/>
                  <a:pt x="298140" y="48177"/>
                  <a:pt x="295844" y="45174"/>
                </a:cubicBezTo>
                <a:cubicBezTo>
                  <a:pt x="293548" y="42215"/>
                  <a:pt x="290689" y="39864"/>
                  <a:pt x="287266" y="38120"/>
                </a:cubicBezTo>
                <a:cubicBezTo>
                  <a:pt x="283844" y="36376"/>
                  <a:pt x="279837" y="35503"/>
                  <a:pt x="275244" y="35503"/>
                </a:cubicBezTo>
                <a:cubicBezTo>
                  <a:pt x="272992" y="35503"/>
                  <a:pt x="270895" y="35768"/>
                  <a:pt x="268952" y="36298"/>
                </a:cubicBezTo>
                <a:cubicBezTo>
                  <a:pt x="267009" y="36828"/>
                  <a:pt x="265220" y="37513"/>
                  <a:pt x="263586" y="38352"/>
                </a:cubicBezTo>
                <a:cubicBezTo>
                  <a:pt x="261908" y="39235"/>
                  <a:pt x="260407" y="40217"/>
                  <a:pt x="259082" y="41299"/>
                </a:cubicBezTo>
                <a:cubicBezTo>
                  <a:pt x="257758" y="42381"/>
                  <a:pt x="256587" y="43474"/>
                  <a:pt x="255572" y="44578"/>
                </a:cubicBezTo>
                <a:cubicBezTo>
                  <a:pt x="255969" y="40560"/>
                  <a:pt x="256930" y="36916"/>
                  <a:pt x="258453" y="33649"/>
                </a:cubicBezTo>
                <a:cubicBezTo>
                  <a:pt x="259976" y="30381"/>
                  <a:pt x="262063" y="27577"/>
                  <a:pt x="264712" y="25237"/>
                </a:cubicBezTo>
                <a:cubicBezTo>
                  <a:pt x="267318" y="22896"/>
                  <a:pt x="270486" y="21086"/>
                  <a:pt x="274218" y="19805"/>
                </a:cubicBezTo>
                <a:cubicBezTo>
                  <a:pt x="277949" y="18524"/>
                  <a:pt x="282243" y="17884"/>
                  <a:pt x="287101" y="17884"/>
                </a:cubicBezTo>
                <a:lnTo>
                  <a:pt x="288161" y="17884"/>
                </a:lnTo>
                <a:lnTo>
                  <a:pt x="288161" y="2583"/>
                </a:lnTo>
                <a:moveTo>
                  <a:pt x="269879" y="50274"/>
                </a:moveTo>
                <a:cubicBezTo>
                  <a:pt x="272175" y="50274"/>
                  <a:pt x="274218" y="50727"/>
                  <a:pt x="276006" y="51632"/>
                </a:cubicBezTo>
                <a:cubicBezTo>
                  <a:pt x="277794" y="52537"/>
                  <a:pt x="279307" y="53785"/>
                  <a:pt x="280543" y="55375"/>
                </a:cubicBezTo>
                <a:cubicBezTo>
                  <a:pt x="281780" y="57009"/>
                  <a:pt x="282729" y="58929"/>
                  <a:pt x="283391" y="61137"/>
                </a:cubicBezTo>
                <a:cubicBezTo>
                  <a:pt x="284054" y="63345"/>
                  <a:pt x="284385" y="65752"/>
                  <a:pt x="284385" y="68357"/>
                </a:cubicBezTo>
                <a:cubicBezTo>
                  <a:pt x="284385" y="70963"/>
                  <a:pt x="284054" y="73358"/>
                  <a:pt x="283391" y="75544"/>
                </a:cubicBezTo>
                <a:cubicBezTo>
                  <a:pt x="282729" y="77730"/>
                  <a:pt x="281780" y="79618"/>
                  <a:pt x="280543" y="81207"/>
                </a:cubicBezTo>
                <a:cubicBezTo>
                  <a:pt x="279307" y="82797"/>
                  <a:pt x="277805" y="84045"/>
                  <a:pt x="276039" y="84950"/>
                </a:cubicBezTo>
                <a:cubicBezTo>
                  <a:pt x="274273" y="85855"/>
                  <a:pt x="272308" y="86308"/>
                  <a:pt x="270144" y="86308"/>
                </a:cubicBezTo>
                <a:cubicBezTo>
                  <a:pt x="268024" y="86308"/>
                  <a:pt x="266059" y="85866"/>
                  <a:pt x="264249" y="84983"/>
                </a:cubicBezTo>
                <a:cubicBezTo>
                  <a:pt x="262438" y="84100"/>
                  <a:pt x="260871" y="82775"/>
                  <a:pt x="259546" y="81009"/>
                </a:cubicBezTo>
                <a:cubicBezTo>
                  <a:pt x="258221" y="79286"/>
                  <a:pt x="257194" y="77101"/>
                  <a:pt x="256466" y="74451"/>
                </a:cubicBezTo>
                <a:cubicBezTo>
                  <a:pt x="255737" y="71802"/>
                  <a:pt x="255373" y="68711"/>
                  <a:pt x="255373" y="65178"/>
                </a:cubicBezTo>
                <a:lnTo>
                  <a:pt x="255373" y="59746"/>
                </a:lnTo>
                <a:cubicBezTo>
                  <a:pt x="255991" y="58422"/>
                  <a:pt x="256753" y="57207"/>
                  <a:pt x="257658" y="56103"/>
                </a:cubicBezTo>
                <a:cubicBezTo>
                  <a:pt x="258563" y="54999"/>
                  <a:pt x="259568" y="54028"/>
                  <a:pt x="260672" y="53189"/>
                </a:cubicBezTo>
                <a:cubicBezTo>
                  <a:pt x="261953" y="52261"/>
                  <a:pt x="263366" y="51544"/>
                  <a:pt x="264911" y="51036"/>
                </a:cubicBezTo>
                <a:cubicBezTo>
                  <a:pt x="266457" y="50528"/>
                  <a:pt x="268113" y="50274"/>
                  <a:pt x="269879" y="50274"/>
                </a:cubicBezTo>
                <a:close/>
                <a:moveTo>
                  <a:pt x="374455" y="63986"/>
                </a:moveTo>
                <a:lnTo>
                  <a:pt x="374455" y="3378"/>
                </a:lnTo>
                <a:lnTo>
                  <a:pt x="355776" y="3378"/>
                </a:lnTo>
                <a:lnTo>
                  <a:pt x="315238" y="67364"/>
                </a:lnTo>
                <a:lnTo>
                  <a:pt x="315967" y="78889"/>
                </a:lnTo>
                <a:lnTo>
                  <a:pt x="356041" y="78889"/>
                </a:lnTo>
                <a:lnTo>
                  <a:pt x="356041" y="99820"/>
                </a:lnTo>
                <a:lnTo>
                  <a:pt x="374455" y="99820"/>
                </a:lnTo>
                <a:lnTo>
                  <a:pt x="374455" y="78889"/>
                </a:lnTo>
                <a:lnTo>
                  <a:pt x="385649" y="78889"/>
                </a:lnTo>
                <a:lnTo>
                  <a:pt x="385649" y="63986"/>
                </a:lnTo>
                <a:lnTo>
                  <a:pt x="374455" y="63986"/>
                </a:lnTo>
                <a:moveTo>
                  <a:pt x="333321" y="63986"/>
                </a:moveTo>
                <a:lnTo>
                  <a:pt x="354252" y="31330"/>
                </a:lnTo>
                <a:lnTo>
                  <a:pt x="356041" y="28151"/>
                </a:lnTo>
                <a:lnTo>
                  <a:pt x="356041" y="63986"/>
                </a:lnTo>
                <a:lnTo>
                  <a:pt x="333321" y="63986"/>
                </a:lnTo>
                <a:close/>
              </a:path>
            </a:pathLst>
          </a:custGeom>
          <a:solidFill xmlns:a="http://schemas.openxmlformats.org/drawingml/2006/main">
            <a:srgbClr val="3F51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sub_404362(...){">
            <a:extLst xmlns:a="http://schemas.openxmlformats.org/drawingml/2006/main">
              <a:ext uri="{FF2B5EF4-FFF2-40B4-BE49-F238E27FC236}">
                <a16:creationId xmlns:a16="http://schemas.microsoft.com/office/drawing/2014/main" id="{4704FA75-5D90-4E0A-B714-0A659B07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9321" y="253825"/>
            <a:ext cx="1358720" cy="137509"/>
          </a:xfrm>
          <a:custGeom xmlns:a="http://schemas.openxmlformats.org/drawingml/2006/main">
            <a:pathLst>
              <a:path w="1358720" h="137509">
                <a:moveTo>
                  <a:pt x="47492" y="87566"/>
                </a:moveTo>
                <a:cubicBezTo>
                  <a:pt x="47492" y="88670"/>
                  <a:pt x="47216" y="89686"/>
                  <a:pt x="46664" y="90613"/>
                </a:cubicBezTo>
                <a:cubicBezTo>
                  <a:pt x="46112" y="91540"/>
                  <a:pt x="45284" y="92357"/>
                  <a:pt x="44180" y="93064"/>
                </a:cubicBezTo>
                <a:cubicBezTo>
                  <a:pt x="43032" y="93770"/>
                  <a:pt x="41564" y="94333"/>
                  <a:pt x="39776" y="94753"/>
                </a:cubicBezTo>
                <a:cubicBezTo>
                  <a:pt x="37987" y="95172"/>
                  <a:pt x="35901" y="95382"/>
                  <a:pt x="33516" y="95382"/>
                </a:cubicBezTo>
                <a:cubicBezTo>
                  <a:pt x="31529" y="95382"/>
                  <a:pt x="29597" y="95183"/>
                  <a:pt x="27720" y="94786"/>
                </a:cubicBezTo>
                <a:cubicBezTo>
                  <a:pt x="25844" y="94389"/>
                  <a:pt x="24177" y="93748"/>
                  <a:pt x="22720" y="92865"/>
                </a:cubicBezTo>
                <a:cubicBezTo>
                  <a:pt x="21262" y="92026"/>
                  <a:pt x="20070" y="90911"/>
                  <a:pt x="19143" y="89520"/>
                </a:cubicBezTo>
                <a:cubicBezTo>
                  <a:pt x="18215" y="88129"/>
                  <a:pt x="17685" y="86462"/>
                  <a:pt x="17553" y="84519"/>
                </a:cubicBezTo>
                <a:lnTo>
                  <a:pt x="0" y="84519"/>
                </a:lnTo>
                <a:cubicBezTo>
                  <a:pt x="0" y="87434"/>
                  <a:pt x="718" y="90337"/>
                  <a:pt x="2153" y="93229"/>
                </a:cubicBezTo>
                <a:cubicBezTo>
                  <a:pt x="3588" y="96122"/>
                  <a:pt x="5696" y="98694"/>
                  <a:pt x="8478" y="100946"/>
                </a:cubicBezTo>
                <a:cubicBezTo>
                  <a:pt x="11260" y="103242"/>
                  <a:pt x="14716" y="105097"/>
                  <a:pt x="18845" y="106510"/>
                </a:cubicBezTo>
                <a:cubicBezTo>
                  <a:pt x="22973" y="107923"/>
                  <a:pt x="27731" y="108630"/>
                  <a:pt x="33119" y="108630"/>
                </a:cubicBezTo>
                <a:cubicBezTo>
                  <a:pt x="38020" y="108630"/>
                  <a:pt x="42458" y="108089"/>
                  <a:pt x="46433" y="107007"/>
                </a:cubicBezTo>
                <a:cubicBezTo>
                  <a:pt x="50407" y="105925"/>
                  <a:pt x="53807" y="104413"/>
                  <a:pt x="56633" y="102470"/>
                </a:cubicBezTo>
                <a:cubicBezTo>
                  <a:pt x="59415" y="100527"/>
                  <a:pt x="61568" y="98219"/>
                  <a:pt x="63091" y="95548"/>
                </a:cubicBezTo>
                <a:cubicBezTo>
                  <a:pt x="64615" y="92876"/>
                  <a:pt x="65377" y="89951"/>
                  <a:pt x="65377" y="86771"/>
                </a:cubicBezTo>
                <a:cubicBezTo>
                  <a:pt x="65377" y="83327"/>
                  <a:pt x="64615" y="80357"/>
                  <a:pt x="63091" y="77862"/>
                </a:cubicBezTo>
                <a:cubicBezTo>
                  <a:pt x="61568" y="75367"/>
                  <a:pt x="59459" y="73237"/>
                  <a:pt x="56766" y="71470"/>
                </a:cubicBezTo>
                <a:cubicBezTo>
                  <a:pt x="54072" y="69748"/>
                  <a:pt x="50870" y="68335"/>
                  <a:pt x="47161" y="67231"/>
                </a:cubicBezTo>
                <a:cubicBezTo>
                  <a:pt x="43452" y="66127"/>
                  <a:pt x="39433" y="65222"/>
                  <a:pt x="35106" y="64515"/>
                </a:cubicBezTo>
                <a:cubicBezTo>
                  <a:pt x="32103" y="64074"/>
                  <a:pt x="29630" y="63555"/>
                  <a:pt x="27687" y="62959"/>
                </a:cubicBezTo>
                <a:cubicBezTo>
                  <a:pt x="25744" y="62363"/>
                  <a:pt x="24221" y="61689"/>
                  <a:pt x="23117" y="60939"/>
                </a:cubicBezTo>
                <a:cubicBezTo>
                  <a:pt x="21969" y="60232"/>
                  <a:pt x="21174" y="59426"/>
                  <a:pt x="20732" y="58521"/>
                </a:cubicBezTo>
                <a:cubicBezTo>
                  <a:pt x="20291" y="57616"/>
                  <a:pt x="20070" y="56633"/>
                  <a:pt x="20070" y="55573"/>
                </a:cubicBezTo>
                <a:cubicBezTo>
                  <a:pt x="20070" y="54514"/>
                  <a:pt x="20324" y="53509"/>
                  <a:pt x="20832" y="52560"/>
                </a:cubicBezTo>
                <a:cubicBezTo>
                  <a:pt x="21340" y="51610"/>
                  <a:pt x="22079" y="50782"/>
                  <a:pt x="23051" y="50076"/>
                </a:cubicBezTo>
                <a:cubicBezTo>
                  <a:pt x="24110" y="49281"/>
                  <a:pt x="25479" y="48663"/>
                  <a:pt x="27157" y="48221"/>
                </a:cubicBezTo>
                <a:cubicBezTo>
                  <a:pt x="28835" y="47779"/>
                  <a:pt x="30800" y="47559"/>
                  <a:pt x="33053" y="47559"/>
                </a:cubicBezTo>
                <a:cubicBezTo>
                  <a:pt x="35702" y="47559"/>
                  <a:pt x="37965" y="47890"/>
                  <a:pt x="39842" y="48552"/>
                </a:cubicBezTo>
                <a:cubicBezTo>
                  <a:pt x="41719" y="49215"/>
                  <a:pt x="43209" y="50098"/>
                  <a:pt x="44313" y="51202"/>
                </a:cubicBezTo>
                <a:cubicBezTo>
                  <a:pt x="45108" y="52041"/>
                  <a:pt x="45704" y="52979"/>
                  <a:pt x="46101" y="54017"/>
                </a:cubicBezTo>
                <a:cubicBezTo>
                  <a:pt x="46499" y="55055"/>
                  <a:pt x="46698" y="56170"/>
                  <a:pt x="46698" y="57362"/>
                </a:cubicBezTo>
                <a:lnTo>
                  <a:pt x="65112" y="57362"/>
                </a:lnTo>
                <a:cubicBezTo>
                  <a:pt x="65112" y="54050"/>
                  <a:pt x="64383" y="50981"/>
                  <a:pt x="62926" y="48155"/>
                </a:cubicBezTo>
                <a:cubicBezTo>
                  <a:pt x="61469" y="45329"/>
                  <a:pt x="59371" y="42878"/>
                  <a:pt x="56633" y="40802"/>
                </a:cubicBezTo>
                <a:cubicBezTo>
                  <a:pt x="53851" y="38771"/>
                  <a:pt x="50473" y="37170"/>
                  <a:pt x="46499" y="36000"/>
                </a:cubicBezTo>
                <a:cubicBezTo>
                  <a:pt x="42525" y="34830"/>
                  <a:pt x="38042" y="34245"/>
                  <a:pt x="33053" y="34245"/>
                </a:cubicBezTo>
                <a:cubicBezTo>
                  <a:pt x="28283" y="34245"/>
                  <a:pt x="24000" y="34841"/>
                  <a:pt x="20202" y="36033"/>
                </a:cubicBezTo>
                <a:cubicBezTo>
                  <a:pt x="16405" y="37226"/>
                  <a:pt x="13181" y="38837"/>
                  <a:pt x="10532" y="40869"/>
                </a:cubicBezTo>
                <a:cubicBezTo>
                  <a:pt x="7882" y="42900"/>
                  <a:pt x="5851" y="45262"/>
                  <a:pt x="4438" y="47956"/>
                </a:cubicBezTo>
                <a:cubicBezTo>
                  <a:pt x="3025" y="50650"/>
                  <a:pt x="2318" y="53476"/>
                  <a:pt x="2318" y="56434"/>
                </a:cubicBezTo>
                <a:cubicBezTo>
                  <a:pt x="2318" y="59481"/>
                  <a:pt x="3014" y="62175"/>
                  <a:pt x="4405" y="64515"/>
                </a:cubicBezTo>
                <a:cubicBezTo>
                  <a:pt x="5796" y="66856"/>
                  <a:pt x="7728" y="68909"/>
                  <a:pt x="10201" y="70676"/>
                </a:cubicBezTo>
                <a:cubicBezTo>
                  <a:pt x="12673" y="72486"/>
                  <a:pt x="15643" y="74021"/>
                  <a:pt x="19110" y="75279"/>
                </a:cubicBezTo>
                <a:cubicBezTo>
                  <a:pt x="22576" y="76538"/>
                  <a:pt x="26407" y="77586"/>
                  <a:pt x="30602" y="78425"/>
                </a:cubicBezTo>
                <a:cubicBezTo>
                  <a:pt x="33914" y="79044"/>
                  <a:pt x="36651" y="79662"/>
                  <a:pt x="38815" y="80280"/>
                </a:cubicBezTo>
                <a:cubicBezTo>
                  <a:pt x="40979" y="80898"/>
                  <a:pt x="42723" y="81561"/>
                  <a:pt x="44048" y="82267"/>
                </a:cubicBezTo>
                <a:cubicBezTo>
                  <a:pt x="45329" y="83018"/>
                  <a:pt x="46223" y="83813"/>
                  <a:pt x="46731" y="84652"/>
                </a:cubicBezTo>
                <a:cubicBezTo>
                  <a:pt x="47238" y="85491"/>
                  <a:pt x="47492" y="86462"/>
                  <a:pt x="47492" y="87566"/>
                </a:cubicBezTo>
                <a:close/>
                <a:moveTo>
                  <a:pt x="129415" y="107239"/>
                </a:moveTo>
                <a:lnTo>
                  <a:pt x="146107" y="107239"/>
                </a:lnTo>
                <a:lnTo>
                  <a:pt x="146107" y="35570"/>
                </a:lnTo>
                <a:lnTo>
                  <a:pt x="127627" y="35570"/>
                </a:lnTo>
                <a:lnTo>
                  <a:pt x="127627" y="85844"/>
                </a:lnTo>
                <a:cubicBezTo>
                  <a:pt x="127053" y="86992"/>
                  <a:pt x="126368" y="88030"/>
                  <a:pt x="125573" y="88957"/>
                </a:cubicBezTo>
                <a:cubicBezTo>
                  <a:pt x="124778" y="89884"/>
                  <a:pt x="123873" y="90679"/>
                  <a:pt x="122858" y="91342"/>
                </a:cubicBezTo>
                <a:cubicBezTo>
                  <a:pt x="121665" y="92092"/>
                  <a:pt x="120285" y="92666"/>
                  <a:pt x="118718" y="93064"/>
                </a:cubicBezTo>
                <a:cubicBezTo>
                  <a:pt x="117150" y="93461"/>
                  <a:pt x="115395" y="93660"/>
                  <a:pt x="113452" y="93660"/>
                </a:cubicBezTo>
                <a:cubicBezTo>
                  <a:pt x="111288" y="93660"/>
                  <a:pt x="109455" y="93395"/>
                  <a:pt x="107954" y="92865"/>
                </a:cubicBezTo>
                <a:cubicBezTo>
                  <a:pt x="106453" y="92335"/>
                  <a:pt x="105238" y="91452"/>
                  <a:pt x="104311" y="90216"/>
                </a:cubicBezTo>
                <a:cubicBezTo>
                  <a:pt x="103384" y="89023"/>
                  <a:pt x="102710" y="87434"/>
                  <a:pt x="102291" y="85447"/>
                </a:cubicBezTo>
                <a:cubicBezTo>
                  <a:pt x="101871" y="83459"/>
                  <a:pt x="101661" y="81009"/>
                  <a:pt x="101661" y="78094"/>
                </a:cubicBezTo>
                <a:lnTo>
                  <a:pt x="101661" y="35570"/>
                </a:lnTo>
                <a:lnTo>
                  <a:pt x="83247" y="35570"/>
                </a:lnTo>
                <a:lnTo>
                  <a:pt x="83247" y="77962"/>
                </a:lnTo>
                <a:cubicBezTo>
                  <a:pt x="83247" y="83393"/>
                  <a:pt x="83855" y="88041"/>
                  <a:pt x="85069" y="91905"/>
                </a:cubicBezTo>
                <a:cubicBezTo>
                  <a:pt x="86283" y="95769"/>
                  <a:pt x="87994" y="98937"/>
                  <a:pt x="90202" y="101410"/>
                </a:cubicBezTo>
                <a:cubicBezTo>
                  <a:pt x="92410" y="103927"/>
                  <a:pt x="95060" y="105759"/>
                  <a:pt x="98151" y="106908"/>
                </a:cubicBezTo>
                <a:cubicBezTo>
                  <a:pt x="101242" y="108056"/>
                  <a:pt x="104642" y="108630"/>
                  <a:pt x="108351" y="108630"/>
                </a:cubicBezTo>
                <a:cubicBezTo>
                  <a:pt x="112414" y="108630"/>
                  <a:pt x="116156" y="107614"/>
                  <a:pt x="119579" y="105583"/>
                </a:cubicBezTo>
                <a:cubicBezTo>
                  <a:pt x="123001" y="103551"/>
                  <a:pt x="125927" y="100747"/>
                  <a:pt x="128355" y="97171"/>
                </a:cubicBezTo>
                <a:lnTo>
                  <a:pt x="129415" y="107239"/>
                </a:lnTo>
                <a:close/>
                <a:moveTo>
                  <a:pt x="228626" y="72133"/>
                </a:moveTo>
                <a:lnTo>
                  <a:pt x="228626" y="70742"/>
                </a:lnTo>
                <a:cubicBezTo>
                  <a:pt x="228626" y="66414"/>
                  <a:pt x="228239" y="62352"/>
                  <a:pt x="227467" y="58554"/>
                </a:cubicBezTo>
                <a:cubicBezTo>
                  <a:pt x="226694" y="54756"/>
                  <a:pt x="225513" y="51334"/>
                  <a:pt x="223923" y="48287"/>
                </a:cubicBezTo>
                <a:cubicBezTo>
                  <a:pt x="222907" y="46388"/>
                  <a:pt x="221737" y="44633"/>
                  <a:pt x="220412" y="43021"/>
                </a:cubicBezTo>
                <a:cubicBezTo>
                  <a:pt x="219087" y="41410"/>
                  <a:pt x="217608" y="40030"/>
                  <a:pt x="215974" y="38881"/>
                </a:cubicBezTo>
                <a:cubicBezTo>
                  <a:pt x="213943" y="37380"/>
                  <a:pt x="211636" y="36232"/>
                  <a:pt x="209052" y="35437"/>
                </a:cubicBezTo>
                <a:cubicBezTo>
                  <a:pt x="206469" y="34642"/>
                  <a:pt x="203632" y="34245"/>
                  <a:pt x="200541" y="34245"/>
                </a:cubicBezTo>
                <a:cubicBezTo>
                  <a:pt x="198289" y="34245"/>
                  <a:pt x="196202" y="34477"/>
                  <a:pt x="194281" y="34940"/>
                </a:cubicBezTo>
                <a:cubicBezTo>
                  <a:pt x="192361" y="35404"/>
                  <a:pt x="190583" y="36100"/>
                  <a:pt x="188949" y="37027"/>
                </a:cubicBezTo>
                <a:cubicBezTo>
                  <a:pt x="187801" y="37645"/>
                  <a:pt x="186719" y="38385"/>
                  <a:pt x="185704" y="39246"/>
                </a:cubicBezTo>
                <a:cubicBezTo>
                  <a:pt x="184688" y="40107"/>
                  <a:pt x="183739" y="41045"/>
                  <a:pt x="182855" y="42061"/>
                </a:cubicBezTo>
                <a:lnTo>
                  <a:pt x="182855" y="5498"/>
                </a:lnTo>
                <a:lnTo>
                  <a:pt x="164441" y="5498"/>
                </a:lnTo>
                <a:lnTo>
                  <a:pt x="164441" y="107239"/>
                </a:lnTo>
                <a:lnTo>
                  <a:pt x="181001" y="107239"/>
                </a:lnTo>
                <a:lnTo>
                  <a:pt x="181862" y="99621"/>
                </a:lnTo>
                <a:cubicBezTo>
                  <a:pt x="182613" y="100593"/>
                  <a:pt x="183407" y="101487"/>
                  <a:pt x="184246" y="102304"/>
                </a:cubicBezTo>
                <a:cubicBezTo>
                  <a:pt x="185085" y="103121"/>
                  <a:pt x="185991" y="103861"/>
                  <a:pt x="186962" y="104523"/>
                </a:cubicBezTo>
                <a:cubicBezTo>
                  <a:pt x="188773" y="105848"/>
                  <a:pt x="190815" y="106852"/>
                  <a:pt x="193089" y="107537"/>
                </a:cubicBezTo>
                <a:cubicBezTo>
                  <a:pt x="195363" y="108221"/>
                  <a:pt x="197891" y="108563"/>
                  <a:pt x="200673" y="108563"/>
                </a:cubicBezTo>
                <a:cubicBezTo>
                  <a:pt x="203720" y="108563"/>
                  <a:pt x="206513" y="108177"/>
                  <a:pt x="209052" y="107404"/>
                </a:cubicBezTo>
                <a:cubicBezTo>
                  <a:pt x="211592" y="106632"/>
                  <a:pt x="213877" y="105517"/>
                  <a:pt x="215908" y="104059"/>
                </a:cubicBezTo>
                <a:cubicBezTo>
                  <a:pt x="218160" y="102514"/>
                  <a:pt x="220114" y="100571"/>
                  <a:pt x="221770" y="98230"/>
                </a:cubicBezTo>
                <a:cubicBezTo>
                  <a:pt x="223426" y="95890"/>
                  <a:pt x="224762" y="93285"/>
                  <a:pt x="225777" y="90414"/>
                </a:cubicBezTo>
                <a:cubicBezTo>
                  <a:pt x="226705" y="87809"/>
                  <a:pt x="227411" y="84972"/>
                  <a:pt x="227897" y="81903"/>
                </a:cubicBezTo>
                <a:cubicBezTo>
                  <a:pt x="228383" y="78834"/>
                  <a:pt x="228626" y="75577"/>
                  <a:pt x="228626" y="72133"/>
                </a:cubicBezTo>
                <a:moveTo>
                  <a:pt x="210212" y="70742"/>
                </a:moveTo>
                <a:lnTo>
                  <a:pt x="210212" y="72133"/>
                </a:lnTo>
                <a:cubicBezTo>
                  <a:pt x="210212" y="73987"/>
                  <a:pt x="210134" y="75776"/>
                  <a:pt x="209980" y="77498"/>
                </a:cubicBezTo>
                <a:cubicBezTo>
                  <a:pt x="209825" y="79220"/>
                  <a:pt x="209571" y="80810"/>
                  <a:pt x="209218" y="82267"/>
                </a:cubicBezTo>
                <a:cubicBezTo>
                  <a:pt x="208776" y="84254"/>
                  <a:pt x="208125" y="86032"/>
                  <a:pt x="207264" y="87599"/>
                </a:cubicBezTo>
                <a:cubicBezTo>
                  <a:pt x="206403" y="89167"/>
                  <a:pt x="205288" y="90436"/>
                  <a:pt x="203919" y="91408"/>
                </a:cubicBezTo>
                <a:cubicBezTo>
                  <a:pt x="202948" y="92114"/>
                  <a:pt x="201799" y="92666"/>
                  <a:pt x="200475" y="93064"/>
                </a:cubicBezTo>
                <a:cubicBezTo>
                  <a:pt x="199150" y="93461"/>
                  <a:pt x="197671" y="93660"/>
                  <a:pt x="196037" y="93660"/>
                </a:cubicBezTo>
                <a:cubicBezTo>
                  <a:pt x="194138" y="93660"/>
                  <a:pt x="192449" y="93439"/>
                  <a:pt x="190970" y="92998"/>
                </a:cubicBezTo>
                <a:cubicBezTo>
                  <a:pt x="189490" y="92556"/>
                  <a:pt x="188199" y="91916"/>
                  <a:pt x="187095" y="91077"/>
                </a:cubicBezTo>
                <a:cubicBezTo>
                  <a:pt x="186167" y="90414"/>
                  <a:pt x="185361" y="89631"/>
                  <a:pt x="184677" y="88725"/>
                </a:cubicBezTo>
                <a:cubicBezTo>
                  <a:pt x="183993" y="87820"/>
                  <a:pt x="183385" y="86815"/>
                  <a:pt x="182855" y="85711"/>
                </a:cubicBezTo>
                <a:lnTo>
                  <a:pt x="182855" y="57163"/>
                </a:lnTo>
                <a:cubicBezTo>
                  <a:pt x="183253" y="56324"/>
                  <a:pt x="183694" y="55540"/>
                  <a:pt x="184180" y="54812"/>
                </a:cubicBezTo>
                <a:cubicBezTo>
                  <a:pt x="184666" y="54083"/>
                  <a:pt x="185196" y="53432"/>
                  <a:pt x="185770" y="52858"/>
                </a:cubicBezTo>
                <a:cubicBezTo>
                  <a:pt x="186962" y="51665"/>
                  <a:pt x="188397" y="50760"/>
                  <a:pt x="190075" y="50142"/>
                </a:cubicBezTo>
                <a:cubicBezTo>
                  <a:pt x="191753" y="49524"/>
                  <a:pt x="193696" y="49215"/>
                  <a:pt x="195904" y="49215"/>
                </a:cubicBezTo>
                <a:cubicBezTo>
                  <a:pt x="197538" y="49215"/>
                  <a:pt x="198995" y="49402"/>
                  <a:pt x="200276" y="49778"/>
                </a:cubicBezTo>
                <a:cubicBezTo>
                  <a:pt x="201557" y="50153"/>
                  <a:pt x="202705" y="50716"/>
                  <a:pt x="203720" y="51467"/>
                </a:cubicBezTo>
                <a:cubicBezTo>
                  <a:pt x="205266" y="52659"/>
                  <a:pt x="206425" y="53973"/>
                  <a:pt x="207198" y="55408"/>
                </a:cubicBezTo>
                <a:cubicBezTo>
                  <a:pt x="207971" y="56843"/>
                  <a:pt x="208600" y="58466"/>
                  <a:pt x="209086" y="60276"/>
                </a:cubicBezTo>
                <a:cubicBezTo>
                  <a:pt x="209483" y="61822"/>
                  <a:pt x="209770" y="63478"/>
                  <a:pt x="209947" y="65244"/>
                </a:cubicBezTo>
                <a:cubicBezTo>
                  <a:pt x="210123" y="67010"/>
                  <a:pt x="210212" y="68843"/>
                  <a:pt x="210212" y="70742"/>
                </a:cubicBezTo>
                <a:close/>
                <a:moveTo>
                  <a:pt x="306309" y="121612"/>
                </a:moveTo>
                <a:lnTo>
                  <a:pt x="306309" y="107239"/>
                </a:lnTo>
                <a:lnTo>
                  <a:pt x="245900" y="107239"/>
                </a:lnTo>
                <a:lnTo>
                  <a:pt x="245900" y="121612"/>
                </a:lnTo>
                <a:lnTo>
                  <a:pt x="306309" y="121612"/>
                </a:lnTo>
                <a:close/>
                <a:moveTo>
                  <a:pt x="380615" y="71404"/>
                </a:moveTo>
                <a:lnTo>
                  <a:pt x="380615" y="10797"/>
                </a:lnTo>
                <a:lnTo>
                  <a:pt x="361936" y="10797"/>
                </a:lnTo>
                <a:lnTo>
                  <a:pt x="321399" y="74782"/>
                </a:lnTo>
                <a:lnTo>
                  <a:pt x="322127" y="86308"/>
                </a:lnTo>
                <a:lnTo>
                  <a:pt x="362201" y="86308"/>
                </a:lnTo>
                <a:lnTo>
                  <a:pt x="362201" y="107239"/>
                </a:lnTo>
                <a:lnTo>
                  <a:pt x="380615" y="107239"/>
                </a:lnTo>
                <a:lnTo>
                  <a:pt x="380615" y="86308"/>
                </a:lnTo>
                <a:lnTo>
                  <a:pt x="391809" y="86308"/>
                </a:lnTo>
                <a:lnTo>
                  <a:pt x="391809" y="71404"/>
                </a:lnTo>
                <a:lnTo>
                  <a:pt x="380615" y="71404"/>
                </a:lnTo>
                <a:moveTo>
                  <a:pt x="339482" y="71404"/>
                </a:moveTo>
                <a:lnTo>
                  <a:pt x="360413" y="38749"/>
                </a:lnTo>
                <a:lnTo>
                  <a:pt x="362201" y="35570"/>
                </a:lnTo>
                <a:lnTo>
                  <a:pt x="362201" y="71404"/>
                </a:lnTo>
                <a:lnTo>
                  <a:pt x="339482" y="71404"/>
                </a:lnTo>
                <a:close/>
                <a:moveTo>
                  <a:pt x="471016" y="70543"/>
                </a:moveTo>
                <a:lnTo>
                  <a:pt x="471016" y="47492"/>
                </a:lnTo>
                <a:cubicBezTo>
                  <a:pt x="471016" y="41266"/>
                  <a:pt x="470288" y="35779"/>
                  <a:pt x="468831" y="31032"/>
                </a:cubicBezTo>
                <a:cubicBezTo>
                  <a:pt x="467373" y="26285"/>
                  <a:pt x="465298" y="22300"/>
                  <a:pt x="462604" y="19076"/>
                </a:cubicBezTo>
                <a:cubicBezTo>
                  <a:pt x="459866" y="15897"/>
                  <a:pt x="456554" y="13490"/>
                  <a:pt x="452669" y="11857"/>
                </a:cubicBezTo>
                <a:cubicBezTo>
                  <a:pt x="448783" y="10223"/>
                  <a:pt x="444411" y="9406"/>
                  <a:pt x="439553" y="9406"/>
                </a:cubicBezTo>
                <a:cubicBezTo>
                  <a:pt x="434740" y="9406"/>
                  <a:pt x="430402" y="10223"/>
                  <a:pt x="426538" y="11857"/>
                </a:cubicBezTo>
                <a:cubicBezTo>
                  <a:pt x="422674" y="13490"/>
                  <a:pt x="419395" y="15897"/>
                  <a:pt x="416702" y="19076"/>
                </a:cubicBezTo>
                <a:cubicBezTo>
                  <a:pt x="413964" y="22300"/>
                  <a:pt x="411866" y="26285"/>
                  <a:pt x="410409" y="31032"/>
                </a:cubicBezTo>
                <a:cubicBezTo>
                  <a:pt x="408952" y="35779"/>
                  <a:pt x="408223" y="41266"/>
                  <a:pt x="408223" y="47492"/>
                </a:cubicBezTo>
                <a:lnTo>
                  <a:pt x="408223" y="70543"/>
                </a:lnTo>
                <a:cubicBezTo>
                  <a:pt x="408223" y="76769"/>
                  <a:pt x="408963" y="82256"/>
                  <a:pt x="410442" y="87003"/>
                </a:cubicBezTo>
                <a:cubicBezTo>
                  <a:pt x="411921" y="91750"/>
                  <a:pt x="414030" y="95713"/>
                  <a:pt x="416768" y="98893"/>
                </a:cubicBezTo>
                <a:cubicBezTo>
                  <a:pt x="419461" y="102116"/>
                  <a:pt x="422751" y="104545"/>
                  <a:pt x="426637" y="106179"/>
                </a:cubicBezTo>
                <a:cubicBezTo>
                  <a:pt x="430523" y="107813"/>
                  <a:pt x="434873" y="108630"/>
                  <a:pt x="439686" y="108630"/>
                </a:cubicBezTo>
                <a:cubicBezTo>
                  <a:pt x="444543" y="108630"/>
                  <a:pt x="448915" y="107813"/>
                  <a:pt x="452801" y="106179"/>
                </a:cubicBezTo>
                <a:cubicBezTo>
                  <a:pt x="456687" y="104545"/>
                  <a:pt x="459977" y="102116"/>
                  <a:pt x="462670" y="98893"/>
                </a:cubicBezTo>
                <a:cubicBezTo>
                  <a:pt x="465364" y="95713"/>
                  <a:pt x="467429" y="91750"/>
                  <a:pt x="468864" y="87003"/>
                </a:cubicBezTo>
                <a:cubicBezTo>
                  <a:pt x="470299" y="82256"/>
                  <a:pt x="471016" y="76769"/>
                  <a:pt x="471016" y="70543"/>
                </a:cubicBezTo>
                <a:moveTo>
                  <a:pt x="426770" y="62595"/>
                </a:moveTo>
                <a:cubicBezTo>
                  <a:pt x="426770" y="61226"/>
                  <a:pt x="426770" y="60188"/>
                  <a:pt x="426770" y="59481"/>
                </a:cubicBezTo>
                <a:cubicBezTo>
                  <a:pt x="426770" y="58775"/>
                  <a:pt x="426770" y="57362"/>
                  <a:pt x="426770" y="55242"/>
                </a:cubicBezTo>
                <a:lnTo>
                  <a:pt x="426770" y="44578"/>
                </a:lnTo>
                <a:cubicBezTo>
                  <a:pt x="426770" y="41001"/>
                  <a:pt x="427046" y="37910"/>
                  <a:pt x="427598" y="35305"/>
                </a:cubicBezTo>
                <a:cubicBezTo>
                  <a:pt x="428150" y="32699"/>
                  <a:pt x="429000" y="30580"/>
                  <a:pt x="430148" y="28946"/>
                </a:cubicBezTo>
                <a:cubicBezTo>
                  <a:pt x="431208" y="27400"/>
                  <a:pt x="432521" y="26241"/>
                  <a:pt x="434089" y="25468"/>
                </a:cubicBezTo>
                <a:cubicBezTo>
                  <a:pt x="435657" y="24696"/>
                  <a:pt x="437478" y="24309"/>
                  <a:pt x="439553" y="24309"/>
                </a:cubicBezTo>
                <a:cubicBezTo>
                  <a:pt x="441408" y="24309"/>
                  <a:pt x="443075" y="24607"/>
                  <a:pt x="444554" y="25203"/>
                </a:cubicBezTo>
                <a:cubicBezTo>
                  <a:pt x="446034" y="25800"/>
                  <a:pt x="447281" y="26716"/>
                  <a:pt x="448297" y="27952"/>
                </a:cubicBezTo>
                <a:cubicBezTo>
                  <a:pt x="449622" y="29498"/>
                  <a:pt x="450626" y="31562"/>
                  <a:pt x="451311" y="34145"/>
                </a:cubicBezTo>
                <a:cubicBezTo>
                  <a:pt x="451995" y="36729"/>
                  <a:pt x="452382" y="39831"/>
                  <a:pt x="452470" y="43452"/>
                </a:cubicBezTo>
                <a:lnTo>
                  <a:pt x="426770" y="62595"/>
                </a:lnTo>
                <a:moveTo>
                  <a:pt x="452470" y="73325"/>
                </a:moveTo>
                <a:cubicBezTo>
                  <a:pt x="452470" y="76902"/>
                  <a:pt x="452194" y="80004"/>
                  <a:pt x="451642" y="82631"/>
                </a:cubicBezTo>
                <a:cubicBezTo>
                  <a:pt x="451090" y="85259"/>
                  <a:pt x="450262" y="87412"/>
                  <a:pt x="449158" y="89090"/>
                </a:cubicBezTo>
                <a:cubicBezTo>
                  <a:pt x="448098" y="90679"/>
                  <a:pt x="446773" y="91861"/>
                  <a:pt x="445184" y="92633"/>
                </a:cubicBezTo>
                <a:cubicBezTo>
                  <a:pt x="443594" y="93406"/>
                  <a:pt x="441761" y="93792"/>
                  <a:pt x="439686" y="93792"/>
                </a:cubicBezTo>
                <a:cubicBezTo>
                  <a:pt x="437434" y="93792"/>
                  <a:pt x="435491" y="93351"/>
                  <a:pt x="433857" y="92468"/>
                </a:cubicBezTo>
                <a:cubicBezTo>
                  <a:pt x="432223" y="91585"/>
                  <a:pt x="430876" y="90238"/>
                  <a:pt x="429817" y="88427"/>
                </a:cubicBezTo>
                <a:cubicBezTo>
                  <a:pt x="428889" y="86926"/>
                  <a:pt x="428172" y="85049"/>
                  <a:pt x="427664" y="82797"/>
                </a:cubicBezTo>
                <a:cubicBezTo>
                  <a:pt x="427156" y="80545"/>
                  <a:pt x="426858" y="77962"/>
                  <a:pt x="426770" y="75047"/>
                </a:cubicBezTo>
                <a:lnTo>
                  <a:pt x="452470" y="55971"/>
                </a:lnTo>
                <a:cubicBezTo>
                  <a:pt x="452470" y="57251"/>
                  <a:pt x="452470" y="58234"/>
                  <a:pt x="452470" y="58918"/>
                </a:cubicBezTo>
                <a:cubicBezTo>
                  <a:pt x="452470" y="59603"/>
                  <a:pt x="452470" y="60674"/>
                  <a:pt x="452470" y="62131"/>
                </a:cubicBezTo>
                <a:lnTo>
                  <a:pt x="452470" y="73325"/>
                </a:lnTo>
                <a:close/>
                <a:moveTo>
                  <a:pt x="543401" y="71404"/>
                </a:moveTo>
                <a:lnTo>
                  <a:pt x="543401" y="10797"/>
                </a:lnTo>
                <a:lnTo>
                  <a:pt x="524722" y="10797"/>
                </a:lnTo>
                <a:lnTo>
                  <a:pt x="484184" y="74782"/>
                </a:lnTo>
                <a:lnTo>
                  <a:pt x="484913" y="86308"/>
                </a:lnTo>
                <a:lnTo>
                  <a:pt x="524987" y="86308"/>
                </a:lnTo>
                <a:lnTo>
                  <a:pt x="524987" y="107239"/>
                </a:lnTo>
                <a:lnTo>
                  <a:pt x="543401" y="107239"/>
                </a:lnTo>
                <a:lnTo>
                  <a:pt x="543401" y="86308"/>
                </a:lnTo>
                <a:lnTo>
                  <a:pt x="554595" y="86308"/>
                </a:lnTo>
                <a:lnTo>
                  <a:pt x="554595" y="71404"/>
                </a:lnTo>
                <a:lnTo>
                  <a:pt x="543401" y="71404"/>
                </a:lnTo>
                <a:moveTo>
                  <a:pt x="502267" y="71404"/>
                </a:moveTo>
                <a:lnTo>
                  <a:pt x="523198" y="38749"/>
                </a:lnTo>
                <a:lnTo>
                  <a:pt x="524987" y="35570"/>
                </a:lnTo>
                <a:lnTo>
                  <a:pt x="524987" y="71404"/>
                </a:lnTo>
                <a:lnTo>
                  <a:pt x="502267" y="71404"/>
                </a:lnTo>
                <a:close/>
                <a:moveTo>
                  <a:pt x="589554" y="50937"/>
                </a:moveTo>
                <a:lnTo>
                  <a:pt x="589554" y="65244"/>
                </a:lnTo>
                <a:lnTo>
                  <a:pt x="599556" y="65244"/>
                </a:lnTo>
                <a:cubicBezTo>
                  <a:pt x="602073" y="65244"/>
                  <a:pt x="604336" y="65531"/>
                  <a:pt x="606345" y="66105"/>
                </a:cubicBezTo>
                <a:cubicBezTo>
                  <a:pt x="608355" y="66679"/>
                  <a:pt x="610088" y="67562"/>
                  <a:pt x="611545" y="68755"/>
                </a:cubicBezTo>
                <a:cubicBezTo>
                  <a:pt x="612958" y="69947"/>
                  <a:pt x="614040" y="71470"/>
                  <a:pt x="614791" y="73325"/>
                </a:cubicBezTo>
                <a:cubicBezTo>
                  <a:pt x="615541" y="75180"/>
                  <a:pt x="615917" y="77410"/>
                  <a:pt x="615917" y="80015"/>
                </a:cubicBezTo>
                <a:cubicBezTo>
                  <a:pt x="615917" y="82091"/>
                  <a:pt x="615597" y="83967"/>
                  <a:pt x="614956" y="85645"/>
                </a:cubicBezTo>
                <a:cubicBezTo>
                  <a:pt x="614316" y="87323"/>
                  <a:pt x="613378" y="88736"/>
                  <a:pt x="612141" y="89884"/>
                </a:cubicBezTo>
                <a:cubicBezTo>
                  <a:pt x="610861" y="91165"/>
                  <a:pt x="609271" y="92137"/>
                  <a:pt x="607372" y="92799"/>
                </a:cubicBezTo>
                <a:cubicBezTo>
                  <a:pt x="605473" y="93461"/>
                  <a:pt x="603332" y="93792"/>
                  <a:pt x="600947" y="93792"/>
                </a:cubicBezTo>
                <a:cubicBezTo>
                  <a:pt x="598828" y="93792"/>
                  <a:pt x="596885" y="93472"/>
                  <a:pt x="595118" y="92832"/>
                </a:cubicBezTo>
                <a:cubicBezTo>
                  <a:pt x="593352" y="92192"/>
                  <a:pt x="591828" y="91298"/>
                  <a:pt x="590548" y="90149"/>
                </a:cubicBezTo>
                <a:cubicBezTo>
                  <a:pt x="589223" y="89045"/>
                  <a:pt x="588207" y="87710"/>
                  <a:pt x="587501" y="86142"/>
                </a:cubicBezTo>
                <a:cubicBezTo>
                  <a:pt x="586794" y="84574"/>
                  <a:pt x="586441" y="82863"/>
                  <a:pt x="586441" y="81009"/>
                </a:cubicBezTo>
                <a:lnTo>
                  <a:pt x="568027" y="81009"/>
                </a:lnTo>
                <a:cubicBezTo>
                  <a:pt x="568027" y="85689"/>
                  <a:pt x="568943" y="89752"/>
                  <a:pt x="570776" y="93196"/>
                </a:cubicBezTo>
                <a:cubicBezTo>
                  <a:pt x="572608" y="96641"/>
                  <a:pt x="575048" y="99489"/>
                  <a:pt x="578095" y="101741"/>
                </a:cubicBezTo>
                <a:cubicBezTo>
                  <a:pt x="581142" y="104037"/>
                  <a:pt x="584620" y="105748"/>
                  <a:pt x="588528" y="106874"/>
                </a:cubicBezTo>
                <a:cubicBezTo>
                  <a:pt x="592436" y="108000"/>
                  <a:pt x="596443" y="108563"/>
                  <a:pt x="600550" y="108563"/>
                </a:cubicBezTo>
                <a:cubicBezTo>
                  <a:pt x="605319" y="108563"/>
                  <a:pt x="609768" y="107934"/>
                  <a:pt x="613897" y="106676"/>
                </a:cubicBezTo>
                <a:cubicBezTo>
                  <a:pt x="618025" y="105417"/>
                  <a:pt x="621591" y="103574"/>
                  <a:pt x="624594" y="101145"/>
                </a:cubicBezTo>
                <a:cubicBezTo>
                  <a:pt x="627597" y="98760"/>
                  <a:pt x="629959" y="95802"/>
                  <a:pt x="631681" y="92269"/>
                </a:cubicBezTo>
                <a:cubicBezTo>
                  <a:pt x="633404" y="88736"/>
                  <a:pt x="634265" y="84718"/>
                  <a:pt x="634265" y="80214"/>
                </a:cubicBezTo>
                <a:cubicBezTo>
                  <a:pt x="634265" y="77653"/>
                  <a:pt x="633956" y="75224"/>
                  <a:pt x="633337" y="72928"/>
                </a:cubicBezTo>
                <a:cubicBezTo>
                  <a:pt x="632719" y="70631"/>
                  <a:pt x="631770" y="68512"/>
                  <a:pt x="630489" y="66569"/>
                </a:cubicBezTo>
                <a:cubicBezTo>
                  <a:pt x="629209" y="64670"/>
                  <a:pt x="627586" y="62970"/>
                  <a:pt x="625621" y="61469"/>
                </a:cubicBezTo>
                <a:cubicBezTo>
                  <a:pt x="623656" y="59967"/>
                  <a:pt x="621326" y="58731"/>
                  <a:pt x="618633" y="57759"/>
                </a:cubicBezTo>
                <a:cubicBezTo>
                  <a:pt x="620929" y="56655"/>
                  <a:pt x="622960" y="55342"/>
                  <a:pt x="624726" y="53818"/>
                </a:cubicBezTo>
                <a:cubicBezTo>
                  <a:pt x="626493" y="52295"/>
                  <a:pt x="627972" y="50628"/>
                  <a:pt x="629164" y="48817"/>
                </a:cubicBezTo>
                <a:cubicBezTo>
                  <a:pt x="630357" y="47007"/>
                  <a:pt x="631262" y="45097"/>
                  <a:pt x="631880" y="43088"/>
                </a:cubicBezTo>
                <a:cubicBezTo>
                  <a:pt x="632498" y="41078"/>
                  <a:pt x="632807" y="39036"/>
                  <a:pt x="632807" y="36961"/>
                </a:cubicBezTo>
                <a:cubicBezTo>
                  <a:pt x="632807" y="32456"/>
                  <a:pt x="632024" y="28493"/>
                  <a:pt x="630456" y="25071"/>
                </a:cubicBezTo>
                <a:cubicBezTo>
                  <a:pt x="628888" y="21649"/>
                  <a:pt x="626691" y="18767"/>
                  <a:pt x="623865" y="16427"/>
                </a:cubicBezTo>
                <a:cubicBezTo>
                  <a:pt x="621039" y="14131"/>
                  <a:pt x="617639" y="12397"/>
                  <a:pt x="613665" y="11227"/>
                </a:cubicBezTo>
                <a:cubicBezTo>
                  <a:pt x="609690" y="10057"/>
                  <a:pt x="605319" y="9472"/>
                  <a:pt x="600550" y="9472"/>
                </a:cubicBezTo>
                <a:cubicBezTo>
                  <a:pt x="596134" y="9472"/>
                  <a:pt x="592016" y="10112"/>
                  <a:pt x="588196" y="11393"/>
                </a:cubicBezTo>
                <a:cubicBezTo>
                  <a:pt x="584377" y="12673"/>
                  <a:pt x="581054" y="14462"/>
                  <a:pt x="578228" y="16758"/>
                </a:cubicBezTo>
                <a:cubicBezTo>
                  <a:pt x="575401" y="19099"/>
                  <a:pt x="573183" y="21880"/>
                  <a:pt x="571571" y="25104"/>
                </a:cubicBezTo>
                <a:cubicBezTo>
                  <a:pt x="569959" y="28328"/>
                  <a:pt x="569153" y="31904"/>
                  <a:pt x="569153" y="35835"/>
                </a:cubicBezTo>
                <a:lnTo>
                  <a:pt x="587567" y="35835"/>
                </a:lnTo>
                <a:cubicBezTo>
                  <a:pt x="587567" y="34068"/>
                  <a:pt x="587920" y="32479"/>
                  <a:pt x="588627" y="31065"/>
                </a:cubicBezTo>
                <a:cubicBezTo>
                  <a:pt x="589333" y="29652"/>
                  <a:pt x="590305" y="28438"/>
                  <a:pt x="591541" y="27422"/>
                </a:cubicBezTo>
                <a:cubicBezTo>
                  <a:pt x="592734" y="26451"/>
                  <a:pt x="594136" y="25700"/>
                  <a:pt x="595747" y="25170"/>
                </a:cubicBezTo>
                <a:cubicBezTo>
                  <a:pt x="597359" y="24640"/>
                  <a:pt x="599092" y="24375"/>
                  <a:pt x="600947" y="24375"/>
                </a:cubicBezTo>
                <a:cubicBezTo>
                  <a:pt x="603199" y="24375"/>
                  <a:pt x="605175" y="24685"/>
                  <a:pt x="606875" y="25303"/>
                </a:cubicBezTo>
                <a:cubicBezTo>
                  <a:pt x="608576" y="25921"/>
                  <a:pt x="609978" y="26782"/>
                  <a:pt x="611081" y="27886"/>
                </a:cubicBezTo>
                <a:cubicBezTo>
                  <a:pt x="612185" y="29034"/>
                  <a:pt x="613013" y="30392"/>
                  <a:pt x="613565" y="31960"/>
                </a:cubicBezTo>
                <a:cubicBezTo>
                  <a:pt x="614117" y="33527"/>
                  <a:pt x="614393" y="35261"/>
                  <a:pt x="614393" y="37159"/>
                </a:cubicBezTo>
                <a:cubicBezTo>
                  <a:pt x="614393" y="39102"/>
                  <a:pt x="614117" y="40902"/>
                  <a:pt x="613565" y="42558"/>
                </a:cubicBezTo>
                <a:cubicBezTo>
                  <a:pt x="613013" y="44214"/>
                  <a:pt x="612185" y="45616"/>
                  <a:pt x="611081" y="46764"/>
                </a:cubicBezTo>
                <a:cubicBezTo>
                  <a:pt x="609889" y="48089"/>
                  <a:pt x="608333" y="49115"/>
                  <a:pt x="606412" y="49844"/>
                </a:cubicBezTo>
                <a:cubicBezTo>
                  <a:pt x="604491" y="50572"/>
                  <a:pt x="602206" y="50937"/>
                  <a:pt x="599556" y="50937"/>
                </a:cubicBezTo>
                <a:lnTo>
                  <a:pt x="589554" y="50937"/>
                </a:lnTo>
                <a:close/>
                <a:moveTo>
                  <a:pt x="701284" y="10002"/>
                </a:moveTo>
                <a:lnTo>
                  <a:pt x="698833" y="10002"/>
                </a:lnTo>
                <a:cubicBezTo>
                  <a:pt x="690841" y="10002"/>
                  <a:pt x="683797" y="11338"/>
                  <a:pt x="677704" y="14009"/>
                </a:cubicBezTo>
                <a:cubicBezTo>
                  <a:pt x="671610" y="16681"/>
                  <a:pt x="666509" y="20379"/>
                  <a:pt x="662403" y="25104"/>
                </a:cubicBezTo>
                <a:cubicBezTo>
                  <a:pt x="658296" y="29873"/>
                  <a:pt x="655205" y="35514"/>
                  <a:pt x="653129" y="42028"/>
                </a:cubicBezTo>
                <a:cubicBezTo>
                  <a:pt x="651054" y="48541"/>
                  <a:pt x="650016" y="55618"/>
                  <a:pt x="650016" y="63257"/>
                </a:cubicBezTo>
                <a:lnTo>
                  <a:pt x="650016" y="70344"/>
                </a:lnTo>
                <a:cubicBezTo>
                  <a:pt x="650016" y="75864"/>
                  <a:pt x="650800" y="80953"/>
                  <a:pt x="652368" y="85612"/>
                </a:cubicBezTo>
                <a:cubicBezTo>
                  <a:pt x="653935" y="90271"/>
                  <a:pt x="656176" y="94300"/>
                  <a:pt x="659091" y="97701"/>
                </a:cubicBezTo>
                <a:cubicBezTo>
                  <a:pt x="661961" y="101101"/>
                  <a:pt x="665472" y="103761"/>
                  <a:pt x="669623" y="105682"/>
                </a:cubicBezTo>
                <a:cubicBezTo>
                  <a:pt x="673773" y="107603"/>
                  <a:pt x="678432" y="108563"/>
                  <a:pt x="683599" y="108563"/>
                </a:cubicBezTo>
                <a:cubicBezTo>
                  <a:pt x="688544" y="108563"/>
                  <a:pt x="693004" y="107713"/>
                  <a:pt x="696979" y="106013"/>
                </a:cubicBezTo>
                <a:cubicBezTo>
                  <a:pt x="700953" y="104313"/>
                  <a:pt x="704331" y="101984"/>
                  <a:pt x="707113" y="99025"/>
                </a:cubicBezTo>
                <a:cubicBezTo>
                  <a:pt x="709895" y="96067"/>
                  <a:pt x="712037" y="92578"/>
                  <a:pt x="713538" y="88560"/>
                </a:cubicBezTo>
                <a:cubicBezTo>
                  <a:pt x="715039" y="84541"/>
                  <a:pt x="715790" y="80192"/>
                  <a:pt x="715790" y="75511"/>
                </a:cubicBezTo>
                <a:cubicBezTo>
                  <a:pt x="715790" y="71139"/>
                  <a:pt x="715227" y="66977"/>
                  <a:pt x="714101" y="63025"/>
                </a:cubicBezTo>
                <a:cubicBezTo>
                  <a:pt x="712975" y="59073"/>
                  <a:pt x="711264" y="55595"/>
                  <a:pt x="708968" y="52593"/>
                </a:cubicBezTo>
                <a:cubicBezTo>
                  <a:pt x="706671" y="49634"/>
                  <a:pt x="703812" y="47283"/>
                  <a:pt x="700390" y="45538"/>
                </a:cubicBezTo>
                <a:cubicBezTo>
                  <a:pt x="696968" y="43794"/>
                  <a:pt x="692960" y="42922"/>
                  <a:pt x="688368" y="42922"/>
                </a:cubicBezTo>
                <a:cubicBezTo>
                  <a:pt x="686116" y="42922"/>
                  <a:pt x="684018" y="43187"/>
                  <a:pt x="682075" y="43717"/>
                </a:cubicBezTo>
                <a:cubicBezTo>
                  <a:pt x="680132" y="44247"/>
                  <a:pt x="678344" y="44931"/>
                  <a:pt x="676710" y="45770"/>
                </a:cubicBezTo>
                <a:cubicBezTo>
                  <a:pt x="675032" y="46653"/>
                  <a:pt x="673531" y="47636"/>
                  <a:pt x="672206" y="48718"/>
                </a:cubicBezTo>
                <a:cubicBezTo>
                  <a:pt x="670881" y="49800"/>
                  <a:pt x="669711" y="50893"/>
                  <a:pt x="668695" y="51997"/>
                </a:cubicBezTo>
                <a:cubicBezTo>
                  <a:pt x="669093" y="47978"/>
                  <a:pt x="670053" y="44335"/>
                  <a:pt x="671577" y="41067"/>
                </a:cubicBezTo>
                <a:cubicBezTo>
                  <a:pt x="673100" y="37800"/>
                  <a:pt x="675186" y="34996"/>
                  <a:pt x="677836" y="32655"/>
                </a:cubicBezTo>
                <a:cubicBezTo>
                  <a:pt x="680441" y="30315"/>
                  <a:pt x="683610" y="28504"/>
                  <a:pt x="687341" y="27224"/>
                </a:cubicBezTo>
                <a:cubicBezTo>
                  <a:pt x="691072" y="25943"/>
                  <a:pt x="695367" y="25303"/>
                  <a:pt x="700224" y="25303"/>
                </a:cubicBezTo>
                <a:lnTo>
                  <a:pt x="701284" y="25303"/>
                </a:lnTo>
                <a:lnTo>
                  <a:pt x="701284" y="10002"/>
                </a:lnTo>
                <a:moveTo>
                  <a:pt x="683003" y="57693"/>
                </a:moveTo>
                <a:cubicBezTo>
                  <a:pt x="685299" y="57693"/>
                  <a:pt x="687341" y="58146"/>
                  <a:pt x="689130" y="59051"/>
                </a:cubicBezTo>
                <a:cubicBezTo>
                  <a:pt x="690918" y="59956"/>
                  <a:pt x="692430" y="61204"/>
                  <a:pt x="693667" y="62793"/>
                </a:cubicBezTo>
                <a:cubicBezTo>
                  <a:pt x="694903" y="64427"/>
                  <a:pt x="695853" y="66348"/>
                  <a:pt x="696515" y="68556"/>
                </a:cubicBezTo>
                <a:cubicBezTo>
                  <a:pt x="697177" y="70764"/>
                  <a:pt x="697509" y="73171"/>
                  <a:pt x="697509" y="75776"/>
                </a:cubicBezTo>
                <a:cubicBezTo>
                  <a:pt x="697509" y="78381"/>
                  <a:pt x="697177" y="80777"/>
                  <a:pt x="696515" y="82963"/>
                </a:cubicBezTo>
                <a:cubicBezTo>
                  <a:pt x="695853" y="85148"/>
                  <a:pt x="694903" y="87036"/>
                  <a:pt x="693667" y="88626"/>
                </a:cubicBezTo>
                <a:cubicBezTo>
                  <a:pt x="692430" y="90216"/>
                  <a:pt x="690929" y="91463"/>
                  <a:pt x="689163" y="92368"/>
                </a:cubicBezTo>
                <a:cubicBezTo>
                  <a:pt x="687396" y="93274"/>
                  <a:pt x="685431" y="93726"/>
                  <a:pt x="683267" y="93726"/>
                </a:cubicBezTo>
                <a:cubicBezTo>
                  <a:pt x="681148" y="93726"/>
                  <a:pt x="679183" y="93285"/>
                  <a:pt x="677372" y="92401"/>
                </a:cubicBezTo>
                <a:cubicBezTo>
                  <a:pt x="675562" y="91518"/>
                  <a:pt x="673994" y="90194"/>
                  <a:pt x="672669" y="88427"/>
                </a:cubicBezTo>
                <a:cubicBezTo>
                  <a:pt x="671345" y="86705"/>
                  <a:pt x="670318" y="84519"/>
                  <a:pt x="669589" y="81870"/>
                </a:cubicBezTo>
                <a:cubicBezTo>
                  <a:pt x="668861" y="79220"/>
                  <a:pt x="668496" y="76129"/>
                  <a:pt x="668496" y="72596"/>
                </a:cubicBezTo>
                <a:lnTo>
                  <a:pt x="668496" y="67165"/>
                </a:lnTo>
                <a:cubicBezTo>
                  <a:pt x="669115" y="65840"/>
                  <a:pt x="669876" y="64626"/>
                  <a:pt x="670782" y="63522"/>
                </a:cubicBezTo>
                <a:cubicBezTo>
                  <a:pt x="671687" y="62418"/>
                  <a:pt x="672692" y="61446"/>
                  <a:pt x="673796" y="60607"/>
                </a:cubicBezTo>
                <a:cubicBezTo>
                  <a:pt x="675076" y="59680"/>
                  <a:pt x="676489" y="58963"/>
                  <a:pt x="678035" y="58455"/>
                </a:cubicBezTo>
                <a:cubicBezTo>
                  <a:pt x="679580" y="57947"/>
                  <a:pt x="681236" y="57693"/>
                  <a:pt x="683003" y="57693"/>
                </a:cubicBezTo>
                <a:close/>
                <a:moveTo>
                  <a:pt x="796852" y="107239"/>
                </a:moveTo>
                <a:lnTo>
                  <a:pt x="796852" y="92468"/>
                </a:lnTo>
                <a:lnTo>
                  <a:pt x="754526" y="92468"/>
                </a:lnTo>
                <a:lnTo>
                  <a:pt x="772675" y="73259"/>
                </a:lnTo>
                <a:cubicBezTo>
                  <a:pt x="775811" y="70035"/>
                  <a:pt x="778659" y="66955"/>
                  <a:pt x="781220" y="64019"/>
                </a:cubicBezTo>
                <a:cubicBezTo>
                  <a:pt x="783781" y="61082"/>
                  <a:pt x="785989" y="58201"/>
                  <a:pt x="787844" y="55375"/>
                </a:cubicBezTo>
                <a:cubicBezTo>
                  <a:pt x="789654" y="52549"/>
                  <a:pt x="791056" y="49689"/>
                  <a:pt x="792050" y="46797"/>
                </a:cubicBezTo>
                <a:cubicBezTo>
                  <a:pt x="793043" y="43905"/>
                  <a:pt x="793540" y="40869"/>
                  <a:pt x="793540" y="37689"/>
                </a:cubicBezTo>
                <a:cubicBezTo>
                  <a:pt x="793540" y="33494"/>
                  <a:pt x="792878" y="29663"/>
                  <a:pt x="791553" y="26197"/>
                </a:cubicBezTo>
                <a:cubicBezTo>
                  <a:pt x="790228" y="22731"/>
                  <a:pt x="788307" y="19761"/>
                  <a:pt x="785790" y="17288"/>
                </a:cubicBezTo>
                <a:cubicBezTo>
                  <a:pt x="783229" y="14815"/>
                  <a:pt x="780061" y="12894"/>
                  <a:pt x="776285" y="11525"/>
                </a:cubicBezTo>
                <a:cubicBezTo>
                  <a:pt x="772510" y="10156"/>
                  <a:pt x="768171" y="9472"/>
                  <a:pt x="763270" y="9472"/>
                </a:cubicBezTo>
                <a:cubicBezTo>
                  <a:pt x="758147" y="9472"/>
                  <a:pt x="753477" y="10300"/>
                  <a:pt x="749260" y="11956"/>
                </a:cubicBezTo>
                <a:cubicBezTo>
                  <a:pt x="745043" y="13612"/>
                  <a:pt x="741455" y="15875"/>
                  <a:pt x="738497" y="18745"/>
                </a:cubicBezTo>
                <a:cubicBezTo>
                  <a:pt x="735494" y="21616"/>
                  <a:pt x="733176" y="24961"/>
                  <a:pt x="731542" y="28780"/>
                </a:cubicBezTo>
                <a:cubicBezTo>
                  <a:pt x="729908" y="32600"/>
                  <a:pt x="729091" y="36651"/>
                  <a:pt x="729091" y="40935"/>
                </a:cubicBezTo>
                <a:lnTo>
                  <a:pt x="747571" y="40935"/>
                </a:lnTo>
                <a:cubicBezTo>
                  <a:pt x="747571" y="38330"/>
                  <a:pt x="747902" y="36011"/>
                  <a:pt x="748565" y="33980"/>
                </a:cubicBezTo>
                <a:cubicBezTo>
                  <a:pt x="749227" y="31949"/>
                  <a:pt x="750199" y="30249"/>
                  <a:pt x="751479" y="28880"/>
                </a:cubicBezTo>
                <a:cubicBezTo>
                  <a:pt x="752716" y="27555"/>
                  <a:pt x="754272" y="26550"/>
                  <a:pt x="756149" y="25866"/>
                </a:cubicBezTo>
                <a:cubicBezTo>
                  <a:pt x="758026" y="25181"/>
                  <a:pt x="760201" y="24839"/>
                  <a:pt x="762673" y="24839"/>
                </a:cubicBezTo>
                <a:cubicBezTo>
                  <a:pt x="764572" y="24839"/>
                  <a:pt x="766305" y="25148"/>
                  <a:pt x="767873" y="25766"/>
                </a:cubicBezTo>
                <a:cubicBezTo>
                  <a:pt x="769441" y="26385"/>
                  <a:pt x="770799" y="27268"/>
                  <a:pt x="771947" y="28416"/>
                </a:cubicBezTo>
                <a:cubicBezTo>
                  <a:pt x="773051" y="29608"/>
                  <a:pt x="773912" y="31043"/>
                  <a:pt x="774530" y="32721"/>
                </a:cubicBezTo>
                <a:cubicBezTo>
                  <a:pt x="775148" y="34399"/>
                  <a:pt x="775457" y="36320"/>
                  <a:pt x="775457" y="38484"/>
                </a:cubicBezTo>
                <a:cubicBezTo>
                  <a:pt x="775457" y="39941"/>
                  <a:pt x="775225" y="41443"/>
                  <a:pt x="774762" y="42988"/>
                </a:cubicBezTo>
                <a:cubicBezTo>
                  <a:pt x="774298" y="44534"/>
                  <a:pt x="773558" y="46190"/>
                  <a:pt x="772543" y="47956"/>
                </a:cubicBezTo>
                <a:cubicBezTo>
                  <a:pt x="771483" y="49767"/>
                  <a:pt x="770114" y="51754"/>
                  <a:pt x="768436" y="53917"/>
                </a:cubicBezTo>
                <a:cubicBezTo>
                  <a:pt x="766758" y="56081"/>
                  <a:pt x="764705" y="58488"/>
                  <a:pt x="762276" y="61137"/>
                </a:cubicBezTo>
                <a:lnTo>
                  <a:pt x="731078" y="94654"/>
                </a:lnTo>
                <a:lnTo>
                  <a:pt x="731078" y="107239"/>
                </a:lnTo>
                <a:lnTo>
                  <a:pt x="796852" y="107239"/>
                </a:lnTo>
                <a:close/>
                <a:moveTo>
                  <a:pt x="910092" y="68026"/>
                </a:moveTo>
                <a:lnTo>
                  <a:pt x="910092" y="69483"/>
                </a:lnTo>
                <a:cubicBezTo>
                  <a:pt x="910092" y="75754"/>
                  <a:pt x="910566" y="81627"/>
                  <a:pt x="911516" y="87102"/>
                </a:cubicBezTo>
                <a:cubicBezTo>
                  <a:pt x="912465" y="92578"/>
                  <a:pt x="913757" y="97634"/>
                  <a:pt x="915391" y="102271"/>
                </a:cubicBezTo>
                <a:cubicBezTo>
                  <a:pt x="917025" y="106952"/>
                  <a:pt x="918934" y="111213"/>
                  <a:pt x="921120" y="115055"/>
                </a:cubicBezTo>
                <a:cubicBezTo>
                  <a:pt x="923306" y="118897"/>
                  <a:pt x="925613" y="122275"/>
                  <a:pt x="928042" y="125189"/>
                </a:cubicBezTo>
                <a:cubicBezTo>
                  <a:pt x="930471" y="128148"/>
                  <a:pt x="932977" y="130665"/>
                  <a:pt x="935560" y="132740"/>
                </a:cubicBezTo>
                <a:cubicBezTo>
                  <a:pt x="938143" y="134816"/>
                  <a:pt x="940649" y="136405"/>
                  <a:pt x="943078" y="137509"/>
                </a:cubicBezTo>
                <a:lnTo>
                  <a:pt x="946655" y="127574"/>
                </a:lnTo>
                <a:cubicBezTo>
                  <a:pt x="944933" y="126249"/>
                  <a:pt x="943188" y="124593"/>
                  <a:pt x="941422" y="122606"/>
                </a:cubicBezTo>
                <a:cubicBezTo>
                  <a:pt x="939656" y="120619"/>
                  <a:pt x="937978" y="118278"/>
                  <a:pt x="936388" y="115585"/>
                </a:cubicBezTo>
                <a:cubicBezTo>
                  <a:pt x="934887" y="113112"/>
                  <a:pt x="933485" y="110219"/>
                  <a:pt x="932182" y="106908"/>
                </a:cubicBezTo>
                <a:cubicBezTo>
                  <a:pt x="930879" y="103596"/>
                  <a:pt x="929742" y="99997"/>
                  <a:pt x="928771" y="96111"/>
                </a:cubicBezTo>
                <a:cubicBezTo>
                  <a:pt x="928064" y="93329"/>
                  <a:pt x="927413" y="89597"/>
                  <a:pt x="926817" y="84917"/>
                </a:cubicBezTo>
                <a:cubicBezTo>
                  <a:pt x="926221" y="80236"/>
                  <a:pt x="925923" y="75136"/>
                  <a:pt x="925923" y="69616"/>
                </a:cubicBezTo>
                <a:lnTo>
                  <a:pt x="925923" y="67894"/>
                </a:lnTo>
                <a:cubicBezTo>
                  <a:pt x="925923" y="62285"/>
                  <a:pt x="926232" y="57097"/>
                  <a:pt x="926850" y="52328"/>
                </a:cubicBezTo>
                <a:cubicBezTo>
                  <a:pt x="927468" y="47559"/>
                  <a:pt x="928285" y="43209"/>
                  <a:pt x="929301" y="39279"/>
                </a:cubicBezTo>
                <a:cubicBezTo>
                  <a:pt x="930449" y="35216"/>
                  <a:pt x="931785" y="31463"/>
                  <a:pt x="933308" y="28019"/>
                </a:cubicBezTo>
                <a:cubicBezTo>
                  <a:pt x="934832" y="24574"/>
                  <a:pt x="936476" y="21593"/>
                  <a:pt x="938243" y="19076"/>
                </a:cubicBezTo>
                <a:cubicBezTo>
                  <a:pt x="939612" y="17133"/>
                  <a:pt x="941003" y="15411"/>
                  <a:pt x="942416" y="13910"/>
                </a:cubicBezTo>
                <a:cubicBezTo>
                  <a:pt x="943829" y="12409"/>
                  <a:pt x="945242" y="11128"/>
                  <a:pt x="946655" y="10068"/>
                </a:cubicBezTo>
                <a:lnTo>
                  <a:pt x="943078" y="0"/>
                </a:lnTo>
                <a:cubicBezTo>
                  <a:pt x="940649" y="1104"/>
                  <a:pt x="938143" y="2683"/>
                  <a:pt x="935560" y="4736"/>
                </a:cubicBezTo>
                <a:cubicBezTo>
                  <a:pt x="932977" y="6789"/>
                  <a:pt x="930471" y="9295"/>
                  <a:pt x="928042" y="12254"/>
                </a:cubicBezTo>
                <a:cubicBezTo>
                  <a:pt x="925613" y="15213"/>
                  <a:pt x="923306" y="18613"/>
                  <a:pt x="921120" y="22455"/>
                </a:cubicBezTo>
                <a:cubicBezTo>
                  <a:pt x="918934" y="26296"/>
                  <a:pt x="917025" y="30536"/>
                  <a:pt x="915391" y="35172"/>
                </a:cubicBezTo>
                <a:cubicBezTo>
                  <a:pt x="913757" y="39853"/>
                  <a:pt x="912465" y="44942"/>
                  <a:pt x="911516" y="50440"/>
                </a:cubicBezTo>
                <a:cubicBezTo>
                  <a:pt x="910566" y="55938"/>
                  <a:pt x="910092" y="61800"/>
                  <a:pt x="910092" y="68026"/>
                </a:cubicBezTo>
                <a:close/>
                <a:moveTo>
                  <a:pt x="996586" y="96574"/>
                </a:moveTo>
                <a:cubicBezTo>
                  <a:pt x="996586" y="99975"/>
                  <a:pt x="997734" y="102823"/>
                  <a:pt x="1000030" y="105119"/>
                </a:cubicBezTo>
                <a:cubicBezTo>
                  <a:pt x="1002326" y="107415"/>
                  <a:pt x="1005439" y="108563"/>
                  <a:pt x="1009370" y="108563"/>
                </a:cubicBezTo>
                <a:cubicBezTo>
                  <a:pt x="1013255" y="108563"/>
                  <a:pt x="1016358" y="107426"/>
                  <a:pt x="1018676" y="105152"/>
                </a:cubicBezTo>
                <a:cubicBezTo>
                  <a:pt x="1020994" y="102878"/>
                  <a:pt x="1022153" y="100019"/>
                  <a:pt x="1022153" y="96574"/>
                </a:cubicBezTo>
                <a:cubicBezTo>
                  <a:pt x="1022153" y="93130"/>
                  <a:pt x="1021016" y="90238"/>
                  <a:pt x="1018742" y="87897"/>
                </a:cubicBezTo>
                <a:cubicBezTo>
                  <a:pt x="1016468" y="85557"/>
                  <a:pt x="1013344" y="84387"/>
                  <a:pt x="1009370" y="84387"/>
                </a:cubicBezTo>
                <a:cubicBezTo>
                  <a:pt x="1005351" y="84387"/>
                  <a:pt x="1002216" y="85568"/>
                  <a:pt x="999964" y="87930"/>
                </a:cubicBezTo>
                <a:cubicBezTo>
                  <a:pt x="997712" y="90293"/>
                  <a:pt x="996586" y="93174"/>
                  <a:pt x="996586" y="96574"/>
                </a:cubicBezTo>
                <a:close/>
                <a:moveTo>
                  <a:pt x="1077978" y="96574"/>
                </a:moveTo>
                <a:cubicBezTo>
                  <a:pt x="1077978" y="99975"/>
                  <a:pt x="1079127" y="102823"/>
                  <a:pt x="1081423" y="105119"/>
                </a:cubicBezTo>
                <a:cubicBezTo>
                  <a:pt x="1083719" y="107415"/>
                  <a:pt x="1086832" y="108563"/>
                  <a:pt x="1090762" y="108563"/>
                </a:cubicBezTo>
                <a:cubicBezTo>
                  <a:pt x="1094648" y="108563"/>
                  <a:pt x="1097750" y="107426"/>
                  <a:pt x="1100069" y="105152"/>
                </a:cubicBezTo>
                <a:cubicBezTo>
                  <a:pt x="1102387" y="102878"/>
                  <a:pt x="1103546" y="100019"/>
                  <a:pt x="1103546" y="96574"/>
                </a:cubicBezTo>
                <a:cubicBezTo>
                  <a:pt x="1103546" y="93130"/>
                  <a:pt x="1102409" y="90238"/>
                  <a:pt x="1100135" y="87897"/>
                </a:cubicBezTo>
                <a:cubicBezTo>
                  <a:pt x="1097861" y="85557"/>
                  <a:pt x="1094737" y="84387"/>
                  <a:pt x="1090762" y="84387"/>
                </a:cubicBezTo>
                <a:cubicBezTo>
                  <a:pt x="1086744" y="84387"/>
                  <a:pt x="1083609" y="85568"/>
                  <a:pt x="1081357" y="87930"/>
                </a:cubicBezTo>
                <a:cubicBezTo>
                  <a:pt x="1079104" y="90293"/>
                  <a:pt x="1077978" y="93174"/>
                  <a:pt x="1077978" y="96574"/>
                </a:cubicBezTo>
                <a:close/>
                <a:moveTo>
                  <a:pt x="1159371" y="96574"/>
                </a:moveTo>
                <a:cubicBezTo>
                  <a:pt x="1159371" y="99975"/>
                  <a:pt x="1160519" y="102823"/>
                  <a:pt x="1162815" y="105119"/>
                </a:cubicBezTo>
                <a:cubicBezTo>
                  <a:pt x="1165112" y="107415"/>
                  <a:pt x="1168225" y="108563"/>
                  <a:pt x="1172155" y="108563"/>
                </a:cubicBezTo>
                <a:cubicBezTo>
                  <a:pt x="1176041" y="108563"/>
                  <a:pt x="1179143" y="107426"/>
                  <a:pt x="1181461" y="105152"/>
                </a:cubicBezTo>
                <a:cubicBezTo>
                  <a:pt x="1183780" y="102878"/>
                  <a:pt x="1184939" y="100019"/>
                  <a:pt x="1184939" y="96574"/>
                </a:cubicBezTo>
                <a:cubicBezTo>
                  <a:pt x="1184939" y="93130"/>
                  <a:pt x="1183802" y="90238"/>
                  <a:pt x="1181528" y="87897"/>
                </a:cubicBezTo>
                <a:cubicBezTo>
                  <a:pt x="1179253" y="85557"/>
                  <a:pt x="1176129" y="84387"/>
                  <a:pt x="1172155" y="84387"/>
                </a:cubicBezTo>
                <a:cubicBezTo>
                  <a:pt x="1168137" y="84387"/>
                  <a:pt x="1165001" y="85568"/>
                  <a:pt x="1162749" y="87930"/>
                </a:cubicBezTo>
                <a:cubicBezTo>
                  <a:pt x="1160497" y="90293"/>
                  <a:pt x="1159371" y="93174"/>
                  <a:pt x="1159371" y="96574"/>
                </a:cubicBezTo>
                <a:close/>
                <a:moveTo>
                  <a:pt x="1271167" y="69483"/>
                </a:moveTo>
                <a:lnTo>
                  <a:pt x="1271167" y="68026"/>
                </a:lnTo>
                <a:cubicBezTo>
                  <a:pt x="1271167" y="61976"/>
                  <a:pt x="1270681" y="56247"/>
                  <a:pt x="1269709" y="50837"/>
                </a:cubicBezTo>
                <a:cubicBezTo>
                  <a:pt x="1268738" y="45428"/>
                  <a:pt x="1267413" y="40383"/>
                  <a:pt x="1265735" y="35702"/>
                </a:cubicBezTo>
                <a:cubicBezTo>
                  <a:pt x="1264057" y="31021"/>
                  <a:pt x="1262103" y="26749"/>
                  <a:pt x="1259873" y="22885"/>
                </a:cubicBezTo>
                <a:cubicBezTo>
                  <a:pt x="1257643" y="19021"/>
                  <a:pt x="1255270" y="15566"/>
                  <a:pt x="1252753" y="12519"/>
                </a:cubicBezTo>
                <a:cubicBezTo>
                  <a:pt x="1250236" y="9516"/>
                  <a:pt x="1247652" y="6955"/>
                  <a:pt x="1245003" y="4835"/>
                </a:cubicBezTo>
                <a:cubicBezTo>
                  <a:pt x="1242353" y="2716"/>
                  <a:pt x="1239770" y="1104"/>
                  <a:pt x="1237253" y="0"/>
                </a:cubicBezTo>
                <a:lnTo>
                  <a:pt x="1233742" y="9869"/>
                </a:lnTo>
                <a:cubicBezTo>
                  <a:pt x="1235067" y="10885"/>
                  <a:pt x="1236403" y="12110"/>
                  <a:pt x="1237750" y="13546"/>
                </a:cubicBezTo>
                <a:cubicBezTo>
                  <a:pt x="1239097" y="14981"/>
                  <a:pt x="1240410" y="16604"/>
                  <a:pt x="1241691" y="18414"/>
                </a:cubicBezTo>
                <a:cubicBezTo>
                  <a:pt x="1243590" y="21152"/>
                  <a:pt x="1245389" y="24398"/>
                  <a:pt x="1247089" y="28151"/>
                </a:cubicBezTo>
                <a:cubicBezTo>
                  <a:pt x="1248789" y="31904"/>
                  <a:pt x="1250236" y="36144"/>
                  <a:pt x="1251428" y="40869"/>
                </a:cubicBezTo>
                <a:cubicBezTo>
                  <a:pt x="1252355" y="44666"/>
                  <a:pt x="1253095" y="48817"/>
                  <a:pt x="1253647" y="53321"/>
                </a:cubicBezTo>
                <a:cubicBezTo>
                  <a:pt x="1254199" y="57825"/>
                  <a:pt x="1254475" y="62683"/>
                  <a:pt x="1254475" y="67894"/>
                </a:cubicBezTo>
                <a:lnTo>
                  <a:pt x="1254475" y="69616"/>
                </a:lnTo>
                <a:cubicBezTo>
                  <a:pt x="1254475" y="74959"/>
                  <a:pt x="1254199" y="79927"/>
                  <a:pt x="1253647" y="84519"/>
                </a:cubicBezTo>
                <a:cubicBezTo>
                  <a:pt x="1253095" y="89112"/>
                  <a:pt x="1252355" y="93307"/>
                  <a:pt x="1251428" y="97104"/>
                </a:cubicBezTo>
                <a:cubicBezTo>
                  <a:pt x="1250324" y="101255"/>
                  <a:pt x="1249054" y="105009"/>
                  <a:pt x="1247619" y="108365"/>
                </a:cubicBezTo>
                <a:cubicBezTo>
                  <a:pt x="1246184" y="111721"/>
                  <a:pt x="1244605" y="114724"/>
                  <a:pt x="1242883" y="117373"/>
                </a:cubicBezTo>
                <a:cubicBezTo>
                  <a:pt x="1241426" y="119625"/>
                  <a:pt x="1239925" y="121601"/>
                  <a:pt x="1238379" y="123301"/>
                </a:cubicBezTo>
                <a:cubicBezTo>
                  <a:pt x="1236833" y="125001"/>
                  <a:pt x="1235288" y="126426"/>
                  <a:pt x="1233742" y="127574"/>
                </a:cubicBezTo>
                <a:lnTo>
                  <a:pt x="1237253" y="137509"/>
                </a:lnTo>
                <a:cubicBezTo>
                  <a:pt x="1239770" y="136405"/>
                  <a:pt x="1242353" y="134794"/>
                  <a:pt x="1245003" y="132674"/>
                </a:cubicBezTo>
                <a:cubicBezTo>
                  <a:pt x="1247652" y="130554"/>
                  <a:pt x="1250236" y="127971"/>
                  <a:pt x="1252753" y="124924"/>
                </a:cubicBezTo>
                <a:cubicBezTo>
                  <a:pt x="1255270" y="121921"/>
                  <a:pt x="1257643" y="118488"/>
                  <a:pt x="1259873" y="114624"/>
                </a:cubicBezTo>
                <a:cubicBezTo>
                  <a:pt x="1262103" y="110760"/>
                  <a:pt x="1264057" y="106488"/>
                  <a:pt x="1265735" y="101807"/>
                </a:cubicBezTo>
                <a:cubicBezTo>
                  <a:pt x="1267413" y="97126"/>
                  <a:pt x="1268738" y="92081"/>
                  <a:pt x="1269709" y="86672"/>
                </a:cubicBezTo>
                <a:cubicBezTo>
                  <a:pt x="1270681" y="81263"/>
                  <a:pt x="1271167" y="75533"/>
                  <a:pt x="1271167" y="69483"/>
                </a:cubicBezTo>
                <a:close/>
                <a:moveTo>
                  <a:pt x="1356467" y="131084"/>
                </a:moveTo>
                <a:lnTo>
                  <a:pt x="1358720" y="120619"/>
                </a:lnTo>
                <a:cubicBezTo>
                  <a:pt x="1356512" y="120707"/>
                  <a:pt x="1354712" y="120144"/>
                  <a:pt x="1353321" y="118930"/>
                </a:cubicBezTo>
                <a:cubicBezTo>
                  <a:pt x="1351930" y="117715"/>
                  <a:pt x="1350837" y="116115"/>
                  <a:pt x="1350042" y="114127"/>
                </a:cubicBezTo>
                <a:cubicBezTo>
                  <a:pt x="1349248" y="112140"/>
                  <a:pt x="1348707" y="109921"/>
                  <a:pt x="1348420" y="107471"/>
                </a:cubicBezTo>
                <a:cubicBezTo>
                  <a:pt x="1348133" y="105020"/>
                  <a:pt x="1347989" y="102602"/>
                  <a:pt x="1347989" y="100218"/>
                </a:cubicBezTo>
                <a:lnTo>
                  <a:pt x="1347989" y="89421"/>
                </a:lnTo>
                <a:cubicBezTo>
                  <a:pt x="1347989" y="84166"/>
                  <a:pt x="1346708" y="79529"/>
                  <a:pt x="1344147" y="75511"/>
                </a:cubicBezTo>
                <a:cubicBezTo>
                  <a:pt x="1341586" y="71492"/>
                  <a:pt x="1337568" y="68423"/>
                  <a:pt x="1332092" y="66304"/>
                </a:cubicBezTo>
                <a:cubicBezTo>
                  <a:pt x="1337523" y="64184"/>
                  <a:pt x="1341531" y="61093"/>
                  <a:pt x="1344114" y="57031"/>
                </a:cubicBezTo>
                <a:cubicBezTo>
                  <a:pt x="1346697" y="52968"/>
                  <a:pt x="1347989" y="48309"/>
                  <a:pt x="1347989" y="43054"/>
                </a:cubicBezTo>
                <a:lnTo>
                  <a:pt x="1347989" y="32258"/>
                </a:lnTo>
                <a:cubicBezTo>
                  <a:pt x="1347989" y="29873"/>
                  <a:pt x="1348044" y="27455"/>
                  <a:pt x="1348155" y="25005"/>
                </a:cubicBezTo>
                <a:cubicBezTo>
                  <a:pt x="1348265" y="22554"/>
                  <a:pt x="1348651" y="20335"/>
                  <a:pt x="1349314" y="18348"/>
                </a:cubicBezTo>
                <a:cubicBezTo>
                  <a:pt x="1349976" y="16361"/>
                  <a:pt x="1351036" y="14760"/>
                  <a:pt x="1352493" y="13546"/>
                </a:cubicBezTo>
                <a:cubicBezTo>
                  <a:pt x="1353950" y="12331"/>
                  <a:pt x="1356026" y="11768"/>
                  <a:pt x="1358720" y="11857"/>
                </a:cubicBezTo>
                <a:lnTo>
                  <a:pt x="1356467" y="1457"/>
                </a:lnTo>
                <a:cubicBezTo>
                  <a:pt x="1352184" y="1457"/>
                  <a:pt x="1348497" y="2274"/>
                  <a:pt x="1345406" y="3908"/>
                </a:cubicBezTo>
                <a:cubicBezTo>
                  <a:pt x="1342315" y="5542"/>
                  <a:pt x="1339820" y="7639"/>
                  <a:pt x="1337921" y="10201"/>
                </a:cubicBezTo>
                <a:cubicBezTo>
                  <a:pt x="1335625" y="13159"/>
                  <a:pt x="1333947" y="16637"/>
                  <a:pt x="1332887" y="20633"/>
                </a:cubicBezTo>
                <a:cubicBezTo>
                  <a:pt x="1331827" y="24629"/>
                  <a:pt x="1331297" y="28504"/>
                  <a:pt x="1331297" y="32258"/>
                </a:cubicBezTo>
                <a:lnTo>
                  <a:pt x="1331297" y="43054"/>
                </a:lnTo>
                <a:cubicBezTo>
                  <a:pt x="1331297" y="49016"/>
                  <a:pt x="1329928" y="53277"/>
                  <a:pt x="1327190" y="55838"/>
                </a:cubicBezTo>
                <a:cubicBezTo>
                  <a:pt x="1324453" y="58400"/>
                  <a:pt x="1320280" y="59680"/>
                  <a:pt x="1314671" y="59680"/>
                </a:cubicBezTo>
                <a:lnTo>
                  <a:pt x="1314671" y="72928"/>
                </a:lnTo>
                <a:cubicBezTo>
                  <a:pt x="1320280" y="72928"/>
                  <a:pt x="1324453" y="74208"/>
                  <a:pt x="1327190" y="76769"/>
                </a:cubicBezTo>
                <a:cubicBezTo>
                  <a:pt x="1329928" y="79331"/>
                  <a:pt x="1331297" y="83548"/>
                  <a:pt x="1331297" y="89421"/>
                </a:cubicBezTo>
                <a:lnTo>
                  <a:pt x="1331297" y="100218"/>
                </a:lnTo>
                <a:cubicBezTo>
                  <a:pt x="1331297" y="103706"/>
                  <a:pt x="1331772" y="107272"/>
                  <a:pt x="1332721" y="110915"/>
                </a:cubicBezTo>
                <a:cubicBezTo>
                  <a:pt x="1333671" y="114558"/>
                  <a:pt x="1335205" y="117903"/>
                  <a:pt x="1337325" y="120950"/>
                </a:cubicBezTo>
                <a:cubicBezTo>
                  <a:pt x="1339312" y="123864"/>
                  <a:pt x="1341906" y="126282"/>
                  <a:pt x="1345108" y="128203"/>
                </a:cubicBezTo>
                <a:cubicBezTo>
                  <a:pt x="1348309" y="130124"/>
                  <a:pt x="1352096" y="131084"/>
                  <a:pt x="1356467" y="131084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69A450-4318-4671-AEE9-4629DD4D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036" y="393621"/>
            <a:ext cx="1383903" cy="162786"/>
          </a:xfrm>
          <a:custGeom xmlns:a="http://schemas.openxmlformats.org/drawingml/2006/main">
            <a:pathLst>
              <a:path w="1383903" h="162786">
                <a:moveTo>
                  <a:pt x="0" y="0"/>
                </a:moveTo>
                <a:lnTo>
                  <a:pt x="1383903" y="0"/>
                </a:lnTo>
                <a:lnTo>
                  <a:pt x="1383903" y="162786"/>
                </a:lnTo>
                <a:lnTo>
                  <a:pt x="0" y="1627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*">
            <a:extLst xmlns:a="http://schemas.openxmlformats.org/drawingml/2006/main">
              <a:ext uri="{FF2B5EF4-FFF2-40B4-BE49-F238E27FC236}">
                <a16:creationId xmlns:a16="http://schemas.microsoft.com/office/drawing/2014/main" id="{58DEB4F9-57AA-4A61-BCB4-F6DFCBA7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5804" y="427407"/>
            <a:ext cx="67761" cy="68026"/>
          </a:xfrm>
          <a:custGeom xmlns:a="http://schemas.openxmlformats.org/drawingml/2006/main">
            <a:pathLst>
              <a:path w="67761" h="68026">
                <a:moveTo>
                  <a:pt x="25965" y="37491"/>
                </a:moveTo>
                <a:lnTo>
                  <a:pt x="7551" y="59150"/>
                </a:lnTo>
                <a:lnTo>
                  <a:pt x="19408" y="67297"/>
                </a:lnTo>
                <a:lnTo>
                  <a:pt x="33384" y="43386"/>
                </a:lnTo>
                <a:lnTo>
                  <a:pt x="47360" y="68026"/>
                </a:lnTo>
                <a:lnTo>
                  <a:pt x="59150" y="59481"/>
                </a:lnTo>
                <a:lnTo>
                  <a:pt x="41399" y="38087"/>
                </a:lnTo>
                <a:lnTo>
                  <a:pt x="67761" y="32059"/>
                </a:lnTo>
                <a:lnTo>
                  <a:pt x="63389" y="18215"/>
                </a:lnTo>
                <a:lnTo>
                  <a:pt x="38749" y="29012"/>
                </a:lnTo>
                <a:lnTo>
                  <a:pt x="41332" y="0"/>
                </a:lnTo>
                <a:lnTo>
                  <a:pt x="26826" y="0"/>
                </a:lnTo>
                <a:lnTo>
                  <a:pt x="29211" y="28548"/>
                </a:lnTo>
                <a:lnTo>
                  <a:pt x="4372" y="17553"/>
                </a:lnTo>
                <a:lnTo>
                  <a:pt x="0" y="31132"/>
                </a:lnTo>
                <a:lnTo>
                  <a:pt x="25965" y="37491"/>
                </a:ln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8A915-4F2F-4851-AC76-03223C41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036" y="381703"/>
            <a:ext cx="81406" cy="178908"/>
          </a:xfrm>
          <a:custGeom xmlns:a="http://schemas.openxmlformats.org/drawingml/2006/main">
            <a:pathLst>
              <a:path w="81406" h="178908">
                <a:moveTo>
                  <a:pt x="0" y="0"/>
                </a:moveTo>
                <a:lnTo>
                  <a:pt x="81406" y="0"/>
                </a:lnTo>
                <a:lnTo>
                  <a:pt x="81406" y="178908"/>
                </a:lnTo>
                <a:lnTo>
                  <a:pt x="0" y="1789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(">
            <a:extLst xmlns:a="http://schemas.openxmlformats.org/drawingml/2006/main">
              <a:ext uri="{FF2B5EF4-FFF2-40B4-BE49-F238E27FC236}">
                <a16:creationId xmlns:a16="http://schemas.microsoft.com/office/drawing/2014/main" id="{4848CD23-55A3-411A-9493-58D4260D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9887" y="416610"/>
            <a:ext cx="36563" cy="137509"/>
          </a:xfrm>
          <a:custGeom xmlns:a="http://schemas.openxmlformats.org/drawingml/2006/main">
            <a:pathLst>
              <a:path w="36563" h="137509">
                <a:moveTo>
                  <a:pt x="0" y="68026"/>
                </a:moveTo>
                <a:lnTo>
                  <a:pt x="0" y="69483"/>
                </a:lnTo>
                <a:cubicBezTo>
                  <a:pt x="0" y="75754"/>
                  <a:pt x="475" y="81627"/>
                  <a:pt x="1424" y="87102"/>
                </a:cubicBezTo>
                <a:cubicBezTo>
                  <a:pt x="2374" y="92578"/>
                  <a:pt x="3665" y="97634"/>
                  <a:pt x="5299" y="102271"/>
                </a:cubicBezTo>
                <a:cubicBezTo>
                  <a:pt x="6933" y="106952"/>
                  <a:pt x="8843" y="111213"/>
                  <a:pt x="11029" y="115055"/>
                </a:cubicBezTo>
                <a:cubicBezTo>
                  <a:pt x="13214" y="118897"/>
                  <a:pt x="15522" y="122275"/>
                  <a:pt x="17950" y="125189"/>
                </a:cubicBezTo>
                <a:cubicBezTo>
                  <a:pt x="20379" y="128148"/>
                  <a:pt x="22885" y="130665"/>
                  <a:pt x="25468" y="132740"/>
                </a:cubicBezTo>
                <a:cubicBezTo>
                  <a:pt x="28052" y="134816"/>
                  <a:pt x="30558" y="136405"/>
                  <a:pt x="32986" y="137509"/>
                </a:cubicBezTo>
                <a:lnTo>
                  <a:pt x="36563" y="127574"/>
                </a:lnTo>
                <a:cubicBezTo>
                  <a:pt x="34841" y="126249"/>
                  <a:pt x="33097" y="124593"/>
                  <a:pt x="31330" y="122606"/>
                </a:cubicBezTo>
                <a:cubicBezTo>
                  <a:pt x="29564" y="120619"/>
                  <a:pt x="27886" y="118278"/>
                  <a:pt x="26296" y="115585"/>
                </a:cubicBezTo>
                <a:cubicBezTo>
                  <a:pt x="24795" y="113112"/>
                  <a:pt x="23393" y="110219"/>
                  <a:pt x="22090" y="106908"/>
                </a:cubicBezTo>
                <a:cubicBezTo>
                  <a:pt x="20788" y="103596"/>
                  <a:pt x="19650" y="99997"/>
                  <a:pt x="18679" y="96111"/>
                </a:cubicBezTo>
                <a:cubicBezTo>
                  <a:pt x="17972" y="93329"/>
                  <a:pt x="17321" y="89597"/>
                  <a:pt x="16725" y="84917"/>
                </a:cubicBezTo>
                <a:cubicBezTo>
                  <a:pt x="16129" y="80236"/>
                  <a:pt x="15831" y="75136"/>
                  <a:pt x="15831" y="69616"/>
                </a:cubicBezTo>
                <a:lnTo>
                  <a:pt x="15831" y="67894"/>
                </a:lnTo>
                <a:cubicBezTo>
                  <a:pt x="15831" y="62285"/>
                  <a:pt x="16140" y="57097"/>
                  <a:pt x="16758" y="52328"/>
                </a:cubicBezTo>
                <a:cubicBezTo>
                  <a:pt x="17376" y="47559"/>
                  <a:pt x="18193" y="43209"/>
                  <a:pt x="19209" y="39279"/>
                </a:cubicBezTo>
                <a:cubicBezTo>
                  <a:pt x="20357" y="35216"/>
                  <a:pt x="21693" y="31463"/>
                  <a:pt x="23216" y="28019"/>
                </a:cubicBezTo>
                <a:cubicBezTo>
                  <a:pt x="24740" y="24574"/>
                  <a:pt x="26385" y="21593"/>
                  <a:pt x="28151" y="19076"/>
                </a:cubicBezTo>
                <a:cubicBezTo>
                  <a:pt x="29520" y="17133"/>
                  <a:pt x="30911" y="15411"/>
                  <a:pt x="32324" y="13910"/>
                </a:cubicBezTo>
                <a:cubicBezTo>
                  <a:pt x="33737" y="12409"/>
                  <a:pt x="35150" y="11128"/>
                  <a:pt x="36563" y="10068"/>
                </a:cubicBezTo>
                <a:lnTo>
                  <a:pt x="32986" y="0"/>
                </a:lnTo>
                <a:cubicBezTo>
                  <a:pt x="30558" y="1104"/>
                  <a:pt x="28052" y="2683"/>
                  <a:pt x="25468" y="4736"/>
                </a:cubicBezTo>
                <a:cubicBezTo>
                  <a:pt x="22885" y="6789"/>
                  <a:pt x="20379" y="9295"/>
                  <a:pt x="17950" y="12254"/>
                </a:cubicBezTo>
                <a:cubicBezTo>
                  <a:pt x="15522" y="15213"/>
                  <a:pt x="13214" y="18613"/>
                  <a:pt x="11029" y="22455"/>
                </a:cubicBezTo>
                <a:cubicBezTo>
                  <a:pt x="8843" y="26296"/>
                  <a:pt x="6933" y="30536"/>
                  <a:pt x="5299" y="35172"/>
                </a:cubicBezTo>
                <a:cubicBezTo>
                  <a:pt x="3665" y="39853"/>
                  <a:pt x="2374" y="44942"/>
                  <a:pt x="1424" y="50440"/>
                </a:cubicBezTo>
                <a:cubicBezTo>
                  <a:pt x="475" y="55938"/>
                  <a:pt x="0" y="61800"/>
                  <a:pt x="0" y="68026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1D8C5A-75E3-4262-AD2A-4D1B8B12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8442" y="381703"/>
            <a:ext cx="407030" cy="178908"/>
          </a:xfrm>
          <a:custGeom xmlns:a="http://schemas.openxmlformats.org/drawingml/2006/main">
            <a:pathLst>
              <a:path w="407030" h="178908">
                <a:moveTo>
                  <a:pt x="0" y="0"/>
                </a:moveTo>
                <a:lnTo>
                  <a:pt x="407030" y="0"/>
                </a:lnTo>
                <a:lnTo>
                  <a:pt x="407030" y="178908"/>
                </a:lnTo>
                <a:lnTo>
                  <a:pt x="0" y="1789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int64">
            <a:extLst xmlns:a="http://schemas.openxmlformats.org/drawingml/2006/main">
              <a:ext uri="{FF2B5EF4-FFF2-40B4-BE49-F238E27FC236}">
                <a16:creationId xmlns:a16="http://schemas.microsoft.com/office/drawing/2014/main" id="{EDAC1BEC-55B7-43D9-9E98-84DA2CB4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683" y="424029"/>
            <a:ext cx="385648" cy="101211"/>
          </a:xfrm>
          <a:custGeom xmlns:a="http://schemas.openxmlformats.org/drawingml/2006/main">
            <a:pathLst>
              <a:path w="385648" h="101211">
                <a:moveTo>
                  <a:pt x="0" y="28151"/>
                </a:moveTo>
                <a:lnTo>
                  <a:pt x="0" y="43187"/>
                </a:lnTo>
                <a:lnTo>
                  <a:pt x="20401" y="43187"/>
                </a:lnTo>
                <a:lnTo>
                  <a:pt x="20401" y="84850"/>
                </a:lnTo>
                <a:lnTo>
                  <a:pt x="0" y="84850"/>
                </a:lnTo>
                <a:lnTo>
                  <a:pt x="0" y="99820"/>
                </a:lnTo>
                <a:lnTo>
                  <a:pt x="58422" y="99820"/>
                </a:lnTo>
                <a:lnTo>
                  <a:pt x="58422" y="84850"/>
                </a:lnTo>
                <a:lnTo>
                  <a:pt x="39014" y="84850"/>
                </a:lnTo>
                <a:lnTo>
                  <a:pt x="39014" y="28151"/>
                </a:lnTo>
                <a:lnTo>
                  <a:pt x="0" y="28151"/>
                </a:lnTo>
                <a:moveTo>
                  <a:pt x="19076" y="9803"/>
                </a:moveTo>
                <a:cubicBezTo>
                  <a:pt x="19076" y="11216"/>
                  <a:pt x="19330" y="12530"/>
                  <a:pt x="19838" y="13744"/>
                </a:cubicBezTo>
                <a:cubicBezTo>
                  <a:pt x="20346" y="14959"/>
                  <a:pt x="21064" y="15985"/>
                  <a:pt x="21991" y="16824"/>
                </a:cubicBezTo>
                <a:cubicBezTo>
                  <a:pt x="22918" y="17708"/>
                  <a:pt x="24033" y="18392"/>
                  <a:pt x="25336" y="18878"/>
                </a:cubicBezTo>
                <a:cubicBezTo>
                  <a:pt x="26639" y="19363"/>
                  <a:pt x="28085" y="19606"/>
                  <a:pt x="29674" y="19606"/>
                </a:cubicBezTo>
                <a:cubicBezTo>
                  <a:pt x="32942" y="19606"/>
                  <a:pt x="35536" y="18690"/>
                  <a:pt x="37457" y="16857"/>
                </a:cubicBezTo>
                <a:cubicBezTo>
                  <a:pt x="39378" y="15025"/>
                  <a:pt x="40339" y="12673"/>
                  <a:pt x="40339" y="9803"/>
                </a:cubicBezTo>
                <a:cubicBezTo>
                  <a:pt x="40339" y="6933"/>
                  <a:pt x="39378" y="4581"/>
                  <a:pt x="37457" y="2749"/>
                </a:cubicBezTo>
                <a:cubicBezTo>
                  <a:pt x="35536" y="916"/>
                  <a:pt x="32942" y="0"/>
                  <a:pt x="29674" y="0"/>
                </a:cubicBezTo>
                <a:cubicBezTo>
                  <a:pt x="28085" y="0"/>
                  <a:pt x="26639" y="243"/>
                  <a:pt x="25336" y="729"/>
                </a:cubicBezTo>
                <a:cubicBezTo>
                  <a:pt x="24033" y="1214"/>
                  <a:pt x="22918" y="1877"/>
                  <a:pt x="21991" y="2716"/>
                </a:cubicBezTo>
                <a:cubicBezTo>
                  <a:pt x="21064" y="3599"/>
                  <a:pt x="20346" y="4648"/>
                  <a:pt x="19838" y="5862"/>
                </a:cubicBezTo>
                <a:cubicBezTo>
                  <a:pt x="19330" y="7076"/>
                  <a:pt x="19076" y="8390"/>
                  <a:pt x="19076" y="9803"/>
                </a:cubicBezTo>
                <a:close/>
                <a:moveTo>
                  <a:pt x="76491" y="99820"/>
                </a:moveTo>
                <a:lnTo>
                  <a:pt x="94971" y="99820"/>
                </a:lnTo>
                <a:lnTo>
                  <a:pt x="94971" y="48883"/>
                </a:lnTo>
                <a:cubicBezTo>
                  <a:pt x="95590" y="47912"/>
                  <a:pt x="96274" y="47029"/>
                  <a:pt x="97025" y="46234"/>
                </a:cubicBezTo>
                <a:cubicBezTo>
                  <a:pt x="97776" y="45439"/>
                  <a:pt x="98615" y="44755"/>
                  <a:pt x="99542" y="44181"/>
                </a:cubicBezTo>
                <a:cubicBezTo>
                  <a:pt x="100690" y="43386"/>
                  <a:pt x="102004" y="42790"/>
                  <a:pt x="103483" y="42392"/>
                </a:cubicBezTo>
                <a:cubicBezTo>
                  <a:pt x="104962" y="41995"/>
                  <a:pt x="106585" y="41796"/>
                  <a:pt x="108351" y="41796"/>
                </a:cubicBezTo>
                <a:cubicBezTo>
                  <a:pt x="110471" y="41796"/>
                  <a:pt x="112370" y="42006"/>
                  <a:pt x="114048" y="42425"/>
                </a:cubicBezTo>
                <a:cubicBezTo>
                  <a:pt x="115726" y="42845"/>
                  <a:pt x="117161" y="43584"/>
                  <a:pt x="118353" y="44644"/>
                </a:cubicBezTo>
                <a:cubicBezTo>
                  <a:pt x="119546" y="45704"/>
                  <a:pt x="120462" y="47150"/>
                  <a:pt x="121102" y="48983"/>
                </a:cubicBezTo>
                <a:cubicBezTo>
                  <a:pt x="121743" y="50815"/>
                  <a:pt x="122063" y="53145"/>
                  <a:pt x="122063" y="55971"/>
                </a:cubicBezTo>
                <a:lnTo>
                  <a:pt x="122063" y="99820"/>
                </a:lnTo>
                <a:lnTo>
                  <a:pt x="140477" y="99820"/>
                </a:lnTo>
                <a:lnTo>
                  <a:pt x="140477" y="55706"/>
                </a:lnTo>
                <a:cubicBezTo>
                  <a:pt x="140477" y="50495"/>
                  <a:pt x="139870" y="46068"/>
                  <a:pt x="138655" y="42425"/>
                </a:cubicBezTo>
                <a:cubicBezTo>
                  <a:pt x="137441" y="38782"/>
                  <a:pt x="135752" y="35790"/>
                  <a:pt x="133588" y="33450"/>
                </a:cubicBezTo>
                <a:cubicBezTo>
                  <a:pt x="131380" y="31154"/>
                  <a:pt x="128775" y="29476"/>
                  <a:pt x="125772" y="28416"/>
                </a:cubicBezTo>
                <a:cubicBezTo>
                  <a:pt x="122769" y="27356"/>
                  <a:pt x="119457" y="26826"/>
                  <a:pt x="115836" y="26826"/>
                </a:cubicBezTo>
                <a:cubicBezTo>
                  <a:pt x="113010" y="26826"/>
                  <a:pt x="110339" y="27224"/>
                  <a:pt x="107822" y="28019"/>
                </a:cubicBezTo>
                <a:cubicBezTo>
                  <a:pt x="105305" y="28813"/>
                  <a:pt x="102986" y="29961"/>
                  <a:pt x="100867" y="31463"/>
                </a:cubicBezTo>
                <a:cubicBezTo>
                  <a:pt x="99630" y="32346"/>
                  <a:pt x="98460" y="33340"/>
                  <a:pt x="97356" y="34444"/>
                </a:cubicBezTo>
                <a:cubicBezTo>
                  <a:pt x="96252" y="35548"/>
                  <a:pt x="95236" y="36762"/>
                  <a:pt x="94309" y="38087"/>
                </a:cubicBezTo>
                <a:lnTo>
                  <a:pt x="93183" y="28151"/>
                </a:lnTo>
                <a:lnTo>
                  <a:pt x="76491" y="28151"/>
                </a:lnTo>
                <a:lnTo>
                  <a:pt x="76491" y="99820"/>
                </a:lnTo>
                <a:close/>
                <a:moveTo>
                  <a:pt x="191665" y="10598"/>
                </a:moveTo>
                <a:lnTo>
                  <a:pt x="173250" y="10598"/>
                </a:lnTo>
                <a:lnTo>
                  <a:pt x="173250" y="28151"/>
                </a:lnTo>
                <a:lnTo>
                  <a:pt x="156890" y="28151"/>
                </a:lnTo>
                <a:lnTo>
                  <a:pt x="156890" y="41730"/>
                </a:lnTo>
                <a:lnTo>
                  <a:pt x="173250" y="41730"/>
                </a:lnTo>
                <a:lnTo>
                  <a:pt x="173250" y="74319"/>
                </a:lnTo>
                <a:cubicBezTo>
                  <a:pt x="173250" y="79044"/>
                  <a:pt x="173869" y="83095"/>
                  <a:pt x="175105" y="86473"/>
                </a:cubicBezTo>
                <a:cubicBezTo>
                  <a:pt x="176342" y="89851"/>
                  <a:pt x="178108" y="92622"/>
                  <a:pt x="180404" y="94786"/>
                </a:cubicBezTo>
                <a:cubicBezTo>
                  <a:pt x="182656" y="96994"/>
                  <a:pt x="185383" y="98617"/>
                  <a:pt x="188584" y="99655"/>
                </a:cubicBezTo>
                <a:cubicBezTo>
                  <a:pt x="191786" y="100692"/>
                  <a:pt x="195352" y="101211"/>
                  <a:pt x="199282" y="101211"/>
                </a:cubicBezTo>
                <a:cubicBezTo>
                  <a:pt x="201313" y="101211"/>
                  <a:pt x="203378" y="101112"/>
                  <a:pt x="205475" y="100913"/>
                </a:cubicBezTo>
                <a:cubicBezTo>
                  <a:pt x="207573" y="100714"/>
                  <a:pt x="209593" y="100438"/>
                  <a:pt x="211536" y="100085"/>
                </a:cubicBezTo>
                <a:cubicBezTo>
                  <a:pt x="213479" y="99732"/>
                  <a:pt x="215311" y="99279"/>
                  <a:pt x="217034" y="98727"/>
                </a:cubicBezTo>
                <a:cubicBezTo>
                  <a:pt x="218756" y="98175"/>
                  <a:pt x="220257" y="97524"/>
                  <a:pt x="221538" y="96773"/>
                </a:cubicBezTo>
                <a:lnTo>
                  <a:pt x="219749" y="84122"/>
                </a:lnTo>
                <a:cubicBezTo>
                  <a:pt x="218910" y="84343"/>
                  <a:pt x="217906" y="84563"/>
                  <a:pt x="216735" y="84784"/>
                </a:cubicBezTo>
                <a:cubicBezTo>
                  <a:pt x="215565" y="85005"/>
                  <a:pt x="214318" y="85204"/>
                  <a:pt x="212993" y="85380"/>
                </a:cubicBezTo>
                <a:cubicBezTo>
                  <a:pt x="211624" y="85601"/>
                  <a:pt x="210200" y="85778"/>
                  <a:pt x="208721" y="85910"/>
                </a:cubicBezTo>
                <a:cubicBezTo>
                  <a:pt x="207241" y="86043"/>
                  <a:pt x="205795" y="86109"/>
                  <a:pt x="204382" y="86109"/>
                </a:cubicBezTo>
                <a:cubicBezTo>
                  <a:pt x="202439" y="86109"/>
                  <a:pt x="200684" y="85888"/>
                  <a:pt x="199116" y="85447"/>
                </a:cubicBezTo>
                <a:cubicBezTo>
                  <a:pt x="197549" y="85005"/>
                  <a:pt x="196213" y="84254"/>
                  <a:pt x="195109" y="83194"/>
                </a:cubicBezTo>
                <a:cubicBezTo>
                  <a:pt x="194005" y="82179"/>
                  <a:pt x="193155" y="80799"/>
                  <a:pt x="192559" y="79055"/>
                </a:cubicBezTo>
                <a:cubicBezTo>
                  <a:pt x="191963" y="77310"/>
                  <a:pt x="191665" y="75136"/>
                  <a:pt x="191665" y="72530"/>
                </a:cubicBezTo>
                <a:lnTo>
                  <a:pt x="191665" y="41730"/>
                </a:lnTo>
                <a:lnTo>
                  <a:pt x="218425" y="41730"/>
                </a:lnTo>
                <a:lnTo>
                  <a:pt x="218425" y="28151"/>
                </a:lnTo>
                <a:lnTo>
                  <a:pt x="191665" y="28151"/>
                </a:lnTo>
                <a:lnTo>
                  <a:pt x="191665" y="10598"/>
                </a:lnTo>
                <a:close/>
                <a:moveTo>
                  <a:pt x="288160" y="2583"/>
                </a:moveTo>
                <a:lnTo>
                  <a:pt x="285709" y="2583"/>
                </a:lnTo>
                <a:cubicBezTo>
                  <a:pt x="277716" y="2583"/>
                  <a:pt x="270673" y="3919"/>
                  <a:pt x="264579" y="6591"/>
                </a:cubicBezTo>
                <a:cubicBezTo>
                  <a:pt x="258485" y="9262"/>
                  <a:pt x="253385" y="12960"/>
                  <a:pt x="249278" y="17685"/>
                </a:cubicBezTo>
                <a:cubicBezTo>
                  <a:pt x="245172" y="22455"/>
                  <a:pt x="242080" y="28096"/>
                  <a:pt x="240005" y="34609"/>
                </a:cubicBezTo>
                <a:cubicBezTo>
                  <a:pt x="237930" y="41123"/>
                  <a:pt x="236892" y="48199"/>
                  <a:pt x="236892" y="55838"/>
                </a:cubicBezTo>
                <a:lnTo>
                  <a:pt x="236892" y="62926"/>
                </a:lnTo>
                <a:cubicBezTo>
                  <a:pt x="236892" y="68446"/>
                  <a:pt x="237676" y="73535"/>
                  <a:pt x="239243" y="78194"/>
                </a:cubicBezTo>
                <a:cubicBezTo>
                  <a:pt x="240811" y="82852"/>
                  <a:pt x="243052" y="86882"/>
                  <a:pt x="245966" y="90282"/>
                </a:cubicBezTo>
                <a:cubicBezTo>
                  <a:pt x="248837" y="93682"/>
                  <a:pt x="252347" y="96343"/>
                  <a:pt x="256498" y="98264"/>
                </a:cubicBezTo>
                <a:cubicBezTo>
                  <a:pt x="260649" y="100184"/>
                  <a:pt x="265308" y="101145"/>
                  <a:pt x="270474" y="101145"/>
                </a:cubicBezTo>
                <a:cubicBezTo>
                  <a:pt x="275420" y="101145"/>
                  <a:pt x="279880" y="100295"/>
                  <a:pt x="283854" y="98595"/>
                </a:cubicBezTo>
                <a:cubicBezTo>
                  <a:pt x="287829" y="96895"/>
                  <a:pt x="291207" y="94565"/>
                  <a:pt x="293989" y="91607"/>
                </a:cubicBezTo>
                <a:cubicBezTo>
                  <a:pt x="296771" y="88648"/>
                  <a:pt x="298912" y="85160"/>
                  <a:pt x="300414" y="81141"/>
                </a:cubicBezTo>
                <a:cubicBezTo>
                  <a:pt x="301915" y="77123"/>
                  <a:pt x="302666" y="72773"/>
                  <a:pt x="302666" y="68092"/>
                </a:cubicBezTo>
                <a:cubicBezTo>
                  <a:pt x="302666" y="63721"/>
                  <a:pt x="302103" y="59559"/>
                  <a:pt x="300977" y="55606"/>
                </a:cubicBezTo>
                <a:cubicBezTo>
                  <a:pt x="299851" y="51654"/>
                  <a:pt x="298140" y="48177"/>
                  <a:pt x="295843" y="45174"/>
                </a:cubicBezTo>
                <a:cubicBezTo>
                  <a:pt x="293547" y="42215"/>
                  <a:pt x="290688" y="39864"/>
                  <a:pt x="287266" y="38120"/>
                </a:cubicBezTo>
                <a:cubicBezTo>
                  <a:pt x="283843" y="36376"/>
                  <a:pt x="279836" y="35503"/>
                  <a:pt x="275243" y="35503"/>
                </a:cubicBezTo>
                <a:cubicBezTo>
                  <a:pt x="272991" y="35503"/>
                  <a:pt x="270894" y="35768"/>
                  <a:pt x="268951" y="36298"/>
                </a:cubicBezTo>
                <a:cubicBezTo>
                  <a:pt x="267008" y="36828"/>
                  <a:pt x="265219" y="37513"/>
                  <a:pt x="263586" y="38352"/>
                </a:cubicBezTo>
                <a:cubicBezTo>
                  <a:pt x="261908" y="39235"/>
                  <a:pt x="260406" y="40217"/>
                  <a:pt x="259081" y="41299"/>
                </a:cubicBezTo>
                <a:cubicBezTo>
                  <a:pt x="257757" y="42381"/>
                  <a:pt x="256586" y="43474"/>
                  <a:pt x="255571" y="44578"/>
                </a:cubicBezTo>
                <a:cubicBezTo>
                  <a:pt x="255968" y="40560"/>
                  <a:pt x="256929" y="36916"/>
                  <a:pt x="258452" y="33649"/>
                </a:cubicBezTo>
                <a:cubicBezTo>
                  <a:pt x="259976" y="30381"/>
                  <a:pt x="262062" y="27577"/>
                  <a:pt x="264712" y="25237"/>
                </a:cubicBezTo>
                <a:cubicBezTo>
                  <a:pt x="267317" y="22896"/>
                  <a:pt x="270485" y="21086"/>
                  <a:pt x="274217" y="19805"/>
                </a:cubicBezTo>
                <a:cubicBezTo>
                  <a:pt x="277948" y="18524"/>
                  <a:pt x="282243" y="17884"/>
                  <a:pt x="287100" y="17884"/>
                </a:cubicBezTo>
                <a:lnTo>
                  <a:pt x="288160" y="17884"/>
                </a:lnTo>
                <a:lnTo>
                  <a:pt x="288160" y="2583"/>
                </a:lnTo>
                <a:moveTo>
                  <a:pt x="269878" y="50274"/>
                </a:moveTo>
                <a:cubicBezTo>
                  <a:pt x="272174" y="50274"/>
                  <a:pt x="274217" y="50727"/>
                  <a:pt x="276005" y="51632"/>
                </a:cubicBezTo>
                <a:cubicBezTo>
                  <a:pt x="277794" y="52537"/>
                  <a:pt x="279306" y="53785"/>
                  <a:pt x="280542" y="55375"/>
                </a:cubicBezTo>
                <a:cubicBezTo>
                  <a:pt x="281779" y="57009"/>
                  <a:pt x="282728" y="58929"/>
                  <a:pt x="283391" y="61137"/>
                </a:cubicBezTo>
                <a:cubicBezTo>
                  <a:pt x="284053" y="63345"/>
                  <a:pt x="284384" y="65752"/>
                  <a:pt x="284384" y="68357"/>
                </a:cubicBezTo>
                <a:cubicBezTo>
                  <a:pt x="284384" y="70963"/>
                  <a:pt x="284053" y="73358"/>
                  <a:pt x="283391" y="75544"/>
                </a:cubicBezTo>
                <a:cubicBezTo>
                  <a:pt x="282728" y="77730"/>
                  <a:pt x="281779" y="79618"/>
                  <a:pt x="280542" y="81207"/>
                </a:cubicBezTo>
                <a:cubicBezTo>
                  <a:pt x="279306" y="82797"/>
                  <a:pt x="277805" y="84045"/>
                  <a:pt x="276038" y="84950"/>
                </a:cubicBezTo>
                <a:cubicBezTo>
                  <a:pt x="274272" y="85855"/>
                  <a:pt x="272307" y="86308"/>
                  <a:pt x="270143" y="86308"/>
                </a:cubicBezTo>
                <a:cubicBezTo>
                  <a:pt x="268023" y="86308"/>
                  <a:pt x="266058" y="85866"/>
                  <a:pt x="264248" y="84983"/>
                </a:cubicBezTo>
                <a:cubicBezTo>
                  <a:pt x="262437" y="84100"/>
                  <a:pt x="260870" y="82775"/>
                  <a:pt x="259545" y="81009"/>
                </a:cubicBezTo>
                <a:cubicBezTo>
                  <a:pt x="258220" y="79286"/>
                  <a:pt x="257194" y="77101"/>
                  <a:pt x="256465" y="74451"/>
                </a:cubicBezTo>
                <a:cubicBezTo>
                  <a:pt x="255736" y="71802"/>
                  <a:pt x="255372" y="68711"/>
                  <a:pt x="255372" y="65178"/>
                </a:cubicBezTo>
                <a:lnTo>
                  <a:pt x="255372" y="59746"/>
                </a:lnTo>
                <a:cubicBezTo>
                  <a:pt x="255990" y="58422"/>
                  <a:pt x="256752" y="57207"/>
                  <a:pt x="257657" y="56103"/>
                </a:cubicBezTo>
                <a:cubicBezTo>
                  <a:pt x="258563" y="54999"/>
                  <a:pt x="259567" y="54028"/>
                  <a:pt x="260671" y="53189"/>
                </a:cubicBezTo>
                <a:cubicBezTo>
                  <a:pt x="261952" y="52261"/>
                  <a:pt x="263365" y="51544"/>
                  <a:pt x="264910" y="51036"/>
                </a:cubicBezTo>
                <a:cubicBezTo>
                  <a:pt x="266456" y="50528"/>
                  <a:pt x="268112" y="50274"/>
                  <a:pt x="269878" y="50274"/>
                </a:cubicBezTo>
                <a:close/>
                <a:moveTo>
                  <a:pt x="374454" y="63986"/>
                </a:moveTo>
                <a:lnTo>
                  <a:pt x="374454" y="3378"/>
                </a:lnTo>
                <a:lnTo>
                  <a:pt x="355775" y="3378"/>
                </a:lnTo>
                <a:lnTo>
                  <a:pt x="315238" y="67364"/>
                </a:lnTo>
                <a:lnTo>
                  <a:pt x="315966" y="78889"/>
                </a:lnTo>
                <a:lnTo>
                  <a:pt x="356040" y="78889"/>
                </a:lnTo>
                <a:lnTo>
                  <a:pt x="356040" y="99820"/>
                </a:lnTo>
                <a:lnTo>
                  <a:pt x="374454" y="99820"/>
                </a:lnTo>
                <a:lnTo>
                  <a:pt x="374454" y="78889"/>
                </a:lnTo>
                <a:lnTo>
                  <a:pt x="385648" y="78889"/>
                </a:lnTo>
                <a:lnTo>
                  <a:pt x="385648" y="63986"/>
                </a:lnTo>
                <a:lnTo>
                  <a:pt x="374454" y="63986"/>
                </a:lnTo>
                <a:moveTo>
                  <a:pt x="333320" y="63986"/>
                </a:moveTo>
                <a:lnTo>
                  <a:pt x="354252" y="31330"/>
                </a:lnTo>
                <a:lnTo>
                  <a:pt x="356040" y="28151"/>
                </a:lnTo>
                <a:lnTo>
                  <a:pt x="356040" y="63986"/>
                </a:lnTo>
                <a:lnTo>
                  <a:pt x="333320" y="63986"/>
                </a:lnTo>
                <a:close/>
              </a:path>
            </a:pathLst>
          </a:custGeom>
          <a:solidFill xmlns:a="http://schemas.openxmlformats.org/drawingml/2006/main">
            <a:srgbClr val="3F51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E5C1C9-ABFB-42FB-A118-44B7533C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5472" y="381703"/>
            <a:ext cx="732654" cy="178908"/>
          </a:xfrm>
          <a:custGeom xmlns:a="http://schemas.openxmlformats.org/drawingml/2006/main">
            <a:pathLst>
              <a:path w="732654" h="178908">
                <a:moveTo>
                  <a:pt x="0" y="0"/>
                </a:moveTo>
                <a:lnTo>
                  <a:pt x="732654" y="0"/>
                </a:lnTo>
                <a:lnTo>
                  <a:pt x="732654" y="178908"/>
                </a:lnTo>
                <a:lnTo>
                  <a:pt x="0" y="1789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*)(a1+">
            <a:extLst xmlns:a="http://schemas.openxmlformats.org/drawingml/2006/main">
              <a:ext uri="{FF2B5EF4-FFF2-40B4-BE49-F238E27FC236}">
                <a16:creationId xmlns:a16="http://schemas.microsoft.com/office/drawing/2014/main" id="{00BA7DC0-32DB-46C2-A301-99FDCCD3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065" y="416610"/>
            <a:ext cx="550819" cy="137509"/>
          </a:xfrm>
          <a:custGeom xmlns:a="http://schemas.openxmlformats.org/drawingml/2006/main">
            <a:pathLst>
              <a:path w="550819" h="137509">
                <a:moveTo>
                  <a:pt x="25965" y="48287"/>
                </a:moveTo>
                <a:lnTo>
                  <a:pt x="7551" y="69947"/>
                </a:lnTo>
                <a:lnTo>
                  <a:pt x="19408" y="78094"/>
                </a:lnTo>
                <a:lnTo>
                  <a:pt x="33384" y="54182"/>
                </a:lnTo>
                <a:lnTo>
                  <a:pt x="47360" y="78823"/>
                </a:lnTo>
                <a:lnTo>
                  <a:pt x="59150" y="70278"/>
                </a:lnTo>
                <a:lnTo>
                  <a:pt x="41399" y="48883"/>
                </a:lnTo>
                <a:lnTo>
                  <a:pt x="67761" y="42856"/>
                </a:lnTo>
                <a:lnTo>
                  <a:pt x="63389" y="29012"/>
                </a:lnTo>
                <a:lnTo>
                  <a:pt x="38749" y="39809"/>
                </a:lnTo>
                <a:lnTo>
                  <a:pt x="41332" y="10797"/>
                </a:lnTo>
                <a:lnTo>
                  <a:pt x="26826" y="10797"/>
                </a:lnTo>
                <a:lnTo>
                  <a:pt x="29211" y="39345"/>
                </a:lnTo>
                <a:lnTo>
                  <a:pt x="4372" y="28350"/>
                </a:lnTo>
                <a:lnTo>
                  <a:pt x="0" y="41928"/>
                </a:lnTo>
                <a:lnTo>
                  <a:pt x="25965" y="48287"/>
                </a:lnTo>
                <a:close/>
                <a:moveTo>
                  <a:pt x="129548" y="69483"/>
                </a:moveTo>
                <a:lnTo>
                  <a:pt x="129548" y="68026"/>
                </a:lnTo>
                <a:cubicBezTo>
                  <a:pt x="129548" y="61976"/>
                  <a:pt x="129062" y="56247"/>
                  <a:pt x="128090" y="50837"/>
                </a:cubicBezTo>
                <a:cubicBezTo>
                  <a:pt x="127119" y="45428"/>
                  <a:pt x="125794" y="40383"/>
                  <a:pt x="124116" y="35702"/>
                </a:cubicBezTo>
                <a:cubicBezTo>
                  <a:pt x="122438" y="31021"/>
                  <a:pt x="120484" y="26749"/>
                  <a:pt x="118254" y="22885"/>
                </a:cubicBezTo>
                <a:cubicBezTo>
                  <a:pt x="116024" y="19021"/>
                  <a:pt x="113650" y="15566"/>
                  <a:pt x="111133" y="12519"/>
                </a:cubicBezTo>
                <a:cubicBezTo>
                  <a:pt x="108616" y="9516"/>
                  <a:pt x="106033" y="6955"/>
                  <a:pt x="103384" y="4835"/>
                </a:cubicBezTo>
                <a:cubicBezTo>
                  <a:pt x="100734" y="2716"/>
                  <a:pt x="98151" y="1104"/>
                  <a:pt x="95634" y="0"/>
                </a:cubicBezTo>
                <a:lnTo>
                  <a:pt x="92123" y="9869"/>
                </a:lnTo>
                <a:cubicBezTo>
                  <a:pt x="93448" y="10885"/>
                  <a:pt x="94784" y="12110"/>
                  <a:pt x="96131" y="13546"/>
                </a:cubicBezTo>
                <a:cubicBezTo>
                  <a:pt x="97477" y="14981"/>
                  <a:pt x="98791" y="16604"/>
                  <a:pt x="100072" y="18414"/>
                </a:cubicBezTo>
                <a:cubicBezTo>
                  <a:pt x="101971" y="21152"/>
                  <a:pt x="103770" y="24398"/>
                  <a:pt x="105470" y="28151"/>
                </a:cubicBezTo>
                <a:cubicBezTo>
                  <a:pt x="107170" y="31904"/>
                  <a:pt x="108616" y="36144"/>
                  <a:pt x="109809" y="40869"/>
                </a:cubicBezTo>
                <a:cubicBezTo>
                  <a:pt x="110736" y="44666"/>
                  <a:pt x="111476" y="48817"/>
                  <a:pt x="112028" y="53321"/>
                </a:cubicBezTo>
                <a:cubicBezTo>
                  <a:pt x="112580" y="57825"/>
                  <a:pt x="112856" y="62683"/>
                  <a:pt x="112856" y="67894"/>
                </a:cubicBezTo>
                <a:lnTo>
                  <a:pt x="112856" y="69616"/>
                </a:lnTo>
                <a:cubicBezTo>
                  <a:pt x="112856" y="74959"/>
                  <a:pt x="112580" y="79927"/>
                  <a:pt x="112028" y="84519"/>
                </a:cubicBezTo>
                <a:cubicBezTo>
                  <a:pt x="111476" y="89112"/>
                  <a:pt x="110736" y="93307"/>
                  <a:pt x="109809" y="97104"/>
                </a:cubicBezTo>
                <a:cubicBezTo>
                  <a:pt x="108705" y="101255"/>
                  <a:pt x="107435" y="105009"/>
                  <a:pt x="106000" y="108365"/>
                </a:cubicBezTo>
                <a:cubicBezTo>
                  <a:pt x="104565" y="111721"/>
                  <a:pt x="102986" y="114724"/>
                  <a:pt x="101264" y="117373"/>
                </a:cubicBezTo>
                <a:cubicBezTo>
                  <a:pt x="99807" y="119625"/>
                  <a:pt x="98305" y="121601"/>
                  <a:pt x="96760" y="123301"/>
                </a:cubicBezTo>
                <a:cubicBezTo>
                  <a:pt x="95214" y="125001"/>
                  <a:pt x="93669" y="126426"/>
                  <a:pt x="92123" y="127574"/>
                </a:cubicBezTo>
                <a:lnTo>
                  <a:pt x="95634" y="137509"/>
                </a:lnTo>
                <a:cubicBezTo>
                  <a:pt x="98151" y="136405"/>
                  <a:pt x="100734" y="134794"/>
                  <a:pt x="103384" y="132674"/>
                </a:cubicBezTo>
                <a:cubicBezTo>
                  <a:pt x="106033" y="130554"/>
                  <a:pt x="108616" y="127971"/>
                  <a:pt x="111133" y="124924"/>
                </a:cubicBezTo>
                <a:cubicBezTo>
                  <a:pt x="113650" y="121921"/>
                  <a:pt x="116024" y="118488"/>
                  <a:pt x="118254" y="114624"/>
                </a:cubicBezTo>
                <a:cubicBezTo>
                  <a:pt x="120484" y="110760"/>
                  <a:pt x="122438" y="106488"/>
                  <a:pt x="124116" y="101807"/>
                </a:cubicBezTo>
                <a:cubicBezTo>
                  <a:pt x="125794" y="97126"/>
                  <a:pt x="127119" y="92081"/>
                  <a:pt x="128090" y="86672"/>
                </a:cubicBezTo>
                <a:cubicBezTo>
                  <a:pt x="129062" y="81263"/>
                  <a:pt x="129548" y="75533"/>
                  <a:pt x="129548" y="69483"/>
                </a:cubicBezTo>
                <a:close/>
                <a:moveTo>
                  <a:pt x="175437" y="68026"/>
                </a:moveTo>
                <a:lnTo>
                  <a:pt x="175437" y="69483"/>
                </a:lnTo>
                <a:cubicBezTo>
                  <a:pt x="175437" y="75754"/>
                  <a:pt x="175912" y="81627"/>
                  <a:pt x="176861" y="87102"/>
                </a:cubicBezTo>
                <a:cubicBezTo>
                  <a:pt x="177810" y="92578"/>
                  <a:pt x="179102" y="97634"/>
                  <a:pt x="180736" y="102271"/>
                </a:cubicBezTo>
                <a:cubicBezTo>
                  <a:pt x="182370" y="106952"/>
                  <a:pt x="184280" y="111213"/>
                  <a:pt x="186465" y="115055"/>
                </a:cubicBezTo>
                <a:cubicBezTo>
                  <a:pt x="188651" y="118897"/>
                  <a:pt x="190959" y="122275"/>
                  <a:pt x="193387" y="125189"/>
                </a:cubicBezTo>
                <a:cubicBezTo>
                  <a:pt x="195816" y="128148"/>
                  <a:pt x="198322" y="130665"/>
                  <a:pt x="200905" y="132740"/>
                </a:cubicBezTo>
                <a:cubicBezTo>
                  <a:pt x="203489" y="134816"/>
                  <a:pt x="205995" y="136405"/>
                  <a:pt x="208423" y="137509"/>
                </a:cubicBezTo>
                <a:lnTo>
                  <a:pt x="212000" y="127574"/>
                </a:lnTo>
                <a:cubicBezTo>
                  <a:pt x="210278" y="126249"/>
                  <a:pt x="208534" y="124593"/>
                  <a:pt x="206767" y="122606"/>
                </a:cubicBezTo>
                <a:cubicBezTo>
                  <a:pt x="205001" y="120619"/>
                  <a:pt x="203323" y="118278"/>
                  <a:pt x="201733" y="115585"/>
                </a:cubicBezTo>
                <a:cubicBezTo>
                  <a:pt x="200232" y="113112"/>
                  <a:pt x="198830" y="110219"/>
                  <a:pt x="197527" y="106908"/>
                </a:cubicBezTo>
                <a:cubicBezTo>
                  <a:pt x="196224" y="103596"/>
                  <a:pt x="195087" y="99997"/>
                  <a:pt x="194116" y="96111"/>
                </a:cubicBezTo>
                <a:cubicBezTo>
                  <a:pt x="193409" y="93329"/>
                  <a:pt x="192758" y="89597"/>
                  <a:pt x="192162" y="84917"/>
                </a:cubicBezTo>
                <a:cubicBezTo>
                  <a:pt x="191566" y="80236"/>
                  <a:pt x="191268" y="75136"/>
                  <a:pt x="191268" y="69616"/>
                </a:cubicBezTo>
                <a:lnTo>
                  <a:pt x="191268" y="67894"/>
                </a:lnTo>
                <a:cubicBezTo>
                  <a:pt x="191268" y="62285"/>
                  <a:pt x="191577" y="57097"/>
                  <a:pt x="192195" y="52328"/>
                </a:cubicBezTo>
                <a:cubicBezTo>
                  <a:pt x="192813" y="47559"/>
                  <a:pt x="193630" y="43209"/>
                  <a:pt x="194646" y="39279"/>
                </a:cubicBezTo>
                <a:cubicBezTo>
                  <a:pt x="195794" y="35216"/>
                  <a:pt x="197130" y="31463"/>
                  <a:pt x="198653" y="28019"/>
                </a:cubicBezTo>
                <a:cubicBezTo>
                  <a:pt x="200177" y="24574"/>
                  <a:pt x="201822" y="21593"/>
                  <a:pt x="203588" y="19076"/>
                </a:cubicBezTo>
                <a:cubicBezTo>
                  <a:pt x="204957" y="17133"/>
                  <a:pt x="206348" y="15411"/>
                  <a:pt x="207761" y="13910"/>
                </a:cubicBezTo>
                <a:cubicBezTo>
                  <a:pt x="209174" y="12409"/>
                  <a:pt x="210587" y="11128"/>
                  <a:pt x="212000" y="10068"/>
                </a:cubicBezTo>
                <a:lnTo>
                  <a:pt x="208423" y="0"/>
                </a:lnTo>
                <a:cubicBezTo>
                  <a:pt x="205995" y="1104"/>
                  <a:pt x="203489" y="2683"/>
                  <a:pt x="200905" y="4736"/>
                </a:cubicBezTo>
                <a:cubicBezTo>
                  <a:pt x="198322" y="6789"/>
                  <a:pt x="195816" y="9295"/>
                  <a:pt x="193387" y="12254"/>
                </a:cubicBezTo>
                <a:cubicBezTo>
                  <a:pt x="190959" y="15213"/>
                  <a:pt x="188651" y="18613"/>
                  <a:pt x="186465" y="22455"/>
                </a:cubicBezTo>
                <a:cubicBezTo>
                  <a:pt x="184280" y="26296"/>
                  <a:pt x="182370" y="30536"/>
                  <a:pt x="180736" y="35172"/>
                </a:cubicBezTo>
                <a:cubicBezTo>
                  <a:pt x="179102" y="39853"/>
                  <a:pt x="177810" y="44942"/>
                  <a:pt x="176861" y="50440"/>
                </a:cubicBezTo>
                <a:cubicBezTo>
                  <a:pt x="175912" y="55938"/>
                  <a:pt x="175437" y="61800"/>
                  <a:pt x="175437" y="68026"/>
                </a:cubicBezTo>
                <a:close/>
                <a:moveTo>
                  <a:pt x="288095" y="107239"/>
                </a:moveTo>
                <a:lnTo>
                  <a:pt x="306774" y="107239"/>
                </a:lnTo>
                <a:lnTo>
                  <a:pt x="306774" y="106113"/>
                </a:lnTo>
                <a:cubicBezTo>
                  <a:pt x="305846" y="104302"/>
                  <a:pt x="305140" y="102138"/>
                  <a:pt x="304654" y="99621"/>
                </a:cubicBezTo>
                <a:cubicBezTo>
                  <a:pt x="304168" y="97104"/>
                  <a:pt x="303925" y="93925"/>
                  <a:pt x="303925" y="90083"/>
                </a:cubicBezTo>
                <a:lnTo>
                  <a:pt x="303925" y="59349"/>
                </a:lnTo>
                <a:cubicBezTo>
                  <a:pt x="303925" y="55198"/>
                  <a:pt x="303153" y="51544"/>
                  <a:pt x="301607" y="48387"/>
                </a:cubicBezTo>
                <a:cubicBezTo>
                  <a:pt x="300062" y="45229"/>
                  <a:pt x="297920" y="42613"/>
                  <a:pt x="295182" y="40537"/>
                </a:cubicBezTo>
                <a:cubicBezTo>
                  <a:pt x="292444" y="38462"/>
                  <a:pt x="289210" y="36894"/>
                  <a:pt x="285478" y="35835"/>
                </a:cubicBezTo>
                <a:cubicBezTo>
                  <a:pt x="281747" y="34775"/>
                  <a:pt x="277717" y="34245"/>
                  <a:pt x="273390" y="34245"/>
                </a:cubicBezTo>
                <a:cubicBezTo>
                  <a:pt x="268577" y="34245"/>
                  <a:pt x="264304" y="34852"/>
                  <a:pt x="260573" y="36066"/>
                </a:cubicBezTo>
                <a:cubicBezTo>
                  <a:pt x="256842" y="37281"/>
                  <a:pt x="253695" y="38926"/>
                  <a:pt x="251134" y="41001"/>
                </a:cubicBezTo>
                <a:cubicBezTo>
                  <a:pt x="248529" y="43077"/>
                  <a:pt x="246553" y="45483"/>
                  <a:pt x="245206" y="48221"/>
                </a:cubicBezTo>
                <a:cubicBezTo>
                  <a:pt x="243859" y="50959"/>
                  <a:pt x="243186" y="53851"/>
                  <a:pt x="243186" y="56898"/>
                </a:cubicBezTo>
                <a:lnTo>
                  <a:pt x="261600" y="56898"/>
                </a:lnTo>
                <a:cubicBezTo>
                  <a:pt x="261600" y="55618"/>
                  <a:pt x="261787" y="54447"/>
                  <a:pt x="262163" y="53388"/>
                </a:cubicBezTo>
                <a:cubicBezTo>
                  <a:pt x="262538" y="52328"/>
                  <a:pt x="263123" y="51422"/>
                  <a:pt x="263918" y="50672"/>
                </a:cubicBezTo>
                <a:cubicBezTo>
                  <a:pt x="264801" y="49833"/>
                  <a:pt x="265949" y="49181"/>
                  <a:pt x="267362" y="48718"/>
                </a:cubicBezTo>
                <a:cubicBezTo>
                  <a:pt x="268775" y="48254"/>
                  <a:pt x="270453" y="48022"/>
                  <a:pt x="272396" y="48022"/>
                </a:cubicBezTo>
                <a:cubicBezTo>
                  <a:pt x="274604" y="48022"/>
                  <a:pt x="276536" y="48298"/>
                  <a:pt x="278192" y="48850"/>
                </a:cubicBezTo>
                <a:cubicBezTo>
                  <a:pt x="279848" y="49402"/>
                  <a:pt x="281228" y="50186"/>
                  <a:pt x="282332" y="51202"/>
                </a:cubicBezTo>
                <a:cubicBezTo>
                  <a:pt x="283392" y="52173"/>
                  <a:pt x="284187" y="53332"/>
                  <a:pt x="284717" y="54679"/>
                </a:cubicBezTo>
                <a:cubicBezTo>
                  <a:pt x="285246" y="56026"/>
                  <a:pt x="285511" y="57538"/>
                  <a:pt x="285511" y="59216"/>
                </a:cubicBezTo>
                <a:lnTo>
                  <a:pt x="285511" y="63456"/>
                </a:lnTo>
                <a:lnTo>
                  <a:pt x="275245" y="63456"/>
                </a:lnTo>
                <a:cubicBezTo>
                  <a:pt x="269946" y="63456"/>
                  <a:pt x="265254" y="63930"/>
                  <a:pt x="261169" y="64880"/>
                </a:cubicBezTo>
                <a:cubicBezTo>
                  <a:pt x="257084" y="65829"/>
                  <a:pt x="253651" y="67209"/>
                  <a:pt x="250869" y="69020"/>
                </a:cubicBezTo>
                <a:cubicBezTo>
                  <a:pt x="247778" y="71007"/>
                  <a:pt x="245460" y="73535"/>
                  <a:pt x="243914" y="76604"/>
                </a:cubicBezTo>
                <a:cubicBezTo>
                  <a:pt x="242369" y="79673"/>
                  <a:pt x="241596" y="83194"/>
                  <a:pt x="241596" y="87169"/>
                </a:cubicBezTo>
                <a:cubicBezTo>
                  <a:pt x="241596" y="90260"/>
                  <a:pt x="242214" y="93119"/>
                  <a:pt x="243450" y="95746"/>
                </a:cubicBezTo>
                <a:cubicBezTo>
                  <a:pt x="244687" y="98374"/>
                  <a:pt x="246409" y="100637"/>
                  <a:pt x="248617" y="102536"/>
                </a:cubicBezTo>
                <a:cubicBezTo>
                  <a:pt x="250825" y="104435"/>
                  <a:pt x="253463" y="105914"/>
                  <a:pt x="256532" y="106974"/>
                </a:cubicBezTo>
                <a:cubicBezTo>
                  <a:pt x="259601" y="108034"/>
                  <a:pt x="262968" y="108563"/>
                  <a:pt x="266634" y="108563"/>
                </a:cubicBezTo>
                <a:cubicBezTo>
                  <a:pt x="268886" y="108563"/>
                  <a:pt x="270983" y="108354"/>
                  <a:pt x="272926" y="107934"/>
                </a:cubicBezTo>
                <a:cubicBezTo>
                  <a:pt x="274869" y="107515"/>
                  <a:pt x="276658" y="106930"/>
                  <a:pt x="278291" y="106179"/>
                </a:cubicBezTo>
                <a:cubicBezTo>
                  <a:pt x="279881" y="105472"/>
                  <a:pt x="281338" y="104633"/>
                  <a:pt x="282663" y="103662"/>
                </a:cubicBezTo>
                <a:cubicBezTo>
                  <a:pt x="283988" y="102690"/>
                  <a:pt x="285158" y="101653"/>
                  <a:pt x="286174" y="100549"/>
                </a:cubicBezTo>
                <a:cubicBezTo>
                  <a:pt x="286395" y="101829"/>
                  <a:pt x="286659" y="103044"/>
                  <a:pt x="286969" y="104192"/>
                </a:cubicBezTo>
                <a:cubicBezTo>
                  <a:pt x="287278" y="105340"/>
                  <a:pt x="287653" y="106356"/>
                  <a:pt x="288095" y="107239"/>
                </a:cubicBezTo>
                <a:moveTo>
                  <a:pt x="270542" y="94322"/>
                </a:moveTo>
                <a:cubicBezTo>
                  <a:pt x="268819" y="94322"/>
                  <a:pt x="267307" y="94113"/>
                  <a:pt x="266004" y="93693"/>
                </a:cubicBezTo>
                <a:cubicBezTo>
                  <a:pt x="264702" y="93274"/>
                  <a:pt x="263609" y="92711"/>
                  <a:pt x="262726" y="92004"/>
                </a:cubicBezTo>
                <a:cubicBezTo>
                  <a:pt x="261842" y="91253"/>
                  <a:pt x="261169" y="90337"/>
                  <a:pt x="260705" y="89255"/>
                </a:cubicBezTo>
                <a:cubicBezTo>
                  <a:pt x="260242" y="88173"/>
                  <a:pt x="260010" y="86992"/>
                  <a:pt x="260010" y="85711"/>
                </a:cubicBezTo>
                <a:cubicBezTo>
                  <a:pt x="260010" y="84078"/>
                  <a:pt x="260319" y="82565"/>
                  <a:pt x="260937" y="81174"/>
                </a:cubicBezTo>
                <a:cubicBezTo>
                  <a:pt x="261555" y="79783"/>
                  <a:pt x="262505" y="78580"/>
                  <a:pt x="263785" y="77564"/>
                </a:cubicBezTo>
                <a:cubicBezTo>
                  <a:pt x="265066" y="76593"/>
                  <a:pt x="266722" y="75831"/>
                  <a:pt x="268753" y="75279"/>
                </a:cubicBezTo>
                <a:cubicBezTo>
                  <a:pt x="270785" y="74727"/>
                  <a:pt x="273235" y="74451"/>
                  <a:pt x="276106" y="74451"/>
                </a:cubicBezTo>
                <a:lnTo>
                  <a:pt x="285511" y="74451"/>
                </a:lnTo>
                <a:lnTo>
                  <a:pt x="285511" y="86771"/>
                </a:lnTo>
                <a:cubicBezTo>
                  <a:pt x="284981" y="87699"/>
                  <a:pt x="284253" y="88615"/>
                  <a:pt x="283326" y="89520"/>
                </a:cubicBezTo>
                <a:cubicBezTo>
                  <a:pt x="282398" y="90425"/>
                  <a:pt x="281294" y="91231"/>
                  <a:pt x="280014" y="91938"/>
                </a:cubicBezTo>
                <a:cubicBezTo>
                  <a:pt x="278733" y="92644"/>
                  <a:pt x="277298" y="93218"/>
                  <a:pt x="275708" y="93660"/>
                </a:cubicBezTo>
                <a:cubicBezTo>
                  <a:pt x="274119" y="94102"/>
                  <a:pt x="272396" y="94322"/>
                  <a:pt x="270542" y="94322"/>
                </a:cubicBezTo>
                <a:close/>
                <a:moveTo>
                  <a:pt x="369819" y="107239"/>
                </a:moveTo>
                <a:lnTo>
                  <a:pt x="369819" y="10797"/>
                </a:lnTo>
                <a:lnTo>
                  <a:pt x="368825" y="10797"/>
                </a:lnTo>
                <a:lnTo>
                  <a:pt x="326830" y="25965"/>
                </a:lnTo>
                <a:lnTo>
                  <a:pt x="326830" y="41995"/>
                </a:lnTo>
                <a:lnTo>
                  <a:pt x="351206" y="33251"/>
                </a:lnTo>
                <a:lnTo>
                  <a:pt x="351206" y="107239"/>
                </a:lnTo>
                <a:lnTo>
                  <a:pt x="369819" y="107239"/>
                </a:lnTo>
                <a:close/>
                <a:moveTo>
                  <a:pt x="526576" y="53454"/>
                </a:moveTo>
                <a:lnTo>
                  <a:pt x="526576" y="27356"/>
                </a:lnTo>
                <a:lnTo>
                  <a:pt x="509023" y="27356"/>
                </a:lnTo>
                <a:lnTo>
                  <a:pt x="509023" y="53454"/>
                </a:lnTo>
                <a:lnTo>
                  <a:pt x="484714" y="53454"/>
                </a:lnTo>
                <a:lnTo>
                  <a:pt x="484714" y="70278"/>
                </a:lnTo>
                <a:lnTo>
                  <a:pt x="509023" y="70278"/>
                </a:lnTo>
                <a:lnTo>
                  <a:pt x="509023" y="97568"/>
                </a:lnTo>
                <a:lnTo>
                  <a:pt x="526576" y="97568"/>
                </a:lnTo>
                <a:lnTo>
                  <a:pt x="526576" y="70278"/>
                </a:lnTo>
                <a:lnTo>
                  <a:pt x="550819" y="70278"/>
                </a:lnTo>
                <a:lnTo>
                  <a:pt x="550819" y="53454"/>
                </a:lnTo>
                <a:lnTo>
                  <a:pt x="526576" y="53454"/>
                </a:ln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D89D87-0A62-4416-A62B-B26C42B3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126" y="381703"/>
            <a:ext cx="81406" cy="178908"/>
          </a:xfrm>
          <a:custGeom xmlns:a="http://schemas.openxmlformats.org/drawingml/2006/main">
            <a:pathLst>
              <a:path w="81406" h="178908">
                <a:moveTo>
                  <a:pt x="0" y="0"/>
                </a:moveTo>
                <a:lnTo>
                  <a:pt x="81406" y="0"/>
                </a:lnTo>
                <a:lnTo>
                  <a:pt x="81406" y="178908"/>
                </a:lnTo>
                <a:lnTo>
                  <a:pt x="0" y="1789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8">
            <a:extLst xmlns:a="http://schemas.openxmlformats.org/drawingml/2006/main">
              <a:ext uri="{FF2B5EF4-FFF2-40B4-BE49-F238E27FC236}">
                <a16:creationId xmlns:a16="http://schemas.microsoft.com/office/drawing/2014/main" id="{3C248F25-F759-4FEF-978F-DE72B4BF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5346" y="426082"/>
            <a:ext cx="64714" cy="99091"/>
          </a:xfrm>
          <a:custGeom xmlns:a="http://schemas.openxmlformats.org/drawingml/2006/main">
            <a:pathLst>
              <a:path w="64714" h="99091">
                <a:moveTo>
                  <a:pt x="62661" y="26959"/>
                </a:moveTo>
                <a:cubicBezTo>
                  <a:pt x="62661" y="22587"/>
                  <a:pt x="61899" y="18734"/>
                  <a:pt x="60376" y="15400"/>
                </a:cubicBezTo>
                <a:cubicBezTo>
                  <a:pt x="58852" y="12066"/>
                  <a:pt x="56744" y="9251"/>
                  <a:pt x="54050" y="6955"/>
                </a:cubicBezTo>
                <a:cubicBezTo>
                  <a:pt x="51312" y="4659"/>
                  <a:pt x="48089" y="2925"/>
                  <a:pt x="44379" y="1755"/>
                </a:cubicBezTo>
                <a:cubicBezTo>
                  <a:pt x="40670" y="585"/>
                  <a:pt x="36629" y="0"/>
                  <a:pt x="32258" y="0"/>
                </a:cubicBezTo>
                <a:cubicBezTo>
                  <a:pt x="27886" y="0"/>
                  <a:pt x="23857" y="585"/>
                  <a:pt x="20169" y="1755"/>
                </a:cubicBezTo>
                <a:cubicBezTo>
                  <a:pt x="16482" y="2925"/>
                  <a:pt x="13314" y="4659"/>
                  <a:pt x="10664" y="6955"/>
                </a:cubicBezTo>
                <a:cubicBezTo>
                  <a:pt x="7971" y="9251"/>
                  <a:pt x="5873" y="12066"/>
                  <a:pt x="4372" y="15400"/>
                </a:cubicBezTo>
                <a:cubicBezTo>
                  <a:pt x="2870" y="18734"/>
                  <a:pt x="2120" y="22587"/>
                  <a:pt x="2120" y="26959"/>
                </a:cubicBezTo>
                <a:cubicBezTo>
                  <a:pt x="2120" y="29343"/>
                  <a:pt x="2440" y="31617"/>
                  <a:pt x="3080" y="33781"/>
                </a:cubicBezTo>
                <a:cubicBezTo>
                  <a:pt x="3720" y="35945"/>
                  <a:pt x="4637" y="37932"/>
                  <a:pt x="5829" y="39743"/>
                </a:cubicBezTo>
                <a:cubicBezTo>
                  <a:pt x="6933" y="41465"/>
                  <a:pt x="8291" y="43032"/>
                  <a:pt x="9903" y="44445"/>
                </a:cubicBezTo>
                <a:cubicBezTo>
                  <a:pt x="11514" y="45859"/>
                  <a:pt x="13314" y="47073"/>
                  <a:pt x="15301" y="48089"/>
                </a:cubicBezTo>
                <a:cubicBezTo>
                  <a:pt x="12960" y="49192"/>
                  <a:pt x="10852" y="50528"/>
                  <a:pt x="8975" y="52096"/>
                </a:cubicBezTo>
                <a:cubicBezTo>
                  <a:pt x="7098" y="53664"/>
                  <a:pt x="5498" y="55419"/>
                  <a:pt x="4173" y="57362"/>
                </a:cubicBezTo>
                <a:cubicBezTo>
                  <a:pt x="2848" y="59349"/>
                  <a:pt x="1822" y="61524"/>
                  <a:pt x="1093" y="63886"/>
                </a:cubicBezTo>
                <a:cubicBezTo>
                  <a:pt x="364" y="66249"/>
                  <a:pt x="0" y="68755"/>
                  <a:pt x="0" y="71404"/>
                </a:cubicBezTo>
                <a:cubicBezTo>
                  <a:pt x="0" y="75952"/>
                  <a:pt x="828" y="79949"/>
                  <a:pt x="2484" y="83393"/>
                </a:cubicBezTo>
                <a:cubicBezTo>
                  <a:pt x="4140" y="86838"/>
                  <a:pt x="6425" y="89708"/>
                  <a:pt x="9340" y="92004"/>
                </a:cubicBezTo>
                <a:cubicBezTo>
                  <a:pt x="12254" y="94344"/>
                  <a:pt x="15687" y="96111"/>
                  <a:pt x="19639" y="97303"/>
                </a:cubicBezTo>
                <a:cubicBezTo>
                  <a:pt x="23592" y="98495"/>
                  <a:pt x="27864" y="99091"/>
                  <a:pt x="32456" y="99091"/>
                </a:cubicBezTo>
                <a:cubicBezTo>
                  <a:pt x="37005" y="99091"/>
                  <a:pt x="41244" y="98495"/>
                  <a:pt x="45174" y="97303"/>
                </a:cubicBezTo>
                <a:cubicBezTo>
                  <a:pt x="49104" y="96111"/>
                  <a:pt x="52526" y="94344"/>
                  <a:pt x="55441" y="92004"/>
                </a:cubicBezTo>
                <a:cubicBezTo>
                  <a:pt x="58311" y="89708"/>
                  <a:pt x="60574" y="86838"/>
                  <a:pt x="62230" y="83393"/>
                </a:cubicBezTo>
                <a:cubicBezTo>
                  <a:pt x="63886" y="79949"/>
                  <a:pt x="64714" y="75952"/>
                  <a:pt x="64714" y="71404"/>
                </a:cubicBezTo>
                <a:cubicBezTo>
                  <a:pt x="64714" y="67960"/>
                  <a:pt x="64118" y="64780"/>
                  <a:pt x="62926" y="61866"/>
                </a:cubicBezTo>
                <a:cubicBezTo>
                  <a:pt x="61733" y="58951"/>
                  <a:pt x="60078" y="56390"/>
                  <a:pt x="57958" y="54182"/>
                </a:cubicBezTo>
                <a:cubicBezTo>
                  <a:pt x="56810" y="52946"/>
                  <a:pt x="55507" y="51831"/>
                  <a:pt x="54050" y="50837"/>
                </a:cubicBezTo>
                <a:cubicBezTo>
                  <a:pt x="52593" y="49844"/>
                  <a:pt x="51047" y="48950"/>
                  <a:pt x="49413" y="48155"/>
                </a:cubicBezTo>
                <a:cubicBezTo>
                  <a:pt x="51224" y="47227"/>
                  <a:pt x="52869" y="46135"/>
                  <a:pt x="54348" y="44876"/>
                </a:cubicBezTo>
                <a:cubicBezTo>
                  <a:pt x="55827" y="43617"/>
                  <a:pt x="57119" y="42260"/>
                  <a:pt x="58223" y="40802"/>
                </a:cubicBezTo>
                <a:cubicBezTo>
                  <a:pt x="59636" y="38859"/>
                  <a:pt x="60729" y="36729"/>
                  <a:pt x="61502" y="34410"/>
                </a:cubicBezTo>
                <a:cubicBezTo>
                  <a:pt x="62274" y="32092"/>
                  <a:pt x="62661" y="29608"/>
                  <a:pt x="62661" y="26959"/>
                </a:cubicBezTo>
                <a:moveTo>
                  <a:pt x="46234" y="70146"/>
                </a:moveTo>
                <a:cubicBezTo>
                  <a:pt x="46234" y="72354"/>
                  <a:pt x="45892" y="74330"/>
                  <a:pt x="45207" y="76074"/>
                </a:cubicBezTo>
                <a:cubicBezTo>
                  <a:pt x="44523" y="77818"/>
                  <a:pt x="43584" y="79309"/>
                  <a:pt x="42392" y="80545"/>
                </a:cubicBezTo>
                <a:cubicBezTo>
                  <a:pt x="41156" y="81781"/>
                  <a:pt x="39698" y="82720"/>
                  <a:pt x="38020" y="83360"/>
                </a:cubicBezTo>
                <a:cubicBezTo>
                  <a:pt x="36342" y="84000"/>
                  <a:pt x="34488" y="84320"/>
                  <a:pt x="32456" y="84320"/>
                </a:cubicBezTo>
                <a:cubicBezTo>
                  <a:pt x="30381" y="84320"/>
                  <a:pt x="28504" y="84022"/>
                  <a:pt x="26826" y="83426"/>
                </a:cubicBezTo>
                <a:cubicBezTo>
                  <a:pt x="25148" y="82830"/>
                  <a:pt x="23713" y="81958"/>
                  <a:pt x="22521" y="80810"/>
                </a:cubicBezTo>
                <a:cubicBezTo>
                  <a:pt x="21240" y="79618"/>
                  <a:pt x="20247" y="78116"/>
                  <a:pt x="19540" y="76306"/>
                </a:cubicBezTo>
                <a:cubicBezTo>
                  <a:pt x="18834" y="74495"/>
                  <a:pt x="18480" y="72442"/>
                  <a:pt x="18480" y="70146"/>
                </a:cubicBezTo>
                <a:cubicBezTo>
                  <a:pt x="18480" y="67938"/>
                  <a:pt x="18811" y="65951"/>
                  <a:pt x="19474" y="64184"/>
                </a:cubicBezTo>
                <a:cubicBezTo>
                  <a:pt x="20136" y="62418"/>
                  <a:pt x="21064" y="60894"/>
                  <a:pt x="22256" y="59614"/>
                </a:cubicBezTo>
                <a:cubicBezTo>
                  <a:pt x="23448" y="58377"/>
                  <a:pt x="24894" y="57428"/>
                  <a:pt x="26594" y="56766"/>
                </a:cubicBezTo>
                <a:cubicBezTo>
                  <a:pt x="28295" y="56103"/>
                  <a:pt x="30204" y="55772"/>
                  <a:pt x="32324" y="55772"/>
                </a:cubicBezTo>
                <a:cubicBezTo>
                  <a:pt x="34444" y="55772"/>
                  <a:pt x="36353" y="56103"/>
                  <a:pt x="38054" y="56766"/>
                </a:cubicBezTo>
                <a:cubicBezTo>
                  <a:pt x="39754" y="57428"/>
                  <a:pt x="41222" y="58377"/>
                  <a:pt x="42458" y="59614"/>
                </a:cubicBezTo>
                <a:cubicBezTo>
                  <a:pt x="43651" y="60894"/>
                  <a:pt x="44578" y="62418"/>
                  <a:pt x="45240" y="64184"/>
                </a:cubicBezTo>
                <a:cubicBezTo>
                  <a:pt x="45903" y="65951"/>
                  <a:pt x="46234" y="67938"/>
                  <a:pt x="46234" y="70146"/>
                </a:cubicBezTo>
                <a:moveTo>
                  <a:pt x="44313" y="27820"/>
                </a:moveTo>
                <a:cubicBezTo>
                  <a:pt x="44313" y="29763"/>
                  <a:pt x="44037" y="31540"/>
                  <a:pt x="43485" y="33152"/>
                </a:cubicBezTo>
                <a:cubicBezTo>
                  <a:pt x="42933" y="34764"/>
                  <a:pt x="42149" y="36144"/>
                  <a:pt x="41134" y="37292"/>
                </a:cubicBezTo>
                <a:cubicBezTo>
                  <a:pt x="40118" y="38440"/>
                  <a:pt x="38881" y="39334"/>
                  <a:pt x="37424" y="39974"/>
                </a:cubicBezTo>
                <a:cubicBezTo>
                  <a:pt x="35967" y="40615"/>
                  <a:pt x="34311" y="40935"/>
                  <a:pt x="32456" y="40935"/>
                </a:cubicBezTo>
                <a:cubicBezTo>
                  <a:pt x="30602" y="40935"/>
                  <a:pt x="28935" y="40615"/>
                  <a:pt x="27455" y="39974"/>
                </a:cubicBezTo>
                <a:cubicBezTo>
                  <a:pt x="25976" y="39334"/>
                  <a:pt x="24729" y="38440"/>
                  <a:pt x="23713" y="37292"/>
                </a:cubicBezTo>
                <a:cubicBezTo>
                  <a:pt x="22653" y="36144"/>
                  <a:pt x="21858" y="34764"/>
                  <a:pt x="21329" y="33152"/>
                </a:cubicBezTo>
                <a:cubicBezTo>
                  <a:pt x="20799" y="31540"/>
                  <a:pt x="20534" y="29741"/>
                  <a:pt x="20534" y="27754"/>
                </a:cubicBezTo>
                <a:cubicBezTo>
                  <a:pt x="20534" y="25811"/>
                  <a:pt x="20788" y="24033"/>
                  <a:pt x="21295" y="22421"/>
                </a:cubicBezTo>
                <a:cubicBezTo>
                  <a:pt x="21803" y="20810"/>
                  <a:pt x="22565" y="19452"/>
                  <a:pt x="23581" y="18348"/>
                </a:cubicBezTo>
                <a:cubicBezTo>
                  <a:pt x="24552" y="17244"/>
                  <a:pt x="25766" y="16394"/>
                  <a:pt x="27224" y="15798"/>
                </a:cubicBezTo>
                <a:cubicBezTo>
                  <a:pt x="28681" y="15202"/>
                  <a:pt x="30359" y="14903"/>
                  <a:pt x="32258" y="14903"/>
                </a:cubicBezTo>
                <a:cubicBezTo>
                  <a:pt x="34112" y="14903"/>
                  <a:pt x="35779" y="15213"/>
                  <a:pt x="37259" y="15831"/>
                </a:cubicBezTo>
                <a:cubicBezTo>
                  <a:pt x="38738" y="16449"/>
                  <a:pt x="40008" y="17310"/>
                  <a:pt x="41067" y="18414"/>
                </a:cubicBezTo>
                <a:cubicBezTo>
                  <a:pt x="42083" y="19562"/>
                  <a:pt x="42878" y="20931"/>
                  <a:pt x="43452" y="22521"/>
                </a:cubicBezTo>
                <a:cubicBezTo>
                  <a:pt x="44026" y="24110"/>
                  <a:pt x="44313" y="25877"/>
                  <a:pt x="44313" y="27820"/>
                </a:cubicBezTo>
                <a:close/>
              </a:path>
            </a:pathLst>
          </a:custGeom>
          <a:solidFill xmlns:a="http://schemas.openxmlformats.org/drawingml/2006/main">
            <a:srgbClr val="C53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ABA4C2-FBEE-462A-BC9C-6E56822C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9532" y="381703"/>
            <a:ext cx="81406" cy="178908"/>
          </a:xfrm>
          <a:custGeom xmlns:a="http://schemas.openxmlformats.org/drawingml/2006/main">
            <a:pathLst>
              <a:path w="81406" h="178908">
                <a:moveTo>
                  <a:pt x="0" y="0"/>
                </a:moveTo>
                <a:lnTo>
                  <a:pt x="81406" y="0"/>
                </a:lnTo>
                <a:lnTo>
                  <a:pt x="81406" y="178908"/>
                </a:lnTo>
                <a:lnTo>
                  <a:pt x="0" y="1789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)">
            <a:extLst xmlns:a="http://schemas.openxmlformats.org/drawingml/2006/main">
              <a:ext uri="{FF2B5EF4-FFF2-40B4-BE49-F238E27FC236}">
                <a16:creationId xmlns:a16="http://schemas.microsoft.com/office/drawing/2014/main" id="{2754BE60-782D-43F4-9B11-27531EA0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0463" y="416610"/>
            <a:ext cx="37424" cy="137509"/>
          </a:xfrm>
          <a:custGeom xmlns:a="http://schemas.openxmlformats.org/drawingml/2006/main">
            <a:pathLst>
              <a:path w="37424" h="137509">
                <a:moveTo>
                  <a:pt x="37424" y="69483"/>
                </a:moveTo>
                <a:lnTo>
                  <a:pt x="37424" y="68026"/>
                </a:lnTo>
                <a:cubicBezTo>
                  <a:pt x="37424" y="61976"/>
                  <a:pt x="36939" y="56247"/>
                  <a:pt x="35967" y="50837"/>
                </a:cubicBezTo>
                <a:cubicBezTo>
                  <a:pt x="34996" y="45428"/>
                  <a:pt x="33671" y="40383"/>
                  <a:pt x="31993" y="35702"/>
                </a:cubicBezTo>
                <a:cubicBezTo>
                  <a:pt x="30315" y="31021"/>
                  <a:pt x="28361" y="26749"/>
                  <a:pt x="26131" y="22885"/>
                </a:cubicBezTo>
                <a:cubicBezTo>
                  <a:pt x="23901" y="19021"/>
                  <a:pt x="21527" y="15566"/>
                  <a:pt x="19010" y="12519"/>
                </a:cubicBezTo>
                <a:cubicBezTo>
                  <a:pt x="16493" y="9516"/>
                  <a:pt x="13910" y="6955"/>
                  <a:pt x="11260" y="4835"/>
                </a:cubicBezTo>
                <a:cubicBezTo>
                  <a:pt x="8611" y="2716"/>
                  <a:pt x="6028" y="1104"/>
                  <a:pt x="3511" y="0"/>
                </a:cubicBezTo>
                <a:lnTo>
                  <a:pt x="0" y="9869"/>
                </a:lnTo>
                <a:cubicBezTo>
                  <a:pt x="1325" y="10885"/>
                  <a:pt x="2661" y="12110"/>
                  <a:pt x="4007" y="13546"/>
                </a:cubicBezTo>
                <a:cubicBezTo>
                  <a:pt x="5354" y="14981"/>
                  <a:pt x="6668" y="16604"/>
                  <a:pt x="7949" y="18414"/>
                </a:cubicBezTo>
                <a:cubicBezTo>
                  <a:pt x="9847" y="21152"/>
                  <a:pt x="11647" y="24398"/>
                  <a:pt x="13347" y="28151"/>
                </a:cubicBezTo>
                <a:cubicBezTo>
                  <a:pt x="15047" y="31904"/>
                  <a:pt x="16493" y="36144"/>
                  <a:pt x="17685" y="40869"/>
                </a:cubicBezTo>
                <a:cubicBezTo>
                  <a:pt x="18613" y="44666"/>
                  <a:pt x="19352" y="48817"/>
                  <a:pt x="19904" y="53321"/>
                </a:cubicBezTo>
                <a:cubicBezTo>
                  <a:pt x="20456" y="57825"/>
                  <a:pt x="20732" y="62683"/>
                  <a:pt x="20732" y="67894"/>
                </a:cubicBezTo>
                <a:lnTo>
                  <a:pt x="20732" y="69616"/>
                </a:lnTo>
                <a:cubicBezTo>
                  <a:pt x="20732" y="74959"/>
                  <a:pt x="20456" y="79927"/>
                  <a:pt x="19904" y="84519"/>
                </a:cubicBezTo>
                <a:cubicBezTo>
                  <a:pt x="19352" y="89112"/>
                  <a:pt x="18613" y="93307"/>
                  <a:pt x="17685" y="97104"/>
                </a:cubicBezTo>
                <a:cubicBezTo>
                  <a:pt x="16581" y="101255"/>
                  <a:pt x="15312" y="105009"/>
                  <a:pt x="13877" y="108365"/>
                </a:cubicBezTo>
                <a:cubicBezTo>
                  <a:pt x="12442" y="111721"/>
                  <a:pt x="10863" y="114724"/>
                  <a:pt x="9141" y="117373"/>
                </a:cubicBezTo>
                <a:cubicBezTo>
                  <a:pt x="7684" y="119625"/>
                  <a:pt x="6182" y="121601"/>
                  <a:pt x="4637" y="123301"/>
                </a:cubicBezTo>
                <a:cubicBezTo>
                  <a:pt x="3091" y="125001"/>
                  <a:pt x="1546" y="126426"/>
                  <a:pt x="0" y="127574"/>
                </a:cubicBezTo>
                <a:lnTo>
                  <a:pt x="3511" y="137509"/>
                </a:lnTo>
                <a:cubicBezTo>
                  <a:pt x="6028" y="136405"/>
                  <a:pt x="8611" y="134794"/>
                  <a:pt x="11260" y="132674"/>
                </a:cubicBezTo>
                <a:cubicBezTo>
                  <a:pt x="13910" y="130554"/>
                  <a:pt x="16493" y="127971"/>
                  <a:pt x="19010" y="124924"/>
                </a:cubicBezTo>
                <a:cubicBezTo>
                  <a:pt x="21527" y="121921"/>
                  <a:pt x="23901" y="118488"/>
                  <a:pt x="26131" y="114624"/>
                </a:cubicBezTo>
                <a:cubicBezTo>
                  <a:pt x="28361" y="110760"/>
                  <a:pt x="30315" y="106488"/>
                  <a:pt x="31993" y="101807"/>
                </a:cubicBezTo>
                <a:cubicBezTo>
                  <a:pt x="33671" y="97126"/>
                  <a:pt x="34996" y="92081"/>
                  <a:pt x="35967" y="86672"/>
                </a:cubicBezTo>
                <a:cubicBezTo>
                  <a:pt x="36939" y="81263"/>
                  <a:pt x="37424" y="75533"/>
                  <a:pt x="37424" y="69483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D48E49-7CE9-41E1-87F0-C98DB3F1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5630" y="556406"/>
            <a:ext cx="1465309" cy="162786"/>
          </a:xfrm>
          <a:custGeom xmlns:a="http://schemas.openxmlformats.org/drawingml/2006/main">
            <a:pathLst>
              <a:path w="1465309" h="162786">
                <a:moveTo>
                  <a:pt x="0" y="0"/>
                </a:moveTo>
                <a:lnTo>
                  <a:pt x="1465309" y="0"/>
                </a:lnTo>
                <a:lnTo>
                  <a:pt x="1465309" y="162786"/>
                </a:lnTo>
                <a:lnTo>
                  <a:pt x="0" y="1627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2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1CA345-F8F5-4F81-AFF5-2A1BE5BF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5630" y="544489"/>
            <a:ext cx="81406" cy="178908"/>
          </a:xfrm>
          <a:custGeom xmlns:a="http://schemas.openxmlformats.org/drawingml/2006/main">
            <a:pathLst>
              <a:path w="81406" h="178908">
                <a:moveTo>
                  <a:pt x="0" y="0"/>
                </a:moveTo>
                <a:lnTo>
                  <a:pt x="81406" y="0"/>
                </a:lnTo>
                <a:lnTo>
                  <a:pt x="81406" y="178908"/>
                </a:lnTo>
                <a:lnTo>
                  <a:pt x="0" y="1789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(">
            <a:extLst xmlns:a="http://schemas.openxmlformats.org/drawingml/2006/main">
              <a:ext uri="{FF2B5EF4-FFF2-40B4-BE49-F238E27FC236}">
                <a16:creationId xmlns:a16="http://schemas.microsoft.com/office/drawing/2014/main" id="{25A2FC9E-BDC5-44BF-8F82-E9656EFC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481" y="579396"/>
            <a:ext cx="36563" cy="137509"/>
          </a:xfrm>
          <a:custGeom xmlns:a="http://schemas.openxmlformats.org/drawingml/2006/main">
            <a:pathLst>
              <a:path w="36563" h="137509">
                <a:moveTo>
                  <a:pt x="0" y="68026"/>
                </a:moveTo>
                <a:lnTo>
                  <a:pt x="0" y="69483"/>
                </a:lnTo>
                <a:cubicBezTo>
                  <a:pt x="0" y="75754"/>
                  <a:pt x="475" y="81627"/>
                  <a:pt x="1424" y="87102"/>
                </a:cubicBezTo>
                <a:cubicBezTo>
                  <a:pt x="2374" y="92578"/>
                  <a:pt x="3665" y="97634"/>
                  <a:pt x="5299" y="102271"/>
                </a:cubicBezTo>
                <a:cubicBezTo>
                  <a:pt x="6933" y="106952"/>
                  <a:pt x="8843" y="111213"/>
                  <a:pt x="11029" y="115055"/>
                </a:cubicBezTo>
                <a:cubicBezTo>
                  <a:pt x="13214" y="118897"/>
                  <a:pt x="15522" y="122275"/>
                  <a:pt x="17950" y="125189"/>
                </a:cubicBezTo>
                <a:cubicBezTo>
                  <a:pt x="20379" y="128148"/>
                  <a:pt x="22885" y="130665"/>
                  <a:pt x="25468" y="132740"/>
                </a:cubicBezTo>
                <a:cubicBezTo>
                  <a:pt x="28052" y="134816"/>
                  <a:pt x="30558" y="136405"/>
                  <a:pt x="32986" y="137509"/>
                </a:cubicBezTo>
                <a:lnTo>
                  <a:pt x="36563" y="127574"/>
                </a:lnTo>
                <a:cubicBezTo>
                  <a:pt x="34841" y="126249"/>
                  <a:pt x="33097" y="124593"/>
                  <a:pt x="31330" y="122606"/>
                </a:cubicBezTo>
                <a:cubicBezTo>
                  <a:pt x="29564" y="120619"/>
                  <a:pt x="27886" y="118278"/>
                  <a:pt x="26296" y="115585"/>
                </a:cubicBezTo>
                <a:cubicBezTo>
                  <a:pt x="24795" y="113112"/>
                  <a:pt x="23393" y="110219"/>
                  <a:pt x="22090" y="106908"/>
                </a:cubicBezTo>
                <a:cubicBezTo>
                  <a:pt x="20788" y="103596"/>
                  <a:pt x="19650" y="99997"/>
                  <a:pt x="18679" y="96111"/>
                </a:cubicBezTo>
                <a:cubicBezTo>
                  <a:pt x="17972" y="93329"/>
                  <a:pt x="17321" y="89597"/>
                  <a:pt x="16725" y="84917"/>
                </a:cubicBezTo>
                <a:cubicBezTo>
                  <a:pt x="16129" y="80236"/>
                  <a:pt x="15831" y="75136"/>
                  <a:pt x="15831" y="69616"/>
                </a:cubicBezTo>
                <a:lnTo>
                  <a:pt x="15831" y="67894"/>
                </a:lnTo>
                <a:cubicBezTo>
                  <a:pt x="15831" y="62285"/>
                  <a:pt x="16140" y="57097"/>
                  <a:pt x="16758" y="52328"/>
                </a:cubicBezTo>
                <a:cubicBezTo>
                  <a:pt x="17376" y="47559"/>
                  <a:pt x="18193" y="43209"/>
                  <a:pt x="19209" y="39279"/>
                </a:cubicBezTo>
                <a:cubicBezTo>
                  <a:pt x="20357" y="35216"/>
                  <a:pt x="21693" y="31463"/>
                  <a:pt x="23216" y="28019"/>
                </a:cubicBezTo>
                <a:cubicBezTo>
                  <a:pt x="24740" y="24574"/>
                  <a:pt x="26385" y="21593"/>
                  <a:pt x="28151" y="19076"/>
                </a:cubicBezTo>
                <a:cubicBezTo>
                  <a:pt x="29520" y="17133"/>
                  <a:pt x="30911" y="15411"/>
                  <a:pt x="32324" y="13910"/>
                </a:cubicBezTo>
                <a:cubicBezTo>
                  <a:pt x="33737" y="12409"/>
                  <a:pt x="35150" y="11128"/>
                  <a:pt x="36563" y="10068"/>
                </a:cubicBezTo>
                <a:lnTo>
                  <a:pt x="32986" y="0"/>
                </a:lnTo>
                <a:cubicBezTo>
                  <a:pt x="30558" y="1104"/>
                  <a:pt x="28052" y="2683"/>
                  <a:pt x="25468" y="4736"/>
                </a:cubicBezTo>
                <a:cubicBezTo>
                  <a:pt x="22885" y="6789"/>
                  <a:pt x="20379" y="9295"/>
                  <a:pt x="17950" y="12254"/>
                </a:cubicBezTo>
                <a:cubicBezTo>
                  <a:pt x="15522" y="15213"/>
                  <a:pt x="13214" y="18613"/>
                  <a:pt x="11029" y="22455"/>
                </a:cubicBezTo>
                <a:cubicBezTo>
                  <a:pt x="8843" y="26296"/>
                  <a:pt x="6933" y="30536"/>
                  <a:pt x="5299" y="35172"/>
                </a:cubicBezTo>
                <a:cubicBezTo>
                  <a:pt x="3665" y="39853"/>
                  <a:pt x="2374" y="44942"/>
                  <a:pt x="1424" y="50440"/>
                </a:cubicBezTo>
                <a:cubicBezTo>
                  <a:pt x="475" y="55938"/>
                  <a:pt x="0" y="61800"/>
                  <a:pt x="0" y="68026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E54682-C4B4-4463-827D-225CC34F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036" y="544489"/>
            <a:ext cx="407030" cy="178908"/>
          </a:xfrm>
          <a:custGeom xmlns:a="http://schemas.openxmlformats.org/drawingml/2006/main">
            <a:pathLst>
              <a:path w="407030" h="178908">
                <a:moveTo>
                  <a:pt x="0" y="0"/>
                </a:moveTo>
                <a:lnTo>
                  <a:pt x="407030" y="0"/>
                </a:lnTo>
                <a:lnTo>
                  <a:pt x="407030" y="178908"/>
                </a:lnTo>
                <a:lnTo>
                  <a:pt x="0" y="1789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int64">
            <a:extLst xmlns:a="http://schemas.openxmlformats.org/drawingml/2006/main">
              <a:ext uri="{FF2B5EF4-FFF2-40B4-BE49-F238E27FC236}">
                <a16:creationId xmlns:a16="http://schemas.microsoft.com/office/drawing/2014/main" id="{C2227688-40E7-44FC-AE21-B76692D9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1276" y="586815"/>
            <a:ext cx="385649" cy="101211"/>
          </a:xfrm>
          <a:custGeom xmlns:a="http://schemas.openxmlformats.org/drawingml/2006/main">
            <a:pathLst>
              <a:path w="385649" h="101211">
                <a:moveTo>
                  <a:pt x="0" y="28151"/>
                </a:moveTo>
                <a:lnTo>
                  <a:pt x="0" y="43187"/>
                </a:lnTo>
                <a:lnTo>
                  <a:pt x="20401" y="43187"/>
                </a:lnTo>
                <a:lnTo>
                  <a:pt x="20401" y="84850"/>
                </a:lnTo>
                <a:lnTo>
                  <a:pt x="0" y="84850"/>
                </a:lnTo>
                <a:lnTo>
                  <a:pt x="0" y="99820"/>
                </a:lnTo>
                <a:lnTo>
                  <a:pt x="58422" y="99820"/>
                </a:lnTo>
                <a:lnTo>
                  <a:pt x="58422" y="84850"/>
                </a:lnTo>
                <a:lnTo>
                  <a:pt x="39014" y="84850"/>
                </a:lnTo>
                <a:lnTo>
                  <a:pt x="39014" y="28151"/>
                </a:lnTo>
                <a:lnTo>
                  <a:pt x="0" y="28151"/>
                </a:lnTo>
                <a:moveTo>
                  <a:pt x="19076" y="9803"/>
                </a:moveTo>
                <a:cubicBezTo>
                  <a:pt x="19076" y="11216"/>
                  <a:pt x="19330" y="12530"/>
                  <a:pt x="19838" y="13744"/>
                </a:cubicBezTo>
                <a:cubicBezTo>
                  <a:pt x="20346" y="14959"/>
                  <a:pt x="21064" y="15985"/>
                  <a:pt x="21991" y="16824"/>
                </a:cubicBezTo>
                <a:cubicBezTo>
                  <a:pt x="22918" y="17708"/>
                  <a:pt x="24033" y="18392"/>
                  <a:pt x="25336" y="18878"/>
                </a:cubicBezTo>
                <a:cubicBezTo>
                  <a:pt x="26639" y="19363"/>
                  <a:pt x="28085" y="19606"/>
                  <a:pt x="29674" y="19606"/>
                </a:cubicBezTo>
                <a:cubicBezTo>
                  <a:pt x="32942" y="19606"/>
                  <a:pt x="35536" y="18690"/>
                  <a:pt x="37457" y="16857"/>
                </a:cubicBezTo>
                <a:cubicBezTo>
                  <a:pt x="39378" y="15025"/>
                  <a:pt x="40339" y="12673"/>
                  <a:pt x="40339" y="9803"/>
                </a:cubicBezTo>
                <a:cubicBezTo>
                  <a:pt x="40339" y="6933"/>
                  <a:pt x="39378" y="4581"/>
                  <a:pt x="37457" y="2749"/>
                </a:cubicBezTo>
                <a:cubicBezTo>
                  <a:pt x="35536" y="916"/>
                  <a:pt x="32942" y="0"/>
                  <a:pt x="29674" y="0"/>
                </a:cubicBezTo>
                <a:cubicBezTo>
                  <a:pt x="28085" y="0"/>
                  <a:pt x="26639" y="243"/>
                  <a:pt x="25336" y="729"/>
                </a:cubicBezTo>
                <a:cubicBezTo>
                  <a:pt x="24033" y="1214"/>
                  <a:pt x="22918" y="1877"/>
                  <a:pt x="21991" y="2716"/>
                </a:cubicBezTo>
                <a:cubicBezTo>
                  <a:pt x="21064" y="3599"/>
                  <a:pt x="20346" y="4648"/>
                  <a:pt x="19838" y="5862"/>
                </a:cubicBezTo>
                <a:cubicBezTo>
                  <a:pt x="19330" y="7076"/>
                  <a:pt x="19076" y="8390"/>
                  <a:pt x="19076" y="9803"/>
                </a:cubicBezTo>
                <a:close/>
                <a:moveTo>
                  <a:pt x="76492" y="99820"/>
                </a:moveTo>
                <a:lnTo>
                  <a:pt x="94972" y="99820"/>
                </a:lnTo>
                <a:lnTo>
                  <a:pt x="94972" y="48883"/>
                </a:lnTo>
                <a:cubicBezTo>
                  <a:pt x="95591" y="47912"/>
                  <a:pt x="96275" y="47029"/>
                  <a:pt x="97026" y="46234"/>
                </a:cubicBezTo>
                <a:cubicBezTo>
                  <a:pt x="97776" y="45439"/>
                  <a:pt x="98615" y="44755"/>
                  <a:pt x="99543" y="44181"/>
                </a:cubicBezTo>
                <a:cubicBezTo>
                  <a:pt x="100691" y="43386"/>
                  <a:pt x="102005" y="42790"/>
                  <a:pt x="103484" y="42392"/>
                </a:cubicBezTo>
                <a:cubicBezTo>
                  <a:pt x="104963" y="41995"/>
                  <a:pt x="106586" y="41796"/>
                  <a:pt x="108352" y="41796"/>
                </a:cubicBezTo>
                <a:cubicBezTo>
                  <a:pt x="110472" y="41796"/>
                  <a:pt x="112371" y="42006"/>
                  <a:pt x="114049" y="42425"/>
                </a:cubicBezTo>
                <a:cubicBezTo>
                  <a:pt x="115727" y="42845"/>
                  <a:pt x="117162" y="43584"/>
                  <a:pt x="118354" y="44644"/>
                </a:cubicBezTo>
                <a:cubicBezTo>
                  <a:pt x="119546" y="45704"/>
                  <a:pt x="120463" y="47150"/>
                  <a:pt x="121103" y="48983"/>
                </a:cubicBezTo>
                <a:cubicBezTo>
                  <a:pt x="121743" y="50815"/>
                  <a:pt x="122064" y="53145"/>
                  <a:pt x="122064" y="55971"/>
                </a:cubicBezTo>
                <a:lnTo>
                  <a:pt x="122064" y="99820"/>
                </a:lnTo>
                <a:lnTo>
                  <a:pt x="140478" y="99820"/>
                </a:lnTo>
                <a:lnTo>
                  <a:pt x="140478" y="55706"/>
                </a:lnTo>
                <a:cubicBezTo>
                  <a:pt x="140478" y="50495"/>
                  <a:pt x="139870" y="46068"/>
                  <a:pt x="138656" y="42425"/>
                </a:cubicBezTo>
                <a:cubicBezTo>
                  <a:pt x="137442" y="38782"/>
                  <a:pt x="135753" y="35790"/>
                  <a:pt x="133589" y="33450"/>
                </a:cubicBezTo>
                <a:cubicBezTo>
                  <a:pt x="131381" y="31154"/>
                  <a:pt x="128776" y="29476"/>
                  <a:pt x="125773" y="28416"/>
                </a:cubicBezTo>
                <a:cubicBezTo>
                  <a:pt x="122770" y="27356"/>
                  <a:pt x="119458" y="26826"/>
                  <a:pt x="115837" y="26826"/>
                </a:cubicBezTo>
                <a:cubicBezTo>
                  <a:pt x="113011" y="26826"/>
                  <a:pt x="110339" y="27224"/>
                  <a:pt x="107822" y="28019"/>
                </a:cubicBezTo>
                <a:cubicBezTo>
                  <a:pt x="105305" y="28813"/>
                  <a:pt x="102987" y="29961"/>
                  <a:pt x="100867" y="31463"/>
                </a:cubicBezTo>
                <a:cubicBezTo>
                  <a:pt x="99631" y="32346"/>
                  <a:pt x="98461" y="33340"/>
                  <a:pt x="97357" y="34444"/>
                </a:cubicBezTo>
                <a:cubicBezTo>
                  <a:pt x="96253" y="35548"/>
                  <a:pt x="95237" y="36762"/>
                  <a:pt x="94310" y="38087"/>
                </a:cubicBezTo>
                <a:lnTo>
                  <a:pt x="93184" y="28151"/>
                </a:lnTo>
                <a:lnTo>
                  <a:pt x="76492" y="28151"/>
                </a:lnTo>
                <a:lnTo>
                  <a:pt x="76492" y="99820"/>
                </a:lnTo>
                <a:close/>
                <a:moveTo>
                  <a:pt x="191666" y="10598"/>
                </a:moveTo>
                <a:lnTo>
                  <a:pt x="173252" y="10598"/>
                </a:lnTo>
                <a:lnTo>
                  <a:pt x="173252" y="28151"/>
                </a:lnTo>
                <a:lnTo>
                  <a:pt x="156891" y="28151"/>
                </a:lnTo>
                <a:lnTo>
                  <a:pt x="156891" y="41730"/>
                </a:lnTo>
                <a:lnTo>
                  <a:pt x="173252" y="41730"/>
                </a:lnTo>
                <a:lnTo>
                  <a:pt x="173252" y="74319"/>
                </a:lnTo>
                <a:cubicBezTo>
                  <a:pt x="173252" y="79044"/>
                  <a:pt x="173870" y="83095"/>
                  <a:pt x="175107" y="86473"/>
                </a:cubicBezTo>
                <a:cubicBezTo>
                  <a:pt x="176343" y="89851"/>
                  <a:pt x="178109" y="92622"/>
                  <a:pt x="180406" y="94786"/>
                </a:cubicBezTo>
                <a:cubicBezTo>
                  <a:pt x="182658" y="96994"/>
                  <a:pt x="185384" y="98617"/>
                  <a:pt x="188586" y="99655"/>
                </a:cubicBezTo>
                <a:cubicBezTo>
                  <a:pt x="191787" y="100692"/>
                  <a:pt x="195353" y="101211"/>
                  <a:pt x="199283" y="101211"/>
                </a:cubicBezTo>
                <a:cubicBezTo>
                  <a:pt x="201315" y="101211"/>
                  <a:pt x="203379" y="101112"/>
                  <a:pt x="205476" y="100913"/>
                </a:cubicBezTo>
                <a:cubicBezTo>
                  <a:pt x="207574" y="100714"/>
                  <a:pt x="209594" y="100438"/>
                  <a:pt x="211537" y="100085"/>
                </a:cubicBezTo>
                <a:cubicBezTo>
                  <a:pt x="213480" y="99732"/>
                  <a:pt x="215313" y="99279"/>
                  <a:pt x="217035" y="98727"/>
                </a:cubicBezTo>
                <a:cubicBezTo>
                  <a:pt x="218757" y="98175"/>
                  <a:pt x="220259" y="97524"/>
                  <a:pt x="221539" y="96773"/>
                </a:cubicBezTo>
                <a:lnTo>
                  <a:pt x="219751" y="84122"/>
                </a:lnTo>
                <a:cubicBezTo>
                  <a:pt x="218912" y="84343"/>
                  <a:pt x="217907" y="84563"/>
                  <a:pt x="216737" y="84784"/>
                </a:cubicBezTo>
                <a:cubicBezTo>
                  <a:pt x="215567" y="85005"/>
                  <a:pt x="214319" y="85204"/>
                  <a:pt x="212994" y="85380"/>
                </a:cubicBezTo>
                <a:cubicBezTo>
                  <a:pt x="211626" y="85601"/>
                  <a:pt x="210201" y="85778"/>
                  <a:pt x="208722" y="85910"/>
                </a:cubicBezTo>
                <a:cubicBezTo>
                  <a:pt x="207243" y="86043"/>
                  <a:pt x="205797" y="86109"/>
                  <a:pt x="204384" y="86109"/>
                </a:cubicBezTo>
                <a:cubicBezTo>
                  <a:pt x="202441" y="86109"/>
                  <a:pt x="200685" y="85888"/>
                  <a:pt x="199118" y="85447"/>
                </a:cubicBezTo>
                <a:cubicBezTo>
                  <a:pt x="197550" y="85005"/>
                  <a:pt x="196214" y="84254"/>
                  <a:pt x="195110" y="83194"/>
                </a:cubicBezTo>
                <a:cubicBezTo>
                  <a:pt x="194006" y="82179"/>
                  <a:pt x="193156" y="80799"/>
                  <a:pt x="192560" y="79055"/>
                </a:cubicBezTo>
                <a:cubicBezTo>
                  <a:pt x="191964" y="77310"/>
                  <a:pt x="191666" y="75136"/>
                  <a:pt x="191666" y="72530"/>
                </a:cubicBezTo>
                <a:lnTo>
                  <a:pt x="191666" y="41730"/>
                </a:lnTo>
                <a:lnTo>
                  <a:pt x="218426" y="41730"/>
                </a:lnTo>
                <a:lnTo>
                  <a:pt x="218426" y="28151"/>
                </a:lnTo>
                <a:lnTo>
                  <a:pt x="191666" y="28151"/>
                </a:lnTo>
                <a:lnTo>
                  <a:pt x="191666" y="10598"/>
                </a:lnTo>
                <a:close/>
                <a:moveTo>
                  <a:pt x="288161" y="2583"/>
                </a:moveTo>
                <a:lnTo>
                  <a:pt x="285710" y="2583"/>
                </a:lnTo>
                <a:cubicBezTo>
                  <a:pt x="277717" y="2583"/>
                  <a:pt x="270674" y="3919"/>
                  <a:pt x="264580" y="6591"/>
                </a:cubicBezTo>
                <a:cubicBezTo>
                  <a:pt x="258486" y="9262"/>
                  <a:pt x="253386" y="12960"/>
                  <a:pt x="249279" y="17685"/>
                </a:cubicBezTo>
                <a:cubicBezTo>
                  <a:pt x="245173" y="22455"/>
                  <a:pt x="242082" y="28096"/>
                  <a:pt x="240006" y="34609"/>
                </a:cubicBezTo>
                <a:cubicBezTo>
                  <a:pt x="237931" y="41123"/>
                  <a:pt x="236893" y="48199"/>
                  <a:pt x="236893" y="55838"/>
                </a:cubicBezTo>
                <a:lnTo>
                  <a:pt x="236893" y="62926"/>
                </a:lnTo>
                <a:cubicBezTo>
                  <a:pt x="236893" y="68446"/>
                  <a:pt x="237677" y="73535"/>
                  <a:pt x="239244" y="78194"/>
                </a:cubicBezTo>
                <a:cubicBezTo>
                  <a:pt x="240812" y="82852"/>
                  <a:pt x="243053" y="86882"/>
                  <a:pt x="245968" y="90282"/>
                </a:cubicBezTo>
                <a:cubicBezTo>
                  <a:pt x="248838" y="93682"/>
                  <a:pt x="252348" y="96343"/>
                  <a:pt x="256499" y="98264"/>
                </a:cubicBezTo>
                <a:cubicBezTo>
                  <a:pt x="260650" y="100184"/>
                  <a:pt x="265309" y="101145"/>
                  <a:pt x="270475" y="101145"/>
                </a:cubicBezTo>
                <a:cubicBezTo>
                  <a:pt x="275421" y="101145"/>
                  <a:pt x="279881" y="100295"/>
                  <a:pt x="283855" y="98595"/>
                </a:cubicBezTo>
                <a:cubicBezTo>
                  <a:pt x="287830" y="96895"/>
                  <a:pt x="291208" y="94565"/>
                  <a:pt x="293990" y="91607"/>
                </a:cubicBezTo>
                <a:cubicBezTo>
                  <a:pt x="296772" y="88648"/>
                  <a:pt x="298913" y="85160"/>
                  <a:pt x="300415" y="81141"/>
                </a:cubicBezTo>
                <a:cubicBezTo>
                  <a:pt x="301916" y="77123"/>
                  <a:pt x="302667" y="72773"/>
                  <a:pt x="302667" y="68092"/>
                </a:cubicBezTo>
                <a:cubicBezTo>
                  <a:pt x="302667" y="63721"/>
                  <a:pt x="302104" y="59559"/>
                  <a:pt x="300978" y="55606"/>
                </a:cubicBezTo>
                <a:cubicBezTo>
                  <a:pt x="299852" y="51654"/>
                  <a:pt x="298141" y="48177"/>
                  <a:pt x="295844" y="45174"/>
                </a:cubicBezTo>
                <a:cubicBezTo>
                  <a:pt x="293548" y="42215"/>
                  <a:pt x="290689" y="39864"/>
                  <a:pt x="287267" y="38120"/>
                </a:cubicBezTo>
                <a:cubicBezTo>
                  <a:pt x="283844" y="36376"/>
                  <a:pt x="279837" y="35503"/>
                  <a:pt x="275245" y="35503"/>
                </a:cubicBezTo>
                <a:cubicBezTo>
                  <a:pt x="272992" y="35503"/>
                  <a:pt x="270895" y="35768"/>
                  <a:pt x="268952" y="36298"/>
                </a:cubicBezTo>
                <a:cubicBezTo>
                  <a:pt x="267009" y="36828"/>
                  <a:pt x="265221" y="37513"/>
                  <a:pt x="263587" y="38352"/>
                </a:cubicBezTo>
                <a:cubicBezTo>
                  <a:pt x="261909" y="39235"/>
                  <a:pt x="260407" y="40217"/>
                  <a:pt x="259083" y="41299"/>
                </a:cubicBezTo>
                <a:cubicBezTo>
                  <a:pt x="257758" y="42381"/>
                  <a:pt x="256588" y="43474"/>
                  <a:pt x="255572" y="44578"/>
                </a:cubicBezTo>
                <a:cubicBezTo>
                  <a:pt x="255969" y="40560"/>
                  <a:pt x="256930" y="36916"/>
                  <a:pt x="258453" y="33649"/>
                </a:cubicBezTo>
                <a:cubicBezTo>
                  <a:pt x="259977" y="30381"/>
                  <a:pt x="262063" y="27577"/>
                  <a:pt x="264713" y="25237"/>
                </a:cubicBezTo>
                <a:cubicBezTo>
                  <a:pt x="267318" y="22896"/>
                  <a:pt x="270486" y="21086"/>
                  <a:pt x="274218" y="19805"/>
                </a:cubicBezTo>
                <a:cubicBezTo>
                  <a:pt x="277949" y="18524"/>
                  <a:pt x="282244" y="17884"/>
                  <a:pt x="287101" y="17884"/>
                </a:cubicBezTo>
                <a:lnTo>
                  <a:pt x="288161" y="17884"/>
                </a:lnTo>
                <a:lnTo>
                  <a:pt x="288161" y="2583"/>
                </a:lnTo>
                <a:moveTo>
                  <a:pt x="269879" y="50274"/>
                </a:moveTo>
                <a:cubicBezTo>
                  <a:pt x="272176" y="50274"/>
                  <a:pt x="274218" y="50727"/>
                  <a:pt x="276006" y="51632"/>
                </a:cubicBezTo>
                <a:cubicBezTo>
                  <a:pt x="277795" y="52537"/>
                  <a:pt x="279307" y="53785"/>
                  <a:pt x="280544" y="55375"/>
                </a:cubicBezTo>
                <a:cubicBezTo>
                  <a:pt x="281780" y="57009"/>
                  <a:pt x="282729" y="58929"/>
                  <a:pt x="283392" y="61137"/>
                </a:cubicBezTo>
                <a:cubicBezTo>
                  <a:pt x="284054" y="63345"/>
                  <a:pt x="284385" y="65752"/>
                  <a:pt x="284385" y="68357"/>
                </a:cubicBezTo>
                <a:cubicBezTo>
                  <a:pt x="284385" y="70963"/>
                  <a:pt x="284054" y="73358"/>
                  <a:pt x="283392" y="75544"/>
                </a:cubicBezTo>
                <a:cubicBezTo>
                  <a:pt x="282729" y="77730"/>
                  <a:pt x="281780" y="79618"/>
                  <a:pt x="280544" y="81207"/>
                </a:cubicBezTo>
                <a:cubicBezTo>
                  <a:pt x="279307" y="82797"/>
                  <a:pt x="277806" y="84045"/>
                  <a:pt x="276039" y="84950"/>
                </a:cubicBezTo>
                <a:cubicBezTo>
                  <a:pt x="274273" y="85855"/>
                  <a:pt x="272308" y="86308"/>
                  <a:pt x="270144" y="86308"/>
                </a:cubicBezTo>
                <a:cubicBezTo>
                  <a:pt x="268025" y="86308"/>
                  <a:pt x="266060" y="85866"/>
                  <a:pt x="264249" y="84983"/>
                </a:cubicBezTo>
                <a:cubicBezTo>
                  <a:pt x="262439" y="84100"/>
                  <a:pt x="260871" y="82775"/>
                  <a:pt x="259546" y="81009"/>
                </a:cubicBezTo>
                <a:cubicBezTo>
                  <a:pt x="258221" y="79286"/>
                  <a:pt x="257195" y="77101"/>
                  <a:pt x="256466" y="74451"/>
                </a:cubicBezTo>
                <a:cubicBezTo>
                  <a:pt x="255738" y="71802"/>
                  <a:pt x="255373" y="68711"/>
                  <a:pt x="255373" y="65178"/>
                </a:cubicBezTo>
                <a:lnTo>
                  <a:pt x="255373" y="59746"/>
                </a:lnTo>
                <a:cubicBezTo>
                  <a:pt x="255991" y="58422"/>
                  <a:pt x="256753" y="57207"/>
                  <a:pt x="257658" y="56103"/>
                </a:cubicBezTo>
                <a:cubicBezTo>
                  <a:pt x="258564" y="54999"/>
                  <a:pt x="259568" y="54028"/>
                  <a:pt x="260672" y="53189"/>
                </a:cubicBezTo>
                <a:cubicBezTo>
                  <a:pt x="261953" y="52261"/>
                  <a:pt x="263366" y="51544"/>
                  <a:pt x="264911" y="51036"/>
                </a:cubicBezTo>
                <a:cubicBezTo>
                  <a:pt x="266457" y="50528"/>
                  <a:pt x="268113" y="50274"/>
                  <a:pt x="269879" y="50274"/>
                </a:cubicBezTo>
                <a:close/>
                <a:moveTo>
                  <a:pt x="374455" y="63986"/>
                </a:moveTo>
                <a:lnTo>
                  <a:pt x="374455" y="3378"/>
                </a:lnTo>
                <a:lnTo>
                  <a:pt x="355776" y="3378"/>
                </a:lnTo>
                <a:lnTo>
                  <a:pt x="315239" y="67364"/>
                </a:lnTo>
                <a:lnTo>
                  <a:pt x="315967" y="78889"/>
                </a:lnTo>
                <a:lnTo>
                  <a:pt x="356041" y="78889"/>
                </a:lnTo>
                <a:lnTo>
                  <a:pt x="356041" y="99820"/>
                </a:lnTo>
                <a:lnTo>
                  <a:pt x="374455" y="99820"/>
                </a:lnTo>
                <a:lnTo>
                  <a:pt x="374455" y="78889"/>
                </a:lnTo>
                <a:lnTo>
                  <a:pt x="385649" y="78889"/>
                </a:lnTo>
                <a:lnTo>
                  <a:pt x="385649" y="63986"/>
                </a:lnTo>
                <a:lnTo>
                  <a:pt x="374455" y="63986"/>
                </a:lnTo>
                <a:moveTo>
                  <a:pt x="333322" y="63986"/>
                </a:moveTo>
                <a:lnTo>
                  <a:pt x="354253" y="31330"/>
                </a:lnTo>
                <a:lnTo>
                  <a:pt x="356041" y="28151"/>
                </a:lnTo>
                <a:lnTo>
                  <a:pt x="356041" y="63986"/>
                </a:lnTo>
                <a:lnTo>
                  <a:pt x="333322" y="63986"/>
                </a:lnTo>
                <a:close/>
              </a:path>
            </a:pathLst>
          </a:custGeom>
          <a:solidFill xmlns:a="http://schemas.openxmlformats.org/drawingml/2006/main">
            <a:srgbClr val="3F51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C5B333-38A2-4760-AE0B-779A2521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066" y="544489"/>
            <a:ext cx="732654" cy="178908"/>
          </a:xfrm>
          <a:custGeom xmlns:a="http://schemas.openxmlformats.org/drawingml/2006/main">
            <a:pathLst>
              <a:path w="732654" h="178908">
                <a:moveTo>
                  <a:pt x="0" y="0"/>
                </a:moveTo>
                <a:lnTo>
                  <a:pt x="732654" y="0"/>
                </a:lnTo>
                <a:lnTo>
                  <a:pt x="732654" y="178908"/>
                </a:lnTo>
                <a:lnTo>
                  <a:pt x="0" y="1789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*)(a1+">
            <a:extLst xmlns:a="http://schemas.openxmlformats.org/drawingml/2006/main">
              <a:ext uri="{FF2B5EF4-FFF2-40B4-BE49-F238E27FC236}">
                <a16:creationId xmlns:a16="http://schemas.microsoft.com/office/drawing/2014/main" id="{D709E9BC-C2F3-458F-AA33-8EE8A394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5659" y="579396"/>
            <a:ext cx="550819" cy="137509"/>
          </a:xfrm>
          <a:custGeom xmlns:a="http://schemas.openxmlformats.org/drawingml/2006/main">
            <a:pathLst>
              <a:path w="550819" h="137509">
                <a:moveTo>
                  <a:pt x="25965" y="48287"/>
                </a:moveTo>
                <a:lnTo>
                  <a:pt x="7551" y="69947"/>
                </a:lnTo>
                <a:lnTo>
                  <a:pt x="19408" y="78094"/>
                </a:lnTo>
                <a:lnTo>
                  <a:pt x="33384" y="54182"/>
                </a:lnTo>
                <a:lnTo>
                  <a:pt x="47360" y="78823"/>
                </a:lnTo>
                <a:lnTo>
                  <a:pt x="59150" y="70278"/>
                </a:lnTo>
                <a:lnTo>
                  <a:pt x="41399" y="48883"/>
                </a:lnTo>
                <a:lnTo>
                  <a:pt x="67761" y="42856"/>
                </a:lnTo>
                <a:lnTo>
                  <a:pt x="63389" y="29012"/>
                </a:lnTo>
                <a:lnTo>
                  <a:pt x="38749" y="39809"/>
                </a:lnTo>
                <a:lnTo>
                  <a:pt x="41332" y="10797"/>
                </a:lnTo>
                <a:lnTo>
                  <a:pt x="26826" y="10797"/>
                </a:lnTo>
                <a:lnTo>
                  <a:pt x="29211" y="39345"/>
                </a:lnTo>
                <a:lnTo>
                  <a:pt x="4372" y="28350"/>
                </a:lnTo>
                <a:lnTo>
                  <a:pt x="0" y="41928"/>
                </a:lnTo>
                <a:lnTo>
                  <a:pt x="25965" y="48287"/>
                </a:lnTo>
                <a:close/>
                <a:moveTo>
                  <a:pt x="129548" y="69483"/>
                </a:moveTo>
                <a:lnTo>
                  <a:pt x="129548" y="68026"/>
                </a:lnTo>
                <a:cubicBezTo>
                  <a:pt x="129548" y="61976"/>
                  <a:pt x="129062" y="56247"/>
                  <a:pt x="128090" y="50837"/>
                </a:cubicBezTo>
                <a:cubicBezTo>
                  <a:pt x="127119" y="45428"/>
                  <a:pt x="125794" y="40383"/>
                  <a:pt x="124116" y="35702"/>
                </a:cubicBezTo>
                <a:cubicBezTo>
                  <a:pt x="122438" y="31021"/>
                  <a:pt x="120484" y="26749"/>
                  <a:pt x="118254" y="22885"/>
                </a:cubicBezTo>
                <a:cubicBezTo>
                  <a:pt x="116024" y="19021"/>
                  <a:pt x="113650" y="15566"/>
                  <a:pt x="111133" y="12519"/>
                </a:cubicBezTo>
                <a:cubicBezTo>
                  <a:pt x="108616" y="9516"/>
                  <a:pt x="106033" y="6955"/>
                  <a:pt x="103384" y="4835"/>
                </a:cubicBezTo>
                <a:cubicBezTo>
                  <a:pt x="100734" y="2716"/>
                  <a:pt x="98151" y="1104"/>
                  <a:pt x="95634" y="0"/>
                </a:cubicBezTo>
                <a:lnTo>
                  <a:pt x="92123" y="9869"/>
                </a:lnTo>
                <a:cubicBezTo>
                  <a:pt x="93448" y="10885"/>
                  <a:pt x="94784" y="12110"/>
                  <a:pt x="96131" y="13546"/>
                </a:cubicBezTo>
                <a:cubicBezTo>
                  <a:pt x="97477" y="14981"/>
                  <a:pt x="98791" y="16604"/>
                  <a:pt x="100072" y="18414"/>
                </a:cubicBezTo>
                <a:cubicBezTo>
                  <a:pt x="101971" y="21152"/>
                  <a:pt x="103770" y="24398"/>
                  <a:pt x="105470" y="28151"/>
                </a:cubicBezTo>
                <a:cubicBezTo>
                  <a:pt x="107170" y="31904"/>
                  <a:pt x="108616" y="36144"/>
                  <a:pt x="109809" y="40869"/>
                </a:cubicBezTo>
                <a:cubicBezTo>
                  <a:pt x="110736" y="44666"/>
                  <a:pt x="111476" y="48817"/>
                  <a:pt x="112028" y="53321"/>
                </a:cubicBezTo>
                <a:cubicBezTo>
                  <a:pt x="112580" y="57825"/>
                  <a:pt x="112856" y="62683"/>
                  <a:pt x="112856" y="67894"/>
                </a:cubicBezTo>
                <a:lnTo>
                  <a:pt x="112856" y="69616"/>
                </a:lnTo>
                <a:cubicBezTo>
                  <a:pt x="112856" y="74959"/>
                  <a:pt x="112580" y="79927"/>
                  <a:pt x="112028" y="84519"/>
                </a:cubicBezTo>
                <a:cubicBezTo>
                  <a:pt x="111476" y="89112"/>
                  <a:pt x="110736" y="93307"/>
                  <a:pt x="109809" y="97104"/>
                </a:cubicBezTo>
                <a:cubicBezTo>
                  <a:pt x="108705" y="101255"/>
                  <a:pt x="107435" y="105009"/>
                  <a:pt x="106000" y="108365"/>
                </a:cubicBezTo>
                <a:cubicBezTo>
                  <a:pt x="104565" y="111721"/>
                  <a:pt x="102986" y="114724"/>
                  <a:pt x="101264" y="117373"/>
                </a:cubicBezTo>
                <a:cubicBezTo>
                  <a:pt x="99807" y="119625"/>
                  <a:pt x="98305" y="121601"/>
                  <a:pt x="96760" y="123301"/>
                </a:cubicBezTo>
                <a:cubicBezTo>
                  <a:pt x="95214" y="125001"/>
                  <a:pt x="93669" y="126426"/>
                  <a:pt x="92123" y="127574"/>
                </a:cubicBezTo>
                <a:lnTo>
                  <a:pt x="95634" y="137509"/>
                </a:lnTo>
                <a:cubicBezTo>
                  <a:pt x="98151" y="136405"/>
                  <a:pt x="100734" y="134794"/>
                  <a:pt x="103384" y="132674"/>
                </a:cubicBezTo>
                <a:cubicBezTo>
                  <a:pt x="106033" y="130554"/>
                  <a:pt x="108616" y="127971"/>
                  <a:pt x="111133" y="124924"/>
                </a:cubicBezTo>
                <a:cubicBezTo>
                  <a:pt x="113650" y="121921"/>
                  <a:pt x="116024" y="118488"/>
                  <a:pt x="118254" y="114624"/>
                </a:cubicBezTo>
                <a:cubicBezTo>
                  <a:pt x="120484" y="110760"/>
                  <a:pt x="122438" y="106488"/>
                  <a:pt x="124116" y="101807"/>
                </a:cubicBezTo>
                <a:cubicBezTo>
                  <a:pt x="125794" y="97126"/>
                  <a:pt x="127119" y="92081"/>
                  <a:pt x="128090" y="86672"/>
                </a:cubicBezTo>
                <a:cubicBezTo>
                  <a:pt x="129062" y="81263"/>
                  <a:pt x="129548" y="75533"/>
                  <a:pt x="129548" y="69483"/>
                </a:cubicBezTo>
                <a:close/>
                <a:moveTo>
                  <a:pt x="175436" y="68026"/>
                </a:moveTo>
                <a:lnTo>
                  <a:pt x="175436" y="69483"/>
                </a:lnTo>
                <a:cubicBezTo>
                  <a:pt x="175436" y="75754"/>
                  <a:pt x="175911" y="81627"/>
                  <a:pt x="176860" y="87102"/>
                </a:cubicBezTo>
                <a:cubicBezTo>
                  <a:pt x="177810" y="92578"/>
                  <a:pt x="179101" y="97634"/>
                  <a:pt x="180735" y="102271"/>
                </a:cubicBezTo>
                <a:cubicBezTo>
                  <a:pt x="182369" y="106952"/>
                  <a:pt x="184279" y="111213"/>
                  <a:pt x="186465" y="115055"/>
                </a:cubicBezTo>
                <a:cubicBezTo>
                  <a:pt x="188651" y="118897"/>
                  <a:pt x="190958" y="122275"/>
                  <a:pt x="193387" y="125189"/>
                </a:cubicBezTo>
                <a:cubicBezTo>
                  <a:pt x="195815" y="128148"/>
                  <a:pt x="198321" y="130665"/>
                  <a:pt x="200905" y="132740"/>
                </a:cubicBezTo>
                <a:cubicBezTo>
                  <a:pt x="203488" y="134816"/>
                  <a:pt x="205994" y="136405"/>
                  <a:pt x="208423" y="137509"/>
                </a:cubicBezTo>
                <a:lnTo>
                  <a:pt x="211999" y="127574"/>
                </a:lnTo>
                <a:cubicBezTo>
                  <a:pt x="210277" y="126249"/>
                  <a:pt x="208533" y="124593"/>
                  <a:pt x="206767" y="122606"/>
                </a:cubicBezTo>
                <a:cubicBezTo>
                  <a:pt x="205000" y="120619"/>
                  <a:pt x="203322" y="118278"/>
                  <a:pt x="201733" y="115585"/>
                </a:cubicBezTo>
                <a:cubicBezTo>
                  <a:pt x="200231" y="113112"/>
                  <a:pt x="198829" y="110219"/>
                  <a:pt x="197527" y="106908"/>
                </a:cubicBezTo>
                <a:cubicBezTo>
                  <a:pt x="196224" y="103596"/>
                  <a:pt x="195087" y="99997"/>
                  <a:pt x="194115" y="96111"/>
                </a:cubicBezTo>
                <a:cubicBezTo>
                  <a:pt x="193409" y="93329"/>
                  <a:pt x="192757" y="89597"/>
                  <a:pt x="192161" y="84917"/>
                </a:cubicBezTo>
                <a:cubicBezTo>
                  <a:pt x="191565" y="80236"/>
                  <a:pt x="191267" y="75136"/>
                  <a:pt x="191267" y="69616"/>
                </a:cubicBezTo>
                <a:lnTo>
                  <a:pt x="191267" y="67894"/>
                </a:lnTo>
                <a:cubicBezTo>
                  <a:pt x="191267" y="62285"/>
                  <a:pt x="191576" y="57097"/>
                  <a:pt x="192194" y="52328"/>
                </a:cubicBezTo>
                <a:cubicBezTo>
                  <a:pt x="192813" y="47559"/>
                  <a:pt x="193630" y="43209"/>
                  <a:pt x="194645" y="39279"/>
                </a:cubicBezTo>
                <a:cubicBezTo>
                  <a:pt x="195793" y="35216"/>
                  <a:pt x="197129" y="31463"/>
                  <a:pt x="198653" y="28019"/>
                </a:cubicBezTo>
                <a:cubicBezTo>
                  <a:pt x="200176" y="24574"/>
                  <a:pt x="201821" y="21593"/>
                  <a:pt x="203587" y="19076"/>
                </a:cubicBezTo>
                <a:cubicBezTo>
                  <a:pt x="204956" y="17133"/>
                  <a:pt x="206347" y="15411"/>
                  <a:pt x="207760" y="13910"/>
                </a:cubicBezTo>
                <a:cubicBezTo>
                  <a:pt x="209173" y="12409"/>
                  <a:pt x="210586" y="11128"/>
                  <a:pt x="211999" y="10068"/>
                </a:cubicBezTo>
                <a:lnTo>
                  <a:pt x="208423" y="0"/>
                </a:lnTo>
                <a:cubicBezTo>
                  <a:pt x="205994" y="1104"/>
                  <a:pt x="203488" y="2683"/>
                  <a:pt x="200905" y="4736"/>
                </a:cubicBezTo>
                <a:cubicBezTo>
                  <a:pt x="198321" y="6789"/>
                  <a:pt x="195815" y="9295"/>
                  <a:pt x="193387" y="12254"/>
                </a:cubicBezTo>
                <a:cubicBezTo>
                  <a:pt x="190958" y="15213"/>
                  <a:pt x="188651" y="18613"/>
                  <a:pt x="186465" y="22455"/>
                </a:cubicBezTo>
                <a:cubicBezTo>
                  <a:pt x="184279" y="26296"/>
                  <a:pt x="182369" y="30536"/>
                  <a:pt x="180735" y="35172"/>
                </a:cubicBezTo>
                <a:cubicBezTo>
                  <a:pt x="179101" y="39853"/>
                  <a:pt x="177810" y="44942"/>
                  <a:pt x="176860" y="50440"/>
                </a:cubicBezTo>
                <a:cubicBezTo>
                  <a:pt x="175911" y="55938"/>
                  <a:pt x="175436" y="61800"/>
                  <a:pt x="175436" y="68026"/>
                </a:cubicBezTo>
                <a:close/>
                <a:moveTo>
                  <a:pt x="288093" y="107239"/>
                </a:moveTo>
                <a:lnTo>
                  <a:pt x="306773" y="107239"/>
                </a:lnTo>
                <a:lnTo>
                  <a:pt x="306773" y="106113"/>
                </a:lnTo>
                <a:cubicBezTo>
                  <a:pt x="305845" y="104302"/>
                  <a:pt x="305139" y="102138"/>
                  <a:pt x="304653" y="99621"/>
                </a:cubicBezTo>
                <a:cubicBezTo>
                  <a:pt x="304167" y="97104"/>
                  <a:pt x="303924" y="93925"/>
                  <a:pt x="303924" y="90083"/>
                </a:cubicBezTo>
                <a:lnTo>
                  <a:pt x="303924" y="59349"/>
                </a:lnTo>
                <a:cubicBezTo>
                  <a:pt x="303924" y="55198"/>
                  <a:pt x="303152" y="51544"/>
                  <a:pt x="301606" y="48387"/>
                </a:cubicBezTo>
                <a:cubicBezTo>
                  <a:pt x="300060" y="45229"/>
                  <a:pt x="297919" y="42613"/>
                  <a:pt x="295181" y="40537"/>
                </a:cubicBezTo>
                <a:cubicBezTo>
                  <a:pt x="292443" y="38462"/>
                  <a:pt x="289208" y="36894"/>
                  <a:pt x="285477" y="35835"/>
                </a:cubicBezTo>
                <a:cubicBezTo>
                  <a:pt x="281746" y="34775"/>
                  <a:pt x="277716" y="34245"/>
                  <a:pt x="273389" y="34245"/>
                </a:cubicBezTo>
                <a:cubicBezTo>
                  <a:pt x="268575" y="34245"/>
                  <a:pt x="264303" y="34852"/>
                  <a:pt x="260572" y="36066"/>
                </a:cubicBezTo>
                <a:cubicBezTo>
                  <a:pt x="256840" y="37281"/>
                  <a:pt x="253694" y="38926"/>
                  <a:pt x="251133" y="41001"/>
                </a:cubicBezTo>
                <a:cubicBezTo>
                  <a:pt x="248528" y="43077"/>
                  <a:pt x="246551" y="45483"/>
                  <a:pt x="245205" y="48221"/>
                </a:cubicBezTo>
                <a:cubicBezTo>
                  <a:pt x="243858" y="50959"/>
                  <a:pt x="243184" y="53851"/>
                  <a:pt x="243184" y="56898"/>
                </a:cubicBezTo>
                <a:lnTo>
                  <a:pt x="261598" y="56898"/>
                </a:lnTo>
                <a:cubicBezTo>
                  <a:pt x="261598" y="55618"/>
                  <a:pt x="261786" y="54447"/>
                  <a:pt x="262161" y="53388"/>
                </a:cubicBezTo>
                <a:cubicBezTo>
                  <a:pt x="262537" y="52328"/>
                  <a:pt x="263122" y="51422"/>
                  <a:pt x="263917" y="50672"/>
                </a:cubicBezTo>
                <a:cubicBezTo>
                  <a:pt x="264800" y="49833"/>
                  <a:pt x="265948" y="49181"/>
                  <a:pt x="267361" y="48718"/>
                </a:cubicBezTo>
                <a:cubicBezTo>
                  <a:pt x="268774" y="48254"/>
                  <a:pt x="270452" y="48022"/>
                  <a:pt x="272395" y="48022"/>
                </a:cubicBezTo>
                <a:cubicBezTo>
                  <a:pt x="274603" y="48022"/>
                  <a:pt x="276535" y="48298"/>
                  <a:pt x="278191" y="48850"/>
                </a:cubicBezTo>
                <a:cubicBezTo>
                  <a:pt x="279847" y="49402"/>
                  <a:pt x="281227" y="50186"/>
                  <a:pt x="282331" y="51202"/>
                </a:cubicBezTo>
                <a:cubicBezTo>
                  <a:pt x="283391" y="52173"/>
                  <a:pt x="284185" y="53332"/>
                  <a:pt x="284715" y="54679"/>
                </a:cubicBezTo>
                <a:cubicBezTo>
                  <a:pt x="285245" y="56026"/>
                  <a:pt x="285510" y="57538"/>
                  <a:pt x="285510" y="59216"/>
                </a:cubicBezTo>
                <a:lnTo>
                  <a:pt x="285510" y="63456"/>
                </a:lnTo>
                <a:lnTo>
                  <a:pt x="275243" y="63456"/>
                </a:lnTo>
                <a:cubicBezTo>
                  <a:pt x="269944" y="63456"/>
                  <a:pt x="265253" y="63930"/>
                  <a:pt x="261168" y="64880"/>
                </a:cubicBezTo>
                <a:cubicBezTo>
                  <a:pt x="257083" y="65829"/>
                  <a:pt x="253650" y="67209"/>
                  <a:pt x="250868" y="69020"/>
                </a:cubicBezTo>
                <a:cubicBezTo>
                  <a:pt x="247777" y="71007"/>
                  <a:pt x="245459" y="73535"/>
                  <a:pt x="243913" y="76604"/>
                </a:cubicBezTo>
                <a:cubicBezTo>
                  <a:pt x="242367" y="79673"/>
                  <a:pt x="241595" y="83194"/>
                  <a:pt x="241595" y="87169"/>
                </a:cubicBezTo>
                <a:cubicBezTo>
                  <a:pt x="241595" y="90260"/>
                  <a:pt x="242213" y="93119"/>
                  <a:pt x="243449" y="95746"/>
                </a:cubicBezTo>
                <a:cubicBezTo>
                  <a:pt x="244686" y="98374"/>
                  <a:pt x="246408" y="100637"/>
                  <a:pt x="248616" y="102536"/>
                </a:cubicBezTo>
                <a:cubicBezTo>
                  <a:pt x="250824" y="104435"/>
                  <a:pt x="253462" y="105914"/>
                  <a:pt x="256531" y="106974"/>
                </a:cubicBezTo>
                <a:cubicBezTo>
                  <a:pt x="259600" y="108034"/>
                  <a:pt x="262967" y="108563"/>
                  <a:pt x="266633" y="108563"/>
                </a:cubicBezTo>
                <a:cubicBezTo>
                  <a:pt x="268885" y="108563"/>
                  <a:pt x="270982" y="108354"/>
                  <a:pt x="272925" y="107934"/>
                </a:cubicBezTo>
                <a:cubicBezTo>
                  <a:pt x="274868" y="107515"/>
                  <a:pt x="276656" y="106930"/>
                  <a:pt x="278290" y="106179"/>
                </a:cubicBezTo>
                <a:cubicBezTo>
                  <a:pt x="279880" y="105472"/>
                  <a:pt x="281337" y="104633"/>
                  <a:pt x="282662" y="103662"/>
                </a:cubicBezTo>
                <a:cubicBezTo>
                  <a:pt x="283987" y="102690"/>
                  <a:pt x="285157" y="101653"/>
                  <a:pt x="286173" y="100549"/>
                </a:cubicBezTo>
                <a:cubicBezTo>
                  <a:pt x="286393" y="101829"/>
                  <a:pt x="286658" y="103044"/>
                  <a:pt x="286967" y="104192"/>
                </a:cubicBezTo>
                <a:cubicBezTo>
                  <a:pt x="287277" y="105340"/>
                  <a:pt x="287652" y="106356"/>
                  <a:pt x="288093" y="107239"/>
                </a:cubicBezTo>
                <a:moveTo>
                  <a:pt x="270541" y="94322"/>
                </a:moveTo>
                <a:cubicBezTo>
                  <a:pt x="268818" y="94322"/>
                  <a:pt x="267306" y="94113"/>
                  <a:pt x="266003" y="93693"/>
                </a:cubicBezTo>
                <a:cubicBezTo>
                  <a:pt x="264701" y="93274"/>
                  <a:pt x="263608" y="92711"/>
                  <a:pt x="262724" y="92004"/>
                </a:cubicBezTo>
                <a:cubicBezTo>
                  <a:pt x="261841" y="91253"/>
                  <a:pt x="261168" y="90337"/>
                  <a:pt x="260704" y="89255"/>
                </a:cubicBezTo>
                <a:cubicBezTo>
                  <a:pt x="260241" y="88173"/>
                  <a:pt x="260009" y="86992"/>
                  <a:pt x="260009" y="85711"/>
                </a:cubicBezTo>
                <a:cubicBezTo>
                  <a:pt x="260009" y="84078"/>
                  <a:pt x="260318" y="82565"/>
                  <a:pt x="260936" y="81174"/>
                </a:cubicBezTo>
                <a:cubicBezTo>
                  <a:pt x="261554" y="79783"/>
                  <a:pt x="262504" y="78580"/>
                  <a:pt x="263784" y="77564"/>
                </a:cubicBezTo>
                <a:cubicBezTo>
                  <a:pt x="265065" y="76593"/>
                  <a:pt x="266721" y="75831"/>
                  <a:pt x="268752" y="75279"/>
                </a:cubicBezTo>
                <a:cubicBezTo>
                  <a:pt x="270783" y="74727"/>
                  <a:pt x="273234" y="74451"/>
                  <a:pt x="276104" y="74451"/>
                </a:cubicBezTo>
                <a:lnTo>
                  <a:pt x="285510" y="74451"/>
                </a:lnTo>
                <a:lnTo>
                  <a:pt x="285510" y="86771"/>
                </a:lnTo>
                <a:cubicBezTo>
                  <a:pt x="284980" y="87699"/>
                  <a:pt x="284252" y="88615"/>
                  <a:pt x="283324" y="89520"/>
                </a:cubicBezTo>
                <a:cubicBezTo>
                  <a:pt x="282397" y="90425"/>
                  <a:pt x="281293" y="91231"/>
                  <a:pt x="280013" y="91938"/>
                </a:cubicBezTo>
                <a:cubicBezTo>
                  <a:pt x="278732" y="92644"/>
                  <a:pt x="277297" y="93218"/>
                  <a:pt x="275707" y="93660"/>
                </a:cubicBezTo>
                <a:cubicBezTo>
                  <a:pt x="274117" y="94102"/>
                  <a:pt x="272395" y="94322"/>
                  <a:pt x="270541" y="94322"/>
                </a:cubicBezTo>
                <a:close/>
                <a:moveTo>
                  <a:pt x="369819" y="107239"/>
                </a:moveTo>
                <a:lnTo>
                  <a:pt x="369819" y="10797"/>
                </a:lnTo>
                <a:lnTo>
                  <a:pt x="368825" y="10797"/>
                </a:lnTo>
                <a:lnTo>
                  <a:pt x="326830" y="25965"/>
                </a:lnTo>
                <a:lnTo>
                  <a:pt x="326830" y="41995"/>
                </a:lnTo>
                <a:lnTo>
                  <a:pt x="351206" y="33251"/>
                </a:lnTo>
                <a:lnTo>
                  <a:pt x="351206" y="107239"/>
                </a:lnTo>
                <a:lnTo>
                  <a:pt x="369819" y="107239"/>
                </a:lnTo>
                <a:close/>
                <a:moveTo>
                  <a:pt x="526576" y="53454"/>
                </a:moveTo>
                <a:lnTo>
                  <a:pt x="526576" y="27356"/>
                </a:lnTo>
                <a:lnTo>
                  <a:pt x="509023" y="27356"/>
                </a:lnTo>
                <a:lnTo>
                  <a:pt x="509023" y="53454"/>
                </a:lnTo>
                <a:lnTo>
                  <a:pt x="484714" y="53454"/>
                </a:lnTo>
                <a:lnTo>
                  <a:pt x="484714" y="70278"/>
                </a:lnTo>
                <a:lnTo>
                  <a:pt x="509023" y="70278"/>
                </a:lnTo>
                <a:lnTo>
                  <a:pt x="509023" y="97568"/>
                </a:lnTo>
                <a:lnTo>
                  <a:pt x="526576" y="97568"/>
                </a:lnTo>
                <a:lnTo>
                  <a:pt x="526576" y="70278"/>
                </a:lnTo>
                <a:lnTo>
                  <a:pt x="550819" y="70278"/>
                </a:lnTo>
                <a:lnTo>
                  <a:pt x="550819" y="53454"/>
                </a:lnTo>
                <a:lnTo>
                  <a:pt x="526576" y="53454"/>
                </a:ln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BF5415-C622-4EBC-B411-7C1979C5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6720" y="544489"/>
            <a:ext cx="162812" cy="178908"/>
          </a:xfrm>
          <a:custGeom xmlns:a="http://schemas.openxmlformats.org/drawingml/2006/main">
            <a:pathLst>
              <a:path w="162812" h="178908">
                <a:moveTo>
                  <a:pt x="0" y="0"/>
                </a:moveTo>
                <a:lnTo>
                  <a:pt x="162812" y="0"/>
                </a:lnTo>
                <a:lnTo>
                  <a:pt x="162812" y="178908"/>
                </a:lnTo>
                <a:lnTo>
                  <a:pt x="0" y="1789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16">
            <a:extLst xmlns:a="http://schemas.openxmlformats.org/drawingml/2006/main">
              <a:ext uri="{FF2B5EF4-FFF2-40B4-BE49-F238E27FC236}">
                <a16:creationId xmlns:a16="http://schemas.microsoft.com/office/drawing/2014/main" id="{9CE93892-7E69-4530-89D8-57A6F803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180" y="589398"/>
            <a:ext cx="142663" cy="98562"/>
          </a:xfrm>
          <a:custGeom xmlns:a="http://schemas.openxmlformats.org/drawingml/2006/main">
            <a:pathLst>
              <a:path w="142663" h="98562">
                <a:moveTo>
                  <a:pt x="42988" y="97237"/>
                </a:moveTo>
                <a:lnTo>
                  <a:pt x="42988" y="795"/>
                </a:lnTo>
                <a:lnTo>
                  <a:pt x="41995" y="795"/>
                </a:lnTo>
                <a:lnTo>
                  <a:pt x="0" y="15963"/>
                </a:lnTo>
                <a:lnTo>
                  <a:pt x="0" y="31993"/>
                </a:lnTo>
                <a:lnTo>
                  <a:pt x="24375" y="23249"/>
                </a:lnTo>
                <a:lnTo>
                  <a:pt x="24375" y="97237"/>
                </a:lnTo>
                <a:lnTo>
                  <a:pt x="42988" y="97237"/>
                </a:lnTo>
                <a:close/>
                <a:moveTo>
                  <a:pt x="128157" y="0"/>
                </a:moveTo>
                <a:lnTo>
                  <a:pt x="125706" y="0"/>
                </a:lnTo>
                <a:cubicBezTo>
                  <a:pt x="117713" y="0"/>
                  <a:pt x="110670" y="1336"/>
                  <a:pt x="104576" y="4007"/>
                </a:cubicBezTo>
                <a:cubicBezTo>
                  <a:pt x="98482" y="6679"/>
                  <a:pt x="93382" y="10377"/>
                  <a:pt x="89275" y="15102"/>
                </a:cubicBezTo>
                <a:cubicBezTo>
                  <a:pt x="85168" y="19871"/>
                  <a:pt x="82077" y="25513"/>
                  <a:pt x="80002" y="32026"/>
                </a:cubicBezTo>
                <a:cubicBezTo>
                  <a:pt x="77926" y="38539"/>
                  <a:pt x="76889" y="45616"/>
                  <a:pt x="76889" y="53255"/>
                </a:cubicBezTo>
                <a:lnTo>
                  <a:pt x="76889" y="60342"/>
                </a:lnTo>
                <a:cubicBezTo>
                  <a:pt x="76889" y="65862"/>
                  <a:pt x="77672" y="70952"/>
                  <a:pt x="79240" y="75610"/>
                </a:cubicBezTo>
                <a:cubicBezTo>
                  <a:pt x="80808" y="80269"/>
                  <a:pt x="83049" y="84298"/>
                  <a:pt x="85963" y="87699"/>
                </a:cubicBezTo>
                <a:cubicBezTo>
                  <a:pt x="88833" y="91099"/>
                  <a:pt x="92344" y="93759"/>
                  <a:pt x="96495" y="95680"/>
                </a:cubicBezTo>
                <a:cubicBezTo>
                  <a:pt x="100646" y="97601"/>
                  <a:pt x="105305" y="98562"/>
                  <a:pt x="110471" y="98562"/>
                </a:cubicBezTo>
                <a:cubicBezTo>
                  <a:pt x="115417" y="98562"/>
                  <a:pt x="119877" y="97712"/>
                  <a:pt x="123851" y="96011"/>
                </a:cubicBezTo>
                <a:cubicBezTo>
                  <a:pt x="127825" y="94311"/>
                  <a:pt x="131203" y="91982"/>
                  <a:pt x="133985" y="89023"/>
                </a:cubicBezTo>
                <a:cubicBezTo>
                  <a:pt x="136767" y="86065"/>
                  <a:pt x="138909" y="82576"/>
                  <a:pt x="140410" y="78558"/>
                </a:cubicBezTo>
                <a:cubicBezTo>
                  <a:pt x="141912" y="74539"/>
                  <a:pt x="142663" y="70190"/>
                  <a:pt x="142663" y="65509"/>
                </a:cubicBezTo>
                <a:cubicBezTo>
                  <a:pt x="142663" y="61137"/>
                  <a:pt x="142100" y="56975"/>
                  <a:pt x="140973" y="53023"/>
                </a:cubicBezTo>
                <a:cubicBezTo>
                  <a:pt x="139847" y="49071"/>
                  <a:pt x="138136" y="45594"/>
                  <a:pt x="135840" y="42591"/>
                </a:cubicBezTo>
                <a:cubicBezTo>
                  <a:pt x="133544" y="39632"/>
                  <a:pt x="130685" y="37281"/>
                  <a:pt x="127262" y="35536"/>
                </a:cubicBezTo>
                <a:cubicBezTo>
                  <a:pt x="123840" y="33792"/>
                  <a:pt x="119833" y="32920"/>
                  <a:pt x="115240" y="32920"/>
                </a:cubicBezTo>
                <a:cubicBezTo>
                  <a:pt x="112988" y="32920"/>
                  <a:pt x="110891" y="33185"/>
                  <a:pt x="108948" y="33715"/>
                </a:cubicBezTo>
                <a:cubicBezTo>
                  <a:pt x="107005" y="34245"/>
                  <a:pt x="105216" y="34929"/>
                  <a:pt x="103582" y="35768"/>
                </a:cubicBezTo>
                <a:cubicBezTo>
                  <a:pt x="101904" y="36651"/>
                  <a:pt x="100403" y="37634"/>
                  <a:pt x="99078" y="38716"/>
                </a:cubicBezTo>
                <a:cubicBezTo>
                  <a:pt x="97753" y="39798"/>
                  <a:pt x="96583" y="40891"/>
                  <a:pt x="95568" y="41995"/>
                </a:cubicBezTo>
                <a:cubicBezTo>
                  <a:pt x="95965" y="37976"/>
                  <a:pt x="96925" y="34333"/>
                  <a:pt x="98449" y="31065"/>
                </a:cubicBezTo>
                <a:cubicBezTo>
                  <a:pt x="99972" y="27798"/>
                  <a:pt x="102059" y="24994"/>
                  <a:pt x="104708" y="22653"/>
                </a:cubicBezTo>
                <a:cubicBezTo>
                  <a:pt x="107314" y="20313"/>
                  <a:pt x="110482" y="18502"/>
                  <a:pt x="114213" y="17222"/>
                </a:cubicBezTo>
                <a:cubicBezTo>
                  <a:pt x="117945" y="15941"/>
                  <a:pt x="122239" y="15301"/>
                  <a:pt x="127097" y="15301"/>
                </a:cubicBezTo>
                <a:lnTo>
                  <a:pt x="128157" y="15301"/>
                </a:lnTo>
                <a:lnTo>
                  <a:pt x="128157" y="0"/>
                </a:lnTo>
                <a:moveTo>
                  <a:pt x="109875" y="47691"/>
                </a:moveTo>
                <a:cubicBezTo>
                  <a:pt x="112171" y="47691"/>
                  <a:pt x="114213" y="48144"/>
                  <a:pt x="116002" y="49049"/>
                </a:cubicBezTo>
                <a:cubicBezTo>
                  <a:pt x="117790" y="49954"/>
                  <a:pt x="119303" y="51202"/>
                  <a:pt x="120539" y="52791"/>
                </a:cubicBezTo>
                <a:cubicBezTo>
                  <a:pt x="121776" y="54425"/>
                  <a:pt x="122725" y="56346"/>
                  <a:pt x="123387" y="58554"/>
                </a:cubicBezTo>
                <a:cubicBezTo>
                  <a:pt x="124050" y="60762"/>
                  <a:pt x="124381" y="63169"/>
                  <a:pt x="124381" y="65774"/>
                </a:cubicBezTo>
                <a:cubicBezTo>
                  <a:pt x="124381" y="68379"/>
                  <a:pt x="124050" y="70775"/>
                  <a:pt x="123387" y="72961"/>
                </a:cubicBezTo>
                <a:cubicBezTo>
                  <a:pt x="122725" y="75147"/>
                  <a:pt x="121776" y="77034"/>
                  <a:pt x="120539" y="78624"/>
                </a:cubicBezTo>
                <a:cubicBezTo>
                  <a:pt x="119303" y="80214"/>
                  <a:pt x="117801" y="81461"/>
                  <a:pt x="116035" y="82366"/>
                </a:cubicBezTo>
                <a:cubicBezTo>
                  <a:pt x="114269" y="83272"/>
                  <a:pt x="112304" y="83724"/>
                  <a:pt x="110140" y="83724"/>
                </a:cubicBezTo>
                <a:cubicBezTo>
                  <a:pt x="108020" y="83724"/>
                  <a:pt x="106055" y="83283"/>
                  <a:pt x="104245" y="82400"/>
                </a:cubicBezTo>
                <a:cubicBezTo>
                  <a:pt x="102434" y="81516"/>
                  <a:pt x="100867" y="80192"/>
                  <a:pt x="99542" y="78425"/>
                </a:cubicBezTo>
                <a:cubicBezTo>
                  <a:pt x="98217" y="76703"/>
                  <a:pt x="97190" y="74517"/>
                  <a:pt x="96462" y="71868"/>
                </a:cubicBezTo>
                <a:cubicBezTo>
                  <a:pt x="95733" y="69218"/>
                  <a:pt x="95369" y="66127"/>
                  <a:pt x="95369" y="62595"/>
                </a:cubicBezTo>
                <a:lnTo>
                  <a:pt x="95369" y="57163"/>
                </a:lnTo>
                <a:cubicBezTo>
                  <a:pt x="95987" y="55838"/>
                  <a:pt x="96749" y="54624"/>
                  <a:pt x="97654" y="53520"/>
                </a:cubicBezTo>
                <a:cubicBezTo>
                  <a:pt x="98559" y="52416"/>
                  <a:pt x="99564" y="51445"/>
                  <a:pt x="100668" y="50606"/>
                </a:cubicBezTo>
                <a:cubicBezTo>
                  <a:pt x="101948" y="49678"/>
                  <a:pt x="103362" y="48961"/>
                  <a:pt x="104907" y="48453"/>
                </a:cubicBezTo>
                <a:cubicBezTo>
                  <a:pt x="106453" y="47945"/>
                  <a:pt x="108109" y="47691"/>
                  <a:pt x="109875" y="47691"/>
                </a:cubicBezTo>
                <a:close/>
              </a:path>
            </a:pathLst>
          </a:custGeom>
          <a:solidFill xmlns:a="http://schemas.openxmlformats.org/drawingml/2006/main">
            <a:srgbClr val="C53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EBDC97-757F-411C-A3D4-4EA15EBA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9532" y="544489"/>
            <a:ext cx="81406" cy="178908"/>
          </a:xfrm>
          <a:custGeom xmlns:a="http://schemas.openxmlformats.org/drawingml/2006/main">
            <a:pathLst>
              <a:path w="81406" h="178908">
                <a:moveTo>
                  <a:pt x="0" y="0"/>
                </a:moveTo>
                <a:lnTo>
                  <a:pt x="81406" y="0"/>
                </a:lnTo>
                <a:lnTo>
                  <a:pt x="81406" y="178908"/>
                </a:lnTo>
                <a:lnTo>
                  <a:pt x="0" y="1789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)">
            <a:extLst xmlns:a="http://schemas.openxmlformats.org/drawingml/2006/main">
              <a:ext uri="{FF2B5EF4-FFF2-40B4-BE49-F238E27FC236}">
                <a16:creationId xmlns:a16="http://schemas.microsoft.com/office/drawing/2014/main" id="{054D6C13-AC40-4F36-97A8-AA1FEBF1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0463" y="579396"/>
            <a:ext cx="37424" cy="137509"/>
          </a:xfrm>
          <a:custGeom xmlns:a="http://schemas.openxmlformats.org/drawingml/2006/main">
            <a:pathLst>
              <a:path w="37424" h="137509">
                <a:moveTo>
                  <a:pt x="37424" y="69483"/>
                </a:moveTo>
                <a:lnTo>
                  <a:pt x="37424" y="68026"/>
                </a:lnTo>
                <a:cubicBezTo>
                  <a:pt x="37424" y="61976"/>
                  <a:pt x="36939" y="56247"/>
                  <a:pt x="35967" y="50837"/>
                </a:cubicBezTo>
                <a:cubicBezTo>
                  <a:pt x="34996" y="45428"/>
                  <a:pt x="33671" y="40383"/>
                  <a:pt x="31993" y="35702"/>
                </a:cubicBezTo>
                <a:cubicBezTo>
                  <a:pt x="30315" y="31021"/>
                  <a:pt x="28361" y="26749"/>
                  <a:pt x="26131" y="22885"/>
                </a:cubicBezTo>
                <a:cubicBezTo>
                  <a:pt x="23901" y="19021"/>
                  <a:pt x="21527" y="15566"/>
                  <a:pt x="19010" y="12519"/>
                </a:cubicBezTo>
                <a:cubicBezTo>
                  <a:pt x="16493" y="9516"/>
                  <a:pt x="13910" y="6955"/>
                  <a:pt x="11260" y="4835"/>
                </a:cubicBezTo>
                <a:cubicBezTo>
                  <a:pt x="8611" y="2716"/>
                  <a:pt x="6028" y="1104"/>
                  <a:pt x="3511" y="0"/>
                </a:cubicBezTo>
                <a:lnTo>
                  <a:pt x="0" y="9869"/>
                </a:lnTo>
                <a:cubicBezTo>
                  <a:pt x="1325" y="10885"/>
                  <a:pt x="2661" y="12110"/>
                  <a:pt x="4007" y="13546"/>
                </a:cubicBezTo>
                <a:cubicBezTo>
                  <a:pt x="5354" y="14981"/>
                  <a:pt x="6668" y="16604"/>
                  <a:pt x="7949" y="18414"/>
                </a:cubicBezTo>
                <a:cubicBezTo>
                  <a:pt x="9847" y="21152"/>
                  <a:pt x="11647" y="24398"/>
                  <a:pt x="13347" y="28151"/>
                </a:cubicBezTo>
                <a:cubicBezTo>
                  <a:pt x="15047" y="31904"/>
                  <a:pt x="16493" y="36144"/>
                  <a:pt x="17685" y="40869"/>
                </a:cubicBezTo>
                <a:cubicBezTo>
                  <a:pt x="18613" y="44666"/>
                  <a:pt x="19352" y="48817"/>
                  <a:pt x="19904" y="53321"/>
                </a:cubicBezTo>
                <a:cubicBezTo>
                  <a:pt x="20456" y="57825"/>
                  <a:pt x="20732" y="62683"/>
                  <a:pt x="20732" y="67894"/>
                </a:cubicBezTo>
                <a:lnTo>
                  <a:pt x="20732" y="69616"/>
                </a:lnTo>
                <a:cubicBezTo>
                  <a:pt x="20732" y="74959"/>
                  <a:pt x="20456" y="79927"/>
                  <a:pt x="19904" y="84519"/>
                </a:cubicBezTo>
                <a:cubicBezTo>
                  <a:pt x="19352" y="89112"/>
                  <a:pt x="18613" y="93307"/>
                  <a:pt x="17685" y="97104"/>
                </a:cubicBezTo>
                <a:cubicBezTo>
                  <a:pt x="16581" y="101255"/>
                  <a:pt x="15312" y="105009"/>
                  <a:pt x="13877" y="108365"/>
                </a:cubicBezTo>
                <a:cubicBezTo>
                  <a:pt x="12442" y="111721"/>
                  <a:pt x="10863" y="114724"/>
                  <a:pt x="9141" y="117373"/>
                </a:cubicBezTo>
                <a:cubicBezTo>
                  <a:pt x="7684" y="119625"/>
                  <a:pt x="6182" y="121601"/>
                  <a:pt x="4637" y="123301"/>
                </a:cubicBezTo>
                <a:cubicBezTo>
                  <a:pt x="3091" y="125001"/>
                  <a:pt x="1546" y="126426"/>
                  <a:pt x="0" y="127574"/>
                </a:cubicBezTo>
                <a:lnTo>
                  <a:pt x="3511" y="137509"/>
                </a:lnTo>
                <a:cubicBezTo>
                  <a:pt x="6028" y="136405"/>
                  <a:pt x="8611" y="134794"/>
                  <a:pt x="11260" y="132674"/>
                </a:cubicBezTo>
                <a:cubicBezTo>
                  <a:pt x="13910" y="130554"/>
                  <a:pt x="16493" y="127971"/>
                  <a:pt x="19010" y="124924"/>
                </a:cubicBezTo>
                <a:cubicBezTo>
                  <a:pt x="21527" y="121921"/>
                  <a:pt x="23901" y="118488"/>
                  <a:pt x="26131" y="114624"/>
                </a:cubicBezTo>
                <a:cubicBezTo>
                  <a:pt x="28361" y="110760"/>
                  <a:pt x="30315" y="106488"/>
                  <a:pt x="31993" y="101807"/>
                </a:cubicBezTo>
                <a:cubicBezTo>
                  <a:pt x="33671" y="97126"/>
                  <a:pt x="34996" y="92081"/>
                  <a:pt x="35967" y="86672"/>
                </a:cubicBezTo>
                <a:cubicBezTo>
                  <a:pt x="36939" y="81263"/>
                  <a:pt x="37424" y="75533"/>
                  <a:pt x="37424" y="69483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}">
            <a:extLst xmlns:a="http://schemas.openxmlformats.org/drawingml/2006/main">
              <a:ext uri="{FF2B5EF4-FFF2-40B4-BE49-F238E27FC236}">
                <a16:creationId xmlns:a16="http://schemas.microsoft.com/office/drawing/2014/main" id="{311098C2-AF98-4887-B2F7-2DFB120F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4808" y="743639"/>
            <a:ext cx="44048" cy="129627"/>
          </a:xfrm>
          <a:custGeom xmlns:a="http://schemas.openxmlformats.org/drawingml/2006/main">
            <a:pathLst>
              <a:path w="44048" h="129627">
                <a:moveTo>
                  <a:pt x="0" y="119161"/>
                </a:moveTo>
                <a:lnTo>
                  <a:pt x="2252" y="129627"/>
                </a:lnTo>
                <a:cubicBezTo>
                  <a:pt x="6624" y="129627"/>
                  <a:pt x="10410" y="128689"/>
                  <a:pt x="13612" y="126812"/>
                </a:cubicBezTo>
                <a:cubicBezTo>
                  <a:pt x="16813" y="124935"/>
                  <a:pt x="19408" y="122473"/>
                  <a:pt x="21395" y="119426"/>
                </a:cubicBezTo>
                <a:cubicBezTo>
                  <a:pt x="23382" y="116512"/>
                  <a:pt x="24883" y="113200"/>
                  <a:pt x="25899" y="109491"/>
                </a:cubicBezTo>
                <a:cubicBezTo>
                  <a:pt x="26915" y="105781"/>
                  <a:pt x="27422" y="102205"/>
                  <a:pt x="27422" y="98760"/>
                </a:cubicBezTo>
                <a:lnTo>
                  <a:pt x="27422" y="87964"/>
                </a:lnTo>
                <a:cubicBezTo>
                  <a:pt x="27422" y="85888"/>
                  <a:pt x="27588" y="84022"/>
                  <a:pt x="27919" y="82366"/>
                </a:cubicBezTo>
                <a:cubicBezTo>
                  <a:pt x="28250" y="80711"/>
                  <a:pt x="28747" y="79264"/>
                  <a:pt x="29410" y="78028"/>
                </a:cubicBezTo>
                <a:cubicBezTo>
                  <a:pt x="30646" y="75732"/>
                  <a:pt x="32479" y="74065"/>
                  <a:pt x="34907" y="73027"/>
                </a:cubicBezTo>
                <a:cubicBezTo>
                  <a:pt x="37336" y="71989"/>
                  <a:pt x="40383" y="71470"/>
                  <a:pt x="44048" y="71470"/>
                </a:cubicBezTo>
                <a:lnTo>
                  <a:pt x="44048" y="58223"/>
                </a:lnTo>
                <a:cubicBezTo>
                  <a:pt x="40780" y="58223"/>
                  <a:pt x="37987" y="57803"/>
                  <a:pt x="35669" y="56964"/>
                </a:cubicBezTo>
                <a:cubicBezTo>
                  <a:pt x="33351" y="56125"/>
                  <a:pt x="31551" y="54801"/>
                  <a:pt x="30271" y="52990"/>
                </a:cubicBezTo>
                <a:cubicBezTo>
                  <a:pt x="29299" y="51665"/>
                  <a:pt x="28582" y="50054"/>
                  <a:pt x="28118" y="48155"/>
                </a:cubicBezTo>
                <a:cubicBezTo>
                  <a:pt x="27654" y="46256"/>
                  <a:pt x="27422" y="44070"/>
                  <a:pt x="27422" y="41597"/>
                </a:cubicBezTo>
                <a:lnTo>
                  <a:pt x="27422" y="30800"/>
                </a:lnTo>
                <a:cubicBezTo>
                  <a:pt x="27422" y="27444"/>
                  <a:pt x="27014" y="23967"/>
                  <a:pt x="26197" y="20368"/>
                </a:cubicBezTo>
                <a:cubicBezTo>
                  <a:pt x="25380" y="16769"/>
                  <a:pt x="24000" y="13512"/>
                  <a:pt x="22057" y="10598"/>
                </a:cubicBezTo>
                <a:cubicBezTo>
                  <a:pt x="20026" y="7374"/>
                  <a:pt x="17398" y="4802"/>
                  <a:pt x="14175" y="2881"/>
                </a:cubicBezTo>
                <a:cubicBezTo>
                  <a:pt x="10951" y="960"/>
                  <a:pt x="6977" y="0"/>
                  <a:pt x="2252" y="0"/>
                </a:cubicBezTo>
                <a:lnTo>
                  <a:pt x="0" y="10399"/>
                </a:lnTo>
                <a:cubicBezTo>
                  <a:pt x="2694" y="10311"/>
                  <a:pt x="4769" y="10874"/>
                  <a:pt x="6226" y="12088"/>
                </a:cubicBezTo>
                <a:cubicBezTo>
                  <a:pt x="7684" y="13303"/>
                  <a:pt x="8743" y="14903"/>
                  <a:pt x="9406" y="16891"/>
                </a:cubicBezTo>
                <a:cubicBezTo>
                  <a:pt x="10068" y="18878"/>
                  <a:pt x="10455" y="21097"/>
                  <a:pt x="10565" y="23547"/>
                </a:cubicBezTo>
                <a:cubicBezTo>
                  <a:pt x="10675" y="25998"/>
                  <a:pt x="10730" y="28416"/>
                  <a:pt x="10730" y="30800"/>
                </a:cubicBezTo>
                <a:lnTo>
                  <a:pt x="10730" y="41597"/>
                </a:lnTo>
                <a:cubicBezTo>
                  <a:pt x="10730" y="44644"/>
                  <a:pt x="11150" y="47526"/>
                  <a:pt x="11989" y="50241"/>
                </a:cubicBezTo>
                <a:cubicBezTo>
                  <a:pt x="12828" y="52957"/>
                  <a:pt x="14131" y="55419"/>
                  <a:pt x="15897" y="57627"/>
                </a:cubicBezTo>
                <a:cubicBezTo>
                  <a:pt x="17089" y="59128"/>
                  <a:pt x="18502" y="60497"/>
                  <a:pt x="20136" y="61733"/>
                </a:cubicBezTo>
                <a:cubicBezTo>
                  <a:pt x="21770" y="62970"/>
                  <a:pt x="23647" y="64030"/>
                  <a:pt x="25766" y="64913"/>
                </a:cubicBezTo>
                <a:cubicBezTo>
                  <a:pt x="23161" y="66017"/>
                  <a:pt x="20920" y="67353"/>
                  <a:pt x="19043" y="68920"/>
                </a:cubicBezTo>
                <a:cubicBezTo>
                  <a:pt x="17167" y="70488"/>
                  <a:pt x="15610" y="72265"/>
                  <a:pt x="14374" y="74252"/>
                </a:cubicBezTo>
                <a:cubicBezTo>
                  <a:pt x="13137" y="76240"/>
                  <a:pt x="12221" y="78381"/>
                  <a:pt x="11625" y="80677"/>
                </a:cubicBezTo>
                <a:cubicBezTo>
                  <a:pt x="11029" y="82974"/>
                  <a:pt x="10730" y="85402"/>
                  <a:pt x="10730" y="87964"/>
                </a:cubicBezTo>
                <a:lnTo>
                  <a:pt x="10730" y="98760"/>
                </a:lnTo>
                <a:cubicBezTo>
                  <a:pt x="10730" y="101145"/>
                  <a:pt x="10576" y="103563"/>
                  <a:pt x="10267" y="106013"/>
                </a:cubicBezTo>
                <a:cubicBezTo>
                  <a:pt x="9958" y="108464"/>
                  <a:pt x="9406" y="110683"/>
                  <a:pt x="8611" y="112670"/>
                </a:cubicBezTo>
                <a:cubicBezTo>
                  <a:pt x="7816" y="114657"/>
                  <a:pt x="6723" y="116258"/>
                  <a:pt x="5332" y="117472"/>
                </a:cubicBezTo>
                <a:cubicBezTo>
                  <a:pt x="3941" y="118687"/>
                  <a:pt x="2164" y="119250"/>
                  <a:pt x="0" y="119161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78AF88-4C06-4501-B891-DAABFFA9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8344" y="699481"/>
            <a:ext cx="1856172" cy="356227"/>
          </a:xfrm>
          <a:custGeom xmlns:a="http://schemas.openxmlformats.org/drawingml/2006/main">
            <a:pathLst>
              <a:path w="1856172" h="356227">
                <a:moveTo>
                  <a:pt x="0" y="0"/>
                </a:moveTo>
                <a:lnTo>
                  <a:pt x="1856172" y="0"/>
                </a:lnTo>
                <a:lnTo>
                  <a:pt x="1856172" y="356227"/>
                </a:lnTo>
                <a:lnTo>
                  <a:pt x="0" y="3562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SourceCode">
            <a:extLst xmlns:a="http://schemas.openxmlformats.org/drawingml/2006/main">
              <a:ext uri="{FF2B5EF4-FFF2-40B4-BE49-F238E27FC236}">
                <a16:creationId xmlns:a16="http://schemas.microsoft.com/office/drawing/2014/main" id="{2672FCFC-6308-46EE-ABAC-73BFADF5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710" y="820614"/>
            <a:ext cx="841909" cy="109425"/>
          </a:xfrm>
          <a:custGeom xmlns:a="http://schemas.openxmlformats.org/drawingml/2006/main">
            <a:pathLst>
              <a:path w="841909" h="109425">
                <a:moveTo>
                  <a:pt x="66149" y="0"/>
                </a:moveTo>
                <a:lnTo>
                  <a:pt x="66999" y="34929"/>
                </a:lnTo>
                <a:lnTo>
                  <a:pt x="63831" y="34929"/>
                </a:lnTo>
                <a:cubicBezTo>
                  <a:pt x="62337" y="26194"/>
                  <a:pt x="58666" y="19167"/>
                  <a:pt x="52819" y="13850"/>
                </a:cubicBezTo>
                <a:cubicBezTo>
                  <a:pt x="46972" y="8532"/>
                  <a:pt x="40648" y="5873"/>
                  <a:pt x="33847" y="5873"/>
                </a:cubicBezTo>
                <a:cubicBezTo>
                  <a:pt x="28593" y="5873"/>
                  <a:pt x="24432" y="7273"/>
                  <a:pt x="21367" y="10073"/>
                </a:cubicBezTo>
                <a:cubicBezTo>
                  <a:pt x="18302" y="12871"/>
                  <a:pt x="16769" y="16093"/>
                  <a:pt x="16769" y="19739"/>
                </a:cubicBezTo>
                <a:cubicBezTo>
                  <a:pt x="16769" y="22050"/>
                  <a:pt x="17310" y="24104"/>
                  <a:pt x="18392" y="25902"/>
                </a:cubicBezTo>
                <a:cubicBezTo>
                  <a:pt x="19886" y="28316"/>
                  <a:pt x="22282" y="30703"/>
                  <a:pt x="25579" y="33065"/>
                </a:cubicBezTo>
                <a:cubicBezTo>
                  <a:pt x="28000" y="34760"/>
                  <a:pt x="33590" y="37765"/>
                  <a:pt x="42348" y="42080"/>
                </a:cubicBezTo>
                <a:cubicBezTo>
                  <a:pt x="54609" y="48088"/>
                  <a:pt x="62878" y="53764"/>
                  <a:pt x="67154" y="59107"/>
                </a:cubicBezTo>
                <a:cubicBezTo>
                  <a:pt x="71378" y="64449"/>
                  <a:pt x="73491" y="70562"/>
                  <a:pt x="73491" y="77446"/>
                </a:cubicBezTo>
                <a:cubicBezTo>
                  <a:pt x="73491" y="86179"/>
                  <a:pt x="70078" y="93691"/>
                  <a:pt x="63251" y="99985"/>
                </a:cubicBezTo>
                <a:cubicBezTo>
                  <a:pt x="56425" y="106278"/>
                  <a:pt x="47757" y="109425"/>
                  <a:pt x="37248" y="109425"/>
                </a:cubicBezTo>
                <a:cubicBezTo>
                  <a:pt x="33950" y="109425"/>
                  <a:pt x="30834" y="109090"/>
                  <a:pt x="27897" y="108420"/>
                </a:cubicBezTo>
                <a:cubicBezTo>
                  <a:pt x="24961" y="107750"/>
                  <a:pt x="21277" y="106488"/>
                  <a:pt x="16846" y="104633"/>
                </a:cubicBezTo>
                <a:cubicBezTo>
                  <a:pt x="14374" y="103603"/>
                  <a:pt x="12339" y="103088"/>
                  <a:pt x="10742" y="103088"/>
                </a:cubicBezTo>
                <a:cubicBezTo>
                  <a:pt x="9402" y="103088"/>
                  <a:pt x="7985" y="103609"/>
                  <a:pt x="6491" y="104653"/>
                </a:cubicBezTo>
                <a:cubicBezTo>
                  <a:pt x="4997" y="105696"/>
                  <a:pt x="3787" y="107287"/>
                  <a:pt x="2859" y="109425"/>
                </a:cubicBezTo>
                <a:lnTo>
                  <a:pt x="0" y="109425"/>
                </a:lnTo>
                <a:lnTo>
                  <a:pt x="0" y="69859"/>
                </a:lnTo>
                <a:lnTo>
                  <a:pt x="2859" y="69859"/>
                </a:lnTo>
                <a:cubicBezTo>
                  <a:pt x="5126" y="80961"/>
                  <a:pt x="9492" y="89429"/>
                  <a:pt x="15958" y="95264"/>
                </a:cubicBezTo>
                <a:cubicBezTo>
                  <a:pt x="22423" y="101098"/>
                  <a:pt x="29391" y="104015"/>
                  <a:pt x="36861" y="104015"/>
                </a:cubicBezTo>
                <a:cubicBezTo>
                  <a:pt x="42631" y="104015"/>
                  <a:pt x="47229" y="102449"/>
                  <a:pt x="50655" y="99316"/>
                </a:cubicBezTo>
                <a:cubicBezTo>
                  <a:pt x="54081" y="96183"/>
                  <a:pt x="55794" y="92536"/>
                  <a:pt x="55794" y="88376"/>
                </a:cubicBezTo>
                <a:cubicBezTo>
                  <a:pt x="55794" y="85911"/>
                  <a:pt x="55137" y="83524"/>
                  <a:pt x="53824" y="81214"/>
                </a:cubicBezTo>
                <a:cubicBezTo>
                  <a:pt x="52510" y="78902"/>
                  <a:pt x="50514" y="76706"/>
                  <a:pt x="47835" y="74626"/>
                </a:cubicBezTo>
                <a:cubicBezTo>
                  <a:pt x="45156" y="72546"/>
                  <a:pt x="40416" y="69837"/>
                  <a:pt x="33616" y="66499"/>
                </a:cubicBezTo>
                <a:cubicBezTo>
                  <a:pt x="24085" y="61826"/>
                  <a:pt x="17233" y="57843"/>
                  <a:pt x="13060" y="54550"/>
                </a:cubicBezTo>
                <a:cubicBezTo>
                  <a:pt x="8887" y="51258"/>
                  <a:pt x="5680" y="47580"/>
                  <a:pt x="3439" y="43517"/>
                </a:cubicBezTo>
                <a:cubicBezTo>
                  <a:pt x="1198" y="39453"/>
                  <a:pt x="77" y="34978"/>
                  <a:pt x="77" y="30092"/>
                </a:cubicBezTo>
                <a:cubicBezTo>
                  <a:pt x="77" y="21759"/>
                  <a:pt x="3143" y="14661"/>
                  <a:pt x="9273" y="8798"/>
                </a:cubicBezTo>
                <a:cubicBezTo>
                  <a:pt x="15404" y="2933"/>
                  <a:pt x="23132" y="0"/>
                  <a:pt x="32456" y="0"/>
                </a:cubicBezTo>
                <a:cubicBezTo>
                  <a:pt x="35857" y="0"/>
                  <a:pt x="39154" y="417"/>
                  <a:pt x="42348" y="1251"/>
                </a:cubicBezTo>
                <a:cubicBezTo>
                  <a:pt x="44769" y="1876"/>
                  <a:pt x="47719" y="3034"/>
                  <a:pt x="51196" y="4726"/>
                </a:cubicBezTo>
                <a:cubicBezTo>
                  <a:pt x="54674" y="6418"/>
                  <a:pt x="57108" y="7264"/>
                  <a:pt x="58499" y="7264"/>
                </a:cubicBezTo>
                <a:cubicBezTo>
                  <a:pt x="59838" y="7264"/>
                  <a:pt x="60894" y="6848"/>
                  <a:pt x="61667" y="6016"/>
                </a:cubicBezTo>
                <a:cubicBezTo>
                  <a:pt x="62440" y="5182"/>
                  <a:pt x="63161" y="3176"/>
                  <a:pt x="63831" y="0"/>
                </a:cubicBezTo>
                <a:lnTo>
                  <a:pt x="66149" y="0"/>
                </a:lnTo>
                <a:close/>
                <a:moveTo>
                  <a:pt x="119215" y="32611"/>
                </a:moveTo>
                <a:cubicBezTo>
                  <a:pt x="125500" y="32611"/>
                  <a:pt x="131348" y="34235"/>
                  <a:pt x="136757" y="37484"/>
                </a:cubicBezTo>
                <a:cubicBezTo>
                  <a:pt x="142166" y="40733"/>
                  <a:pt x="146275" y="45349"/>
                  <a:pt x="149083" y="51331"/>
                </a:cubicBezTo>
                <a:cubicBezTo>
                  <a:pt x="151890" y="57314"/>
                  <a:pt x="153294" y="63863"/>
                  <a:pt x="153294" y="70979"/>
                </a:cubicBezTo>
                <a:cubicBezTo>
                  <a:pt x="153294" y="81241"/>
                  <a:pt x="150693" y="89828"/>
                  <a:pt x="145489" y="96739"/>
                </a:cubicBezTo>
                <a:cubicBezTo>
                  <a:pt x="139204" y="105093"/>
                  <a:pt x="130523" y="109270"/>
                  <a:pt x="119447" y="109270"/>
                </a:cubicBezTo>
                <a:cubicBezTo>
                  <a:pt x="108577" y="109270"/>
                  <a:pt x="100205" y="105454"/>
                  <a:pt x="94332" y="97821"/>
                </a:cubicBezTo>
                <a:cubicBezTo>
                  <a:pt x="88459" y="90188"/>
                  <a:pt x="85522" y="81344"/>
                  <a:pt x="85522" y="71288"/>
                </a:cubicBezTo>
                <a:cubicBezTo>
                  <a:pt x="85522" y="60923"/>
                  <a:pt x="88523" y="51886"/>
                  <a:pt x="94525" y="44176"/>
                </a:cubicBezTo>
                <a:cubicBezTo>
                  <a:pt x="100527" y="36466"/>
                  <a:pt x="108757" y="32611"/>
                  <a:pt x="119215" y="32611"/>
                </a:cubicBezTo>
                <a:moveTo>
                  <a:pt x="119524" y="38020"/>
                </a:moveTo>
                <a:cubicBezTo>
                  <a:pt x="116897" y="38020"/>
                  <a:pt x="114643" y="39014"/>
                  <a:pt x="112762" y="41000"/>
                </a:cubicBezTo>
                <a:cubicBezTo>
                  <a:pt x="110882" y="42985"/>
                  <a:pt x="109646" y="46905"/>
                  <a:pt x="109053" y="52759"/>
                </a:cubicBezTo>
                <a:cubicBezTo>
                  <a:pt x="108461" y="58612"/>
                  <a:pt x="108164" y="66749"/>
                  <a:pt x="108164" y="77169"/>
                </a:cubicBezTo>
                <a:cubicBezTo>
                  <a:pt x="108164" y="82687"/>
                  <a:pt x="108525" y="87846"/>
                  <a:pt x="109246" y="92643"/>
                </a:cubicBezTo>
                <a:cubicBezTo>
                  <a:pt x="109813" y="96304"/>
                  <a:pt x="111024" y="99090"/>
                  <a:pt x="112878" y="100999"/>
                </a:cubicBezTo>
                <a:cubicBezTo>
                  <a:pt x="114733" y="102907"/>
                  <a:pt x="116845" y="103861"/>
                  <a:pt x="119215" y="103861"/>
                </a:cubicBezTo>
                <a:cubicBezTo>
                  <a:pt x="121533" y="103861"/>
                  <a:pt x="123465" y="103216"/>
                  <a:pt x="125011" y="101926"/>
                </a:cubicBezTo>
                <a:cubicBezTo>
                  <a:pt x="127020" y="100173"/>
                  <a:pt x="128359" y="97723"/>
                  <a:pt x="129029" y="94575"/>
                </a:cubicBezTo>
                <a:cubicBezTo>
                  <a:pt x="130060" y="89676"/>
                  <a:pt x="130575" y="79773"/>
                  <a:pt x="130575" y="64867"/>
                </a:cubicBezTo>
                <a:cubicBezTo>
                  <a:pt x="130575" y="56099"/>
                  <a:pt x="130085" y="50078"/>
                  <a:pt x="129106" y="46803"/>
                </a:cubicBezTo>
                <a:cubicBezTo>
                  <a:pt x="128128" y="43527"/>
                  <a:pt x="126685" y="41141"/>
                  <a:pt x="124779" y="39646"/>
                </a:cubicBezTo>
                <a:cubicBezTo>
                  <a:pt x="123439" y="38562"/>
                  <a:pt x="121688" y="38020"/>
                  <a:pt x="119524" y="38020"/>
                </a:cubicBezTo>
                <a:close/>
                <a:moveTo>
                  <a:pt x="234048" y="34775"/>
                </a:moveTo>
                <a:lnTo>
                  <a:pt x="234048" y="91342"/>
                </a:lnTo>
                <a:cubicBezTo>
                  <a:pt x="234048" y="96888"/>
                  <a:pt x="234564" y="100348"/>
                  <a:pt x="235594" y="101721"/>
                </a:cubicBezTo>
                <a:cubicBezTo>
                  <a:pt x="236624" y="103094"/>
                  <a:pt x="238711" y="103962"/>
                  <a:pt x="241853" y="104324"/>
                </a:cubicBezTo>
                <a:lnTo>
                  <a:pt x="241853" y="107106"/>
                </a:lnTo>
                <a:lnTo>
                  <a:pt x="212411" y="107106"/>
                </a:lnTo>
                <a:lnTo>
                  <a:pt x="212411" y="97447"/>
                </a:lnTo>
                <a:cubicBezTo>
                  <a:pt x="208959" y="101568"/>
                  <a:pt x="205507" y="104569"/>
                  <a:pt x="202056" y="106449"/>
                </a:cubicBezTo>
                <a:cubicBezTo>
                  <a:pt x="198604" y="108330"/>
                  <a:pt x="194740" y="109270"/>
                  <a:pt x="190464" y="109270"/>
                </a:cubicBezTo>
                <a:cubicBezTo>
                  <a:pt x="186394" y="109270"/>
                  <a:pt x="182775" y="108021"/>
                  <a:pt x="179607" y="105522"/>
                </a:cubicBezTo>
                <a:cubicBezTo>
                  <a:pt x="176438" y="103023"/>
                  <a:pt x="174313" y="100100"/>
                  <a:pt x="173231" y="96751"/>
                </a:cubicBezTo>
                <a:cubicBezTo>
                  <a:pt x="172149" y="93402"/>
                  <a:pt x="171608" y="87555"/>
                  <a:pt x="171608" y="79209"/>
                </a:cubicBezTo>
                <a:lnTo>
                  <a:pt x="171608" y="50539"/>
                </a:lnTo>
                <a:cubicBezTo>
                  <a:pt x="171608" y="45012"/>
                  <a:pt x="171106" y="41571"/>
                  <a:pt x="170101" y="40216"/>
                </a:cubicBezTo>
                <a:cubicBezTo>
                  <a:pt x="169097" y="38860"/>
                  <a:pt x="166998" y="37974"/>
                  <a:pt x="163803" y="37557"/>
                </a:cubicBezTo>
                <a:lnTo>
                  <a:pt x="163803" y="34775"/>
                </a:lnTo>
                <a:lnTo>
                  <a:pt x="193246" y="34775"/>
                </a:lnTo>
                <a:lnTo>
                  <a:pt x="193246" y="84215"/>
                </a:lnTo>
                <a:cubicBezTo>
                  <a:pt x="193246" y="89374"/>
                  <a:pt x="193491" y="92700"/>
                  <a:pt x="193980" y="94196"/>
                </a:cubicBezTo>
                <a:cubicBezTo>
                  <a:pt x="194470" y="95692"/>
                  <a:pt x="195242" y="96827"/>
                  <a:pt x="196298" y="97601"/>
                </a:cubicBezTo>
                <a:cubicBezTo>
                  <a:pt x="197355" y="98374"/>
                  <a:pt x="198578" y="98760"/>
                  <a:pt x="199969" y="98760"/>
                </a:cubicBezTo>
                <a:cubicBezTo>
                  <a:pt x="201824" y="98760"/>
                  <a:pt x="203498" y="98271"/>
                  <a:pt x="204992" y="97292"/>
                </a:cubicBezTo>
                <a:cubicBezTo>
                  <a:pt x="207053" y="95953"/>
                  <a:pt x="209526" y="93248"/>
                  <a:pt x="212411" y="89178"/>
                </a:cubicBezTo>
                <a:lnTo>
                  <a:pt x="212411" y="50539"/>
                </a:lnTo>
                <a:cubicBezTo>
                  <a:pt x="212411" y="45012"/>
                  <a:pt x="211908" y="41571"/>
                  <a:pt x="210904" y="40216"/>
                </a:cubicBezTo>
                <a:cubicBezTo>
                  <a:pt x="209899" y="38860"/>
                  <a:pt x="207800" y="37974"/>
                  <a:pt x="204606" y="37557"/>
                </a:cubicBezTo>
                <a:lnTo>
                  <a:pt x="204606" y="34775"/>
                </a:lnTo>
                <a:lnTo>
                  <a:pt x="234048" y="34775"/>
                </a:lnTo>
                <a:close/>
                <a:moveTo>
                  <a:pt x="282246" y="34775"/>
                </a:moveTo>
                <a:lnTo>
                  <a:pt x="282246" y="51158"/>
                </a:lnTo>
                <a:cubicBezTo>
                  <a:pt x="287037" y="43687"/>
                  <a:pt x="291236" y="38729"/>
                  <a:pt x="294842" y="36282"/>
                </a:cubicBezTo>
                <a:cubicBezTo>
                  <a:pt x="298448" y="33835"/>
                  <a:pt x="301926" y="32611"/>
                  <a:pt x="305274" y="32611"/>
                </a:cubicBezTo>
                <a:cubicBezTo>
                  <a:pt x="308159" y="32611"/>
                  <a:pt x="310465" y="33503"/>
                  <a:pt x="312191" y="35287"/>
                </a:cubicBezTo>
                <a:cubicBezTo>
                  <a:pt x="313916" y="37071"/>
                  <a:pt x="314779" y="39591"/>
                  <a:pt x="314779" y="42848"/>
                </a:cubicBezTo>
                <a:cubicBezTo>
                  <a:pt x="314779" y="46312"/>
                  <a:pt x="313942" y="49002"/>
                  <a:pt x="312268" y="50916"/>
                </a:cubicBezTo>
                <a:cubicBezTo>
                  <a:pt x="310593" y="52829"/>
                  <a:pt x="308571" y="53785"/>
                  <a:pt x="306202" y="53785"/>
                </a:cubicBezTo>
                <a:cubicBezTo>
                  <a:pt x="303471" y="53785"/>
                  <a:pt x="301101" y="52909"/>
                  <a:pt x="299092" y="51158"/>
                </a:cubicBezTo>
                <a:cubicBezTo>
                  <a:pt x="297083" y="49406"/>
                  <a:pt x="295898" y="48427"/>
                  <a:pt x="295537" y="48221"/>
                </a:cubicBezTo>
                <a:cubicBezTo>
                  <a:pt x="295022" y="47912"/>
                  <a:pt x="294430" y="47757"/>
                  <a:pt x="293760" y="47757"/>
                </a:cubicBezTo>
                <a:cubicBezTo>
                  <a:pt x="292266" y="47757"/>
                  <a:pt x="290849" y="48324"/>
                  <a:pt x="289510" y="49457"/>
                </a:cubicBezTo>
                <a:cubicBezTo>
                  <a:pt x="287397" y="51209"/>
                  <a:pt x="285800" y="53708"/>
                  <a:pt x="284718" y="56953"/>
                </a:cubicBezTo>
                <a:cubicBezTo>
                  <a:pt x="283070" y="61951"/>
                  <a:pt x="282246" y="67463"/>
                  <a:pt x="282246" y="73491"/>
                </a:cubicBezTo>
                <a:lnTo>
                  <a:pt x="282246" y="90105"/>
                </a:lnTo>
                <a:lnTo>
                  <a:pt x="282323" y="94433"/>
                </a:lnTo>
                <a:cubicBezTo>
                  <a:pt x="282323" y="97369"/>
                  <a:pt x="282503" y="99250"/>
                  <a:pt x="282864" y="100074"/>
                </a:cubicBezTo>
                <a:cubicBezTo>
                  <a:pt x="283482" y="101465"/>
                  <a:pt x="284397" y="102482"/>
                  <a:pt x="285607" y="103126"/>
                </a:cubicBezTo>
                <a:cubicBezTo>
                  <a:pt x="286818" y="103770"/>
                  <a:pt x="288866" y="104170"/>
                  <a:pt x="291751" y="104324"/>
                </a:cubicBezTo>
                <a:lnTo>
                  <a:pt x="291751" y="107106"/>
                </a:lnTo>
                <a:lnTo>
                  <a:pt x="252726" y="107106"/>
                </a:lnTo>
                <a:lnTo>
                  <a:pt x="252726" y="104324"/>
                </a:lnTo>
                <a:cubicBezTo>
                  <a:pt x="255868" y="104067"/>
                  <a:pt x="257993" y="103204"/>
                  <a:pt x="259101" y="101735"/>
                </a:cubicBezTo>
                <a:cubicBezTo>
                  <a:pt x="260209" y="100267"/>
                  <a:pt x="260763" y="96390"/>
                  <a:pt x="260763" y="90105"/>
                </a:cubicBezTo>
                <a:lnTo>
                  <a:pt x="260763" y="50076"/>
                </a:lnTo>
                <a:cubicBezTo>
                  <a:pt x="260763" y="45928"/>
                  <a:pt x="260556" y="43285"/>
                  <a:pt x="260144" y="42145"/>
                </a:cubicBezTo>
                <a:cubicBezTo>
                  <a:pt x="259629" y="40693"/>
                  <a:pt x="258882" y="39630"/>
                  <a:pt x="257903" y="38957"/>
                </a:cubicBezTo>
                <a:cubicBezTo>
                  <a:pt x="256924" y="38283"/>
                  <a:pt x="255199" y="37816"/>
                  <a:pt x="252726" y="37557"/>
                </a:cubicBezTo>
                <a:lnTo>
                  <a:pt x="252726" y="34775"/>
                </a:lnTo>
                <a:lnTo>
                  <a:pt x="282246" y="34775"/>
                </a:lnTo>
                <a:close/>
                <a:moveTo>
                  <a:pt x="378486" y="88422"/>
                </a:moveTo>
                <a:lnTo>
                  <a:pt x="380882" y="90274"/>
                </a:lnTo>
                <a:cubicBezTo>
                  <a:pt x="377482" y="96683"/>
                  <a:pt x="373244" y="101452"/>
                  <a:pt x="368170" y="104580"/>
                </a:cubicBezTo>
                <a:cubicBezTo>
                  <a:pt x="363095" y="107707"/>
                  <a:pt x="357699" y="109270"/>
                  <a:pt x="351980" y="109270"/>
                </a:cubicBezTo>
                <a:cubicBezTo>
                  <a:pt x="342346" y="109270"/>
                  <a:pt x="334644" y="105635"/>
                  <a:pt x="328874" y="98364"/>
                </a:cubicBezTo>
                <a:cubicBezTo>
                  <a:pt x="323104" y="91092"/>
                  <a:pt x="320219" y="82351"/>
                  <a:pt x="320219" y="72141"/>
                </a:cubicBezTo>
                <a:cubicBezTo>
                  <a:pt x="320219" y="62289"/>
                  <a:pt x="322847" y="53626"/>
                  <a:pt x="328102" y="46149"/>
                </a:cubicBezTo>
                <a:cubicBezTo>
                  <a:pt x="334438" y="37124"/>
                  <a:pt x="343171" y="32611"/>
                  <a:pt x="354299" y="32611"/>
                </a:cubicBezTo>
                <a:cubicBezTo>
                  <a:pt x="361769" y="32611"/>
                  <a:pt x="367706" y="34497"/>
                  <a:pt x="372111" y="38269"/>
                </a:cubicBezTo>
                <a:cubicBezTo>
                  <a:pt x="376516" y="42040"/>
                  <a:pt x="378718" y="46250"/>
                  <a:pt x="378718" y="50899"/>
                </a:cubicBezTo>
                <a:cubicBezTo>
                  <a:pt x="378718" y="53844"/>
                  <a:pt x="377830" y="56194"/>
                  <a:pt x="376052" y="57951"/>
                </a:cubicBezTo>
                <a:cubicBezTo>
                  <a:pt x="374275" y="59707"/>
                  <a:pt x="371944" y="60585"/>
                  <a:pt x="369059" y="60585"/>
                </a:cubicBezTo>
                <a:cubicBezTo>
                  <a:pt x="366019" y="60585"/>
                  <a:pt x="363508" y="59578"/>
                  <a:pt x="361524" y="57562"/>
                </a:cubicBezTo>
                <a:cubicBezTo>
                  <a:pt x="359541" y="55545"/>
                  <a:pt x="358317" y="51951"/>
                  <a:pt x="357853" y="46782"/>
                </a:cubicBezTo>
                <a:cubicBezTo>
                  <a:pt x="357544" y="43525"/>
                  <a:pt x="356797" y="41250"/>
                  <a:pt x="355612" y="39957"/>
                </a:cubicBezTo>
                <a:cubicBezTo>
                  <a:pt x="354427" y="38666"/>
                  <a:pt x="353036" y="38020"/>
                  <a:pt x="351439" y="38020"/>
                </a:cubicBezTo>
                <a:cubicBezTo>
                  <a:pt x="348967" y="38020"/>
                  <a:pt x="346854" y="39334"/>
                  <a:pt x="345103" y="41962"/>
                </a:cubicBezTo>
                <a:cubicBezTo>
                  <a:pt x="342424" y="45928"/>
                  <a:pt x="341084" y="52008"/>
                  <a:pt x="341084" y="60199"/>
                </a:cubicBezTo>
                <a:cubicBezTo>
                  <a:pt x="341084" y="66999"/>
                  <a:pt x="342166" y="73504"/>
                  <a:pt x="344330" y="79711"/>
                </a:cubicBezTo>
                <a:cubicBezTo>
                  <a:pt x="346494" y="85919"/>
                  <a:pt x="349456" y="90543"/>
                  <a:pt x="353217" y="93583"/>
                </a:cubicBezTo>
                <a:cubicBezTo>
                  <a:pt x="356050" y="95798"/>
                  <a:pt x="359399" y="96906"/>
                  <a:pt x="363263" y="96906"/>
                </a:cubicBezTo>
                <a:cubicBezTo>
                  <a:pt x="365787" y="96906"/>
                  <a:pt x="368183" y="96315"/>
                  <a:pt x="370450" y="95133"/>
                </a:cubicBezTo>
                <a:cubicBezTo>
                  <a:pt x="372716" y="93950"/>
                  <a:pt x="375395" y="91713"/>
                  <a:pt x="378486" y="88422"/>
                </a:cubicBezTo>
                <a:close/>
                <a:moveTo>
                  <a:pt x="450839" y="68313"/>
                </a:moveTo>
                <a:lnTo>
                  <a:pt x="411196" y="68313"/>
                </a:lnTo>
                <a:cubicBezTo>
                  <a:pt x="411660" y="77921"/>
                  <a:pt x="414210" y="85514"/>
                  <a:pt x="418846" y="91093"/>
                </a:cubicBezTo>
                <a:cubicBezTo>
                  <a:pt x="422401" y="95380"/>
                  <a:pt x="426677" y="97524"/>
                  <a:pt x="431674" y="97524"/>
                </a:cubicBezTo>
                <a:cubicBezTo>
                  <a:pt x="434765" y="97524"/>
                  <a:pt x="437573" y="96661"/>
                  <a:pt x="440098" y="94935"/>
                </a:cubicBezTo>
                <a:cubicBezTo>
                  <a:pt x="442622" y="93209"/>
                  <a:pt x="445327" y="90105"/>
                  <a:pt x="448212" y="85623"/>
                </a:cubicBezTo>
                <a:lnTo>
                  <a:pt x="450839" y="87323"/>
                </a:lnTo>
                <a:cubicBezTo>
                  <a:pt x="446924" y="95309"/>
                  <a:pt x="442596" y="100963"/>
                  <a:pt x="437857" y="104286"/>
                </a:cubicBezTo>
                <a:cubicBezTo>
                  <a:pt x="433117" y="107609"/>
                  <a:pt x="427630" y="109270"/>
                  <a:pt x="421396" y="109270"/>
                </a:cubicBezTo>
                <a:cubicBezTo>
                  <a:pt x="410681" y="109270"/>
                  <a:pt x="402567" y="105145"/>
                  <a:pt x="397054" y="96894"/>
                </a:cubicBezTo>
                <a:cubicBezTo>
                  <a:pt x="392624" y="90241"/>
                  <a:pt x="390408" y="81990"/>
                  <a:pt x="390408" y="72141"/>
                </a:cubicBezTo>
                <a:cubicBezTo>
                  <a:pt x="390408" y="60073"/>
                  <a:pt x="393667" y="50468"/>
                  <a:pt x="400184" y="43326"/>
                </a:cubicBezTo>
                <a:cubicBezTo>
                  <a:pt x="406701" y="36183"/>
                  <a:pt x="414338" y="32611"/>
                  <a:pt x="423097" y="32611"/>
                </a:cubicBezTo>
                <a:cubicBezTo>
                  <a:pt x="430412" y="32611"/>
                  <a:pt x="436762" y="35612"/>
                  <a:pt x="442145" y="41614"/>
                </a:cubicBezTo>
                <a:cubicBezTo>
                  <a:pt x="447529" y="47616"/>
                  <a:pt x="450427" y="56515"/>
                  <a:pt x="450839" y="68313"/>
                </a:cubicBezTo>
                <a:moveTo>
                  <a:pt x="431829" y="63213"/>
                </a:moveTo>
                <a:cubicBezTo>
                  <a:pt x="431829" y="54918"/>
                  <a:pt x="431378" y="49226"/>
                  <a:pt x="430477" y="46135"/>
                </a:cubicBezTo>
                <a:cubicBezTo>
                  <a:pt x="429575" y="43043"/>
                  <a:pt x="428171" y="40699"/>
                  <a:pt x="426265" y="39102"/>
                </a:cubicBezTo>
                <a:cubicBezTo>
                  <a:pt x="425183" y="38175"/>
                  <a:pt x="423741" y="37711"/>
                  <a:pt x="421937" y="37711"/>
                </a:cubicBezTo>
                <a:cubicBezTo>
                  <a:pt x="419258" y="37711"/>
                  <a:pt x="417069" y="39025"/>
                  <a:pt x="415369" y="41652"/>
                </a:cubicBezTo>
                <a:cubicBezTo>
                  <a:pt x="412329" y="46238"/>
                  <a:pt x="410809" y="52523"/>
                  <a:pt x="410809" y="60508"/>
                </a:cubicBezTo>
                <a:lnTo>
                  <a:pt x="410809" y="63213"/>
                </a:lnTo>
                <a:lnTo>
                  <a:pt x="431829" y="63213"/>
                </a:lnTo>
                <a:close/>
                <a:moveTo>
                  <a:pt x="599618" y="0"/>
                </a:moveTo>
                <a:lnTo>
                  <a:pt x="599618" y="36320"/>
                </a:lnTo>
                <a:lnTo>
                  <a:pt x="596604" y="36320"/>
                </a:lnTo>
                <a:cubicBezTo>
                  <a:pt x="594337" y="26791"/>
                  <a:pt x="590113" y="19489"/>
                  <a:pt x="583930" y="14415"/>
                </a:cubicBezTo>
                <a:cubicBezTo>
                  <a:pt x="577748" y="9338"/>
                  <a:pt x="570742" y="6800"/>
                  <a:pt x="562911" y="6800"/>
                </a:cubicBezTo>
                <a:cubicBezTo>
                  <a:pt x="556368" y="6800"/>
                  <a:pt x="550366" y="8681"/>
                  <a:pt x="544905" y="12442"/>
                </a:cubicBezTo>
                <a:cubicBezTo>
                  <a:pt x="539444" y="16202"/>
                  <a:pt x="535452" y="21122"/>
                  <a:pt x="532927" y="27202"/>
                </a:cubicBezTo>
                <a:cubicBezTo>
                  <a:pt x="529682" y="34981"/>
                  <a:pt x="528059" y="43636"/>
                  <a:pt x="528059" y="53167"/>
                </a:cubicBezTo>
                <a:cubicBezTo>
                  <a:pt x="528059" y="62543"/>
                  <a:pt x="529244" y="71082"/>
                  <a:pt x="531614" y="78784"/>
                </a:cubicBezTo>
                <a:cubicBezTo>
                  <a:pt x="533984" y="86486"/>
                  <a:pt x="537693" y="92308"/>
                  <a:pt x="542742" y="96249"/>
                </a:cubicBezTo>
                <a:cubicBezTo>
                  <a:pt x="547790" y="100190"/>
                  <a:pt x="554333" y="102160"/>
                  <a:pt x="562370" y="102160"/>
                </a:cubicBezTo>
                <a:cubicBezTo>
                  <a:pt x="568964" y="102160"/>
                  <a:pt x="575005" y="100718"/>
                  <a:pt x="580492" y="97833"/>
                </a:cubicBezTo>
                <a:cubicBezTo>
                  <a:pt x="585978" y="94948"/>
                  <a:pt x="591761" y="89976"/>
                  <a:pt x="597840" y="82918"/>
                </a:cubicBezTo>
                <a:lnTo>
                  <a:pt x="597840" y="91960"/>
                </a:lnTo>
                <a:cubicBezTo>
                  <a:pt x="591967" y="98091"/>
                  <a:pt x="585849" y="102534"/>
                  <a:pt x="579487" y="105290"/>
                </a:cubicBezTo>
                <a:cubicBezTo>
                  <a:pt x="573124" y="108046"/>
                  <a:pt x="565693" y="109425"/>
                  <a:pt x="557192" y="109425"/>
                </a:cubicBezTo>
                <a:cubicBezTo>
                  <a:pt x="546013" y="109425"/>
                  <a:pt x="536083" y="107187"/>
                  <a:pt x="527402" y="102711"/>
                </a:cubicBezTo>
                <a:cubicBezTo>
                  <a:pt x="518721" y="98235"/>
                  <a:pt x="512024" y="91805"/>
                  <a:pt x="507310" y="83421"/>
                </a:cubicBezTo>
                <a:cubicBezTo>
                  <a:pt x="502596" y="75035"/>
                  <a:pt x="500239" y="66108"/>
                  <a:pt x="500239" y="56642"/>
                </a:cubicBezTo>
                <a:cubicBezTo>
                  <a:pt x="500239" y="46662"/>
                  <a:pt x="502854" y="37196"/>
                  <a:pt x="508083" y="28245"/>
                </a:cubicBezTo>
                <a:cubicBezTo>
                  <a:pt x="513312" y="19292"/>
                  <a:pt x="520370" y="12347"/>
                  <a:pt x="529257" y="7409"/>
                </a:cubicBezTo>
                <a:cubicBezTo>
                  <a:pt x="538144" y="2470"/>
                  <a:pt x="547584" y="0"/>
                  <a:pt x="557579" y="0"/>
                </a:cubicBezTo>
                <a:cubicBezTo>
                  <a:pt x="564946" y="0"/>
                  <a:pt x="572725" y="1597"/>
                  <a:pt x="580917" y="4791"/>
                </a:cubicBezTo>
                <a:cubicBezTo>
                  <a:pt x="585656" y="6646"/>
                  <a:pt x="588670" y="7573"/>
                  <a:pt x="589958" y="7573"/>
                </a:cubicBezTo>
                <a:cubicBezTo>
                  <a:pt x="591607" y="7573"/>
                  <a:pt x="593036" y="6968"/>
                  <a:pt x="594247" y="5757"/>
                </a:cubicBezTo>
                <a:cubicBezTo>
                  <a:pt x="595458" y="4546"/>
                  <a:pt x="596243" y="2627"/>
                  <a:pt x="596604" y="0"/>
                </a:cubicBezTo>
                <a:lnTo>
                  <a:pt x="599618" y="0"/>
                </a:lnTo>
                <a:close/>
                <a:moveTo>
                  <a:pt x="647658" y="32611"/>
                </a:moveTo>
                <a:cubicBezTo>
                  <a:pt x="653943" y="32611"/>
                  <a:pt x="659790" y="34235"/>
                  <a:pt x="665200" y="37484"/>
                </a:cubicBezTo>
                <a:cubicBezTo>
                  <a:pt x="670609" y="40733"/>
                  <a:pt x="674718" y="45349"/>
                  <a:pt x="677526" y="51331"/>
                </a:cubicBezTo>
                <a:cubicBezTo>
                  <a:pt x="680333" y="57314"/>
                  <a:pt x="681737" y="63863"/>
                  <a:pt x="681737" y="70979"/>
                </a:cubicBezTo>
                <a:cubicBezTo>
                  <a:pt x="681737" y="81241"/>
                  <a:pt x="679135" y="89828"/>
                  <a:pt x="673932" y="96739"/>
                </a:cubicBezTo>
                <a:cubicBezTo>
                  <a:pt x="667647" y="105093"/>
                  <a:pt x="658966" y="109270"/>
                  <a:pt x="647890" y="109270"/>
                </a:cubicBezTo>
                <a:cubicBezTo>
                  <a:pt x="637019" y="109270"/>
                  <a:pt x="628648" y="105454"/>
                  <a:pt x="622775" y="97821"/>
                </a:cubicBezTo>
                <a:cubicBezTo>
                  <a:pt x="616902" y="90188"/>
                  <a:pt x="613965" y="81344"/>
                  <a:pt x="613965" y="71288"/>
                </a:cubicBezTo>
                <a:cubicBezTo>
                  <a:pt x="613965" y="60923"/>
                  <a:pt x="616966" y="51886"/>
                  <a:pt x="622968" y="44176"/>
                </a:cubicBezTo>
                <a:cubicBezTo>
                  <a:pt x="628970" y="36466"/>
                  <a:pt x="637200" y="32611"/>
                  <a:pt x="647658" y="32611"/>
                </a:cubicBezTo>
                <a:moveTo>
                  <a:pt x="647967" y="38020"/>
                </a:moveTo>
                <a:cubicBezTo>
                  <a:pt x="645340" y="38020"/>
                  <a:pt x="643086" y="39014"/>
                  <a:pt x="641205" y="41000"/>
                </a:cubicBezTo>
                <a:cubicBezTo>
                  <a:pt x="639325" y="42985"/>
                  <a:pt x="638088" y="46905"/>
                  <a:pt x="637496" y="52759"/>
                </a:cubicBezTo>
                <a:cubicBezTo>
                  <a:pt x="636903" y="58612"/>
                  <a:pt x="636607" y="66749"/>
                  <a:pt x="636607" y="77169"/>
                </a:cubicBezTo>
                <a:cubicBezTo>
                  <a:pt x="636607" y="82687"/>
                  <a:pt x="636968" y="87846"/>
                  <a:pt x="637689" y="92643"/>
                </a:cubicBezTo>
                <a:cubicBezTo>
                  <a:pt x="638256" y="96304"/>
                  <a:pt x="639467" y="99090"/>
                  <a:pt x="641321" y="100999"/>
                </a:cubicBezTo>
                <a:cubicBezTo>
                  <a:pt x="643176" y="102907"/>
                  <a:pt x="645288" y="103861"/>
                  <a:pt x="647658" y="103861"/>
                </a:cubicBezTo>
                <a:cubicBezTo>
                  <a:pt x="649976" y="103861"/>
                  <a:pt x="651908" y="103216"/>
                  <a:pt x="653454" y="101926"/>
                </a:cubicBezTo>
                <a:cubicBezTo>
                  <a:pt x="655463" y="100173"/>
                  <a:pt x="656802" y="97723"/>
                  <a:pt x="657472" y="94575"/>
                </a:cubicBezTo>
                <a:cubicBezTo>
                  <a:pt x="658502" y="89676"/>
                  <a:pt x="659018" y="79773"/>
                  <a:pt x="659018" y="64867"/>
                </a:cubicBezTo>
                <a:cubicBezTo>
                  <a:pt x="659018" y="56099"/>
                  <a:pt x="658528" y="50078"/>
                  <a:pt x="657549" y="46803"/>
                </a:cubicBezTo>
                <a:cubicBezTo>
                  <a:pt x="656571" y="43527"/>
                  <a:pt x="655128" y="41141"/>
                  <a:pt x="653222" y="39646"/>
                </a:cubicBezTo>
                <a:cubicBezTo>
                  <a:pt x="651882" y="38562"/>
                  <a:pt x="650131" y="38020"/>
                  <a:pt x="647967" y="38020"/>
                </a:cubicBezTo>
                <a:close/>
                <a:moveTo>
                  <a:pt x="762955" y="2318"/>
                </a:moveTo>
                <a:lnTo>
                  <a:pt x="762955" y="85469"/>
                </a:lnTo>
                <a:cubicBezTo>
                  <a:pt x="762955" y="91028"/>
                  <a:pt x="763110" y="94317"/>
                  <a:pt x="763419" y="95336"/>
                </a:cubicBezTo>
                <a:cubicBezTo>
                  <a:pt x="763831" y="97020"/>
                  <a:pt x="764617" y="98270"/>
                  <a:pt x="765776" y="99086"/>
                </a:cubicBezTo>
                <a:cubicBezTo>
                  <a:pt x="766935" y="99901"/>
                  <a:pt x="768957" y="100410"/>
                  <a:pt x="771842" y="100615"/>
                </a:cubicBezTo>
                <a:lnTo>
                  <a:pt x="771842" y="103397"/>
                </a:lnTo>
                <a:lnTo>
                  <a:pt x="741318" y="109270"/>
                </a:lnTo>
                <a:lnTo>
                  <a:pt x="741318" y="97833"/>
                </a:lnTo>
                <a:cubicBezTo>
                  <a:pt x="737660" y="102264"/>
                  <a:pt x="734401" y="105277"/>
                  <a:pt x="731542" y="106874"/>
                </a:cubicBezTo>
                <a:cubicBezTo>
                  <a:pt x="728683" y="108471"/>
                  <a:pt x="725450" y="109270"/>
                  <a:pt x="721844" y="109270"/>
                </a:cubicBezTo>
                <a:cubicBezTo>
                  <a:pt x="712622" y="109270"/>
                  <a:pt x="705332" y="105145"/>
                  <a:pt x="699974" y="96894"/>
                </a:cubicBezTo>
                <a:cubicBezTo>
                  <a:pt x="695647" y="90190"/>
                  <a:pt x="693483" y="81965"/>
                  <a:pt x="693483" y="72218"/>
                </a:cubicBezTo>
                <a:cubicBezTo>
                  <a:pt x="693483" y="64431"/>
                  <a:pt x="694822" y="57456"/>
                  <a:pt x="697501" y="51293"/>
                </a:cubicBezTo>
                <a:cubicBezTo>
                  <a:pt x="700180" y="45130"/>
                  <a:pt x="703851" y="40476"/>
                  <a:pt x="708513" y="37330"/>
                </a:cubicBezTo>
                <a:cubicBezTo>
                  <a:pt x="713176" y="34184"/>
                  <a:pt x="718186" y="32611"/>
                  <a:pt x="723544" y="32611"/>
                </a:cubicBezTo>
                <a:cubicBezTo>
                  <a:pt x="726996" y="32611"/>
                  <a:pt x="730061" y="33286"/>
                  <a:pt x="732740" y="34637"/>
                </a:cubicBezTo>
                <a:cubicBezTo>
                  <a:pt x="735419" y="35988"/>
                  <a:pt x="738278" y="38352"/>
                  <a:pt x="741318" y="41730"/>
                </a:cubicBezTo>
                <a:lnTo>
                  <a:pt x="741318" y="19938"/>
                </a:lnTo>
                <a:cubicBezTo>
                  <a:pt x="741318" y="14425"/>
                  <a:pt x="741086" y="11102"/>
                  <a:pt x="740622" y="9969"/>
                </a:cubicBezTo>
                <a:cubicBezTo>
                  <a:pt x="740004" y="8475"/>
                  <a:pt x="739077" y="7367"/>
                  <a:pt x="737840" y="6646"/>
                </a:cubicBezTo>
                <a:cubicBezTo>
                  <a:pt x="736604" y="5925"/>
                  <a:pt x="734285" y="5564"/>
                  <a:pt x="730885" y="5564"/>
                </a:cubicBezTo>
                <a:lnTo>
                  <a:pt x="730885" y="2318"/>
                </a:lnTo>
                <a:lnTo>
                  <a:pt x="762955" y="2318"/>
                </a:lnTo>
                <a:moveTo>
                  <a:pt x="741318" y="51158"/>
                </a:moveTo>
                <a:cubicBezTo>
                  <a:pt x="737505" y="43945"/>
                  <a:pt x="732843" y="40339"/>
                  <a:pt x="727330" y="40339"/>
                </a:cubicBezTo>
                <a:cubicBezTo>
                  <a:pt x="725424" y="40339"/>
                  <a:pt x="723853" y="40854"/>
                  <a:pt x="722617" y="41884"/>
                </a:cubicBezTo>
                <a:cubicBezTo>
                  <a:pt x="720710" y="43481"/>
                  <a:pt x="719152" y="46289"/>
                  <a:pt x="717941" y="50307"/>
                </a:cubicBezTo>
                <a:cubicBezTo>
                  <a:pt x="716731" y="54326"/>
                  <a:pt x="716125" y="60482"/>
                  <a:pt x="716125" y="68777"/>
                </a:cubicBezTo>
                <a:cubicBezTo>
                  <a:pt x="716125" y="77895"/>
                  <a:pt x="716795" y="84644"/>
                  <a:pt x="718134" y="89023"/>
                </a:cubicBezTo>
                <a:cubicBezTo>
                  <a:pt x="719474" y="93402"/>
                  <a:pt x="721303" y="96571"/>
                  <a:pt x="723621" y="98528"/>
                </a:cubicBezTo>
                <a:cubicBezTo>
                  <a:pt x="724806" y="99507"/>
                  <a:pt x="726429" y="99997"/>
                  <a:pt x="728490" y="99997"/>
                </a:cubicBezTo>
                <a:cubicBezTo>
                  <a:pt x="733023" y="99997"/>
                  <a:pt x="737299" y="96431"/>
                  <a:pt x="741318" y="89299"/>
                </a:cubicBezTo>
                <a:lnTo>
                  <a:pt x="741318" y="51158"/>
                </a:lnTo>
                <a:close/>
                <a:moveTo>
                  <a:pt x="841909" y="68313"/>
                </a:moveTo>
                <a:lnTo>
                  <a:pt x="802266" y="68313"/>
                </a:lnTo>
                <a:cubicBezTo>
                  <a:pt x="802729" y="77921"/>
                  <a:pt x="805279" y="85514"/>
                  <a:pt x="809916" y="91093"/>
                </a:cubicBezTo>
                <a:cubicBezTo>
                  <a:pt x="813471" y="95380"/>
                  <a:pt x="817747" y="97524"/>
                  <a:pt x="822744" y="97524"/>
                </a:cubicBezTo>
                <a:cubicBezTo>
                  <a:pt x="825835" y="97524"/>
                  <a:pt x="828643" y="96661"/>
                  <a:pt x="831167" y="94935"/>
                </a:cubicBezTo>
                <a:cubicBezTo>
                  <a:pt x="833692" y="93209"/>
                  <a:pt x="836396" y="90105"/>
                  <a:pt x="839281" y="85623"/>
                </a:cubicBezTo>
                <a:lnTo>
                  <a:pt x="841909" y="87323"/>
                </a:lnTo>
                <a:cubicBezTo>
                  <a:pt x="837993" y="95309"/>
                  <a:pt x="833666" y="100963"/>
                  <a:pt x="828926" y="104286"/>
                </a:cubicBezTo>
                <a:cubicBezTo>
                  <a:pt x="824187" y="107609"/>
                  <a:pt x="818700" y="109270"/>
                  <a:pt x="812466" y="109270"/>
                </a:cubicBezTo>
                <a:cubicBezTo>
                  <a:pt x="801750" y="109270"/>
                  <a:pt x="793636" y="105145"/>
                  <a:pt x="788124" y="96894"/>
                </a:cubicBezTo>
                <a:cubicBezTo>
                  <a:pt x="783693" y="90241"/>
                  <a:pt x="781478" y="81990"/>
                  <a:pt x="781478" y="72141"/>
                </a:cubicBezTo>
                <a:cubicBezTo>
                  <a:pt x="781478" y="60073"/>
                  <a:pt x="784737" y="50468"/>
                  <a:pt x="791254" y="43326"/>
                </a:cubicBezTo>
                <a:cubicBezTo>
                  <a:pt x="797771" y="36183"/>
                  <a:pt x="805408" y="32611"/>
                  <a:pt x="814166" y="32611"/>
                </a:cubicBezTo>
                <a:cubicBezTo>
                  <a:pt x="821482" y="32611"/>
                  <a:pt x="827831" y="35612"/>
                  <a:pt x="833215" y="41614"/>
                </a:cubicBezTo>
                <a:cubicBezTo>
                  <a:pt x="838599" y="47616"/>
                  <a:pt x="841497" y="56515"/>
                  <a:pt x="841909" y="68313"/>
                </a:cubicBezTo>
                <a:moveTo>
                  <a:pt x="822899" y="63213"/>
                </a:moveTo>
                <a:cubicBezTo>
                  <a:pt x="822899" y="54918"/>
                  <a:pt x="822448" y="49226"/>
                  <a:pt x="821546" y="46135"/>
                </a:cubicBezTo>
                <a:cubicBezTo>
                  <a:pt x="820645" y="43043"/>
                  <a:pt x="819241" y="40699"/>
                  <a:pt x="817335" y="39102"/>
                </a:cubicBezTo>
                <a:cubicBezTo>
                  <a:pt x="816253" y="38175"/>
                  <a:pt x="814810" y="37711"/>
                  <a:pt x="813007" y="37711"/>
                </a:cubicBezTo>
                <a:cubicBezTo>
                  <a:pt x="810328" y="37711"/>
                  <a:pt x="808139" y="39025"/>
                  <a:pt x="806439" y="41652"/>
                </a:cubicBezTo>
                <a:cubicBezTo>
                  <a:pt x="803399" y="46238"/>
                  <a:pt x="801879" y="52523"/>
                  <a:pt x="801879" y="60508"/>
                </a:cubicBezTo>
                <a:lnTo>
                  <a:pt x="801879" y="63213"/>
                </a:lnTo>
                <a:lnTo>
                  <a:pt x="822899" y="63213"/>
                </a:lnTo>
                <a:close/>
              </a:path>
            </a:pathLst>
          </a:custGeom>
          <a:solidFill xmlns:a="http://schemas.openxmlformats.org/drawingml/2006/main">
            <a:srgbClr val="741B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BA7163-0FB2-4353-BB90-ADC48AD4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3827" y="699478"/>
            <a:ext cx="1799410" cy="356227"/>
          </a:xfrm>
          <a:custGeom xmlns:a="http://schemas.openxmlformats.org/drawingml/2006/main">
            <a:pathLst>
              <a:path w="1799410" h="356227">
                <a:moveTo>
                  <a:pt x="1799410" y="356227"/>
                </a:moveTo>
                <a:lnTo>
                  <a:pt x="0" y="356227"/>
                </a:lnTo>
                <a:lnTo>
                  <a:pt x="0" y="0"/>
                </a:lnTo>
                <a:lnTo>
                  <a:pt x="1799410" y="0"/>
                </a:lnTo>
                <a:lnTo>
                  <a:pt x="1799410" y="35622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DecompiledCode">
            <a:extLst xmlns:a="http://schemas.openxmlformats.org/drawingml/2006/main">
              <a:ext uri="{FF2B5EF4-FFF2-40B4-BE49-F238E27FC236}">
                <a16:creationId xmlns:a16="http://schemas.microsoft.com/office/drawing/2014/main" id="{B91D9060-55A0-41E2-A226-32F77E3B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8718" y="820611"/>
            <a:ext cx="1184640" cy="140954"/>
          </a:xfrm>
          <a:custGeom xmlns:a="http://schemas.openxmlformats.org/drawingml/2006/main">
            <a:pathLst>
              <a:path w="1184640" h="140954">
                <a:moveTo>
                  <a:pt x="0" y="107106"/>
                </a:moveTo>
                <a:lnTo>
                  <a:pt x="0" y="104324"/>
                </a:lnTo>
                <a:lnTo>
                  <a:pt x="3477" y="104324"/>
                </a:lnTo>
                <a:cubicBezTo>
                  <a:pt x="6517" y="104324"/>
                  <a:pt x="8848" y="103845"/>
                  <a:pt x="10471" y="102887"/>
                </a:cubicBezTo>
                <a:cubicBezTo>
                  <a:pt x="12094" y="101929"/>
                  <a:pt x="13292" y="100622"/>
                  <a:pt x="14064" y="98966"/>
                </a:cubicBezTo>
                <a:cubicBezTo>
                  <a:pt x="14528" y="97877"/>
                  <a:pt x="14760" y="94615"/>
                  <a:pt x="14760" y="89178"/>
                </a:cubicBezTo>
                <a:lnTo>
                  <a:pt x="14760" y="20247"/>
                </a:lnTo>
                <a:cubicBezTo>
                  <a:pt x="14760" y="14861"/>
                  <a:pt x="14477" y="11496"/>
                  <a:pt x="13910" y="10150"/>
                </a:cubicBezTo>
                <a:cubicBezTo>
                  <a:pt x="13343" y="8802"/>
                  <a:pt x="12197" y="7624"/>
                  <a:pt x="10471" y="6614"/>
                </a:cubicBezTo>
                <a:cubicBezTo>
                  <a:pt x="8745" y="5605"/>
                  <a:pt x="6414" y="5100"/>
                  <a:pt x="3477" y="5100"/>
                </a:cubicBezTo>
                <a:lnTo>
                  <a:pt x="0" y="5100"/>
                </a:lnTo>
                <a:lnTo>
                  <a:pt x="0" y="2318"/>
                </a:lnTo>
                <a:lnTo>
                  <a:pt x="46907" y="2318"/>
                </a:lnTo>
                <a:cubicBezTo>
                  <a:pt x="59426" y="2318"/>
                  <a:pt x="69498" y="4018"/>
                  <a:pt x="77123" y="7419"/>
                </a:cubicBezTo>
                <a:cubicBezTo>
                  <a:pt x="86447" y="11592"/>
                  <a:pt x="93518" y="17903"/>
                  <a:pt x="98335" y="26352"/>
                </a:cubicBezTo>
                <a:cubicBezTo>
                  <a:pt x="103152" y="34801"/>
                  <a:pt x="105561" y="44357"/>
                  <a:pt x="105561" y="55021"/>
                </a:cubicBezTo>
                <a:cubicBezTo>
                  <a:pt x="105561" y="62388"/>
                  <a:pt x="104376" y="69176"/>
                  <a:pt x="102006" y="75384"/>
                </a:cubicBezTo>
                <a:cubicBezTo>
                  <a:pt x="99636" y="81592"/>
                  <a:pt x="96571" y="86718"/>
                  <a:pt x="92810" y="90762"/>
                </a:cubicBezTo>
                <a:cubicBezTo>
                  <a:pt x="89049" y="94806"/>
                  <a:pt x="84709" y="98052"/>
                  <a:pt x="79789" y="100499"/>
                </a:cubicBezTo>
                <a:cubicBezTo>
                  <a:pt x="74869" y="102946"/>
                  <a:pt x="68854" y="104839"/>
                  <a:pt x="61745" y="106179"/>
                </a:cubicBezTo>
                <a:cubicBezTo>
                  <a:pt x="58602" y="106797"/>
                  <a:pt x="53656" y="107106"/>
                  <a:pt x="46907" y="107106"/>
                </a:cubicBezTo>
                <a:lnTo>
                  <a:pt x="0" y="107106"/>
                </a:lnTo>
                <a:moveTo>
                  <a:pt x="39952" y="8191"/>
                </a:moveTo>
                <a:lnTo>
                  <a:pt x="39952" y="89883"/>
                </a:lnTo>
                <a:cubicBezTo>
                  <a:pt x="39952" y="94207"/>
                  <a:pt x="40158" y="96859"/>
                  <a:pt x="40571" y="97838"/>
                </a:cubicBezTo>
                <a:cubicBezTo>
                  <a:pt x="40983" y="98815"/>
                  <a:pt x="41678" y="99560"/>
                  <a:pt x="42657" y="100074"/>
                </a:cubicBezTo>
                <a:cubicBezTo>
                  <a:pt x="44048" y="100847"/>
                  <a:pt x="46057" y="101233"/>
                  <a:pt x="48685" y="101233"/>
                </a:cubicBezTo>
                <a:cubicBezTo>
                  <a:pt x="57288" y="101233"/>
                  <a:pt x="63857" y="98299"/>
                  <a:pt x="68390" y="92431"/>
                </a:cubicBezTo>
                <a:cubicBezTo>
                  <a:pt x="74573" y="84503"/>
                  <a:pt x="77664" y="72201"/>
                  <a:pt x="77664" y="55524"/>
                </a:cubicBezTo>
                <a:cubicBezTo>
                  <a:pt x="77664" y="42089"/>
                  <a:pt x="75551" y="31356"/>
                  <a:pt x="71327" y="23326"/>
                </a:cubicBezTo>
                <a:cubicBezTo>
                  <a:pt x="67978" y="17045"/>
                  <a:pt x="63676" y="12772"/>
                  <a:pt x="58422" y="10507"/>
                </a:cubicBezTo>
                <a:cubicBezTo>
                  <a:pt x="54712" y="8912"/>
                  <a:pt x="48556" y="8140"/>
                  <a:pt x="39952" y="8191"/>
                </a:cubicBezTo>
                <a:close/>
                <a:moveTo>
                  <a:pt x="178715" y="68313"/>
                </a:moveTo>
                <a:lnTo>
                  <a:pt x="139072" y="68313"/>
                </a:lnTo>
                <a:cubicBezTo>
                  <a:pt x="139536" y="77921"/>
                  <a:pt x="142086" y="85514"/>
                  <a:pt x="146722" y="91093"/>
                </a:cubicBezTo>
                <a:cubicBezTo>
                  <a:pt x="150277" y="95380"/>
                  <a:pt x="154553" y="97524"/>
                  <a:pt x="159550" y="97524"/>
                </a:cubicBezTo>
                <a:cubicBezTo>
                  <a:pt x="162642" y="97524"/>
                  <a:pt x="165449" y="96661"/>
                  <a:pt x="167974" y="94935"/>
                </a:cubicBezTo>
                <a:cubicBezTo>
                  <a:pt x="170498" y="93209"/>
                  <a:pt x="173203" y="90105"/>
                  <a:pt x="176088" y="85623"/>
                </a:cubicBezTo>
                <a:lnTo>
                  <a:pt x="178715" y="87323"/>
                </a:lnTo>
                <a:cubicBezTo>
                  <a:pt x="174800" y="95309"/>
                  <a:pt x="170472" y="100963"/>
                  <a:pt x="165733" y="104286"/>
                </a:cubicBezTo>
                <a:cubicBezTo>
                  <a:pt x="160993" y="107609"/>
                  <a:pt x="155506" y="109270"/>
                  <a:pt x="149273" y="109270"/>
                </a:cubicBezTo>
                <a:cubicBezTo>
                  <a:pt x="138557" y="109270"/>
                  <a:pt x="130443" y="105145"/>
                  <a:pt x="124930" y="96894"/>
                </a:cubicBezTo>
                <a:cubicBezTo>
                  <a:pt x="120500" y="90241"/>
                  <a:pt x="118284" y="81990"/>
                  <a:pt x="118284" y="72141"/>
                </a:cubicBezTo>
                <a:cubicBezTo>
                  <a:pt x="118284" y="60073"/>
                  <a:pt x="121543" y="50468"/>
                  <a:pt x="128060" y="43326"/>
                </a:cubicBezTo>
                <a:cubicBezTo>
                  <a:pt x="134577" y="36183"/>
                  <a:pt x="142215" y="32611"/>
                  <a:pt x="150973" y="32611"/>
                </a:cubicBezTo>
                <a:cubicBezTo>
                  <a:pt x="158288" y="32611"/>
                  <a:pt x="164638" y="35612"/>
                  <a:pt x="170022" y="41614"/>
                </a:cubicBezTo>
                <a:cubicBezTo>
                  <a:pt x="175405" y="47616"/>
                  <a:pt x="178303" y="56515"/>
                  <a:pt x="178715" y="68313"/>
                </a:cubicBezTo>
                <a:moveTo>
                  <a:pt x="159705" y="63213"/>
                </a:moveTo>
                <a:cubicBezTo>
                  <a:pt x="159705" y="54918"/>
                  <a:pt x="159254" y="49226"/>
                  <a:pt x="158353" y="46135"/>
                </a:cubicBezTo>
                <a:cubicBezTo>
                  <a:pt x="157451" y="43043"/>
                  <a:pt x="156047" y="40699"/>
                  <a:pt x="154141" y="39102"/>
                </a:cubicBezTo>
                <a:cubicBezTo>
                  <a:pt x="153059" y="38175"/>
                  <a:pt x="151617" y="37711"/>
                  <a:pt x="149814" y="37711"/>
                </a:cubicBezTo>
                <a:cubicBezTo>
                  <a:pt x="147135" y="37711"/>
                  <a:pt x="144945" y="39025"/>
                  <a:pt x="143245" y="41652"/>
                </a:cubicBezTo>
                <a:cubicBezTo>
                  <a:pt x="140205" y="46238"/>
                  <a:pt x="138686" y="52523"/>
                  <a:pt x="138686" y="60508"/>
                </a:cubicBezTo>
                <a:lnTo>
                  <a:pt x="138686" y="63213"/>
                </a:lnTo>
                <a:lnTo>
                  <a:pt x="159705" y="63213"/>
                </a:lnTo>
                <a:close/>
                <a:moveTo>
                  <a:pt x="246585" y="88422"/>
                </a:moveTo>
                <a:lnTo>
                  <a:pt x="248981" y="90274"/>
                </a:lnTo>
                <a:cubicBezTo>
                  <a:pt x="245581" y="96683"/>
                  <a:pt x="241343" y="101452"/>
                  <a:pt x="236269" y="104580"/>
                </a:cubicBezTo>
                <a:cubicBezTo>
                  <a:pt x="231194" y="107707"/>
                  <a:pt x="225798" y="109270"/>
                  <a:pt x="220079" y="109270"/>
                </a:cubicBezTo>
                <a:cubicBezTo>
                  <a:pt x="210445" y="109270"/>
                  <a:pt x="202743" y="105635"/>
                  <a:pt x="196973" y="98364"/>
                </a:cubicBezTo>
                <a:cubicBezTo>
                  <a:pt x="191203" y="91092"/>
                  <a:pt x="188318" y="82351"/>
                  <a:pt x="188318" y="72141"/>
                </a:cubicBezTo>
                <a:cubicBezTo>
                  <a:pt x="188318" y="62289"/>
                  <a:pt x="190946" y="53626"/>
                  <a:pt x="196200" y="46149"/>
                </a:cubicBezTo>
                <a:cubicBezTo>
                  <a:pt x="202537" y="37124"/>
                  <a:pt x="211270" y="32611"/>
                  <a:pt x="222397" y="32611"/>
                </a:cubicBezTo>
                <a:cubicBezTo>
                  <a:pt x="229868" y="32611"/>
                  <a:pt x="235805" y="34497"/>
                  <a:pt x="240210" y="38269"/>
                </a:cubicBezTo>
                <a:cubicBezTo>
                  <a:pt x="244615" y="42040"/>
                  <a:pt x="246817" y="46250"/>
                  <a:pt x="246817" y="50899"/>
                </a:cubicBezTo>
                <a:cubicBezTo>
                  <a:pt x="246817" y="53844"/>
                  <a:pt x="245928" y="56194"/>
                  <a:pt x="244151" y="57951"/>
                </a:cubicBezTo>
                <a:cubicBezTo>
                  <a:pt x="242374" y="59707"/>
                  <a:pt x="240042" y="60585"/>
                  <a:pt x="237157" y="60585"/>
                </a:cubicBezTo>
                <a:cubicBezTo>
                  <a:pt x="234118" y="60585"/>
                  <a:pt x="231606" y="59578"/>
                  <a:pt x="229623" y="57562"/>
                </a:cubicBezTo>
                <a:cubicBezTo>
                  <a:pt x="227639" y="55545"/>
                  <a:pt x="226416" y="51951"/>
                  <a:pt x="225952" y="46782"/>
                </a:cubicBezTo>
                <a:cubicBezTo>
                  <a:pt x="225643" y="43525"/>
                  <a:pt x="224896" y="41250"/>
                  <a:pt x="223711" y="39957"/>
                </a:cubicBezTo>
                <a:cubicBezTo>
                  <a:pt x="222526" y="38666"/>
                  <a:pt x="221135" y="38020"/>
                  <a:pt x="219538" y="38020"/>
                </a:cubicBezTo>
                <a:cubicBezTo>
                  <a:pt x="217065" y="38020"/>
                  <a:pt x="214953" y="39334"/>
                  <a:pt x="213201" y="41962"/>
                </a:cubicBezTo>
                <a:cubicBezTo>
                  <a:pt x="210523" y="45928"/>
                  <a:pt x="209183" y="52008"/>
                  <a:pt x="209183" y="60199"/>
                </a:cubicBezTo>
                <a:cubicBezTo>
                  <a:pt x="209183" y="66999"/>
                  <a:pt x="210265" y="73504"/>
                  <a:pt x="212429" y="79711"/>
                </a:cubicBezTo>
                <a:cubicBezTo>
                  <a:pt x="214592" y="85919"/>
                  <a:pt x="217555" y="90543"/>
                  <a:pt x="221316" y="93583"/>
                </a:cubicBezTo>
                <a:cubicBezTo>
                  <a:pt x="224149" y="95798"/>
                  <a:pt x="227498" y="96906"/>
                  <a:pt x="231362" y="96906"/>
                </a:cubicBezTo>
                <a:cubicBezTo>
                  <a:pt x="233886" y="96906"/>
                  <a:pt x="236282" y="96315"/>
                  <a:pt x="238548" y="95133"/>
                </a:cubicBezTo>
                <a:cubicBezTo>
                  <a:pt x="240815" y="93950"/>
                  <a:pt x="243494" y="91713"/>
                  <a:pt x="246585" y="88422"/>
                </a:cubicBezTo>
                <a:close/>
                <a:moveTo>
                  <a:pt x="291813" y="32611"/>
                </a:moveTo>
                <a:cubicBezTo>
                  <a:pt x="298098" y="32611"/>
                  <a:pt x="303946" y="34235"/>
                  <a:pt x="309355" y="37484"/>
                </a:cubicBezTo>
                <a:cubicBezTo>
                  <a:pt x="314764" y="40733"/>
                  <a:pt x="318873" y="45349"/>
                  <a:pt x="321681" y="51331"/>
                </a:cubicBezTo>
                <a:cubicBezTo>
                  <a:pt x="324488" y="57314"/>
                  <a:pt x="325892" y="63863"/>
                  <a:pt x="325892" y="70979"/>
                </a:cubicBezTo>
                <a:cubicBezTo>
                  <a:pt x="325892" y="81241"/>
                  <a:pt x="323291" y="89828"/>
                  <a:pt x="318087" y="96739"/>
                </a:cubicBezTo>
                <a:cubicBezTo>
                  <a:pt x="311802" y="105093"/>
                  <a:pt x="303121" y="109270"/>
                  <a:pt x="292045" y="109270"/>
                </a:cubicBezTo>
                <a:cubicBezTo>
                  <a:pt x="281174" y="109270"/>
                  <a:pt x="272803" y="105454"/>
                  <a:pt x="266930" y="97821"/>
                </a:cubicBezTo>
                <a:cubicBezTo>
                  <a:pt x="261057" y="90188"/>
                  <a:pt x="258120" y="81344"/>
                  <a:pt x="258120" y="71288"/>
                </a:cubicBezTo>
                <a:cubicBezTo>
                  <a:pt x="258120" y="60923"/>
                  <a:pt x="261121" y="51886"/>
                  <a:pt x="267123" y="44176"/>
                </a:cubicBezTo>
                <a:cubicBezTo>
                  <a:pt x="273125" y="36466"/>
                  <a:pt x="281355" y="32611"/>
                  <a:pt x="291813" y="32611"/>
                </a:cubicBezTo>
                <a:moveTo>
                  <a:pt x="292122" y="38020"/>
                </a:moveTo>
                <a:cubicBezTo>
                  <a:pt x="289495" y="38020"/>
                  <a:pt x="287241" y="39014"/>
                  <a:pt x="285360" y="41000"/>
                </a:cubicBezTo>
                <a:cubicBezTo>
                  <a:pt x="283480" y="42985"/>
                  <a:pt x="282243" y="46905"/>
                  <a:pt x="281651" y="52759"/>
                </a:cubicBezTo>
                <a:cubicBezTo>
                  <a:pt x="281059" y="58612"/>
                  <a:pt x="280762" y="66749"/>
                  <a:pt x="280762" y="77169"/>
                </a:cubicBezTo>
                <a:cubicBezTo>
                  <a:pt x="280762" y="82687"/>
                  <a:pt x="281123" y="87846"/>
                  <a:pt x="281844" y="92643"/>
                </a:cubicBezTo>
                <a:cubicBezTo>
                  <a:pt x="282411" y="96304"/>
                  <a:pt x="283622" y="99090"/>
                  <a:pt x="285476" y="100999"/>
                </a:cubicBezTo>
                <a:cubicBezTo>
                  <a:pt x="287331" y="102907"/>
                  <a:pt x="289443" y="103861"/>
                  <a:pt x="291813" y="103861"/>
                </a:cubicBezTo>
                <a:cubicBezTo>
                  <a:pt x="294131" y="103861"/>
                  <a:pt x="296063" y="103216"/>
                  <a:pt x="297609" y="101926"/>
                </a:cubicBezTo>
                <a:cubicBezTo>
                  <a:pt x="299618" y="100173"/>
                  <a:pt x="300957" y="97723"/>
                  <a:pt x="301627" y="94575"/>
                </a:cubicBezTo>
                <a:cubicBezTo>
                  <a:pt x="302658" y="89676"/>
                  <a:pt x="303173" y="79773"/>
                  <a:pt x="303173" y="64867"/>
                </a:cubicBezTo>
                <a:cubicBezTo>
                  <a:pt x="303173" y="56099"/>
                  <a:pt x="302683" y="50078"/>
                  <a:pt x="301704" y="46803"/>
                </a:cubicBezTo>
                <a:cubicBezTo>
                  <a:pt x="300726" y="43527"/>
                  <a:pt x="299283" y="41141"/>
                  <a:pt x="297377" y="39646"/>
                </a:cubicBezTo>
                <a:cubicBezTo>
                  <a:pt x="296037" y="38562"/>
                  <a:pt x="294286" y="38020"/>
                  <a:pt x="292122" y="38020"/>
                </a:cubicBezTo>
                <a:close/>
                <a:moveTo>
                  <a:pt x="366848" y="34775"/>
                </a:moveTo>
                <a:lnTo>
                  <a:pt x="366848" y="44357"/>
                </a:lnTo>
                <a:cubicBezTo>
                  <a:pt x="370815" y="40001"/>
                  <a:pt x="374486" y="36954"/>
                  <a:pt x="377860" y="35217"/>
                </a:cubicBezTo>
                <a:cubicBezTo>
                  <a:pt x="381235" y="33480"/>
                  <a:pt x="384931" y="32611"/>
                  <a:pt x="388950" y="32611"/>
                </a:cubicBezTo>
                <a:cubicBezTo>
                  <a:pt x="393586" y="32611"/>
                  <a:pt x="397476" y="33699"/>
                  <a:pt x="400618" y="35876"/>
                </a:cubicBezTo>
                <a:cubicBezTo>
                  <a:pt x="403761" y="38053"/>
                  <a:pt x="406182" y="41369"/>
                  <a:pt x="407883" y="45825"/>
                </a:cubicBezTo>
                <a:cubicBezTo>
                  <a:pt x="412004" y="41161"/>
                  <a:pt x="415958" y="37793"/>
                  <a:pt x="419745" y="35721"/>
                </a:cubicBezTo>
                <a:cubicBezTo>
                  <a:pt x="423531" y="33648"/>
                  <a:pt x="427485" y="32611"/>
                  <a:pt x="431607" y="32611"/>
                </a:cubicBezTo>
                <a:cubicBezTo>
                  <a:pt x="436604" y="32611"/>
                  <a:pt x="440584" y="33759"/>
                  <a:pt x="443546" y="36055"/>
                </a:cubicBezTo>
                <a:cubicBezTo>
                  <a:pt x="446508" y="38350"/>
                  <a:pt x="448569" y="41265"/>
                  <a:pt x="449728" y="44799"/>
                </a:cubicBezTo>
                <a:cubicBezTo>
                  <a:pt x="450887" y="48333"/>
                  <a:pt x="451467" y="53968"/>
                  <a:pt x="451467" y="61706"/>
                </a:cubicBezTo>
                <a:lnTo>
                  <a:pt x="451467" y="91342"/>
                </a:lnTo>
                <a:cubicBezTo>
                  <a:pt x="451467" y="96906"/>
                  <a:pt x="451969" y="100357"/>
                  <a:pt x="452974" y="101697"/>
                </a:cubicBezTo>
                <a:cubicBezTo>
                  <a:pt x="453978" y="103036"/>
                  <a:pt x="456078" y="103912"/>
                  <a:pt x="459272" y="104324"/>
                </a:cubicBezTo>
                <a:lnTo>
                  <a:pt x="459272" y="107106"/>
                </a:lnTo>
                <a:lnTo>
                  <a:pt x="421947" y="107106"/>
                </a:lnTo>
                <a:lnTo>
                  <a:pt x="421947" y="104324"/>
                </a:lnTo>
                <a:cubicBezTo>
                  <a:pt x="424884" y="104067"/>
                  <a:pt x="427047" y="102933"/>
                  <a:pt x="428438" y="100924"/>
                </a:cubicBezTo>
                <a:cubicBezTo>
                  <a:pt x="429366" y="99533"/>
                  <a:pt x="429829" y="96339"/>
                  <a:pt x="429829" y="91342"/>
                </a:cubicBezTo>
                <a:lnTo>
                  <a:pt x="429829" y="60276"/>
                </a:lnTo>
                <a:cubicBezTo>
                  <a:pt x="429829" y="53836"/>
                  <a:pt x="429572" y="49741"/>
                  <a:pt x="429057" y="47989"/>
                </a:cubicBezTo>
                <a:cubicBezTo>
                  <a:pt x="428541" y="46238"/>
                  <a:pt x="427730" y="44937"/>
                  <a:pt x="426622" y="44087"/>
                </a:cubicBezTo>
                <a:cubicBezTo>
                  <a:pt x="425515" y="43237"/>
                  <a:pt x="424214" y="42812"/>
                  <a:pt x="422720" y="42812"/>
                </a:cubicBezTo>
                <a:cubicBezTo>
                  <a:pt x="420504" y="42812"/>
                  <a:pt x="418263" y="43623"/>
                  <a:pt x="415997" y="45246"/>
                </a:cubicBezTo>
                <a:cubicBezTo>
                  <a:pt x="413730" y="46869"/>
                  <a:pt x="411437" y="49303"/>
                  <a:pt x="409119" y="52549"/>
                </a:cubicBezTo>
                <a:lnTo>
                  <a:pt x="409119" y="91342"/>
                </a:lnTo>
                <a:cubicBezTo>
                  <a:pt x="409119" y="96545"/>
                  <a:pt x="409557" y="99816"/>
                  <a:pt x="410433" y="101156"/>
                </a:cubicBezTo>
                <a:cubicBezTo>
                  <a:pt x="411618" y="103062"/>
                  <a:pt x="413884" y="104118"/>
                  <a:pt x="417233" y="104324"/>
                </a:cubicBezTo>
                <a:lnTo>
                  <a:pt x="417233" y="107106"/>
                </a:lnTo>
                <a:lnTo>
                  <a:pt x="379831" y="107106"/>
                </a:lnTo>
                <a:lnTo>
                  <a:pt x="379831" y="104324"/>
                </a:lnTo>
                <a:cubicBezTo>
                  <a:pt x="381840" y="104221"/>
                  <a:pt x="383424" y="103719"/>
                  <a:pt x="384583" y="102817"/>
                </a:cubicBezTo>
                <a:cubicBezTo>
                  <a:pt x="385743" y="101916"/>
                  <a:pt x="386515" y="100834"/>
                  <a:pt x="386902" y="99572"/>
                </a:cubicBezTo>
                <a:cubicBezTo>
                  <a:pt x="387288" y="98310"/>
                  <a:pt x="387481" y="95566"/>
                  <a:pt x="387481" y="91342"/>
                </a:cubicBezTo>
                <a:lnTo>
                  <a:pt x="387481" y="60228"/>
                </a:lnTo>
                <a:cubicBezTo>
                  <a:pt x="387481" y="53674"/>
                  <a:pt x="387224" y="49572"/>
                  <a:pt x="386709" y="47922"/>
                </a:cubicBezTo>
                <a:cubicBezTo>
                  <a:pt x="386193" y="46270"/>
                  <a:pt x="385330" y="44979"/>
                  <a:pt x="384120" y="44050"/>
                </a:cubicBezTo>
                <a:cubicBezTo>
                  <a:pt x="382909" y="43121"/>
                  <a:pt x="381608" y="42657"/>
                  <a:pt x="380217" y="42657"/>
                </a:cubicBezTo>
                <a:cubicBezTo>
                  <a:pt x="378157" y="42657"/>
                  <a:pt x="376276" y="43202"/>
                  <a:pt x="374576" y="44292"/>
                </a:cubicBezTo>
                <a:cubicBezTo>
                  <a:pt x="372155" y="45902"/>
                  <a:pt x="369579" y="48654"/>
                  <a:pt x="366848" y="52549"/>
                </a:cubicBezTo>
                <a:lnTo>
                  <a:pt x="366848" y="91342"/>
                </a:lnTo>
                <a:cubicBezTo>
                  <a:pt x="366848" y="96442"/>
                  <a:pt x="367351" y="99804"/>
                  <a:pt x="368355" y="101426"/>
                </a:cubicBezTo>
                <a:cubicBezTo>
                  <a:pt x="369360" y="103049"/>
                  <a:pt x="371459" y="104015"/>
                  <a:pt x="374653" y="104324"/>
                </a:cubicBezTo>
                <a:lnTo>
                  <a:pt x="374653" y="107106"/>
                </a:lnTo>
                <a:lnTo>
                  <a:pt x="337406" y="107106"/>
                </a:lnTo>
                <a:lnTo>
                  <a:pt x="337406" y="104324"/>
                </a:lnTo>
                <a:cubicBezTo>
                  <a:pt x="340445" y="104015"/>
                  <a:pt x="342609" y="103036"/>
                  <a:pt x="343897" y="101388"/>
                </a:cubicBezTo>
                <a:cubicBezTo>
                  <a:pt x="344773" y="100254"/>
                  <a:pt x="345211" y="96906"/>
                  <a:pt x="345211" y="91342"/>
                </a:cubicBezTo>
                <a:lnTo>
                  <a:pt x="345211" y="50539"/>
                </a:lnTo>
                <a:cubicBezTo>
                  <a:pt x="345211" y="45012"/>
                  <a:pt x="344708" y="41571"/>
                  <a:pt x="343704" y="40216"/>
                </a:cubicBezTo>
                <a:cubicBezTo>
                  <a:pt x="342699" y="38860"/>
                  <a:pt x="340600" y="37974"/>
                  <a:pt x="337406" y="37557"/>
                </a:cubicBezTo>
                <a:lnTo>
                  <a:pt x="337406" y="34775"/>
                </a:lnTo>
                <a:lnTo>
                  <a:pt x="366848" y="34775"/>
                </a:lnTo>
                <a:close/>
                <a:moveTo>
                  <a:pt x="496674" y="99765"/>
                </a:moveTo>
                <a:lnTo>
                  <a:pt x="496674" y="126580"/>
                </a:lnTo>
                <a:cubicBezTo>
                  <a:pt x="496674" y="130339"/>
                  <a:pt x="496970" y="132898"/>
                  <a:pt x="497563" y="134255"/>
                </a:cubicBezTo>
                <a:cubicBezTo>
                  <a:pt x="498155" y="135613"/>
                  <a:pt x="499069" y="136606"/>
                  <a:pt x="500306" y="137232"/>
                </a:cubicBezTo>
                <a:cubicBezTo>
                  <a:pt x="501542" y="137859"/>
                  <a:pt x="503964" y="138172"/>
                  <a:pt x="507570" y="138172"/>
                </a:cubicBezTo>
                <a:lnTo>
                  <a:pt x="507570" y="140954"/>
                </a:lnTo>
                <a:lnTo>
                  <a:pt x="466381" y="140954"/>
                </a:lnTo>
                <a:lnTo>
                  <a:pt x="466381" y="138172"/>
                </a:lnTo>
                <a:cubicBezTo>
                  <a:pt x="469575" y="138067"/>
                  <a:pt x="471945" y="137153"/>
                  <a:pt x="473491" y="135431"/>
                </a:cubicBezTo>
                <a:cubicBezTo>
                  <a:pt x="474521" y="134231"/>
                  <a:pt x="475036" y="131127"/>
                  <a:pt x="475036" y="126116"/>
                </a:cubicBezTo>
                <a:lnTo>
                  <a:pt x="475036" y="49921"/>
                </a:lnTo>
                <a:cubicBezTo>
                  <a:pt x="475036" y="44756"/>
                  <a:pt x="474444" y="41457"/>
                  <a:pt x="473259" y="40022"/>
                </a:cubicBezTo>
                <a:cubicBezTo>
                  <a:pt x="472074" y="38588"/>
                  <a:pt x="469781" y="37766"/>
                  <a:pt x="466381" y="37557"/>
                </a:cubicBezTo>
                <a:lnTo>
                  <a:pt x="466381" y="34775"/>
                </a:lnTo>
                <a:lnTo>
                  <a:pt x="496674" y="34775"/>
                </a:lnTo>
                <a:lnTo>
                  <a:pt x="496674" y="44280"/>
                </a:lnTo>
                <a:cubicBezTo>
                  <a:pt x="499198" y="40571"/>
                  <a:pt x="501774" y="37892"/>
                  <a:pt x="504402" y="36243"/>
                </a:cubicBezTo>
                <a:cubicBezTo>
                  <a:pt x="508162" y="33822"/>
                  <a:pt x="512258" y="32611"/>
                  <a:pt x="516689" y="32611"/>
                </a:cubicBezTo>
                <a:cubicBezTo>
                  <a:pt x="521995" y="32611"/>
                  <a:pt x="526825" y="34287"/>
                  <a:pt x="531178" y="37639"/>
                </a:cubicBezTo>
                <a:cubicBezTo>
                  <a:pt x="535531" y="40991"/>
                  <a:pt x="538842" y="45619"/>
                  <a:pt x="541108" y="51525"/>
                </a:cubicBezTo>
                <a:cubicBezTo>
                  <a:pt x="543375" y="57430"/>
                  <a:pt x="544508" y="63786"/>
                  <a:pt x="544508" y="70593"/>
                </a:cubicBezTo>
                <a:cubicBezTo>
                  <a:pt x="544508" y="77915"/>
                  <a:pt x="543336" y="84606"/>
                  <a:pt x="540992" y="90666"/>
                </a:cubicBezTo>
                <a:cubicBezTo>
                  <a:pt x="538648" y="96725"/>
                  <a:pt x="535248" y="101341"/>
                  <a:pt x="530792" y="104513"/>
                </a:cubicBezTo>
                <a:cubicBezTo>
                  <a:pt x="526335" y="107684"/>
                  <a:pt x="521377" y="109270"/>
                  <a:pt x="515916" y="109270"/>
                </a:cubicBezTo>
                <a:cubicBezTo>
                  <a:pt x="511949" y="109270"/>
                  <a:pt x="508240" y="108394"/>
                  <a:pt x="504788" y="106643"/>
                </a:cubicBezTo>
                <a:cubicBezTo>
                  <a:pt x="502212" y="105303"/>
                  <a:pt x="499507" y="103011"/>
                  <a:pt x="496674" y="99765"/>
                </a:cubicBezTo>
                <a:moveTo>
                  <a:pt x="496674" y="91948"/>
                </a:moveTo>
                <a:cubicBezTo>
                  <a:pt x="501104" y="98241"/>
                  <a:pt x="505844" y="101388"/>
                  <a:pt x="510893" y="101388"/>
                </a:cubicBezTo>
                <a:cubicBezTo>
                  <a:pt x="513675" y="101388"/>
                  <a:pt x="515967" y="99918"/>
                  <a:pt x="517771" y="96978"/>
                </a:cubicBezTo>
                <a:cubicBezTo>
                  <a:pt x="520450" y="92644"/>
                  <a:pt x="521789" y="84390"/>
                  <a:pt x="521789" y="72216"/>
                </a:cubicBezTo>
                <a:cubicBezTo>
                  <a:pt x="521789" y="59732"/>
                  <a:pt x="520321" y="51195"/>
                  <a:pt x="517384" y="46603"/>
                </a:cubicBezTo>
                <a:cubicBezTo>
                  <a:pt x="515426" y="43560"/>
                  <a:pt x="512799" y="42039"/>
                  <a:pt x="509502" y="42039"/>
                </a:cubicBezTo>
                <a:cubicBezTo>
                  <a:pt x="504299" y="42039"/>
                  <a:pt x="500023" y="45804"/>
                  <a:pt x="496674" y="53336"/>
                </a:cubicBezTo>
                <a:lnTo>
                  <a:pt x="496674" y="91948"/>
                </a:lnTo>
                <a:close/>
                <a:moveTo>
                  <a:pt x="574082" y="0"/>
                </a:moveTo>
                <a:cubicBezTo>
                  <a:pt x="577430" y="0"/>
                  <a:pt x="580264" y="1176"/>
                  <a:pt x="582582" y="3528"/>
                </a:cubicBezTo>
                <a:cubicBezTo>
                  <a:pt x="584900" y="5879"/>
                  <a:pt x="586060" y="8708"/>
                  <a:pt x="586060" y="12017"/>
                </a:cubicBezTo>
                <a:cubicBezTo>
                  <a:pt x="586060" y="15325"/>
                  <a:pt x="584888" y="18142"/>
                  <a:pt x="582543" y="20469"/>
                </a:cubicBezTo>
                <a:cubicBezTo>
                  <a:pt x="580199" y="22794"/>
                  <a:pt x="577379" y="23956"/>
                  <a:pt x="574082" y="23956"/>
                </a:cubicBezTo>
                <a:cubicBezTo>
                  <a:pt x="570784" y="23956"/>
                  <a:pt x="567977" y="22794"/>
                  <a:pt x="565658" y="20469"/>
                </a:cubicBezTo>
                <a:cubicBezTo>
                  <a:pt x="563340" y="18142"/>
                  <a:pt x="562181" y="15325"/>
                  <a:pt x="562181" y="12017"/>
                </a:cubicBezTo>
                <a:cubicBezTo>
                  <a:pt x="562181" y="8708"/>
                  <a:pt x="563340" y="5879"/>
                  <a:pt x="565658" y="3528"/>
                </a:cubicBezTo>
                <a:cubicBezTo>
                  <a:pt x="567977" y="1176"/>
                  <a:pt x="570784" y="0"/>
                  <a:pt x="574082" y="0"/>
                </a:cubicBezTo>
                <a:moveTo>
                  <a:pt x="584900" y="34775"/>
                </a:moveTo>
                <a:lnTo>
                  <a:pt x="584900" y="92114"/>
                </a:lnTo>
                <a:cubicBezTo>
                  <a:pt x="584900" y="97215"/>
                  <a:pt x="585493" y="100473"/>
                  <a:pt x="586678" y="101890"/>
                </a:cubicBezTo>
                <a:cubicBezTo>
                  <a:pt x="587863" y="103307"/>
                  <a:pt x="590181" y="104118"/>
                  <a:pt x="593633" y="104324"/>
                </a:cubicBezTo>
                <a:lnTo>
                  <a:pt x="593633" y="107106"/>
                </a:lnTo>
                <a:lnTo>
                  <a:pt x="554608" y="107106"/>
                </a:lnTo>
                <a:lnTo>
                  <a:pt x="554608" y="104324"/>
                </a:lnTo>
                <a:cubicBezTo>
                  <a:pt x="557802" y="104221"/>
                  <a:pt x="560172" y="103294"/>
                  <a:pt x="561717" y="101542"/>
                </a:cubicBezTo>
                <a:cubicBezTo>
                  <a:pt x="562748" y="100357"/>
                  <a:pt x="563263" y="97215"/>
                  <a:pt x="563263" y="92114"/>
                </a:cubicBezTo>
                <a:lnTo>
                  <a:pt x="563263" y="49921"/>
                </a:lnTo>
                <a:cubicBezTo>
                  <a:pt x="563263" y="44756"/>
                  <a:pt x="562670" y="41457"/>
                  <a:pt x="561485" y="40022"/>
                </a:cubicBezTo>
                <a:cubicBezTo>
                  <a:pt x="560301" y="38588"/>
                  <a:pt x="558008" y="37766"/>
                  <a:pt x="554608" y="37557"/>
                </a:cubicBezTo>
                <a:lnTo>
                  <a:pt x="554608" y="34775"/>
                </a:lnTo>
                <a:lnTo>
                  <a:pt x="584900" y="34775"/>
                </a:lnTo>
                <a:close/>
                <a:moveTo>
                  <a:pt x="628815" y="2318"/>
                </a:moveTo>
                <a:lnTo>
                  <a:pt x="628815" y="92114"/>
                </a:lnTo>
                <a:cubicBezTo>
                  <a:pt x="628815" y="97215"/>
                  <a:pt x="629408" y="100473"/>
                  <a:pt x="630593" y="101890"/>
                </a:cubicBezTo>
                <a:cubicBezTo>
                  <a:pt x="631778" y="103307"/>
                  <a:pt x="634096" y="104118"/>
                  <a:pt x="637548" y="104324"/>
                </a:cubicBezTo>
                <a:lnTo>
                  <a:pt x="637548" y="107106"/>
                </a:lnTo>
                <a:lnTo>
                  <a:pt x="598523" y="107106"/>
                </a:lnTo>
                <a:lnTo>
                  <a:pt x="598523" y="104324"/>
                </a:lnTo>
                <a:cubicBezTo>
                  <a:pt x="601717" y="104221"/>
                  <a:pt x="604087" y="103294"/>
                  <a:pt x="605632" y="101542"/>
                </a:cubicBezTo>
                <a:cubicBezTo>
                  <a:pt x="606663" y="100357"/>
                  <a:pt x="607178" y="97215"/>
                  <a:pt x="607178" y="92114"/>
                </a:cubicBezTo>
                <a:lnTo>
                  <a:pt x="607178" y="17310"/>
                </a:lnTo>
                <a:cubicBezTo>
                  <a:pt x="607178" y="12229"/>
                  <a:pt x="606585" y="8976"/>
                  <a:pt x="605400" y="7551"/>
                </a:cubicBezTo>
                <a:cubicBezTo>
                  <a:pt x="604216" y="6125"/>
                  <a:pt x="601923" y="5308"/>
                  <a:pt x="598523" y="5100"/>
                </a:cubicBezTo>
                <a:lnTo>
                  <a:pt x="598523" y="2318"/>
                </a:lnTo>
                <a:lnTo>
                  <a:pt x="628815" y="2318"/>
                </a:lnTo>
                <a:close/>
                <a:moveTo>
                  <a:pt x="705575" y="68313"/>
                </a:moveTo>
                <a:lnTo>
                  <a:pt x="665932" y="68313"/>
                </a:lnTo>
                <a:cubicBezTo>
                  <a:pt x="666396" y="77921"/>
                  <a:pt x="668946" y="85514"/>
                  <a:pt x="673583" y="91093"/>
                </a:cubicBezTo>
                <a:cubicBezTo>
                  <a:pt x="677137" y="95380"/>
                  <a:pt x="681413" y="97524"/>
                  <a:pt x="686411" y="97524"/>
                </a:cubicBezTo>
                <a:cubicBezTo>
                  <a:pt x="689502" y="97524"/>
                  <a:pt x="692309" y="96661"/>
                  <a:pt x="694834" y="94935"/>
                </a:cubicBezTo>
                <a:cubicBezTo>
                  <a:pt x="697358" y="93209"/>
                  <a:pt x="700063" y="90105"/>
                  <a:pt x="702948" y="85623"/>
                </a:cubicBezTo>
                <a:lnTo>
                  <a:pt x="705575" y="87323"/>
                </a:lnTo>
                <a:cubicBezTo>
                  <a:pt x="701660" y="95309"/>
                  <a:pt x="697332" y="100963"/>
                  <a:pt x="692593" y="104286"/>
                </a:cubicBezTo>
                <a:cubicBezTo>
                  <a:pt x="687853" y="107609"/>
                  <a:pt x="682366" y="109270"/>
                  <a:pt x="676133" y="109270"/>
                </a:cubicBezTo>
                <a:cubicBezTo>
                  <a:pt x="665417" y="109270"/>
                  <a:pt x="657303" y="105145"/>
                  <a:pt x="651790" y="96894"/>
                </a:cubicBezTo>
                <a:cubicBezTo>
                  <a:pt x="647360" y="90241"/>
                  <a:pt x="645145" y="81990"/>
                  <a:pt x="645145" y="72141"/>
                </a:cubicBezTo>
                <a:cubicBezTo>
                  <a:pt x="645145" y="60073"/>
                  <a:pt x="648403" y="50468"/>
                  <a:pt x="654920" y="43326"/>
                </a:cubicBezTo>
                <a:cubicBezTo>
                  <a:pt x="661437" y="36183"/>
                  <a:pt x="669075" y="32611"/>
                  <a:pt x="677833" y="32611"/>
                </a:cubicBezTo>
                <a:cubicBezTo>
                  <a:pt x="685148" y="32611"/>
                  <a:pt x="691498" y="35612"/>
                  <a:pt x="696882" y="41614"/>
                </a:cubicBezTo>
                <a:cubicBezTo>
                  <a:pt x="702265" y="47616"/>
                  <a:pt x="705163" y="56515"/>
                  <a:pt x="705575" y="68313"/>
                </a:cubicBezTo>
                <a:moveTo>
                  <a:pt x="686565" y="63213"/>
                </a:moveTo>
                <a:cubicBezTo>
                  <a:pt x="686565" y="54918"/>
                  <a:pt x="686114" y="49226"/>
                  <a:pt x="685213" y="46135"/>
                </a:cubicBezTo>
                <a:cubicBezTo>
                  <a:pt x="684311" y="43043"/>
                  <a:pt x="682907" y="40699"/>
                  <a:pt x="681001" y="39102"/>
                </a:cubicBezTo>
                <a:cubicBezTo>
                  <a:pt x="679919" y="38175"/>
                  <a:pt x="678477" y="37711"/>
                  <a:pt x="676674" y="37711"/>
                </a:cubicBezTo>
                <a:cubicBezTo>
                  <a:pt x="673995" y="37711"/>
                  <a:pt x="671805" y="39025"/>
                  <a:pt x="670105" y="41652"/>
                </a:cubicBezTo>
                <a:cubicBezTo>
                  <a:pt x="667066" y="46238"/>
                  <a:pt x="665546" y="52523"/>
                  <a:pt x="665546" y="60508"/>
                </a:cubicBezTo>
                <a:lnTo>
                  <a:pt x="665546" y="63213"/>
                </a:lnTo>
                <a:lnTo>
                  <a:pt x="686565" y="63213"/>
                </a:lnTo>
                <a:close/>
                <a:moveTo>
                  <a:pt x="784728" y="2318"/>
                </a:moveTo>
                <a:lnTo>
                  <a:pt x="784728" y="85469"/>
                </a:lnTo>
                <a:cubicBezTo>
                  <a:pt x="784728" y="91028"/>
                  <a:pt x="784882" y="94317"/>
                  <a:pt x="785191" y="95336"/>
                </a:cubicBezTo>
                <a:cubicBezTo>
                  <a:pt x="785604" y="97020"/>
                  <a:pt x="786389" y="98270"/>
                  <a:pt x="787548" y="99086"/>
                </a:cubicBezTo>
                <a:cubicBezTo>
                  <a:pt x="788708" y="99901"/>
                  <a:pt x="790730" y="100410"/>
                  <a:pt x="793615" y="100615"/>
                </a:cubicBezTo>
                <a:lnTo>
                  <a:pt x="793615" y="103397"/>
                </a:lnTo>
                <a:lnTo>
                  <a:pt x="763090" y="109270"/>
                </a:lnTo>
                <a:lnTo>
                  <a:pt x="763090" y="97833"/>
                </a:lnTo>
                <a:cubicBezTo>
                  <a:pt x="759432" y="102264"/>
                  <a:pt x="756174" y="105277"/>
                  <a:pt x="753315" y="106874"/>
                </a:cubicBezTo>
                <a:cubicBezTo>
                  <a:pt x="750455" y="108471"/>
                  <a:pt x="747223" y="109270"/>
                  <a:pt x="743616" y="109270"/>
                </a:cubicBezTo>
                <a:cubicBezTo>
                  <a:pt x="734395" y="109270"/>
                  <a:pt x="727105" y="105145"/>
                  <a:pt x="721747" y="96894"/>
                </a:cubicBezTo>
                <a:cubicBezTo>
                  <a:pt x="717419" y="90190"/>
                  <a:pt x="715256" y="81965"/>
                  <a:pt x="715256" y="72218"/>
                </a:cubicBezTo>
                <a:cubicBezTo>
                  <a:pt x="715256" y="64431"/>
                  <a:pt x="716595" y="57456"/>
                  <a:pt x="719274" y="51293"/>
                </a:cubicBezTo>
                <a:cubicBezTo>
                  <a:pt x="721953" y="45130"/>
                  <a:pt x="725624" y="40476"/>
                  <a:pt x="730286" y="37330"/>
                </a:cubicBezTo>
                <a:cubicBezTo>
                  <a:pt x="734948" y="34184"/>
                  <a:pt x="739959" y="32611"/>
                  <a:pt x="745316" y="32611"/>
                </a:cubicBezTo>
                <a:cubicBezTo>
                  <a:pt x="748768" y="32611"/>
                  <a:pt x="751833" y="33286"/>
                  <a:pt x="754512" y="34637"/>
                </a:cubicBezTo>
                <a:cubicBezTo>
                  <a:pt x="757191" y="35988"/>
                  <a:pt x="760051" y="38352"/>
                  <a:pt x="763090" y="41730"/>
                </a:cubicBezTo>
                <a:lnTo>
                  <a:pt x="763090" y="19938"/>
                </a:lnTo>
                <a:cubicBezTo>
                  <a:pt x="763090" y="14425"/>
                  <a:pt x="762858" y="11102"/>
                  <a:pt x="762395" y="9969"/>
                </a:cubicBezTo>
                <a:cubicBezTo>
                  <a:pt x="761776" y="8475"/>
                  <a:pt x="760849" y="7367"/>
                  <a:pt x="759613" y="6646"/>
                </a:cubicBezTo>
                <a:cubicBezTo>
                  <a:pt x="758376" y="5925"/>
                  <a:pt x="756058" y="5564"/>
                  <a:pt x="752658" y="5564"/>
                </a:cubicBezTo>
                <a:lnTo>
                  <a:pt x="752658" y="2318"/>
                </a:lnTo>
                <a:lnTo>
                  <a:pt x="784728" y="2318"/>
                </a:lnTo>
                <a:moveTo>
                  <a:pt x="763090" y="51158"/>
                </a:moveTo>
                <a:cubicBezTo>
                  <a:pt x="759278" y="43945"/>
                  <a:pt x="754615" y="40339"/>
                  <a:pt x="749103" y="40339"/>
                </a:cubicBezTo>
                <a:cubicBezTo>
                  <a:pt x="747197" y="40339"/>
                  <a:pt x="745626" y="40854"/>
                  <a:pt x="744389" y="41884"/>
                </a:cubicBezTo>
                <a:cubicBezTo>
                  <a:pt x="742483" y="43481"/>
                  <a:pt x="740925" y="46289"/>
                  <a:pt x="739714" y="50307"/>
                </a:cubicBezTo>
                <a:cubicBezTo>
                  <a:pt x="738503" y="54326"/>
                  <a:pt x="737898" y="60482"/>
                  <a:pt x="737898" y="68777"/>
                </a:cubicBezTo>
                <a:cubicBezTo>
                  <a:pt x="737898" y="77895"/>
                  <a:pt x="738568" y="84644"/>
                  <a:pt x="739907" y="89023"/>
                </a:cubicBezTo>
                <a:cubicBezTo>
                  <a:pt x="741247" y="93402"/>
                  <a:pt x="743075" y="96571"/>
                  <a:pt x="745394" y="98528"/>
                </a:cubicBezTo>
                <a:cubicBezTo>
                  <a:pt x="746579" y="99507"/>
                  <a:pt x="748201" y="99997"/>
                  <a:pt x="750262" y="99997"/>
                </a:cubicBezTo>
                <a:cubicBezTo>
                  <a:pt x="754796" y="99997"/>
                  <a:pt x="759072" y="96431"/>
                  <a:pt x="763090" y="89299"/>
                </a:cubicBezTo>
                <a:lnTo>
                  <a:pt x="763090" y="51158"/>
                </a:lnTo>
                <a:close/>
                <a:moveTo>
                  <a:pt x="942349" y="0"/>
                </a:moveTo>
                <a:lnTo>
                  <a:pt x="942349" y="36320"/>
                </a:lnTo>
                <a:lnTo>
                  <a:pt x="939335" y="36320"/>
                </a:lnTo>
                <a:cubicBezTo>
                  <a:pt x="937068" y="26791"/>
                  <a:pt x="932844" y="19489"/>
                  <a:pt x="926662" y="14415"/>
                </a:cubicBezTo>
                <a:cubicBezTo>
                  <a:pt x="920479" y="9338"/>
                  <a:pt x="913473" y="6800"/>
                  <a:pt x="905642" y="6800"/>
                </a:cubicBezTo>
                <a:cubicBezTo>
                  <a:pt x="899099" y="6800"/>
                  <a:pt x="893098" y="8681"/>
                  <a:pt x="887637" y="12442"/>
                </a:cubicBezTo>
                <a:cubicBezTo>
                  <a:pt x="882176" y="16202"/>
                  <a:pt x="878183" y="21122"/>
                  <a:pt x="875659" y="27202"/>
                </a:cubicBezTo>
                <a:cubicBezTo>
                  <a:pt x="872413" y="34981"/>
                  <a:pt x="870790" y="43636"/>
                  <a:pt x="870790" y="53167"/>
                </a:cubicBezTo>
                <a:cubicBezTo>
                  <a:pt x="870790" y="62543"/>
                  <a:pt x="871975" y="71082"/>
                  <a:pt x="874345" y="78784"/>
                </a:cubicBezTo>
                <a:cubicBezTo>
                  <a:pt x="876715" y="86486"/>
                  <a:pt x="880424" y="92308"/>
                  <a:pt x="885473" y="96249"/>
                </a:cubicBezTo>
                <a:cubicBezTo>
                  <a:pt x="890522" y="100190"/>
                  <a:pt x="897064" y="102160"/>
                  <a:pt x="905101" y="102160"/>
                </a:cubicBezTo>
                <a:cubicBezTo>
                  <a:pt x="911696" y="102160"/>
                  <a:pt x="917736" y="100718"/>
                  <a:pt x="923223" y="97833"/>
                </a:cubicBezTo>
                <a:cubicBezTo>
                  <a:pt x="928709" y="94948"/>
                  <a:pt x="934492" y="89976"/>
                  <a:pt x="940572" y="82918"/>
                </a:cubicBezTo>
                <a:lnTo>
                  <a:pt x="940572" y="91960"/>
                </a:lnTo>
                <a:cubicBezTo>
                  <a:pt x="934698" y="98091"/>
                  <a:pt x="928581" y="102534"/>
                  <a:pt x="922218" y="105290"/>
                </a:cubicBezTo>
                <a:cubicBezTo>
                  <a:pt x="915856" y="108046"/>
                  <a:pt x="908424" y="109425"/>
                  <a:pt x="899924" y="109425"/>
                </a:cubicBezTo>
                <a:cubicBezTo>
                  <a:pt x="888744" y="109425"/>
                  <a:pt x="878814" y="107187"/>
                  <a:pt x="870133" y="102711"/>
                </a:cubicBezTo>
                <a:cubicBezTo>
                  <a:pt x="861453" y="98235"/>
                  <a:pt x="854755" y="91805"/>
                  <a:pt x="850041" y="83421"/>
                </a:cubicBezTo>
                <a:cubicBezTo>
                  <a:pt x="845327" y="75035"/>
                  <a:pt x="842970" y="66108"/>
                  <a:pt x="842970" y="56642"/>
                </a:cubicBezTo>
                <a:cubicBezTo>
                  <a:pt x="842970" y="46662"/>
                  <a:pt x="845585" y="37196"/>
                  <a:pt x="850814" y="28245"/>
                </a:cubicBezTo>
                <a:cubicBezTo>
                  <a:pt x="856043" y="19292"/>
                  <a:pt x="863101" y="12347"/>
                  <a:pt x="871988" y="7409"/>
                </a:cubicBezTo>
                <a:cubicBezTo>
                  <a:pt x="880875" y="2470"/>
                  <a:pt x="890316" y="0"/>
                  <a:pt x="900310" y="0"/>
                </a:cubicBezTo>
                <a:cubicBezTo>
                  <a:pt x="907677" y="0"/>
                  <a:pt x="915456" y="1597"/>
                  <a:pt x="923648" y="4791"/>
                </a:cubicBezTo>
                <a:cubicBezTo>
                  <a:pt x="928387" y="6646"/>
                  <a:pt x="931401" y="7573"/>
                  <a:pt x="932689" y="7573"/>
                </a:cubicBezTo>
                <a:cubicBezTo>
                  <a:pt x="934338" y="7573"/>
                  <a:pt x="935767" y="6968"/>
                  <a:pt x="936978" y="5757"/>
                </a:cubicBezTo>
                <a:cubicBezTo>
                  <a:pt x="938189" y="4546"/>
                  <a:pt x="938974" y="2627"/>
                  <a:pt x="939335" y="0"/>
                </a:cubicBezTo>
                <a:lnTo>
                  <a:pt x="942349" y="0"/>
                </a:lnTo>
                <a:close/>
                <a:moveTo>
                  <a:pt x="990389" y="32611"/>
                </a:moveTo>
                <a:cubicBezTo>
                  <a:pt x="996675" y="32611"/>
                  <a:pt x="1002522" y="34235"/>
                  <a:pt x="1007931" y="37484"/>
                </a:cubicBezTo>
                <a:cubicBezTo>
                  <a:pt x="1013341" y="40733"/>
                  <a:pt x="1017449" y="45349"/>
                  <a:pt x="1020257" y="51331"/>
                </a:cubicBezTo>
                <a:cubicBezTo>
                  <a:pt x="1023065" y="57314"/>
                  <a:pt x="1024469" y="63863"/>
                  <a:pt x="1024469" y="70979"/>
                </a:cubicBezTo>
                <a:cubicBezTo>
                  <a:pt x="1024469" y="81241"/>
                  <a:pt x="1021867" y="89828"/>
                  <a:pt x="1016664" y="96739"/>
                </a:cubicBezTo>
                <a:cubicBezTo>
                  <a:pt x="1010378" y="105093"/>
                  <a:pt x="1001698" y="109270"/>
                  <a:pt x="990621" y="109270"/>
                </a:cubicBezTo>
                <a:cubicBezTo>
                  <a:pt x="979751" y="109270"/>
                  <a:pt x="971379" y="105454"/>
                  <a:pt x="965506" y="97821"/>
                </a:cubicBezTo>
                <a:cubicBezTo>
                  <a:pt x="959633" y="90188"/>
                  <a:pt x="956697" y="81344"/>
                  <a:pt x="956697" y="71288"/>
                </a:cubicBezTo>
                <a:cubicBezTo>
                  <a:pt x="956697" y="60923"/>
                  <a:pt x="959698" y="51886"/>
                  <a:pt x="965699" y="44176"/>
                </a:cubicBezTo>
                <a:cubicBezTo>
                  <a:pt x="971701" y="36466"/>
                  <a:pt x="979931" y="32611"/>
                  <a:pt x="990389" y="32611"/>
                </a:cubicBezTo>
                <a:moveTo>
                  <a:pt x="990699" y="38020"/>
                </a:moveTo>
                <a:cubicBezTo>
                  <a:pt x="988071" y="38020"/>
                  <a:pt x="985817" y="39014"/>
                  <a:pt x="983937" y="41000"/>
                </a:cubicBezTo>
                <a:cubicBezTo>
                  <a:pt x="982056" y="42985"/>
                  <a:pt x="980820" y="46905"/>
                  <a:pt x="980227" y="52759"/>
                </a:cubicBezTo>
                <a:cubicBezTo>
                  <a:pt x="979635" y="58612"/>
                  <a:pt x="979339" y="66749"/>
                  <a:pt x="979339" y="77169"/>
                </a:cubicBezTo>
                <a:cubicBezTo>
                  <a:pt x="979339" y="82687"/>
                  <a:pt x="979699" y="87846"/>
                  <a:pt x="980421" y="92643"/>
                </a:cubicBezTo>
                <a:cubicBezTo>
                  <a:pt x="980987" y="96304"/>
                  <a:pt x="982198" y="99090"/>
                  <a:pt x="984053" y="100999"/>
                </a:cubicBezTo>
                <a:cubicBezTo>
                  <a:pt x="985907" y="102907"/>
                  <a:pt x="988020" y="103861"/>
                  <a:pt x="990389" y="103861"/>
                </a:cubicBezTo>
                <a:cubicBezTo>
                  <a:pt x="992708" y="103861"/>
                  <a:pt x="994640" y="103216"/>
                  <a:pt x="996185" y="101926"/>
                </a:cubicBezTo>
                <a:cubicBezTo>
                  <a:pt x="998194" y="100173"/>
                  <a:pt x="999534" y="97723"/>
                  <a:pt x="1000204" y="94575"/>
                </a:cubicBezTo>
                <a:cubicBezTo>
                  <a:pt x="1001234" y="89676"/>
                  <a:pt x="1001749" y="79773"/>
                  <a:pt x="1001749" y="64867"/>
                </a:cubicBezTo>
                <a:cubicBezTo>
                  <a:pt x="1001749" y="56099"/>
                  <a:pt x="1001260" y="50078"/>
                  <a:pt x="1000281" y="46803"/>
                </a:cubicBezTo>
                <a:cubicBezTo>
                  <a:pt x="999302" y="43527"/>
                  <a:pt x="997860" y="41141"/>
                  <a:pt x="995953" y="39646"/>
                </a:cubicBezTo>
                <a:cubicBezTo>
                  <a:pt x="994614" y="38562"/>
                  <a:pt x="992862" y="38020"/>
                  <a:pt x="990699" y="38020"/>
                </a:cubicBezTo>
                <a:close/>
                <a:moveTo>
                  <a:pt x="1105687" y="2318"/>
                </a:moveTo>
                <a:lnTo>
                  <a:pt x="1105687" y="85469"/>
                </a:lnTo>
                <a:cubicBezTo>
                  <a:pt x="1105687" y="91028"/>
                  <a:pt x="1105841" y="94317"/>
                  <a:pt x="1106150" y="95336"/>
                </a:cubicBezTo>
                <a:cubicBezTo>
                  <a:pt x="1106562" y="97020"/>
                  <a:pt x="1107348" y="98270"/>
                  <a:pt x="1108507" y="99086"/>
                </a:cubicBezTo>
                <a:cubicBezTo>
                  <a:pt x="1109666" y="99901"/>
                  <a:pt x="1111688" y="100410"/>
                  <a:pt x="1114573" y="100615"/>
                </a:cubicBezTo>
                <a:lnTo>
                  <a:pt x="1114573" y="103397"/>
                </a:lnTo>
                <a:lnTo>
                  <a:pt x="1084049" y="109270"/>
                </a:lnTo>
                <a:lnTo>
                  <a:pt x="1084049" y="97833"/>
                </a:lnTo>
                <a:cubicBezTo>
                  <a:pt x="1080391" y="102264"/>
                  <a:pt x="1077133" y="105277"/>
                  <a:pt x="1074273" y="106874"/>
                </a:cubicBezTo>
                <a:cubicBezTo>
                  <a:pt x="1071414" y="108471"/>
                  <a:pt x="1068181" y="109270"/>
                  <a:pt x="1064575" y="109270"/>
                </a:cubicBezTo>
                <a:cubicBezTo>
                  <a:pt x="1055353" y="109270"/>
                  <a:pt x="1048063" y="105145"/>
                  <a:pt x="1042706" y="96894"/>
                </a:cubicBezTo>
                <a:cubicBezTo>
                  <a:pt x="1038378" y="90190"/>
                  <a:pt x="1036214" y="81965"/>
                  <a:pt x="1036214" y="72218"/>
                </a:cubicBezTo>
                <a:cubicBezTo>
                  <a:pt x="1036214" y="64431"/>
                  <a:pt x="1037554" y="57456"/>
                  <a:pt x="1040233" y="51293"/>
                </a:cubicBezTo>
                <a:cubicBezTo>
                  <a:pt x="1042912" y="45130"/>
                  <a:pt x="1046582" y="40476"/>
                  <a:pt x="1051245" y="37330"/>
                </a:cubicBezTo>
                <a:cubicBezTo>
                  <a:pt x="1055907" y="34184"/>
                  <a:pt x="1060917" y="32611"/>
                  <a:pt x="1066275" y="32611"/>
                </a:cubicBezTo>
                <a:cubicBezTo>
                  <a:pt x="1069727" y="32611"/>
                  <a:pt x="1072792" y="33286"/>
                  <a:pt x="1075471" y="34637"/>
                </a:cubicBezTo>
                <a:cubicBezTo>
                  <a:pt x="1078150" y="35988"/>
                  <a:pt x="1081009" y="38352"/>
                  <a:pt x="1084049" y="41730"/>
                </a:cubicBezTo>
                <a:lnTo>
                  <a:pt x="1084049" y="19938"/>
                </a:lnTo>
                <a:cubicBezTo>
                  <a:pt x="1084049" y="14425"/>
                  <a:pt x="1083817" y="11102"/>
                  <a:pt x="1083353" y="9969"/>
                </a:cubicBezTo>
                <a:cubicBezTo>
                  <a:pt x="1082735" y="8475"/>
                  <a:pt x="1081808" y="7367"/>
                  <a:pt x="1080571" y="6646"/>
                </a:cubicBezTo>
                <a:cubicBezTo>
                  <a:pt x="1079335" y="5925"/>
                  <a:pt x="1077017" y="5564"/>
                  <a:pt x="1073616" y="5564"/>
                </a:cubicBezTo>
                <a:lnTo>
                  <a:pt x="1073616" y="2318"/>
                </a:lnTo>
                <a:lnTo>
                  <a:pt x="1105687" y="2318"/>
                </a:lnTo>
                <a:moveTo>
                  <a:pt x="1084049" y="51158"/>
                </a:moveTo>
                <a:cubicBezTo>
                  <a:pt x="1080237" y="43945"/>
                  <a:pt x="1075574" y="40339"/>
                  <a:pt x="1070062" y="40339"/>
                </a:cubicBezTo>
                <a:cubicBezTo>
                  <a:pt x="1068156" y="40339"/>
                  <a:pt x="1066584" y="40854"/>
                  <a:pt x="1065348" y="41884"/>
                </a:cubicBezTo>
                <a:cubicBezTo>
                  <a:pt x="1063442" y="43481"/>
                  <a:pt x="1061883" y="46289"/>
                  <a:pt x="1060673" y="50307"/>
                </a:cubicBezTo>
                <a:cubicBezTo>
                  <a:pt x="1059462" y="54326"/>
                  <a:pt x="1058857" y="60482"/>
                  <a:pt x="1058857" y="68777"/>
                </a:cubicBezTo>
                <a:cubicBezTo>
                  <a:pt x="1058857" y="77895"/>
                  <a:pt x="1059526" y="84644"/>
                  <a:pt x="1060866" y="89023"/>
                </a:cubicBezTo>
                <a:cubicBezTo>
                  <a:pt x="1062205" y="93402"/>
                  <a:pt x="1064034" y="96571"/>
                  <a:pt x="1066352" y="98528"/>
                </a:cubicBezTo>
                <a:cubicBezTo>
                  <a:pt x="1067537" y="99507"/>
                  <a:pt x="1069160" y="99997"/>
                  <a:pt x="1071221" y="99997"/>
                </a:cubicBezTo>
                <a:cubicBezTo>
                  <a:pt x="1075754" y="99997"/>
                  <a:pt x="1080030" y="96431"/>
                  <a:pt x="1084049" y="89299"/>
                </a:cubicBezTo>
                <a:lnTo>
                  <a:pt x="1084049" y="51158"/>
                </a:lnTo>
                <a:close/>
                <a:moveTo>
                  <a:pt x="1184640" y="68313"/>
                </a:moveTo>
                <a:lnTo>
                  <a:pt x="1144997" y="68313"/>
                </a:lnTo>
                <a:cubicBezTo>
                  <a:pt x="1145461" y="77921"/>
                  <a:pt x="1148011" y="85514"/>
                  <a:pt x="1152647" y="91093"/>
                </a:cubicBezTo>
                <a:cubicBezTo>
                  <a:pt x="1156202" y="95380"/>
                  <a:pt x="1160478" y="97524"/>
                  <a:pt x="1165475" y="97524"/>
                </a:cubicBezTo>
                <a:cubicBezTo>
                  <a:pt x="1168566" y="97524"/>
                  <a:pt x="1171374" y="96661"/>
                  <a:pt x="1173899" y="94935"/>
                </a:cubicBezTo>
                <a:cubicBezTo>
                  <a:pt x="1176423" y="93209"/>
                  <a:pt x="1179128" y="90105"/>
                  <a:pt x="1182013" y="85623"/>
                </a:cubicBezTo>
                <a:lnTo>
                  <a:pt x="1184640" y="87323"/>
                </a:lnTo>
                <a:cubicBezTo>
                  <a:pt x="1180725" y="95309"/>
                  <a:pt x="1176397" y="100963"/>
                  <a:pt x="1171657" y="104286"/>
                </a:cubicBezTo>
                <a:cubicBezTo>
                  <a:pt x="1166918" y="107609"/>
                  <a:pt x="1161431" y="109270"/>
                  <a:pt x="1155197" y="109270"/>
                </a:cubicBezTo>
                <a:cubicBezTo>
                  <a:pt x="1144482" y="109270"/>
                  <a:pt x="1136368" y="105145"/>
                  <a:pt x="1130855" y="96894"/>
                </a:cubicBezTo>
                <a:cubicBezTo>
                  <a:pt x="1126425" y="90241"/>
                  <a:pt x="1124209" y="81990"/>
                  <a:pt x="1124209" y="72141"/>
                </a:cubicBezTo>
                <a:cubicBezTo>
                  <a:pt x="1124209" y="60073"/>
                  <a:pt x="1127468" y="50468"/>
                  <a:pt x="1133985" y="43326"/>
                </a:cubicBezTo>
                <a:cubicBezTo>
                  <a:pt x="1140502" y="36183"/>
                  <a:pt x="1148139" y="32611"/>
                  <a:pt x="1156898" y="32611"/>
                </a:cubicBezTo>
                <a:cubicBezTo>
                  <a:pt x="1164213" y="32611"/>
                  <a:pt x="1170563" y="35612"/>
                  <a:pt x="1175946" y="41614"/>
                </a:cubicBezTo>
                <a:cubicBezTo>
                  <a:pt x="1181330" y="47616"/>
                  <a:pt x="1184228" y="56515"/>
                  <a:pt x="1184640" y="68313"/>
                </a:cubicBezTo>
                <a:moveTo>
                  <a:pt x="1165630" y="63213"/>
                </a:moveTo>
                <a:cubicBezTo>
                  <a:pt x="1165630" y="54918"/>
                  <a:pt x="1165179" y="49226"/>
                  <a:pt x="1164278" y="46135"/>
                </a:cubicBezTo>
                <a:cubicBezTo>
                  <a:pt x="1163376" y="43043"/>
                  <a:pt x="1161972" y="40699"/>
                  <a:pt x="1160066" y="39102"/>
                </a:cubicBezTo>
                <a:cubicBezTo>
                  <a:pt x="1158984" y="38175"/>
                  <a:pt x="1157542" y="37711"/>
                  <a:pt x="1155738" y="37711"/>
                </a:cubicBezTo>
                <a:cubicBezTo>
                  <a:pt x="1153059" y="37711"/>
                  <a:pt x="1150870" y="39025"/>
                  <a:pt x="1149170" y="41652"/>
                </a:cubicBezTo>
                <a:cubicBezTo>
                  <a:pt x="1146130" y="46238"/>
                  <a:pt x="1144610" y="52523"/>
                  <a:pt x="1144610" y="60508"/>
                </a:cubicBezTo>
                <a:lnTo>
                  <a:pt x="1144610" y="63213"/>
                </a:lnTo>
                <a:lnTo>
                  <a:pt x="1165630" y="63213"/>
                </a:lnTo>
                <a:close/>
              </a:path>
            </a:pathLst>
          </a:custGeom>
          <a:solidFill xmlns:a="http://schemas.openxmlformats.org/drawingml/2006/main">
            <a:srgbClr val="741B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12F601-F6DB-4547-817B-D095AC52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643" y="16418"/>
            <a:ext cx="234725" cy="234725"/>
          </a:xfrm>
          <a:custGeom xmlns:a="http://schemas.openxmlformats.org/drawingml/2006/main">
            <a:pathLst>
              <a:path w="234725" h="234725">
                <a:moveTo>
                  <a:pt x="0" y="117363"/>
                </a:moveTo>
                <a:lnTo>
                  <a:pt x="0" y="117363"/>
                </a:lnTo>
                <a:cubicBezTo>
                  <a:pt x="0" y="52545"/>
                  <a:pt x="52545" y="0"/>
                  <a:pt x="117363" y="0"/>
                </a:cubicBezTo>
                <a:cubicBezTo>
                  <a:pt x="148489" y="0"/>
                  <a:pt x="178341" y="12365"/>
                  <a:pt x="200351" y="34375"/>
                </a:cubicBezTo>
                <a:cubicBezTo>
                  <a:pt x="222360" y="56384"/>
                  <a:pt x="234725" y="86236"/>
                  <a:pt x="234725" y="117363"/>
                </a:cubicBezTo>
                <a:cubicBezTo>
                  <a:pt x="234725" y="182180"/>
                  <a:pt x="182180" y="234725"/>
                  <a:pt x="117363" y="234725"/>
                </a:cubicBezTo>
                <a:cubicBezTo>
                  <a:pt x="52545" y="234725"/>
                  <a:pt x="0" y="182180"/>
                  <a:pt x="0" y="117363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89260C-21ED-4AB3-9286-E2BAECCA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643" y="16418"/>
            <a:ext cx="234725" cy="234725"/>
          </a:xfrm>
          <a:custGeom xmlns:a="http://schemas.openxmlformats.org/drawingml/2006/main">
            <a:pathLst>
              <a:path w="234725" h="234725" fill="none">
                <a:moveTo>
                  <a:pt x="0" y="117363"/>
                </a:moveTo>
                <a:lnTo>
                  <a:pt x="0" y="117363"/>
                </a:lnTo>
                <a:cubicBezTo>
                  <a:pt x="0" y="52545"/>
                  <a:pt x="52545" y="0"/>
                  <a:pt x="117363" y="0"/>
                </a:cubicBezTo>
                <a:cubicBezTo>
                  <a:pt x="148489" y="0"/>
                  <a:pt x="178341" y="12365"/>
                  <a:pt x="200351" y="34375"/>
                </a:cubicBezTo>
                <a:cubicBezTo>
                  <a:pt x="222360" y="56384"/>
                  <a:pt x="234725" y="86236"/>
                  <a:pt x="234725" y="117363"/>
                </a:cubicBezTo>
                <a:cubicBezTo>
                  <a:pt x="234725" y="182180"/>
                  <a:pt x="182180" y="234725"/>
                  <a:pt x="117363" y="234725"/>
                </a:cubicBezTo>
                <a:cubicBezTo>
                  <a:pt x="52545" y="234725"/>
                  <a:pt x="0" y="182180"/>
                  <a:pt x="0" y="11736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478" cap="flat">
            <a:solidFill>
              <a:srgbClr val="434343"/>
            </a:solidFill>
            <a:round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F6080C-0F88-468B-B2E9-C40BE3EB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9991" y="0"/>
            <a:ext cx="234725" cy="293935"/>
          </a:xfrm>
          <a:custGeom xmlns:a="http://schemas.openxmlformats.org/drawingml/2006/main">
            <a:pathLst>
              <a:path w="234725" h="293935">
                <a:moveTo>
                  <a:pt x="234725" y="293935"/>
                </a:moveTo>
                <a:lnTo>
                  <a:pt x="0" y="293935"/>
                </a:lnTo>
                <a:lnTo>
                  <a:pt x="0" y="0"/>
                </a:lnTo>
                <a:lnTo>
                  <a:pt x="234725" y="0"/>
                </a:lnTo>
                <a:lnTo>
                  <a:pt x="234725" y="29393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I">
            <a:extLst xmlns:a="http://schemas.openxmlformats.org/drawingml/2006/main">
              <a:ext uri="{FF2B5EF4-FFF2-40B4-BE49-F238E27FC236}">
                <a16:creationId xmlns:a16="http://schemas.microsoft.com/office/drawing/2014/main" id="{C7E5C054-D04C-4671-984E-AD2E7B2E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012" y="81929"/>
            <a:ext cx="46962" cy="89818"/>
          </a:xfrm>
          <a:custGeom xmlns:a="http://schemas.openxmlformats.org/drawingml/2006/main">
            <a:pathLst>
              <a:path w="46962" h="89818">
                <a:moveTo>
                  <a:pt x="46962" y="87434"/>
                </a:moveTo>
                <a:lnTo>
                  <a:pt x="46962" y="89818"/>
                </a:lnTo>
                <a:lnTo>
                  <a:pt x="0" y="89818"/>
                </a:lnTo>
                <a:lnTo>
                  <a:pt x="0" y="87434"/>
                </a:lnTo>
                <a:lnTo>
                  <a:pt x="2981" y="87434"/>
                </a:lnTo>
                <a:cubicBezTo>
                  <a:pt x="5586" y="87434"/>
                  <a:pt x="7684" y="86968"/>
                  <a:pt x="9273" y="86036"/>
                </a:cubicBezTo>
                <a:cubicBezTo>
                  <a:pt x="10421" y="85414"/>
                  <a:pt x="11305" y="84349"/>
                  <a:pt x="11923" y="82841"/>
                </a:cubicBezTo>
                <a:cubicBezTo>
                  <a:pt x="12409" y="81775"/>
                  <a:pt x="12651" y="78979"/>
                  <a:pt x="12651" y="74451"/>
                </a:cubicBezTo>
                <a:lnTo>
                  <a:pt x="12651" y="15367"/>
                </a:lnTo>
                <a:cubicBezTo>
                  <a:pt x="12651" y="10751"/>
                  <a:pt x="12409" y="7866"/>
                  <a:pt x="11923" y="6713"/>
                </a:cubicBezTo>
                <a:cubicBezTo>
                  <a:pt x="11437" y="5558"/>
                  <a:pt x="10455" y="4548"/>
                  <a:pt x="8975" y="3682"/>
                </a:cubicBezTo>
                <a:cubicBezTo>
                  <a:pt x="7496" y="2817"/>
                  <a:pt x="5498" y="2385"/>
                  <a:pt x="2981" y="2385"/>
                </a:cubicBezTo>
                <a:lnTo>
                  <a:pt x="0" y="2385"/>
                </a:lnTo>
                <a:lnTo>
                  <a:pt x="0" y="0"/>
                </a:lnTo>
                <a:lnTo>
                  <a:pt x="46962" y="0"/>
                </a:lnTo>
                <a:lnTo>
                  <a:pt x="46962" y="2385"/>
                </a:lnTo>
                <a:lnTo>
                  <a:pt x="43982" y="2385"/>
                </a:lnTo>
                <a:cubicBezTo>
                  <a:pt x="41376" y="2385"/>
                  <a:pt x="39279" y="2850"/>
                  <a:pt x="37689" y="3782"/>
                </a:cubicBezTo>
                <a:cubicBezTo>
                  <a:pt x="36541" y="4404"/>
                  <a:pt x="35636" y="5469"/>
                  <a:pt x="34973" y="6978"/>
                </a:cubicBezTo>
                <a:cubicBezTo>
                  <a:pt x="34488" y="8043"/>
                  <a:pt x="34245" y="10840"/>
                  <a:pt x="34245" y="15367"/>
                </a:cubicBezTo>
                <a:lnTo>
                  <a:pt x="34245" y="74451"/>
                </a:lnTo>
                <a:cubicBezTo>
                  <a:pt x="34245" y="79067"/>
                  <a:pt x="34499" y="81953"/>
                  <a:pt x="35007" y="83108"/>
                </a:cubicBezTo>
                <a:cubicBezTo>
                  <a:pt x="35514" y="84261"/>
                  <a:pt x="36508" y="85271"/>
                  <a:pt x="37987" y="86136"/>
                </a:cubicBezTo>
                <a:cubicBezTo>
                  <a:pt x="39467" y="87001"/>
                  <a:pt x="41465" y="87434"/>
                  <a:pt x="43982" y="87434"/>
                </a:cubicBezTo>
                <a:lnTo>
                  <a:pt x="46962" y="874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8CBC7C-E904-4B21-9894-BB923716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9106" y="422650"/>
            <a:ext cx="3463792" cy="2123801"/>
          </a:xfrm>
          <a:custGeom xmlns:a="http://schemas.openxmlformats.org/drawingml/2006/main">
            <a:pathLst>
              <a:path w="3463792" h="2123801">
                <a:moveTo>
                  <a:pt x="29" y="29"/>
                </a:moveTo>
                <a:lnTo>
                  <a:pt x="29" y="29"/>
                </a:lnTo>
                <a:cubicBezTo>
                  <a:pt x="29" y="13"/>
                  <a:pt x="42" y="0"/>
                  <a:pt x="58" y="0"/>
                </a:cubicBezTo>
                <a:lnTo>
                  <a:pt x="3463763" y="29"/>
                </a:lnTo>
                <a:cubicBezTo>
                  <a:pt x="3463770" y="29"/>
                  <a:pt x="3463778" y="32"/>
                  <a:pt x="3463783" y="37"/>
                </a:cubicBezTo>
                <a:cubicBezTo>
                  <a:pt x="3463789" y="43"/>
                  <a:pt x="3463792" y="50"/>
                  <a:pt x="3463792" y="58"/>
                </a:cubicBezTo>
                <a:lnTo>
                  <a:pt x="3463763" y="2123772"/>
                </a:lnTo>
                <a:cubicBezTo>
                  <a:pt x="3463763" y="2123788"/>
                  <a:pt x="3463749" y="2123801"/>
                  <a:pt x="3463734" y="2123801"/>
                </a:cubicBezTo>
                <a:lnTo>
                  <a:pt x="29" y="2123772"/>
                </a:lnTo>
                <a:cubicBezTo>
                  <a:pt x="13" y="2123772"/>
                  <a:pt x="0" y="2123759"/>
                  <a:pt x="0" y="2123743"/>
                </a:cubicBezTo>
                <a:lnTo>
                  <a:pt x="29" y="29"/>
                </a:lnTo>
                <a:close/>
              </a:path>
            </a:pathLst>
          </a:custGeom>
          <a:solidFill xmlns:a="http://schemas.openxmlformats.org/drawingml/2006/main">
            <a:srgbClr val="EAFFE3">
              <a:alpha val="620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9AEA6A-5E3E-46FB-A1EE-D00973D3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9106" y="422650"/>
            <a:ext cx="3463792" cy="2123801"/>
          </a:xfrm>
          <a:custGeom xmlns:a="http://schemas.openxmlformats.org/drawingml/2006/main">
            <a:pathLst>
              <a:path w="3463792" h="2123801" fill="none">
                <a:moveTo>
                  <a:pt x="29" y="29"/>
                </a:moveTo>
                <a:lnTo>
                  <a:pt x="29" y="29"/>
                </a:lnTo>
                <a:cubicBezTo>
                  <a:pt x="29" y="13"/>
                  <a:pt x="42" y="0"/>
                  <a:pt x="58" y="0"/>
                </a:cubicBezTo>
                <a:lnTo>
                  <a:pt x="3463763" y="29"/>
                </a:lnTo>
                <a:cubicBezTo>
                  <a:pt x="3463770" y="29"/>
                  <a:pt x="3463778" y="32"/>
                  <a:pt x="3463783" y="37"/>
                </a:cubicBezTo>
                <a:cubicBezTo>
                  <a:pt x="3463789" y="43"/>
                  <a:pt x="3463792" y="50"/>
                  <a:pt x="3463792" y="58"/>
                </a:cubicBezTo>
                <a:lnTo>
                  <a:pt x="3463763" y="2123772"/>
                </a:lnTo>
                <a:cubicBezTo>
                  <a:pt x="3463763" y="2123788"/>
                  <a:pt x="3463749" y="2123801"/>
                  <a:pt x="3463734" y="2123801"/>
                </a:cubicBezTo>
                <a:lnTo>
                  <a:pt x="29" y="2123772"/>
                </a:lnTo>
                <a:cubicBezTo>
                  <a:pt x="13" y="2123772"/>
                  <a:pt x="0" y="2123759"/>
                  <a:pt x="0" y="2123743"/>
                </a:cubicBezTo>
                <a:lnTo>
                  <a:pt x="29" y="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93C47D"/>
            </a:solidFill>
            <a:round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6ABBB9-4223-41EB-9AD1-33D16013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5" y="422637"/>
            <a:ext cx="5942735" cy="2123842"/>
          </a:xfrm>
          <a:custGeom xmlns:a="http://schemas.openxmlformats.org/drawingml/2006/main">
            <a:pathLst>
              <a:path w="5942735" h="2123842">
                <a:moveTo>
                  <a:pt x="50" y="49"/>
                </a:moveTo>
                <a:lnTo>
                  <a:pt x="50" y="49"/>
                </a:lnTo>
                <a:cubicBezTo>
                  <a:pt x="50" y="22"/>
                  <a:pt x="72" y="0"/>
                  <a:pt x="99" y="0"/>
                </a:cubicBezTo>
                <a:lnTo>
                  <a:pt x="5942685" y="49"/>
                </a:lnTo>
                <a:cubicBezTo>
                  <a:pt x="5942699" y="49"/>
                  <a:pt x="5942711" y="55"/>
                  <a:pt x="5942720" y="64"/>
                </a:cubicBezTo>
                <a:cubicBezTo>
                  <a:pt x="5942730" y="73"/>
                  <a:pt x="5942735" y="86"/>
                  <a:pt x="5942735" y="99"/>
                </a:cubicBezTo>
                <a:lnTo>
                  <a:pt x="5942685" y="2123793"/>
                </a:lnTo>
                <a:cubicBezTo>
                  <a:pt x="5942685" y="2123820"/>
                  <a:pt x="5942663" y="2123842"/>
                  <a:pt x="5942636" y="2123842"/>
                </a:cubicBezTo>
                <a:lnTo>
                  <a:pt x="50" y="2123793"/>
                </a:lnTo>
                <a:cubicBezTo>
                  <a:pt x="22" y="2123793"/>
                  <a:pt x="0" y="2123771"/>
                  <a:pt x="0" y="2123743"/>
                </a:cubicBezTo>
                <a:lnTo>
                  <a:pt x="50" y="49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34024E-83B7-475C-A840-DFB818CA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5" y="422637"/>
            <a:ext cx="5942735" cy="2123842"/>
          </a:xfrm>
          <a:custGeom xmlns:a="http://schemas.openxmlformats.org/drawingml/2006/main">
            <a:pathLst>
              <a:path w="5942735" h="2123842" fill="none">
                <a:moveTo>
                  <a:pt x="50" y="49"/>
                </a:moveTo>
                <a:lnTo>
                  <a:pt x="50" y="49"/>
                </a:lnTo>
                <a:cubicBezTo>
                  <a:pt x="50" y="22"/>
                  <a:pt x="72" y="0"/>
                  <a:pt x="99" y="0"/>
                </a:cubicBezTo>
                <a:lnTo>
                  <a:pt x="5942685" y="49"/>
                </a:lnTo>
                <a:cubicBezTo>
                  <a:pt x="5942699" y="49"/>
                  <a:pt x="5942711" y="55"/>
                  <a:pt x="5942720" y="64"/>
                </a:cubicBezTo>
                <a:cubicBezTo>
                  <a:pt x="5942730" y="73"/>
                  <a:pt x="5942735" y="86"/>
                  <a:pt x="5942735" y="99"/>
                </a:cubicBezTo>
                <a:lnTo>
                  <a:pt x="5942685" y="2123793"/>
                </a:lnTo>
                <a:cubicBezTo>
                  <a:pt x="5942685" y="2123820"/>
                  <a:pt x="5942663" y="2123842"/>
                  <a:pt x="5942636" y="2123842"/>
                </a:cubicBezTo>
                <a:lnTo>
                  <a:pt x="50" y="2123793"/>
                </a:lnTo>
                <a:cubicBezTo>
                  <a:pt x="22" y="2123793"/>
                  <a:pt x="0" y="2123771"/>
                  <a:pt x="0" y="2123743"/>
                </a:cubicBezTo>
                <a:lnTo>
                  <a:pt x="50" y="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999999"/>
            </a:solidFill>
            <a:round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D1D66-02FE-4C34-9FAB-1408196F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3887" y="422679"/>
            <a:ext cx="3202839" cy="2123743"/>
          </a:xfrm>
          <a:custGeom xmlns:a="http://schemas.openxmlformats.org/drawingml/2006/main">
            <a:pathLst>
              <a:path w="3202839" h="2123743">
                <a:moveTo>
                  <a:pt x="0" y="0"/>
                </a:moveTo>
                <a:lnTo>
                  <a:pt x="3202839" y="0"/>
                </a:lnTo>
                <a:lnTo>
                  <a:pt x="3202839" y="2123743"/>
                </a:lnTo>
                <a:lnTo>
                  <a:pt x="0" y="21237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unsigned">
            <a:extLst xmlns:a="http://schemas.openxmlformats.org/drawingml/2006/main">
              <a:ext uri="{FF2B5EF4-FFF2-40B4-BE49-F238E27FC236}">
                <a16:creationId xmlns:a16="http://schemas.microsoft.com/office/drawing/2014/main" id="{89CB0C9A-BBF0-46F0-B262-7CFE0255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956" y="529846"/>
            <a:ext cx="683963" cy="140788"/>
          </a:xfrm>
          <a:custGeom xmlns:a="http://schemas.openxmlformats.org/drawingml/2006/main">
            <a:pathLst>
              <a:path w="683963" h="140788">
                <a:moveTo>
                  <a:pt x="50015" y="110219"/>
                </a:moveTo>
                <a:lnTo>
                  <a:pt x="68098" y="110219"/>
                </a:lnTo>
                <a:lnTo>
                  <a:pt x="68098" y="32578"/>
                </a:lnTo>
                <a:lnTo>
                  <a:pt x="48077" y="32578"/>
                </a:lnTo>
                <a:lnTo>
                  <a:pt x="48077" y="87042"/>
                </a:lnTo>
                <a:cubicBezTo>
                  <a:pt x="47456" y="88286"/>
                  <a:pt x="46714" y="89410"/>
                  <a:pt x="45853" y="90414"/>
                </a:cubicBezTo>
                <a:cubicBezTo>
                  <a:pt x="44992" y="91419"/>
                  <a:pt x="44011" y="92280"/>
                  <a:pt x="42911" y="92998"/>
                </a:cubicBezTo>
                <a:cubicBezTo>
                  <a:pt x="41619" y="93811"/>
                  <a:pt x="40124" y="94433"/>
                  <a:pt x="38426" y="94863"/>
                </a:cubicBezTo>
                <a:cubicBezTo>
                  <a:pt x="36728" y="95294"/>
                  <a:pt x="34826" y="95509"/>
                  <a:pt x="32721" y="95509"/>
                </a:cubicBezTo>
                <a:cubicBezTo>
                  <a:pt x="30377" y="95509"/>
                  <a:pt x="28392" y="95222"/>
                  <a:pt x="26766" y="94648"/>
                </a:cubicBezTo>
                <a:cubicBezTo>
                  <a:pt x="25139" y="94074"/>
                  <a:pt x="23823" y="93117"/>
                  <a:pt x="22819" y="91778"/>
                </a:cubicBezTo>
                <a:cubicBezTo>
                  <a:pt x="21814" y="90486"/>
                  <a:pt x="21085" y="88764"/>
                  <a:pt x="20630" y="86611"/>
                </a:cubicBezTo>
                <a:cubicBezTo>
                  <a:pt x="20176" y="84458"/>
                  <a:pt x="19949" y="81803"/>
                  <a:pt x="19949" y="78646"/>
                </a:cubicBezTo>
                <a:lnTo>
                  <a:pt x="19949" y="32578"/>
                </a:lnTo>
                <a:lnTo>
                  <a:pt x="0" y="32578"/>
                </a:lnTo>
                <a:lnTo>
                  <a:pt x="0" y="78503"/>
                </a:lnTo>
                <a:cubicBezTo>
                  <a:pt x="0" y="84387"/>
                  <a:pt x="658" y="89422"/>
                  <a:pt x="1973" y="93608"/>
                </a:cubicBezTo>
                <a:cubicBezTo>
                  <a:pt x="3289" y="97793"/>
                  <a:pt x="5143" y="101226"/>
                  <a:pt x="7535" y="103905"/>
                </a:cubicBezTo>
                <a:cubicBezTo>
                  <a:pt x="9926" y="106632"/>
                  <a:pt x="12797" y="108617"/>
                  <a:pt x="16145" y="109861"/>
                </a:cubicBezTo>
                <a:cubicBezTo>
                  <a:pt x="19494" y="111104"/>
                  <a:pt x="23178" y="111726"/>
                  <a:pt x="27196" y="111726"/>
                </a:cubicBezTo>
                <a:cubicBezTo>
                  <a:pt x="31597" y="111726"/>
                  <a:pt x="35651" y="110626"/>
                  <a:pt x="39359" y="108425"/>
                </a:cubicBezTo>
                <a:cubicBezTo>
                  <a:pt x="43066" y="106225"/>
                  <a:pt x="46236" y="103187"/>
                  <a:pt x="48867" y="99312"/>
                </a:cubicBezTo>
                <a:lnTo>
                  <a:pt x="50015" y="110219"/>
                </a:lnTo>
                <a:close/>
                <a:moveTo>
                  <a:pt x="87530" y="110219"/>
                </a:moveTo>
                <a:lnTo>
                  <a:pt x="107550" y="110219"/>
                </a:lnTo>
                <a:lnTo>
                  <a:pt x="107550" y="55038"/>
                </a:lnTo>
                <a:cubicBezTo>
                  <a:pt x="108220" y="53986"/>
                  <a:pt x="108961" y="53029"/>
                  <a:pt x="109775" y="52168"/>
                </a:cubicBezTo>
                <a:cubicBezTo>
                  <a:pt x="110588" y="51307"/>
                  <a:pt x="111497" y="50565"/>
                  <a:pt x="112501" y="49943"/>
                </a:cubicBezTo>
                <a:cubicBezTo>
                  <a:pt x="113745" y="49082"/>
                  <a:pt x="115168" y="48436"/>
                  <a:pt x="116771" y="48006"/>
                </a:cubicBezTo>
                <a:cubicBezTo>
                  <a:pt x="118374" y="47575"/>
                  <a:pt x="120132" y="47360"/>
                  <a:pt x="122045" y="47360"/>
                </a:cubicBezTo>
                <a:cubicBezTo>
                  <a:pt x="124341" y="47360"/>
                  <a:pt x="126398" y="47587"/>
                  <a:pt x="128216" y="48042"/>
                </a:cubicBezTo>
                <a:cubicBezTo>
                  <a:pt x="130034" y="48496"/>
                  <a:pt x="131589" y="49297"/>
                  <a:pt x="132880" y="50445"/>
                </a:cubicBezTo>
                <a:cubicBezTo>
                  <a:pt x="134172" y="51594"/>
                  <a:pt x="135165" y="53160"/>
                  <a:pt x="135858" y="55146"/>
                </a:cubicBezTo>
                <a:cubicBezTo>
                  <a:pt x="136552" y="57131"/>
                  <a:pt x="136899" y="59654"/>
                  <a:pt x="136899" y="62716"/>
                </a:cubicBezTo>
                <a:lnTo>
                  <a:pt x="136899" y="110219"/>
                </a:lnTo>
                <a:lnTo>
                  <a:pt x="156847" y="110219"/>
                </a:lnTo>
                <a:lnTo>
                  <a:pt x="156847" y="62429"/>
                </a:lnTo>
                <a:cubicBezTo>
                  <a:pt x="156847" y="56784"/>
                  <a:pt x="156190" y="51988"/>
                  <a:pt x="154874" y="48042"/>
                </a:cubicBezTo>
                <a:cubicBezTo>
                  <a:pt x="153559" y="44095"/>
                  <a:pt x="151729" y="40854"/>
                  <a:pt x="149385" y="38318"/>
                </a:cubicBezTo>
                <a:cubicBezTo>
                  <a:pt x="146993" y="35831"/>
                  <a:pt x="144170" y="34013"/>
                  <a:pt x="140917" y="32865"/>
                </a:cubicBezTo>
                <a:cubicBezTo>
                  <a:pt x="137664" y="31717"/>
                  <a:pt x="134076" y="31143"/>
                  <a:pt x="130154" y="31143"/>
                </a:cubicBezTo>
                <a:cubicBezTo>
                  <a:pt x="127092" y="31143"/>
                  <a:pt x="124198" y="31573"/>
                  <a:pt x="121471" y="32434"/>
                </a:cubicBezTo>
                <a:cubicBezTo>
                  <a:pt x="118744" y="33295"/>
                  <a:pt x="116233" y="34539"/>
                  <a:pt x="113937" y="36166"/>
                </a:cubicBezTo>
                <a:cubicBezTo>
                  <a:pt x="112597" y="37123"/>
                  <a:pt x="111329" y="38199"/>
                  <a:pt x="110133" y="39395"/>
                </a:cubicBezTo>
                <a:cubicBezTo>
                  <a:pt x="108937" y="40591"/>
                  <a:pt x="107837" y="41906"/>
                  <a:pt x="106833" y="43341"/>
                </a:cubicBezTo>
                <a:lnTo>
                  <a:pt x="105613" y="32578"/>
                </a:lnTo>
                <a:lnTo>
                  <a:pt x="87530" y="32578"/>
                </a:lnTo>
                <a:lnTo>
                  <a:pt x="87530" y="110219"/>
                </a:lnTo>
                <a:close/>
                <a:moveTo>
                  <a:pt x="225792" y="88907"/>
                </a:moveTo>
                <a:cubicBezTo>
                  <a:pt x="225792" y="90103"/>
                  <a:pt x="225493" y="91204"/>
                  <a:pt x="224895" y="92208"/>
                </a:cubicBezTo>
                <a:cubicBezTo>
                  <a:pt x="224297" y="93213"/>
                  <a:pt x="223400" y="94098"/>
                  <a:pt x="222204" y="94863"/>
                </a:cubicBezTo>
                <a:cubicBezTo>
                  <a:pt x="220960" y="95629"/>
                  <a:pt x="219370" y="96239"/>
                  <a:pt x="217432" y="96693"/>
                </a:cubicBezTo>
                <a:cubicBezTo>
                  <a:pt x="215495" y="97148"/>
                  <a:pt x="213234" y="97375"/>
                  <a:pt x="210651" y="97375"/>
                </a:cubicBezTo>
                <a:cubicBezTo>
                  <a:pt x="208498" y="97375"/>
                  <a:pt x="206406" y="97160"/>
                  <a:pt x="204372" y="96729"/>
                </a:cubicBezTo>
                <a:cubicBezTo>
                  <a:pt x="202339" y="96298"/>
                  <a:pt x="200533" y="95605"/>
                  <a:pt x="198955" y="94648"/>
                </a:cubicBezTo>
                <a:cubicBezTo>
                  <a:pt x="197376" y="93739"/>
                  <a:pt x="196084" y="92531"/>
                  <a:pt x="195080" y="91024"/>
                </a:cubicBezTo>
                <a:cubicBezTo>
                  <a:pt x="194075" y="89517"/>
                  <a:pt x="193501" y="87712"/>
                  <a:pt x="193358" y="85607"/>
                </a:cubicBezTo>
                <a:lnTo>
                  <a:pt x="174342" y="85607"/>
                </a:lnTo>
                <a:cubicBezTo>
                  <a:pt x="174342" y="88764"/>
                  <a:pt x="175119" y="91909"/>
                  <a:pt x="176674" y="95043"/>
                </a:cubicBezTo>
                <a:cubicBezTo>
                  <a:pt x="178229" y="98176"/>
                  <a:pt x="180513" y="100963"/>
                  <a:pt x="183527" y="103402"/>
                </a:cubicBezTo>
                <a:cubicBezTo>
                  <a:pt x="186541" y="105890"/>
                  <a:pt x="190284" y="107899"/>
                  <a:pt x="194757" y="109430"/>
                </a:cubicBezTo>
                <a:cubicBezTo>
                  <a:pt x="199230" y="110961"/>
                  <a:pt x="204384" y="111726"/>
                  <a:pt x="210221" y="111726"/>
                </a:cubicBezTo>
                <a:cubicBezTo>
                  <a:pt x="215531" y="111726"/>
                  <a:pt x="220338" y="111140"/>
                  <a:pt x="224644" y="109968"/>
                </a:cubicBezTo>
                <a:cubicBezTo>
                  <a:pt x="228949" y="108796"/>
                  <a:pt x="232633" y="107158"/>
                  <a:pt x="235695" y="105053"/>
                </a:cubicBezTo>
                <a:cubicBezTo>
                  <a:pt x="238708" y="102948"/>
                  <a:pt x="241040" y="100448"/>
                  <a:pt x="242691" y="97554"/>
                </a:cubicBezTo>
                <a:cubicBezTo>
                  <a:pt x="244341" y="94660"/>
                  <a:pt x="245167" y="91491"/>
                  <a:pt x="245167" y="88046"/>
                </a:cubicBezTo>
                <a:cubicBezTo>
                  <a:pt x="245167" y="84315"/>
                  <a:pt x="244341" y="81098"/>
                  <a:pt x="242691" y="78395"/>
                </a:cubicBezTo>
                <a:cubicBezTo>
                  <a:pt x="241040" y="75692"/>
                  <a:pt x="238756" y="73384"/>
                  <a:pt x="235838" y="71470"/>
                </a:cubicBezTo>
                <a:cubicBezTo>
                  <a:pt x="232920" y="69605"/>
                  <a:pt x="229452" y="68074"/>
                  <a:pt x="225433" y="66878"/>
                </a:cubicBezTo>
                <a:cubicBezTo>
                  <a:pt x="221415" y="65682"/>
                  <a:pt x="217062" y="64701"/>
                  <a:pt x="212373" y="63936"/>
                </a:cubicBezTo>
                <a:cubicBezTo>
                  <a:pt x="209120" y="63457"/>
                  <a:pt x="206441" y="62895"/>
                  <a:pt x="204337" y="62250"/>
                </a:cubicBezTo>
                <a:cubicBezTo>
                  <a:pt x="202232" y="61604"/>
                  <a:pt x="200581" y="60874"/>
                  <a:pt x="199385" y="60061"/>
                </a:cubicBezTo>
                <a:cubicBezTo>
                  <a:pt x="198141" y="59296"/>
                  <a:pt x="197280" y="58423"/>
                  <a:pt x="196802" y="57442"/>
                </a:cubicBezTo>
                <a:cubicBezTo>
                  <a:pt x="196324" y="56461"/>
                  <a:pt x="196084" y="55397"/>
                  <a:pt x="196084" y="54249"/>
                </a:cubicBezTo>
                <a:cubicBezTo>
                  <a:pt x="196084" y="53101"/>
                  <a:pt x="196360" y="52012"/>
                  <a:pt x="196910" y="50984"/>
                </a:cubicBezTo>
                <a:cubicBezTo>
                  <a:pt x="197460" y="49955"/>
                  <a:pt x="198261" y="49058"/>
                  <a:pt x="199314" y="48293"/>
                </a:cubicBezTo>
                <a:cubicBezTo>
                  <a:pt x="200462" y="47432"/>
                  <a:pt x="201945" y="46762"/>
                  <a:pt x="203762" y="46284"/>
                </a:cubicBezTo>
                <a:cubicBezTo>
                  <a:pt x="205580" y="45805"/>
                  <a:pt x="207709" y="45566"/>
                  <a:pt x="210149" y="45566"/>
                </a:cubicBezTo>
                <a:cubicBezTo>
                  <a:pt x="213019" y="45566"/>
                  <a:pt x="215471" y="45925"/>
                  <a:pt x="217504" y="46642"/>
                </a:cubicBezTo>
                <a:cubicBezTo>
                  <a:pt x="219537" y="47360"/>
                  <a:pt x="221152" y="48317"/>
                  <a:pt x="222348" y="49513"/>
                </a:cubicBezTo>
                <a:cubicBezTo>
                  <a:pt x="223209" y="50422"/>
                  <a:pt x="223855" y="51438"/>
                  <a:pt x="224285" y="52562"/>
                </a:cubicBezTo>
                <a:cubicBezTo>
                  <a:pt x="224716" y="53687"/>
                  <a:pt x="224931" y="54894"/>
                  <a:pt x="224931" y="56186"/>
                </a:cubicBezTo>
                <a:lnTo>
                  <a:pt x="244880" y="56186"/>
                </a:lnTo>
                <a:cubicBezTo>
                  <a:pt x="244880" y="52598"/>
                  <a:pt x="244090" y="49273"/>
                  <a:pt x="242512" y="46212"/>
                </a:cubicBezTo>
                <a:cubicBezTo>
                  <a:pt x="240933" y="43150"/>
                  <a:pt x="238661" y="40495"/>
                  <a:pt x="235695" y="38247"/>
                </a:cubicBezTo>
                <a:cubicBezTo>
                  <a:pt x="232681" y="36046"/>
                  <a:pt x="229021" y="34312"/>
                  <a:pt x="224716" y="33044"/>
                </a:cubicBezTo>
                <a:cubicBezTo>
                  <a:pt x="220410" y="31777"/>
                  <a:pt x="215555" y="31143"/>
                  <a:pt x="210149" y="31143"/>
                </a:cubicBezTo>
                <a:cubicBezTo>
                  <a:pt x="204982" y="31143"/>
                  <a:pt x="200342" y="31789"/>
                  <a:pt x="196228" y="33080"/>
                </a:cubicBezTo>
                <a:cubicBezTo>
                  <a:pt x="192114" y="34372"/>
                  <a:pt x="188622" y="36118"/>
                  <a:pt x="185751" y="38318"/>
                </a:cubicBezTo>
                <a:cubicBezTo>
                  <a:pt x="182881" y="40519"/>
                  <a:pt x="180681" y="43078"/>
                  <a:pt x="179150" y="45997"/>
                </a:cubicBezTo>
                <a:cubicBezTo>
                  <a:pt x="177619" y="48915"/>
                  <a:pt x="176853" y="51976"/>
                  <a:pt x="176853" y="55181"/>
                </a:cubicBezTo>
                <a:cubicBezTo>
                  <a:pt x="176853" y="58482"/>
                  <a:pt x="177607" y="61400"/>
                  <a:pt x="179114" y="63936"/>
                </a:cubicBezTo>
                <a:cubicBezTo>
                  <a:pt x="180621" y="66471"/>
                  <a:pt x="182714" y="68696"/>
                  <a:pt x="185393" y="70609"/>
                </a:cubicBezTo>
                <a:cubicBezTo>
                  <a:pt x="188072" y="72571"/>
                  <a:pt x="191289" y="74233"/>
                  <a:pt x="195044" y="75596"/>
                </a:cubicBezTo>
                <a:cubicBezTo>
                  <a:pt x="198799" y="76960"/>
                  <a:pt x="202949" y="78096"/>
                  <a:pt x="207494" y="79005"/>
                </a:cubicBezTo>
                <a:cubicBezTo>
                  <a:pt x="211082" y="79675"/>
                  <a:pt x="214048" y="80344"/>
                  <a:pt x="216392" y="81014"/>
                </a:cubicBezTo>
                <a:cubicBezTo>
                  <a:pt x="218736" y="81684"/>
                  <a:pt x="220625" y="82401"/>
                  <a:pt x="222061" y="83167"/>
                </a:cubicBezTo>
                <a:cubicBezTo>
                  <a:pt x="223448" y="83980"/>
                  <a:pt x="224417" y="84841"/>
                  <a:pt x="224967" y="85750"/>
                </a:cubicBezTo>
                <a:cubicBezTo>
                  <a:pt x="225517" y="86659"/>
                  <a:pt x="225792" y="87712"/>
                  <a:pt x="225792" y="88907"/>
                </a:cubicBezTo>
                <a:close/>
                <a:moveTo>
                  <a:pt x="269191" y="32578"/>
                </a:moveTo>
                <a:lnTo>
                  <a:pt x="269191" y="48867"/>
                </a:lnTo>
                <a:lnTo>
                  <a:pt x="291292" y="48867"/>
                </a:lnTo>
                <a:lnTo>
                  <a:pt x="291292" y="94002"/>
                </a:lnTo>
                <a:lnTo>
                  <a:pt x="269191" y="94002"/>
                </a:lnTo>
                <a:lnTo>
                  <a:pt x="269191" y="110219"/>
                </a:lnTo>
                <a:lnTo>
                  <a:pt x="332481" y="110219"/>
                </a:lnTo>
                <a:lnTo>
                  <a:pt x="332481" y="94002"/>
                </a:lnTo>
                <a:lnTo>
                  <a:pt x="311456" y="94002"/>
                </a:lnTo>
                <a:lnTo>
                  <a:pt x="311456" y="32578"/>
                </a:lnTo>
                <a:lnTo>
                  <a:pt x="269191" y="32578"/>
                </a:lnTo>
                <a:moveTo>
                  <a:pt x="289857" y="12701"/>
                </a:moveTo>
                <a:cubicBezTo>
                  <a:pt x="289857" y="14232"/>
                  <a:pt x="290132" y="15655"/>
                  <a:pt x="290682" y="16971"/>
                </a:cubicBezTo>
                <a:cubicBezTo>
                  <a:pt x="291233" y="18286"/>
                  <a:pt x="292010" y="19398"/>
                  <a:pt x="293014" y="20307"/>
                </a:cubicBezTo>
                <a:cubicBezTo>
                  <a:pt x="294019" y="21264"/>
                  <a:pt x="295227" y="22006"/>
                  <a:pt x="296638" y="22532"/>
                </a:cubicBezTo>
                <a:cubicBezTo>
                  <a:pt x="298049" y="23058"/>
                  <a:pt x="299616" y="23321"/>
                  <a:pt x="301338" y="23321"/>
                </a:cubicBezTo>
                <a:cubicBezTo>
                  <a:pt x="304878" y="23321"/>
                  <a:pt x="307689" y="22329"/>
                  <a:pt x="309770" y="20343"/>
                </a:cubicBezTo>
                <a:cubicBezTo>
                  <a:pt x="311851" y="18358"/>
                  <a:pt x="312891" y="15811"/>
                  <a:pt x="312891" y="12701"/>
                </a:cubicBezTo>
                <a:cubicBezTo>
                  <a:pt x="312891" y="9592"/>
                  <a:pt x="311851" y="7044"/>
                  <a:pt x="309770" y="5059"/>
                </a:cubicBezTo>
                <a:cubicBezTo>
                  <a:pt x="307689" y="3074"/>
                  <a:pt x="304878" y="2081"/>
                  <a:pt x="301338" y="2081"/>
                </a:cubicBezTo>
                <a:cubicBezTo>
                  <a:pt x="299616" y="2081"/>
                  <a:pt x="298049" y="2344"/>
                  <a:pt x="296638" y="2870"/>
                </a:cubicBezTo>
                <a:cubicBezTo>
                  <a:pt x="295227" y="3397"/>
                  <a:pt x="294019" y="4114"/>
                  <a:pt x="293014" y="5023"/>
                </a:cubicBezTo>
                <a:cubicBezTo>
                  <a:pt x="292010" y="5980"/>
                  <a:pt x="291233" y="7116"/>
                  <a:pt x="290682" y="8431"/>
                </a:cubicBezTo>
                <a:cubicBezTo>
                  <a:pt x="290132" y="9747"/>
                  <a:pt x="289857" y="11170"/>
                  <a:pt x="289857" y="12701"/>
                </a:cubicBezTo>
                <a:close/>
                <a:moveTo>
                  <a:pt x="350047" y="70825"/>
                </a:moveTo>
                <a:lnTo>
                  <a:pt x="350047" y="72331"/>
                </a:lnTo>
                <a:cubicBezTo>
                  <a:pt x="350047" y="77976"/>
                  <a:pt x="350777" y="83203"/>
                  <a:pt x="352236" y="88010"/>
                </a:cubicBezTo>
                <a:cubicBezTo>
                  <a:pt x="353695" y="92818"/>
                  <a:pt x="355788" y="96968"/>
                  <a:pt x="358514" y="100460"/>
                </a:cubicBezTo>
                <a:cubicBezTo>
                  <a:pt x="361241" y="103953"/>
                  <a:pt x="364530" y="106691"/>
                  <a:pt x="368381" y="108677"/>
                </a:cubicBezTo>
                <a:cubicBezTo>
                  <a:pt x="372232" y="110662"/>
                  <a:pt x="376573" y="111655"/>
                  <a:pt x="381405" y="111655"/>
                </a:cubicBezTo>
                <a:cubicBezTo>
                  <a:pt x="383845" y="111655"/>
                  <a:pt x="386129" y="111391"/>
                  <a:pt x="388258" y="110865"/>
                </a:cubicBezTo>
                <a:cubicBezTo>
                  <a:pt x="390387" y="110339"/>
                  <a:pt x="392336" y="109598"/>
                  <a:pt x="394106" y="108641"/>
                </a:cubicBezTo>
                <a:cubicBezTo>
                  <a:pt x="395302" y="107971"/>
                  <a:pt x="396426" y="107206"/>
                  <a:pt x="397479" y="106345"/>
                </a:cubicBezTo>
                <a:cubicBezTo>
                  <a:pt x="398531" y="105483"/>
                  <a:pt x="399536" y="104527"/>
                  <a:pt x="400493" y="103474"/>
                </a:cubicBezTo>
                <a:lnTo>
                  <a:pt x="400493" y="107923"/>
                </a:lnTo>
                <a:cubicBezTo>
                  <a:pt x="400493" y="110554"/>
                  <a:pt x="400122" y="112922"/>
                  <a:pt x="399380" y="115027"/>
                </a:cubicBezTo>
                <a:cubicBezTo>
                  <a:pt x="398639" y="117132"/>
                  <a:pt x="397574" y="118902"/>
                  <a:pt x="396187" y="120337"/>
                </a:cubicBezTo>
                <a:cubicBezTo>
                  <a:pt x="394656" y="121916"/>
                  <a:pt x="392755" y="123112"/>
                  <a:pt x="390482" y="123925"/>
                </a:cubicBezTo>
                <a:cubicBezTo>
                  <a:pt x="388210" y="124738"/>
                  <a:pt x="385615" y="125145"/>
                  <a:pt x="382697" y="125145"/>
                </a:cubicBezTo>
                <a:cubicBezTo>
                  <a:pt x="380879" y="125145"/>
                  <a:pt x="379121" y="124966"/>
                  <a:pt x="377423" y="124607"/>
                </a:cubicBezTo>
                <a:cubicBezTo>
                  <a:pt x="375724" y="124248"/>
                  <a:pt x="374086" y="123710"/>
                  <a:pt x="372507" y="122992"/>
                </a:cubicBezTo>
                <a:cubicBezTo>
                  <a:pt x="370881" y="122275"/>
                  <a:pt x="369326" y="121354"/>
                  <a:pt x="367843" y="120230"/>
                </a:cubicBezTo>
                <a:cubicBezTo>
                  <a:pt x="366360" y="119105"/>
                  <a:pt x="364973" y="117802"/>
                  <a:pt x="363681" y="116319"/>
                </a:cubicBezTo>
                <a:lnTo>
                  <a:pt x="354711" y="128446"/>
                </a:lnTo>
                <a:cubicBezTo>
                  <a:pt x="356386" y="130599"/>
                  <a:pt x="358395" y="132452"/>
                  <a:pt x="360739" y="134007"/>
                </a:cubicBezTo>
                <a:cubicBezTo>
                  <a:pt x="363083" y="135562"/>
                  <a:pt x="365571" y="136841"/>
                  <a:pt x="368202" y="137846"/>
                </a:cubicBezTo>
                <a:cubicBezTo>
                  <a:pt x="370833" y="138851"/>
                  <a:pt x="373488" y="139592"/>
                  <a:pt x="376167" y="140071"/>
                </a:cubicBezTo>
                <a:cubicBezTo>
                  <a:pt x="378846" y="140549"/>
                  <a:pt x="381357" y="140788"/>
                  <a:pt x="383701" y="140788"/>
                </a:cubicBezTo>
                <a:cubicBezTo>
                  <a:pt x="389155" y="140788"/>
                  <a:pt x="394142" y="140059"/>
                  <a:pt x="398663" y="138599"/>
                </a:cubicBezTo>
                <a:cubicBezTo>
                  <a:pt x="403183" y="137140"/>
                  <a:pt x="407070" y="135000"/>
                  <a:pt x="410323" y="132177"/>
                </a:cubicBezTo>
                <a:cubicBezTo>
                  <a:pt x="413528" y="129355"/>
                  <a:pt x="416028" y="125886"/>
                  <a:pt x="417822" y="121772"/>
                </a:cubicBezTo>
                <a:cubicBezTo>
                  <a:pt x="419616" y="117658"/>
                  <a:pt x="420513" y="112970"/>
                  <a:pt x="420513" y="107708"/>
                </a:cubicBezTo>
                <a:lnTo>
                  <a:pt x="420513" y="32578"/>
                </a:lnTo>
                <a:lnTo>
                  <a:pt x="402358" y="32578"/>
                </a:lnTo>
                <a:lnTo>
                  <a:pt x="401569" y="39969"/>
                </a:lnTo>
                <a:cubicBezTo>
                  <a:pt x="400612" y="38773"/>
                  <a:pt x="399560" y="37685"/>
                  <a:pt x="398412" y="36704"/>
                </a:cubicBezTo>
                <a:cubicBezTo>
                  <a:pt x="397263" y="35723"/>
                  <a:pt x="396020" y="34874"/>
                  <a:pt x="394680" y="34157"/>
                </a:cubicBezTo>
                <a:cubicBezTo>
                  <a:pt x="392910" y="33152"/>
                  <a:pt x="390937" y="32398"/>
                  <a:pt x="388760" y="31896"/>
                </a:cubicBezTo>
                <a:cubicBezTo>
                  <a:pt x="386584" y="31394"/>
                  <a:pt x="384180" y="31143"/>
                  <a:pt x="381549" y="31143"/>
                </a:cubicBezTo>
                <a:cubicBezTo>
                  <a:pt x="376669" y="31143"/>
                  <a:pt x="372292" y="32099"/>
                  <a:pt x="368417" y="34013"/>
                </a:cubicBezTo>
                <a:cubicBezTo>
                  <a:pt x="364542" y="35927"/>
                  <a:pt x="361241" y="38629"/>
                  <a:pt x="358514" y="42122"/>
                </a:cubicBezTo>
                <a:cubicBezTo>
                  <a:pt x="355788" y="45614"/>
                  <a:pt x="353695" y="49800"/>
                  <a:pt x="352236" y="54679"/>
                </a:cubicBezTo>
                <a:cubicBezTo>
                  <a:pt x="350777" y="59559"/>
                  <a:pt x="350047" y="64940"/>
                  <a:pt x="350047" y="70825"/>
                </a:cubicBezTo>
                <a:moveTo>
                  <a:pt x="370067" y="72331"/>
                </a:moveTo>
                <a:lnTo>
                  <a:pt x="370067" y="70825"/>
                </a:lnTo>
                <a:cubicBezTo>
                  <a:pt x="370067" y="67572"/>
                  <a:pt x="370402" y="64522"/>
                  <a:pt x="371072" y="61676"/>
                </a:cubicBezTo>
                <a:cubicBezTo>
                  <a:pt x="371742" y="58829"/>
                  <a:pt x="372770" y="56330"/>
                  <a:pt x="374158" y="54177"/>
                </a:cubicBezTo>
                <a:cubicBezTo>
                  <a:pt x="375497" y="52072"/>
                  <a:pt x="377195" y="50410"/>
                  <a:pt x="379252" y="49190"/>
                </a:cubicBezTo>
                <a:cubicBezTo>
                  <a:pt x="381309" y="47970"/>
                  <a:pt x="383749" y="47360"/>
                  <a:pt x="386572" y="47360"/>
                </a:cubicBezTo>
                <a:cubicBezTo>
                  <a:pt x="388102" y="47360"/>
                  <a:pt x="389526" y="47503"/>
                  <a:pt x="390841" y="47790"/>
                </a:cubicBezTo>
                <a:cubicBezTo>
                  <a:pt x="392157" y="48077"/>
                  <a:pt x="393365" y="48484"/>
                  <a:pt x="394465" y="49010"/>
                </a:cubicBezTo>
                <a:cubicBezTo>
                  <a:pt x="395757" y="49632"/>
                  <a:pt x="396905" y="50445"/>
                  <a:pt x="397909" y="51450"/>
                </a:cubicBezTo>
                <a:cubicBezTo>
                  <a:pt x="398914" y="52455"/>
                  <a:pt x="399775" y="53627"/>
                  <a:pt x="400493" y="54966"/>
                </a:cubicBezTo>
                <a:lnTo>
                  <a:pt x="400493" y="87831"/>
                </a:lnTo>
                <a:cubicBezTo>
                  <a:pt x="399823" y="89027"/>
                  <a:pt x="399033" y="90103"/>
                  <a:pt x="398125" y="91060"/>
                </a:cubicBezTo>
                <a:cubicBezTo>
                  <a:pt x="397216" y="92017"/>
                  <a:pt x="396163" y="92830"/>
                  <a:pt x="394967" y="93500"/>
                </a:cubicBezTo>
                <a:cubicBezTo>
                  <a:pt x="393819" y="94122"/>
                  <a:pt x="392539" y="94600"/>
                  <a:pt x="391128" y="94935"/>
                </a:cubicBezTo>
                <a:cubicBezTo>
                  <a:pt x="389717" y="95270"/>
                  <a:pt x="388150" y="95437"/>
                  <a:pt x="386428" y="95437"/>
                </a:cubicBezTo>
                <a:cubicBezTo>
                  <a:pt x="383606" y="95437"/>
                  <a:pt x="381166" y="94839"/>
                  <a:pt x="379109" y="93643"/>
                </a:cubicBezTo>
                <a:cubicBezTo>
                  <a:pt x="377052" y="92447"/>
                  <a:pt x="375354" y="90797"/>
                  <a:pt x="374014" y="88692"/>
                </a:cubicBezTo>
                <a:cubicBezTo>
                  <a:pt x="372675" y="86635"/>
                  <a:pt x="371682" y="84207"/>
                  <a:pt x="371036" y="81409"/>
                </a:cubicBezTo>
                <a:cubicBezTo>
                  <a:pt x="370390" y="78610"/>
                  <a:pt x="370067" y="75584"/>
                  <a:pt x="370067" y="72331"/>
                </a:cubicBezTo>
                <a:close/>
                <a:moveTo>
                  <a:pt x="440232" y="110219"/>
                </a:moveTo>
                <a:lnTo>
                  <a:pt x="460252" y="110219"/>
                </a:lnTo>
                <a:lnTo>
                  <a:pt x="460252" y="55038"/>
                </a:lnTo>
                <a:cubicBezTo>
                  <a:pt x="460922" y="53986"/>
                  <a:pt x="461664" y="53029"/>
                  <a:pt x="462477" y="52168"/>
                </a:cubicBezTo>
                <a:cubicBezTo>
                  <a:pt x="463290" y="51307"/>
                  <a:pt x="464199" y="50565"/>
                  <a:pt x="465204" y="49943"/>
                </a:cubicBezTo>
                <a:cubicBezTo>
                  <a:pt x="466448" y="49082"/>
                  <a:pt x="467871" y="48436"/>
                  <a:pt x="469473" y="48006"/>
                </a:cubicBezTo>
                <a:cubicBezTo>
                  <a:pt x="471076" y="47575"/>
                  <a:pt x="472834" y="47360"/>
                  <a:pt x="474747" y="47360"/>
                </a:cubicBezTo>
                <a:cubicBezTo>
                  <a:pt x="477044" y="47360"/>
                  <a:pt x="479101" y="47587"/>
                  <a:pt x="480919" y="48042"/>
                </a:cubicBezTo>
                <a:cubicBezTo>
                  <a:pt x="482736" y="48496"/>
                  <a:pt x="484291" y="49297"/>
                  <a:pt x="485583" y="50445"/>
                </a:cubicBezTo>
                <a:cubicBezTo>
                  <a:pt x="486874" y="51594"/>
                  <a:pt x="487867" y="53160"/>
                  <a:pt x="488561" y="55146"/>
                </a:cubicBezTo>
                <a:cubicBezTo>
                  <a:pt x="489254" y="57131"/>
                  <a:pt x="489601" y="59654"/>
                  <a:pt x="489601" y="62716"/>
                </a:cubicBezTo>
                <a:lnTo>
                  <a:pt x="489601" y="110219"/>
                </a:lnTo>
                <a:lnTo>
                  <a:pt x="509550" y="110219"/>
                </a:lnTo>
                <a:lnTo>
                  <a:pt x="509550" y="62429"/>
                </a:lnTo>
                <a:cubicBezTo>
                  <a:pt x="509550" y="56784"/>
                  <a:pt x="508892" y="51988"/>
                  <a:pt x="507576" y="48042"/>
                </a:cubicBezTo>
                <a:cubicBezTo>
                  <a:pt x="506261" y="44095"/>
                  <a:pt x="504431" y="40854"/>
                  <a:pt x="502087" y="38318"/>
                </a:cubicBezTo>
                <a:cubicBezTo>
                  <a:pt x="499695" y="35831"/>
                  <a:pt x="496873" y="34013"/>
                  <a:pt x="493620" y="32865"/>
                </a:cubicBezTo>
                <a:cubicBezTo>
                  <a:pt x="490367" y="31717"/>
                  <a:pt x="486779" y="31143"/>
                  <a:pt x="482856" y="31143"/>
                </a:cubicBezTo>
                <a:cubicBezTo>
                  <a:pt x="479794" y="31143"/>
                  <a:pt x="476900" y="31573"/>
                  <a:pt x="474173" y="32434"/>
                </a:cubicBezTo>
                <a:cubicBezTo>
                  <a:pt x="471447" y="33295"/>
                  <a:pt x="468935" y="34539"/>
                  <a:pt x="466639" y="36166"/>
                </a:cubicBezTo>
                <a:cubicBezTo>
                  <a:pt x="465299" y="37123"/>
                  <a:pt x="464032" y="38199"/>
                  <a:pt x="462836" y="39395"/>
                </a:cubicBezTo>
                <a:cubicBezTo>
                  <a:pt x="461640" y="40591"/>
                  <a:pt x="460539" y="41906"/>
                  <a:pt x="459535" y="43341"/>
                </a:cubicBezTo>
                <a:lnTo>
                  <a:pt x="458315" y="32578"/>
                </a:lnTo>
                <a:lnTo>
                  <a:pt x="440232" y="32578"/>
                </a:lnTo>
                <a:lnTo>
                  <a:pt x="440232" y="110219"/>
                </a:lnTo>
                <a:close/>
                <a:moveTo>
                  <a:pt x="566080" y="111655"/>
                </a:moveTo>
                <a:cubicBezTo>
                  <a:pt x="573591" y="111655"/>
                  <a:pt x="580097" y="110195"/>
                  <a:pt x="585598" y="107277"/>
                </a:cubicBezTo>
                <a:cubicBezTo>
                  <a:pt x="591100" y="104359"/>
                  <a:pt x="595118" y="101106"/>
                  <a:pt x="597654" y="97518"/>
                </a:cubicBezTo>
                <a:lnTo>
                  <a:pt x="587679" y="86755"/>
                </a:lnTo>
                <a:cubicBezTo>
                  <a:pt x="585383" y="89721"/>
                  <a:pt x="582393" y="91945"/>
                  <a:pt x="578710" y="93428"/>
                </a:cubicBezTo>
                <a:cubicBezTo>
                  <a:pt x="575026" y="94911"/>
                  <a:pt x="571223" y="95653"/>
                  <a:pt x="567300" y="95653"/>
                </a:cubicBezTo>
                <a:cubicBezTo>
                  <a:pt x="564526" y="95653"/>
                  <a:pt x="561966" y="95222"/>
                  <a:pt x="559622" y="94361"/>
                </a:cubicBezTo>
                <a:cubicBezTo>
                  <a:pt x="557278" y="93500"/>
                  <a:pt x="555197" y="92280"/>
                  <a:pt x="553379" y="90701"/>
                </a:cubicBezTo>
                <a:cubicBezTo>
                  <a:pt x="551609" y="89171"/>
                  <a:pt x="550198" y="87460"/>
                  <a:pt x="549146" y="85571"/>
                </a:cubicBezTo>
                <a:cubicBezTo>
                  <a:pt x="548093" y="83681"/>
                  <a:pt x="547232" y="81182"/>
                  <a:pt x="546562" y="78072"/>
                </a:cubicBezTo>
                <a:lnTo>
                  <a:pt x="546562" y="77857"/>
                </a:lnTo>
                <a:lnTo>
                  <a:pt x="599232" y="77857"/>
                </a:lnTo>
                <a:lnTo>
                  <a:pt x="599232" y="69389"/>
                </a:lnTo>
                <a:cubicBezTo>
                  <a:pt x="599232" y="63697"/>
                  <a:pt x="598443" y="58494"/>
                  <a:pt x="596864" y="53782"/>
                </a:cubicBezTo>
                <a:cubicBezTo>
                  <a:pt x="595286" y="49070"/>
                  <a:pt x="592989" y="45040"/>
                  <a:pt x="589976" y="41691"/>
                </a:cubicBezTo>
                <a:cubicBezTo>
                  <a:pt x="586914" y="38342"/>
                  <a:pt x="583195" y="35747"/>
                  <a:pt x="578817" y="33905"/>
                </a:cubicBezTo>
                <a:cubicBezTo>
                  <a:pt x="574440" y="32064"/>
                  <a:pt x="569453" y="31143"/>
                  <a:pt x="563856" y="31143"/>
                </a:cubicBezTo>
                <a:cubicBezTo>
                  <a:pt x="558450" y="31143"/>
                  <a:pt x="553451" y="32123"/>
                  <a:pt x="548859" y="34085"/>
                </a:cubicBezTo>
                <a:cubicBezTo>
                  <a:pt x="544266" y="36046"/>
                  <a:pt x="540296" y="38797"/>
                  <a:pt x="536947" y="42337"/>
                </a:cubicBezTo>
                <a:cubicBezTo>
                  <a:pt x="533598" y="45877"/>
                  <a:pt x="530991" y="50099"/>
                  <a:pt x="529125" y="55002"/>
                </a:cubicBezTo>
                <a:cubicBezTo>
                  <a:pt x="527260" y="59905"/>
                  <a:pt x="526327" y="65323"/>
                  <a:pt x="526327" y="71255"/>
                </a:cubicBezTo>
                <a:lnTo>
                  <a:pt x="526327" y="74125"/>
                </a:lnTo>
                <a:cubicBezTo>
                  <a:pt x="526327" y="79340"/>
                  <a:pt x="527272" y="84231"/>
                  <a:pt x="529161" y="88800"/>
                </a:cubicBezTo>
                <a:cubicBezTo>
                  <a:pt x="531051" y="93368"/>
                  <a:pt x="533742" y="97327"/>
                  <a:pt x="537234" y="100676"/>
                </a:cubicBezTo>
                <a:cubicBezTo>
                  <a:pt x="540726" y="104072"/>
                  <a:pt x="544912" y="106751"/>
                  <a:pt x="549791" y="108713"/>
                </a:cubicBezTo>
                <a:cubicBezTo>
                  <a:pt x="554671" y="110674"/>
                  <a:pt x="560101" y="111655"/>
                  <a:pt x="566080" y="111655"/>
                </a:cubicBezTo>
                <a:moveTo>
                  <a:pt x="563712" y="47288"/>
                </a:moveTo>
                <a:cubicBezTo>
                  <a:pt x="566248" y="47288"/>
                  <a:pt x="568484" y="47683"/>
                  <a:pt x="570422" y="48472"/>
                </a:cubicBezTo>
                <a:cubicBezTo>
                  <a:pt x="572359" y="49261"/>
                  <a:pt x="573998" y="50326"/>
                  <a:pt x="575337" y="51665"/>
                </a:cubicBezTo>
                <a:cubicBezTo>
                  <a:pt x="576677" y="53053"/>
                  <a:pt x="577729" y="54679"/>
                  <a:pt x="578494" y="56545"/>
                </a:cubicBezTo>
                <a:cubicBezTo>
                  <a:pt x="579260" y="58411"/>
                  <a:pt x="579643" y="60396"/>
                  <a:pt x="579643" y="62501"/>
                </a:cubicBezTo>
                <a:lnTo>
                  <a:pt x="579643" y="64079"/>
                </a:lnTo>
                <a:lnTo>
                  <a:pt x="546921" y="64079"/>
                </a:lnTo>
                <a:cubicBezTo>
                  <a:pt x="547400" y="61544"/>
                  <a:pt x="548117" y="59248"/>
                  <a:pt x="549074" y="57191"/>
                </a:cubicBezTo>
                <a:cubicBezTo>
                  <a:pt x="550031" y="55134"/>
                  <a:pt x="551227" y="53364"/>
                  <a:pt x="552662" y="51881"/>
                </a:cubicBezTo>
                <a:cubicBezTo>
                  <a:pt x="554049" y="50398"/>
                  <a:pt x="555676" y="49261"/>
                  <a:pt x="557541" y="48472"/>
                </a:cubicBezTo>
                <a:cubicBezTo>
                  <a:pt x="559407" y="47683"/>
                  <a:pt x="561464" y="47288"/>
                  <a:pt x="563712" y="47288"/>
                </a:cubicBezTo>
                <a:close/>
                <a:moveTo>
                  <a:pt x="614502" y="70825"/>
                </a:moveTo>
                <a:lnTo>
                  <a:pt x="614502" y="72331"/>
                </a:lnTo>
                <a:cubicBezTo>
                  <a:pt x="614502" y="77976"/>
                  <a:pt x="615196" y="83203"/>
                  <a:pt x="616583" y="88010"/>
                </a:cubicBezTo>
                <a:cubicBezTo>
                  <a:pt x="617970" y="92818"/>
                  <a:pt x="619980" y="96968"/>
                  <a:pt x="622611" y="100460"/>
                </a:cubicBezTo>
                <a:cubicBezTo>
                  <a:pt x="625194" y="103953"/>
                  <a:pt x="628363" y="106691"/>
                  <a:pt x="632119" y="108677"/>
                </a:cubicBezTo>
                <a:cubicBezTo>
                  <a:pt x="635874" y="110662"/>
                  <a:pt x="640119" y="111655"/>
                  <a:pt x="644855" y="111655"/>
                </a:cubicBezTo>
                <a:cubicBezTo>
                  <a:pt x="649209" y="111655"/>
                  <a:pt x="653036" y="110817"/>
                  <a:pt x="656337" y="109143"/>
                </a:cubicBezTo>
                <a:cubicBezTo>
                  <a:pt x="659638" y="107469"/>
                  <a:pt x="662508" y="105125"/>
                  <a:pt x="664948" y="102111"/>
                </a:cubicBezTo>
                <a:lnTo>
                  <a:pt x="665952" y="110219"/>
                </a:lnTo>
                <a:lnTo>
                  <a:pt x="683963" y="110219"/>
                </a:lnTo>
                <a:lnTo>
                  <a:pt x="683963" y="0"/>
                </a:lnTo>
                <a:lnTo>
                  <a:pt x="663943" y="0"/>
                </a:lnTo>
                <a:lnTo>
                  <a:pt x="663943" y="39538"/>
                </a:lnTo>
                <a:cubicBezTo>
                  <a:pt x="661551" y="36859"/>
                  <a:pt x="658812" y="34790"/>
                  <a:pt x="655727" y="33331"/>
                </a:cubicBezTo>
                <a:cubicBezTo>
                  <a:pt x="652641" y="31872"/>
                  <a:pt x="649065" y="31143"/>
                  <a:pt x="644999" y="31143"/>
                </a:cubicBezTo>
                <a:cubicBezTo>
                  <a:pt x="640167" y="31143"/>
                  <a:pt x="635874" y="32099"/>
                  <a:pt x="632119" y="34013"/>
                </a:cubicBezTo>
                <a:cubicBezTo>
                  <a:pt x="628363" y="35927"/>
                  <a:pt x="625170" y="38629"/>
                  <a:pt x="622539" y="42122"/>
                </a:cubicBezTo>
                <a:cubicBezTo>
                  <a:pt x="619908" y="45614"/>
                  <a:pt x="617911" y="49800"/>
                  <a:pt x="616547" y="54679"/>
                </a:cubicBezTo>
                <a:cubicBezTo>
                  <a:pt x="615184" y="59559"/>
                  <a:pt x="614502" y="64940"/>
                  <a:pt x="614502" y="70825"/>
                </a:cubicBezTo>
                <a:moveTo>
                  <a:pt x="634451" y="72331"/>
                </a:moveTo>
                <a:lnTo>
                  <a:pt x="634451" y="70825"/>
                </a:lnTo>
                <a:cubicBezTo>
                  <a:pt x="634451" y="67572"/>
                  <a:pt x="634738" y="64522"/>
                  <a:pt x="635312" y="61676"/>
                </a:cubicBezTo>
                <a:cubicBezTo>
                  <a:pt x="635886" y="58829"/>
                  <a:pt x="636795" y="56330"/>
                  <a:pt x="638039" y="54177"/>
                </a:cubicBezTo>
                <a:cubicBezTo>
                  <a:pt x="639282" y="52072"/>
                  <a:pt x="640897" y="50410"/>
                  <a:pt x="642882" y="49190"/>
                </a:cubicBezTo>
                <a:cubicBezTo>
                  <a:pt x="644867" y="47970"/>
                  <a:pt x="647271" y="47360"/>
                  <a:pt x="650094" y="47360"/>
                </a:cubicBezTo>
                <a:cubicBezTo>
                  <a:pt x="653490" y="47360"/>
                  <a:pt x="656313" y="48089"/>
                  <a:pt x="658561" y="49549"/>
                </a:cubicBezTo>
                <a:cubicBezTo>
                  <a:pt x="660810" y="51008"/>
                  <a:pt x="662603" y="53053"/>
                  <a:pt x="663943" y="55684"/>
                </a:cubicBezTo>
                <a:lnTo>
                  <a:pt x="663943" y="87114"/>
                </a:lnTo>
                <a:cubicBezTo>
                  <a:pt x="662603" y="89697"/>
                  <a:pt x="660798" y="91730"/>
                  <a:pt x="658525" y="93213"/>
                </a:cubicBezTo>
                <a:cubicBezTo>
                  <a:pt x="656253" y="94696"/>
                  <a:pt x="653395" y="95437"/>
                  <a:pt x="649950" y="95437"/>
                </a:cubicBezTo>
                <a:cubicBezTo>
                  <a:pt x="647128" y="95437"/>
                  <a:pt x="644736" y="94839"/>
                  <a:pt x="642775" y="93643"/>
                </a:cubicBezTo>
                <a:cubicBezTo>
                  <a:pt x="640813" y="92447"/>
                  <a:pt x="639211" y="90797"/>
                  <a:pt x="637967" y="88692"/>
                </a:cubicBezTo>
                <a:cubicBezTo>
                  <a:pt x="636723" y="86635"/>
                  <a:pt x="635826" y="84207"/>
                  <a:pt x="635276" y="81409"/>
                </a:cubicBezTo>
                <a:cubicBezTo>
                  <a:pt x="634726" y="78610"/>
                  <a:pt x="634451" y="75584"/>
                  <a:pt x="634451" y="72331"/>
                </a:cubicBezTo>
                <a:close/>
              </a:path>
            </a:pathLst>
          </a:custGeom>
          <a:solidFill xmlns:a="http://schemas.openxmlformats.org/drawingml/2006/main">
            <a:srgbClr val="3F51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int64sub_404056">
            <a:extLst xmlns:a="http://schemas.openxmlformats.org/drawingml/2006/main">
              <a:ext uri="{FF2B5EF4-FFF2-40B4-BE49-F238E27FC236}">
                <a16:creationId xmlns:a16="http://schemas.microsoft.com/office/drawing/2014/main" id="{FB70E87C-6B22-4C2E-9C96-60EE7242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103" y="529846"/>
            <a:ext cx="1385994" cy="125791"/>
          </a:xfrm>
          <a:custGeom xmlns:a="http://schemas.openxmlformats.org/drawingml/2006/main">
            <a:pathLst>
              <a:path w="1385994" h="125791">
                <a:moveTo>
                  <a:pt x="0" y="32578"/>
                </a:moveTo>
                <a:lnTo>
                  <a:pt x="0" y="48867"/>
                </a:lnTo>
                <a:lnTo>
                  <a:pt x="22101" y="48867"/>
                </a:lnTo>
                <a:lnTo>
                  <a:pt x="22101" y="94002"/>
                </a:lnTo>
                <a:lnTo>
                  <a:pt x="0" y="94002"/>
                </a:lnTo>
                <a:lnTo>
                  <a:pt x="0" y="110219"/>
                </a:lnTo>
                <a:lnTo>
                  <a:pt x="63290" y="110219"/>
                </a:lnTo>
                <a:lnTo>
                  <a:pt x="63290" y="94002"/>
                </a:lnTo>
                <a:lnTo>
                  <a:pt x="42265" y="94002"/>
                </a:lnTo>
                <a:lnTo>
                  <a:pt x="42265" y="32578"/>
                </a:lnTo>
                <a:lnTo>
                  <a:pt x="0" y="32578"/>
                </a:lnTo>
                <a:moveTo>
                  <a:pt x="20666" y="12701"/>
                </a:moveTo>
                <a:cubicBezTo>
                  <a:pt x="20666" y="14232"/>
                  <a:pt x="20941" y="15655"/>
                  <a:pt x="21491" y="16971"/>
                </a:cubicBezTo>
                <a:cubicBezTo>
                  <a:pt x="22041" y="18286"/>
                  <a:pt x="22819" y="19398"/>
                  <a:pt x="23823" y="20307"/>
                </a:cubicBezTo>
                <a:cubicBezTo>
                  <a:pt x="24828" y="21264"/>
                  <a:pt x="26036" y="22006"/>
                  <a:pt x="27447" y="22532"/>
                </a:cubicBezTo>
                <a:cubicBezTo>
                  <a:pt x="28858" y="23058"/>
                  <a:pt x="30425" y="23321"/>
                  <a:pt x="32147" y="23321"/>
                </a:cubicBezTo>
                <a:cubicBezTo>
                  <a:pt x="35687" y="23321"/>
                  <a:pt x="38498" y="22329"/>
                  <a:pt x="40579" y="20343"/>
                </a:cubicBezTo>
                <a:cubicBezTo>
                  <a:pt x="42660" y="18358"/>
                  <a:pt x="43700" y="15811"/>
                  <a:pt x="43700" y="12701"/>
                </a:cubicBezTo>
                <a:cubicBezTo>
                  <a:pt x="43700" y="9592"/>
                  <a:pt x="42660" y="7044"/>
                  <a:pt x="40579" y="5059"/>
                </a:cubicBezTo>
                <a:cubicBezTo>
                  <a:pt x="38498" y="3074"/>
                  <a:pt x="35687" y="2081"/>
                  <a:pt x="32147" y="2081"/>
                </a:cubicBezTo>
                <a:cubicBezTo>
                  <a:pt x="30425" y="2081"/>
                  <a:pt x="28858" y="2344"/>
                  <a:pt x="27447" y="2870"/>
                </a:cubicBezTo>
                <a:cubicBezTo>
                  <a:pt x="26036" y="3397"/>
                  <a:pt x="24828" y="4114"/>
                  <a:pt x="23823" y="5023"/>
                </a:cubicBezTo>
                <a:cubicBezTo>
                  <a:pt x="22819" y="5980"/>
                  <a:pt x="22041" y="7116"/>
                  <a:pt x="21491" y="8431"/>
                </a:cubicBezTo>
                <a:cubicBezTo>
                  <a:pt x="20941" y="9747"/>
                  <a:pt x="20666" y="11170"/>
                  <a:pt x="20666" y="12701"/>
                </a:cubicBezTo>
                <a:close/>
                <a:moveTo>
                  <a:pt x="82866" y="110219"/>
                </a:moveTo>
                <a:lnTo>
                  <a:pt x="102886" y="110219"/>
                </a:lnTo>
                <a:lnTo>
                  <a:pt x="102886" y="55038"/>
                </a:lnTo>
                <a:cubicBezTo>
                  <a:pt x="103556" y="53986"/>
                  <a:pt x="104297" y="53029"/>
                  <a:pt x="105111" y="52168"/>
                </a:cubicBezTo>
                <a:cubicBezTo>
                  <a:pt x="105924" y="51307"/>
                  <a:pt x="106833" y="50565"/>
                  <a:pt x="107837" y="49943"/>
                </a:cubicBezTo>
                <a:cubicBezTo>
                  <a:pt x="109081" y="49082"/>
                  <a:pt x="110504" y="48436"/>
                  <a:pt x="112107" y="48006"/>
                </a:cubicBezTo>
                <a:cubicBezTo>
                  <a:pt x="113710" y="47575"/>
                  <a:pt x="115468" y="47360"/>
                  <a:pt x="117381" y="47360"/>
                </a:cubicBezTo>
                <a:cubicBezTo>
                  <a:pt x="119677" y="47360"/>
                  <a:pt x="121734" y="47587"/>
                  <a:pt x="123552" y="48042"/>
                </a:cubicBezTo>
                <a:cubicBezTo>
                  <a:pt x="125370" y="48496"/>
                  <a:pt x="126925" y="49297"/>
                  <a:pt x="128217" y="50445"/>
                </a:cubicBezTo>
                <a:cubicBezTo>
                  <a:pt x="129508" y="51594"/>
                  <a:pt x="130501" y="53160"/>
                  <a:pt x="131194" y="55146"/>
                </a:cubicBezTo>
                <a:cubicBezTo>
                  <a:pt x="131888" y="57131"/>
                  <a:pt x="132235" y="59654"/>
                  <a:pt x="132235" y="62716"/>
                </a:cubicBezTo>
                <a:lnTo>
                  <a:pt x="132235" y="110219"/>
                </a:lnTo>
                <a:lnTo>
                  <a:pt x="152184" y="110219"/>
                </a:lnTo>
                <a:lnTo>
                  <a:pt x="152184" y="62429"/>
                </a:lnTo>
                <a:cubicBezTo>
                  <a:pt x="152184" y="56784"/>
                  <a:pt x="151526" y="51988"/>
                  <a:pt x="150210" y="48042"/>
                </a:cubicBezTo>
                <a:cubicBezTo>
                  <a:pt x="148895" y="44095"/>
                  <a:pt x="147065" y="40854"/>
                  <a:pt x="144721" y="38318"/>
                </a:cubicBezTo>
                <a:cubicBezTo>
                  <a:pt x="142329" y="35831"/>
                  <a:pt x="139506" y="34013"/>
                  <a:pt x="136253" y="32865"/>
                </a:cubicBezTo>
                <a:cubicBezTo>
                  <a:pt x="133000" y="31717"/>
                  <a:pt x="129412" y="31143"/>
                  <a:pt x="125490" y="31143"/>
                </a:cubicBezTo>
                <a:cubicBezTo>
                  <a:pt x="122428" y="31143"/>
                  <a:pt x="119534" y="31573"/>
                  <a:pt x="116807" y="32434"/>
                </a:cubicBezTo>
                <a:cubicBezTo>
                  <a:pt x="114080" y="33295"/>
                  <a:pt x="111569" y="34539"/>
                  <a:pt x="109273" y="36166"/>
                </a:cubicBezTo>
                <a:cubicBezTo>
                  <a:pt x="107933" y="37123"/>
                  <a:pt x="106665" y="38199"/>
                  <a:pt x="105469" y="39395"/>
                </a:cubicBezTo>
                <a:cubicBezTo>
                  <a:pt x="104273" y="40591"/>
                  <a:pt x="103173" y="41906"/>
                  <a:pt x="102169" y="43341"/>
                </a:cubicBezTo>
                <a:lnTo>
                  <a:pt x="100949" y="32578"/>
                </a:lnTo>
                <a:lnTo>
                  <a:pt x="82866" y="32578"/>
                </a:lnTo>
                <a:lnTo>
                  <a:pt x="82866" y="110219"/>
                </a:lnTo>
                <a:close/>
                <a:moveTo>
                  <a:pt x="207638" y="13562"/>
                </a:moveTo>
                <a:lnTo>
                  <a:pt x="187689" y="13562"/>
                </a:lnTo>
                <a:lnTo>
                  <a:pt x="187689" y="32578"/>
                </a:lnTo>
                <a:lnTo>
                  <a:pt x="169965" y="32578"/>
                </a:lnTo>
                <a:lnTo>
                  <a:pt x="169965" y="47288"/>
                </a:lnTo>
                <a:lnTo>
                  <a:pt x="187689" y="47288"/>
                </a:lnTo>
                <a:lnTo>
                  <a:pt x="187689" y="82593"/>
                </a:lnTo>
                <a:cubicBezTo>
                  <a:pt x="187689" y="87712"/>
                  <a:pt x="188359" y="92101"/>
                  <a:pt x="189698" y="95760"/>
                </a:cubicBezTo>
                <a:cubicBezTo>
                  <a:pt x="191038" y="99420"/>
                  <a:pt x="192951" y="102422"/>
                  <a:pt x="195439" y="104766"/>
                </a:cubicBezTo>
                <a:cubicBezTo>
                  <a:pt x="197879" y="107158"/>
                  <a:pt x="200833" y="108916"/>
                  <a:pt x="204301" y="110040"/>
                </a:cubicBezTo>
                <a:cubicBezTo>
                  <a:pt x="207769" y="111164"/>
                  <a:pt x="211632" y="111726"/>
                  <a:pt x="215890" y="111726"/>
                </a:cubicBezTo>
                <a:cubicBezTo>
                  <a:pt x="218090" y="111726"/>
                  <a:pt x="220327" y="111619"/>
                  <a:pt x="222599" y="111403"/>
                </a:cubicBezTo>
                <a:cubicBezTo>
                  <a:pt x="224871" y="111188"/>
                  <a:pt x="227060" y="110889"/>
                  <a:pt x="229165" y="110506"/>
                </a:cubicBezTo>
                <a:cubicBezTo>
                  <a:pt x="231270" y="110124"/>
                  <a:pt x="233255" y="109633"/>
                  <a:pt x="235121" y="109035"/>
                </a:cubicBezTo>
                <a:cubicBezTo>
                  <a:pt x="236986" y="108437"/>
                  <a:pt x="238613" y="107732"/>
                  <a:pt x="240000" y="106919"/>
                </a:cubicBezTo>
                <a:lnTo>
                  <a:pt x="238063" y="93213"/>
                </a:lnTo>
                <a:cubicBezTo>
                  <a:pt x="237154" y="93452"/>
                  <a:pt x="236066" y="93691"/>
                  <a:pt x="234798" y="93930"/>
                </a:cubicBezTo>
                <a:cubicBezTo>
                  <a:pt x="233530" y="94170"/>
                  <a:pt x="232179" y="94385"/>
                  <a:pt x="230744" y="94576"/>
                </a:cubicBezTo>
                <a:cubicBezTo>
                  <a:pt x="229261" y="94815"/>
                  <a:pt x="227718" y="95007"/>
                  <a:pt x="226115" y="95150"/>
                </a:cubicBezTo>
                <a:cubicBezTo>
                  <a:pt x="224513" y="95294"/>
                  <a:pt x="222946" y="95366"/>
                  <a:pt x="221415" y="95366"/>
                </a:cubicBezTo>
                <a:cubicBezTo>
                  <a:pt x="219310" y="95366"/>
                  <a:pt x="217409" y="95126"/>
                  <a:pt x="215710" y="94648"/>
                </a:cubicBezTo>
                <a:cubicBezTo>
                  <a:pt x="214012" y="94170"/>
                  <a:pt x="212565" y="93356"/>
                  <a:pt x="211369" y="92208"/>
                </a:cubicBezTo>
                <a:cubicBezTo>
                  <a:pt x="210173" y="91108"/>
                  <a:pt x="209252" y="89613"/>
                  <a:pt x="208606" y="87723"/>
                </a:cubicBezTo>
                <a:cubicBezTo>
                  <a:pt x="207961" y="85834"/>
                  <a:pt x="207638" y="83478"/>
                  <a:pt x="207638" y="80655"/>
                </a:cubicBezTo>
                <a:lnTo>
                  <a:pt x="207638" y="47288"/>
                </a:lnTo>
                <a:lnTo>
                  <a:pt x="236628" y="47288"/>
                </a:lnTo>
                <a:lnTo>
                  <a:pt x="236628" y="32578"/>
                </a:lnTo>
                <a:lnTo>
                  <a:pt x="207638" y="32578"/>
                </a:lnTo>
                <a:lnTo>
                  <a:pt x="207638" y="13562"/>
                </a:lnTo>
                <a:close/>
                <a:moveTo>
                  <a:pt x="312174" y="4880"/>
                </a:moveTo>
                <a:lnTo>
                  <a:pt x="309519" y="4880"/>
                </a:lnTo>
                <a:cubicBezTo>
                  <a:pt x="300860" y="4880"/>
                  <a:pt x="293230" y="6327"/>
                  <a:pt x="286628" y="9221"/>
                </a:cubicBezTo>
                <a:cubicBezTo>
                  <a:pt x="280026" y="12115"/>
                  <a:pt x="274501" y="16122"/>
                  <a:pt x="270052" y="21240"/>
                </a:cubicBezTo>
                <a:cubicBezTo>
                  <a:pt x="265603" y="26407"/>
                  <a:pt x="262254" y="32518"/>
                  <a:pt x="260006" y="39574"/>
                </a:cubicBezTo>
                <a:cubicBezTo>
                  <a:pt x="257758" y="46630"/>
                  <a:pt x="256633" y="54296"/>
                  <a:pt x="256633" y="62572"/>
                </a:cubicBezTo>
                <a:lnTo>
                  <a:pt x="256633" y="70251"/>
                </a:lnTo>
                <a:cubicBezTo>
                  <a:pt x="256633" y="76230"/>
                  <a:pt x="257483" y="81744"/>
                  <a:pt x="259181" y="86791"/>
                </a:cubicBezTo>
                <a:cubicBezTo>
                  <a:pt x="260879" y="91838"/>
                  <a:pt x="263307" y="96203"/>
                  <a:pt x="266464" y="99886"/>
                </a:cubicBezTo>
                <a:cubicBezTo>
                  <a:pt x="269574" y="103570"/>
                  <a:pt x="273377" y="106452"/>
                  <a:pt x="277874" y="108533"/>
                </a:cubicBezTo>
                <a:cubicBezTo>
                  <a:pt x="282370" y="110614"/>
                  <a:pt x="287417" y="111655"/>
                  <a:pt x="293014" y="111655"/>
                </a:cubicBezTo>
                <a:cubicBezTo>
                  <a:pt x="298372" y="111655"/>
                  <a:pt x="303204" y="110734"/>
                  <a:pt x="307509" y="108892"/>
                </a:cubicBezTo>
                <a:cubicBezTo>
                  <a:pt x="311815" y="107050"/>
                  <a:pt x="315475" y="104527"/>
                  <a:pt x="318488" y="101321"/>
                </a:cubicBezTo>
                <a:cubicBezTo>
                  <a:pt x="321502" y="98116"/>
                  <a:pt x="323822" y="94337"/>
                  <a:pt x="325449" y="89984"/>
                </a:cubicBezTo>
                <a:cubicBezTo>
                  <a:pt x="327075" y="85631"/>
                  <a:pt x="327889" y="80918"/>
                  <a:pt x="327889" y="75848"/>
                </a:cubicBezTo>
                <a:cubicBezTo>
                  <a:pt x="327889" y="71112"/>
                  <a:pt x="327279" y="66603"/>
                  <a:pt x="326059" y="62321"/>
                </a:cubicBezTo>
                <a:cubicBezTo>
                  <a:pt x="324839" y="58040"/>
                  <a:pt x="322985" y="54273"/>
                  <a:pt x="320498" y="51020"/>
                </a:cubicBezTo>
                <a:cubicBezTo>
                  <a:pt x="318010" y="47814"/>
                  <a:pt x="314912" y="45267"/>
                  <a:pt x="311205" y="43377"/>
                </a:cubicBezTo>
                <a:cubicBezTo>
                  <a:pt x="307498" y="41488"/>
                  <a:pt x="303156" y="40543"/>
                  <a:pt x="298181" y="40543"/>
                </a:cubicBezTo>
                <a:cubicBezTo>
                  <a:pt x="295741" y="40543"/>
                  <a:pt x="293469" y="40830"/>
                  <a:pt x="291364" y="41404"/>
                </a:cubicBezTo>
                <a:cubicBezTo>
                  <a:pt x="289259" y="41978"/>
                  <a:pt x="287322" y="42720"/>
                  <a:pt x="285552" y="43629"/>
                </a:cubicBezTo>
                <a:cubicBezTo>
                  <a:pt x="283734" y="44585"/>
                  <a:pt x="282107" y="45650"/>
                  <a:pt x="280672" y="46822"/>
                </a:cubicBezTo>
                <a:cubicBezTo>
                  <a:pt x="279237" y="47994"/>
                  <a:pt x="277969" y="49178"/>
                  <a:pt x="276869" y="50374"/>
                </a:cubicBezTo>
                <a:cubicBezTo>
                  <a:pt x="277300" y="46020"/>
                  <a:pt x="278340" y="42074"/>
                  <a:pt x="279991" y="38534"/>
                </a:cubicBezTo>
                <a:cubicBezTo>
                  <a:pt x="281641" y="34994"/>
                  <a:pt x="283901" y="31956"/>
                  <a:pt x="286772" y="29421"/>
                </a:cubicBezTo>
                <a:cubicBezTo>
                  <a:pt x="289594" y="26885"/>
                  <a:pt x="293026" y="24924"/>
                  <a:pt x="297069" y="23536"/>
                </a:cubicBezTo>
                <a:cubicBezTo>
                  <a:pt x="301111" y="22149"/>
                  <a:pt x="305763" y="21455"/>
                  <a:pt x="311026" y="21455"/>
                </a:cubicBezTo>
                <a:lnTo>
                  <a:pt x="312174" y="21455"/>
                </a:lnTo>
                <a:lnTo>
                  <a:pt x="312174" y="4880"/>
                </a:lnTo>
                <a:moveTo>
                  <a:pt x="292369" y="56545"/>
                </a:moveTo>
                <a:cubicBezTo>
                  <a:pt x="294856" y="56545"/>
                  <a:pt x="297069" y="57035"/>
                  <a:pt x="299006" y="58016"/>
                </a:cubicBezTo>
                <a:cubicBezTo>
                  <a:pt x="300944" y="58997"/>
                  <a:pt x="302582" y="60348"/>
                  <a:pt x="303922" y="62070"/>
                </a:cubicBezTo>
                <a:cubicBezTo>
                  <a:pt x="305261" y="63840"/>
                  <a:pt x="306290" y="65921"/>
                  <a:pt x="307007" y="68313"/>
                </a:cubicBezTo>
                <a:cubicBezTo>
                  <a:pt x="307725" y="70705"/>
                  <a:pt x="308084" y="73312"/>
                  <a:pt x="308084" y="76135"/>
                </a:cubicBezTo>
                <a:cubicBezTo>
                  <a:pt x="308084" y="78957"/>
                  <a:pt x="307725" y="81552"/>
                  <a:pt x="307007" y="83920"/>
                </a:cubicBezTo>
                <a:cubicBezTo>
                  <a:pt x="306290" y="86288"/>
                  <a:pt x="305261" y="88333"/>
                  <a:pt x="303922" y="90056"/>
                </a:cubicBezTo>
                <a:cubicBezTo>
                  <a:pt x="302582" y="91778"/>
                  <a:pt x="300956" y="93129"/>
                  <a:pt x="299042" y="94110"/>
                </a:cubicBezTo>
                <a:cubicBezTo>
                  <a:pt x="297129" y="95091"/>
                  <a:pt x="295000" y="95581"/>
                  <a:pt x="292656" y="95581"/>
                </a:cubicBezTo>
                <a:cubicBezTo>
                  <a:pt x="290359" y="95581"/>
                  <a:pt x="288231" y="95103"/>
                  <a:pt x="286269" y="94146"/>
                </a:cubicBezTo>
                <a:cubicBezTo>
                  <a:pt x="284308" y="93189"/>
                  <a:pt x="282610" y="91754"/>
                  <a:pt x="281175" y="89840"/>
                </a:cubicBezTo>
                <a:cubicBezTo>
                  <a:pt x="279739" y="87975"/>
                  <a:pt x="278627" y="85607"/>
                  <a:pt x="277838" y="82736"/>
                </a:cubicBezTo>
                <a:cubicBezTo>
                  <a:pt x="277048" y="79866"/>
                  <a:pt x="276654" y="76517"/>
                  <a:pt x="276654" y="72690"/>
                </a:cubicBezTo>
                <a:lnTo>
                  <a:pt x="276654" y="66806"/>
                </a:lnTo>
                <a:cubicBezTo>
                  <a:pt x="277324" y="65371"/>
                  <a:pt x="278149" y="64055"/>
                  <a:pt x="279129" y="62860"/>
                </a:cubicBezTo>
                <a:cubicBezTo>
                  <a:pt x="280110" y="61664"/>
                  <a:pt x="281198" y="60611"/>
                  <a:pt x="282394" y="59702"/>
                </a:cubicBezTo>
                <a:cubicBezTo>
                  <a:pt x="283782" y="58698"/>
                  <a:pt x="285313" y="57920"/>
                  <a:pt x="286987" y="57370"/>
                </a:cubicBezTo>
                <a:cubicBezTo>
                  <a:pt x="288661" y="56820"/>
                  <a:pt x="290455" y="56545"/>
                  <a:pt x="292369" y="56545"/>
                </a:cubicBezTo>
                <a:close/>
                <a:moveTo>
                  <a:pt x="405660" y="71399"/>
                </a:moveTo>
                <a:lnTo>
                  <a:pt x="405660" y="5741"/>
                </a:lnTo>
                <a:lnTo>
                  <a:pt x="385424" y="5741"/>
                </a:lnTo>
                <a:lnTo>
                  <a:pt x="341508" y="75058"/>
                </a:lnTo>
                <a:lnTo>
                  <a:pt x="342298" y="87544"/>
                </a:lnTo>
                <a:lnTo>
                  <a:pt x="385711" y="87544"/>
                </a:lnTo>
                <a:lnTo>
                  <a:pt x="385711" y="110219"/>
                </a:lnTo>
                <a:lnTo>
                  <a:pt x="405660" y="110219"/>
                </a:lnTo>
                <a:lnTo>
                  <a:pt x="405660" y="87544"/>
                </a:lnTo>
                <a:lnTo>
                  <a:pt x="417787" y="87544"/>
                </a:lnTo>
                <a:lnTo>
                  <a:pt x="417787" y="71399"/>
                </a:lnTo>
                <a:lnTo>
                  <a:pt x="405660" y="71399"/>
                </a:lnTo>
                <a:moveTo>
                  <a:pt x="361098" y="71399"/>
                </a:moveTo>
                <a:lnTo>
                  <a:pt x="383774" y="36022"/>
                </a:lnTo>
                <a:lnTo>
                  <a:pt x="385711" y="32578"/>
                </a:lnTo>
                <a:lnTo>
                  <a:pt x="385711" y="71399"/>
                </a:lnTo>
                <a:lnTo>
                  <a:pt x="361098" y="71399"/>
                </a:lnTo>
                <a:close/>
                <a:moveTo>
                  <a:pt x="573830" y="88907"/>
                </a:moveTo>
                <a:cubicBezTo>
                  <a:pt x="573830" y="90103"/>
                  <a:pt x="573531" y="91204"/>
                  <a:pt x="572933" y="92208"/>
                </a:cubicBezTo>
                <a:cubicBezTo>
                  <a:pt x="572335" y="93213"/>
                  <a:pt x="571438" y="94098"/>
                  <a:pt x="570242" y="94863"/>
                </a:cubicBezTo>
                <a:cubicBezTo>
                  <a:pt x="568999" y="95629"/>
                  <a:pt x="567408" y="96239"/>
                  <a:pt x="565470" y="96693"/>
                </a:cubicBezTo>
                <a:cubicBezTo>
                  <a:pt x="563533" y="97148"/>
                  <a:pt x="561273" y="97375"/>
                  <a:pt x="558689" y="97375"/>
                </a:cubicBezTo>
                <a:cubicBezTo>
                  <a:pt x="556537" y="97375"/>
                  <a:pt x="554444" y="97160"/>
                  <a:pt x="552411" y="96729"/>
                </a:cubicBezTo>
                <a:cubicBezTo>
                  <a:pt x="550377" y="96298"/>
                  <a:pt x="548572" y="95605"/>
                  <a:pt x="546993" y="94648"/>
                </a:cubicBezTo>
                <a:cubicBezTo>
                  <a:pt x="545414" y="93739"/>
                  <a:pt x="544123" y="92531"/>
                  <a:pt x="543118" y="91024"/>
                </a:cubicBezTo>
                <a:cubicBezTo>
                  <a:pt x="542113" y="89517"/>
                  <a:pt x="541539" y="87712"/>
                  <a:pt x="541396" y="85607"/>
                </a:cubicBezTo>
                <a:lnTo>
                  <a:pt x="522380" y="85607"/>
                </a:lnTo>
                <a:cubicBezTo>
                  <a:pt x="522380" y="88764"/>
                  <a:pt x="523157" y="91909"/>
                  <a:pt x="524712" y="95043"/>
                </a:cubicBezTo>
                <a:cubicBezTo>
                  <a:pt x="526267" y="98176"/>
                  <a:pt x="528551" y="100963"/>
                  <a:pt x="531565" y="103402"/>
                </a:cubicBezTo>
                <a:cubicBezTo>
                  <a:pt x="534579" y="105890"/>
                  <a:pt x="538322" y="107899"/>
                  <a:pt x="542795" y="109430"/>
                </a:cubicBezTo>
                <a:cubicBezTo>
                  <a:pt x="547268" y="110961"/>
                  <a:pt x="552423" y="111726"/>
                  <a:pt x="558259" y="111726"/>
                </a:cubicBezTo>
                <a:cubicBezTo>
                  <a:pt x="563569" y="111726"/>
                  <a:pt x="568377" y="111140"/>
                  <a:pt x="572682" y="109968"/>
                </a:cubicBezTo>
                <a:cubicBezTo>
                  <a:pt x="576988" y="108796"/>
                  <a:pt x="580671" y="107158"/>
                  <a:pt x="583733" y="105053"/>
                </a:cubicBezTo>
                <a:cubicBezTo>
                  <a:pt x="586747" y="102948"/>
                  <a:pt x="589079" y="100448"/>
                  <a:pt x="590729" y="97554"/>
                </a:cubicBezTo>
                <a:cubicBezTo>
                  <a:pt x="592379" y="94660"/>
                  <a:pt x="593205" y="91491"/>
                  <a:pt x="593205" y="88046"/>
                </a:cubicBezTo>
                <a:cubicBezTo>
                  <a:pt x="593205" y="84315"/>
                  <a:pt x="592379" y="81098"/>
                  <a:pt x="590729" y="78395"/>
                </a:cubicBezTo>
                <a:cubicBezTo>
                  <a:pt x="589079" y="75692"/>
                  <a:pt x="586794" y="73384"/>
                  <a:pt x="583876" y="71470"/>
                </a:cubicBezTo>
                <a:cubicBezTo>
                  <a:pt x="580958" y="69605"/>
                  <a:pt x="577490" y="68074"/>
                  <a:pt x="573471" y="66878"/>
                </a:cubicBezTo>
                <a:cubicBezTo>
                  <a:pt x="569453" y="65682"/>
                  <a:pt x="565100" y="64701"/>
                  <a:pt x="560412" y="63936"/>
                </a:cubicBezTo>
                <a:cubicBezTo>
                  <a:pt x="557159" y="63457"/>
                  <a:pt x="554480" y="62895"/>
                  <a:pt x="552375" y="62250"/>
                </a:cubicBezTo>
                <a:cubicBezTo>
                  <a:pt x="550270" y="61604"/>
                  <a:pt x="548619" y="60874"/>
                  <a:pt x="547423" y="60061"/>
                </a:cubicBezTo>
                <a:cubicBezTo>
                  <a:pt x="546180" y="59296"/>
                  <a:pt x="545319" y="58423"/>
                  <a:pt x="544840" y="57442"/>
                </a:cubicBezTo>
                <a:cubicBezTo>
                  <a:pt x="544362" y="56461"/>
                  <a:pt x="544123" y="55397"/>
                  <a:pt x="544123" y="54249"/>
                </a:cubicBezTo>
                <a:cubicBezTo>
                  <a:pt x="544123" y="53101"/>
                  <a:pt x="544398" y="52012"/>
                  <a:pt x="544948" y="50984"/>
                </a:cubicBezTo>
                <a:cubicBezTo>
                  <a:pt x="545498" y="49955"/>
                  <a:pt x="546299" y="49058"/>
                  <a:pt x="547352" y="48293"/>
                </a:cubicBezTo>
                <a:cubicBezTo>
                  <a:pt x="548500" y="47432"/>
                  <a:pt x="549983" y="46762"/>
                  <a:pt x="551801" y="46284"/>
                </a:cubicBezTo>
                <a:cubicBezTo>
                  <a:pt x="553619" y="45805"/>
                  <a:pt x="555747" y="45566"/>
                  <a:pt x="558187" y="45566"/>
                </a:cubicBezTo>
                <a:cubicBezTo>
                  <a:pt x="561057" y="45566"/>
                  <a:pt x="563509" y="45925"/>
                  <a:pt x="565542" y="46642"/>
                </a:cubicBezTo>
                <a:cubicBezTo>
                  <a:pt x="567575" y="47360"/>
                  <a:pt x="569190" y="48317"/>
                  <a:pt x="570386" y="49513"/>
                </a:cubicBezTo>
                <a:cubicBezTo>
                  <a:pt x="571247" y="50422"/>
                  <a:pt x="571893" y="51438"/>
                  <a:pt x="572323" y="52562"/>
                </a:cubicBezTo>
                <a:cubicBezTo>
                  <a:pt x="572754" y="53687"/>
                  <a:pt x="572969" y="54894"/>
                  <a:pt x="572969" y="56186"/>
                </a:cubicBezTo>
                <a:lnTo>
                  <a:pt x="592918" y="56186"/>
                </a:lnTo>
                <a:cubicBezTo>
                  <a:pt x="592918" y="52598"/>
                  <a:pt x="592128" y="49273"/>
                  <a:pt x="590550" y="46212"/>
                </a:cubicBezTo>
                <a:cubicBezTo>
                  <a:pt x="588971" y="43150"/>
                  <a:pt x="586699" y="40495"/>
                  <a:pt x="583733" y="38247"/>
                </a:cubicBezTo>
                <a:cubicBezTo>
                  <a:pt x="580719" y="36046"/>
                  <a:pt x="577059" y="34312"/>
                  <a:pt x="572754" y="33044"/>
                </a:cubicBezTo>
                <a:cubicBezTo>
                  <a:pt x="568448" y="31777"/>
                  <a:pt x="563593" y="31143"/>
                  <a:pt x="558187" y="31143"/>
                </a:cubicBezTo>
                <a:cubicBezTo>
                  <a:pt x="553021" y="31143"/>
                  <a:pt x="548380" y="31789"/>
                  <a:pt x="544266" y="33080"/>
                </a:cubicBezTo>
                <a:cubicBezTo>
                  <a:pt x="540152" y="34372"/>
                  <a:pt x="536660" y="36118"/>
                  <a:pt x="533790" y="38318"/>
                </a:cubicBezTo>
                <a:cubicBezTo>
                  <a:pt x="530919" y="40519"/>
                  <a:pt x="528719" y="43078"/>
                  <a:pt x="527188" y="45997"/>
                </a:cubicBezTo>
                <a:cubicBezTo>
                  <a:pt x="525657" y="48915"/>
                  <a:pt x="524892" y="51976"/>
                  <a:pt x="524892" y="55181"/>
                </a:cubicBezTo>
                <a:cubicBezTo>
                  <a:pt x="524892" y="58482"/>
                  <a:pt x="525645" y="61400"/>
                  <a:pt x="527152" y="63936"/>
                </a:cubicBezTo>
                <a:cubicBezTo>
                  <a:pt x="528659" y="66471"/>
                  <a:pt x="530752" y="68696"/>
                  <a:pt x="533431" y="70609"/>
                </a:cubicBezTo>
                <a:cubicBezTo>
                  <a:pt x="536110" y="72571"/>
                  <a:pt x="539327" y="74233"/>
                  <a:pt x="543082" y="75596"/>
                </a:cubicBezTo>
                <a:cubicBezTo>
                  <a:pt x="546837" y="76960"/>
                  <a:pt x="550987" y="78096"/>
                  <a:pt x="555532" y="79005"/>
                </a:cubicBezTo>
                <a:cubicBezTo>
                  <a:pt x="559120" y="79675"/>
                  <a:pt x="562086" y="80344"/>
                  <a:pt x="564430" y="81014"/>
                </a:cubicBezTo>
                <a:cubicBezTo>
                  <a:pt x="566774" y="81684"/>
                  <a:pt x="568664" y="82401"/>
                  <a:pt x="570099" y="83167"/>
                </a:cubicBezTo>
                <a:cubicBezTo>
                  <a:pt x="571486" y="83980"/>
                  <a:pt x="572455" y="84841"/>
                  <a:pt x="573005" y="85750"/>
                </a:cubicBezTo>
                <a:cubicBezTo>
                  <a:pt x="573555" y="86659"/>
                  <a:pt x="573830" y="87712"/>
                  <a:pt x="573830" y="88907"/>
                </a:cubicBezTo>
                <a:close/>
                <a:moveTo>
                  <a:pt x="662580" y="110219"/>
                </a:moveTo>
                <a:lnTo>
                  <a:pt x="680663" y="110219"/>
                </a:lnTo>
                <a:lnTo>
                  <a:pt x="680663" y="32578"/>
                </a:lnTo>
                <a:lnTo>
                  <a:pt x="660642" y="32578"/>
                </a:lnTo>
                <a:lnTo>
                  <a:pt x="660642" y="87042"/>
                </a:lnTo>
                <a:cubicBezTo>
                  <a:pt x="660020" y="88286"/>
                  <a:pt x="659279" y="89410"/>
                  <a:pt x="658418" y="90414"/>
                </a:cubicBezTo>
                <a:cubicBezTo>
                  <a:pt x="657557" y="91419"/>
                  <a:pt x="656576" y="92280"/>
                  <a:pt x="655476" y="92998"/>
                </a:cubicBezTo>
                <a:cubicBezTo>
                  <a:pt x="654184" y="93811"/>
                  <a:pt x="652689" y="94433"/>
                  <a:pt x="650991" y="94863"/>
                </a:cubicBezTo>
                <a:cubicBezTo>
                  <a:pt x="649293" y="95294"/>
                  <a:pt x="647391" y="95509"/>
                  <a:pt x="645286" y="95509"/>
                </a:cubicBezTo>
                <a:cubicBezTo>
                  <a:pt x="642942" y="95509"/>
                  <a:pt x="640957" y="95222"/>
                  <a:pt x="639330" y="94648"/>
                </a:cubicBezTo>
                <a:cubicBezTo>
                  <a:pt x="637704" y="94074"/>
                  <a:pt x="636388" y="93117"/>
                  <a:pt x="635384" y="91778"/>
                </a:cubicBezTo>
                <a:cubicBezTo>
                  <a:pt x="634379" y="90486"/>
                  <a:pt x="633650" y="88764"/>
                  <a:pt x="633195" y="86611"/>
                </a:cubicBezTo>
                <a:cubicBezTo>
                  <a:pt x="632741" y="84458"/>
                  <a:pt x="632513" y="81803"/>
                  <a:pt x="632513" y="78646"/>
                </a:cubicBezTo>
                <a:lnTo>
                  <a:pt x="632513" y="32578"/>
                </a:lnTo>
                <a:lnTo>
                  <a:pt x="612565" y="32578"/>
                </a:lnTo>
                <a:lnTo>
                  <a:pt x="612565" y="78503"/>
                </a:lnTo>
                <a:cubicBezTo>
                  <a:pt x="612565" y="84387"/>
                  <a:pt x="613223" y="89422"/>
                  <a:pt x="614538" y="93608"/>
                </a:cubicBezTo>
                <a:cubicBezTo>
                  <a:pt x="615854" y="97793"/>
                  <a:pt x="617708" y="101226"/>
                  <a:pt x="620099" y="103905"/>
                </a:cubicBezTo>
                <a:cubicBezTo>
                  <a:pt x="622491" y="106632"/>
                  <a:pt x="625362" y="108617"/>
                  <a:pt x="628710" y="109861"/>
                </a:cubicBezTo>
                <a:cubicBezTo>
                  <a:pt x="632059" y="111104"/>
                  <a:pt x="635743" y="111726"/>
                  <a:pt x="639761" y="111726"/>
                </a:cubicBezTo>
                <a:cubicBezTo>
                  <a:pt x="644162" y="111726"/>
                  <a:pt x="648216" y="110626"/>
                  <a:pt x="651924" y="108425"/>
                </a:cubicBezTo>
                <a:cubicBezTo>
                  <a:pt x="655631" y="106225"/>
                  <a:pt x="658801" y="103187"/>
                  <a:pt x="661432" y="99312"/>
                </a:cubicBezTo>
                <a:lnTo>
                  <a:pt x="662580" y="110219"/>
                </a:lnTo>
                <a:close/>
                <a:moveTo>
                  <a:pt x="770058" y="72188"/>
                </a:moveTo>
                <a:lnTo>
                  <a:pt x="770058" y="70681"/>
                </a:lnTo>
                <a:cubicBezTo>
                  <a:pt x="770058" y="65993"/>
                  <a:pt x="769639" y="61592"/>
                  <a:pt x="768802" y="57478"/>
                </a:cubicBezTo>
                <a:cubicBezTo>
                  <a:pt x="767965" y="53364"/>
                  <a:pt x="766685" y="49656"/>
                  <a:pt x="764963" y="46355"/>
                </a:cubicBezTo>
                <a:cubicBezTo>
                  <a:pt x="763863" y="44298"/>
                  <a:pt x="762595" y="42397"/>
                  <a:pt x="761160" y="40651"/>
                </a:cubicBezTo>
                <a:cubicBezTo>
                  <a:pt x="759725" y="38904"/>
                  <a:pt x="758122" y="37410"/>
                  <a:pt x="756352" y="36166"/>
                </a:cubicBezTo>
                <a:cubicBezTo>
                  <a:pt x="754152" y="34539"/>
                  <a:pt x="751652" y="33295"/>
                  <a:pt x="748854" y="32434"/>
                </a:cubicBezTo>
                <a:cubicBezTo>
                  <a:pt x="746055" y="31573"/>
                  <a:pt x="742981" y="31143"/>
                  <a:pt x="739633" y="31143"/>
                </a:cubicBezTo>
                <a:cubicBezTo>
                  <a:pt x="737193" y="31143"/>
                  <a:pt x="734933" y="31394"/>
                  <a:pt x="732852" y="31896"/>
                </a:cubicBezTo>
                <a:cubicBezTo>
                  <a:pt x="730771" y="32398"/>
                  <a:pt x="728845" y="33152"/>
                  <a:pt x="727075" y="34157"/>
                </a:cubicBezTo>
                <a:cubicBezTo>
                  <a:pt x="725831" y="34826"/>
                  <a:pt x="724659" y="35628"/>
                  <a:pt x="723559" y="36560"/>
                </a:cubicBezTo>
                <a:cubicBezTo>
                  <a:pt x="722459" y="37493"/>
                  <a:pt x="721430" y="38510"/>
                  <a:pt x="720474" y="39610"/>
                </a:cubicBezTo>
                <a:lnTo>
                  <a:pt x="720474" y="0"/>
                </a:lnTo>
                <a:lnTo>
                  <a:pt x="700525" y="0"/>
                </a:lnTo>
                <a:lnTo>
                  <a:pt x="700525" y="110219"/>
                </a:lnTo>
                <a:lnTo>
                  <a:pt x="718464" y="110219"/>
                </a:lnTo>
                <a:lnTo>
                  <a:pt x="719397" y="101967"/>
                </a:lnTo>
                <a:cubicBezTo>
                  <a:pt x="720210" y="103020"/>
                  <a:pt x="721071" y="103988"/>
                  <a:pt x="721980" y="104873"/>
                </a:cubicBezTo>
                <a:cubicBezTo>
                  <a:pt x="722889" y="105758"/>
                  <a:pt x="723870" y="106560"/>
                  <a:pt x="724922" y="107277"/>
                </a:cubicBezTo>
                <a:cubicBezTo>
                  <a:pt x="726884" y="108713"/>
                  <a:pt x="729096" y="109801"/>
                  <a:pt x="731560" y="110542"/>
                </a:cubicBezTo>
                <a:cubicBezTo>
                  <a:pt x="734024" y="111284"/>
                  <a:pt x="736762" y="111655"/>
                  <a:pt x="739776" y="111655"/>
                </a:cubicBezTo>
                <a:cubicBezTo>
                  <a:pt x="743077" y="111655"/>
                  <a:pt x="746103" y="111236"/>
                  <a:pt x="748854" y="110399"/>
                </a:cubicBezTo>
                <a:cubicBezTo>
                  <a:pt x="751604" y="109562"/>
                  <a:pt x="754080" y="108354"/>
                  <a:pt x="756280" y="106775"/>
                </a:cubicBezTo>
                <a:cubicBezTo>
                  <a:pt x="758720" y="105101"/>
                  <a:pt x="760837" y="102996"/>
                  <a:pt x="762631" y="100460"/>
                </a:cubicBezTo>
                <a:cubicBezTo>
                  <a:pt x="764425" y="97925"/>
                  <a:pt x="765872" y="95103"/>
                  <a:pt x="766972" y="91993"/>
                </a:cubicBezTo>
                <a:cubicBezTo>
                  <a:pt x="767977" y="89171"/>
                  <a:pt x="768742" y="86097"/>
                  <a:pt x="769269" y="82772"/>
                </a:cubicBezTo>
                <a:cubicBezTo>
                  <a:pt x="769795" y="79447"/>
                  <a:pt x="770058" y="75919"/>
                  <a:pt x="770058" y="72188"/>
                </a:cubicBezTo>
                <a:moveTo>
                  <a:pt x="750109" y="70681"/>
                </a:moveTo>
                <a:lnTo>
                  <a:pt x="750109" y="72188"/>
                </a:lnTo>
                <a:cubicBezTo>
                  <a:pt x="750109" y="74197"/>
                  <a:pt x="750026" y="76135"/>
                  <a:pt x="749858" y="78000"/>
                </a:cubicBezTo>
                <a:cubicBezTo>
                  <a:pt x="749691" y="79866"/>
                  <a:pt x="749416" y="81588"/>
                  <a:pt x="749033" y="83167"/>
                </a:cubicBezTo>
                <a:cubicBezTo>
                  <a:pt x="748555" y="85320"/>
                  <a:pt x="747849" y="87245"/>
                  <a:pt x="746916" y="88943"/>
                </a:cubicBezTo>
                <a:cubicBezTo>
                  <a:pt x="745983" y="90642"/>
                  <a:pt x="744775" y="92017"/>
                  <a:pt x="743292" y="93069"/>
                </a:cubicBezTo>
                <a:cubicBezTo>
                  <a:pt x="742240" y="93835"/>
                  <a:pt x="740996" y="94433"/>
                  <a:pt x="739561" y="94863"/>
                </a:cubicBezTo>
                <a:cubicBezTo>
                  <a:pt x="738126" y="95294"/>
                  <a:pt x="736523" y="95509"/>
                  <a:pt x="734753" y="95509"/>
                </a:cubicBezTo>
                <a:cubicBezTo>
                  <a:pt x="732696" y="95509"/>
                  <a:pt x="730866" y="95270"/>
                  <a:pt x="729264" y="94792"/>
                </a:cubicBezTo>
                <a:cubicBezTo>
                  <a:pt x="727661" y="94313"/>
                  <a:pt x="726262" y="93620"/>
                  <a:pt x="725066" y="92711"/>
                </a:cubicBezTo>
                <a:cubicBezTo>
                  <a:pt x="724061" y="91993"/>
                  <a:pt x="723188" y="91144"/>
                  <a:pt x="722447" y="90163"/>
                </a:cubicBezTo>
                <a:cubicBezTo>
                  <a:pt x="721705" y="89183"/>
                  <a:pt x="721048" y="88094"/>
                  <a:pt x="720474" y="86898"/>
                </a:cubicBezTo>
                <a:lnTo>
                  <a:pt x="720474" y="55971"/>
                </a:lnTo>
                <a:cubicBezTo>
                  <a:pt x="720904" y="55062"/>
                  <a:pt x="721382" y="54213"/>
                  <a:pt x="721909" y="53423"/>
                </a:cubicBezTo>
                <a:cubicBezTo>
                  <a:pt x="722435" y="52634"/>
                  <a:pt x="723009" y="51928"/>
                  <a:pt x="723631" y="51307"/>
                </a:cubicBezTo>
                <a:cubicBezTo>
                  <a:pt x="724922" y="50015"/>
                  <a:pt x="726477" y="49034"/>
                  <a:pt x="728295" y="48365"/>
                </a:cubicBezTo>
                <a:cubicBezTo>
                  <a:pt x="730113" y="47695"/>
                  <a:pt x="732218" y="47360"/>
                  <a:pt x="734610" y="47360"/>
                </a:cubicBezTo>
                <a:cubicBezTo>
                  <a:pt x="736380" y="47360"/>
                  <a:pt x="737958" y="47563"/>
                  <a:pt x="739346" y="47970"/>
                </a:cubicBezTo>
                <a:cubicBezTo>
                  <a:pt x="740733" y="48376"/>
                  <a:pt x="741977" y="48986"/>
                  <a:pt x="743077" y="49800"/>
                </a:cubicBezTo>
                <a:cubicBezTo>
                  <a:pt x="744751" y="51091"/>
                  <a:pt x="746007" y="52514"/>
                  <a:pt x="746844" y="54069"/>
                </a:cubicBezTo>
                <a:cubicBezTo>
                  <a:pt x="747682" y="55624"/>
                  <a:pt x="748363" y="57382"/>
                  <a:pt x="748889" y="59343"/>
                </a:cubicBezTo>
                <a:cubicBezTo>
                  <a:pt x="749320" y="61018"/>
                  <a:pt x="749631" y="62812"/>
                  <a:pt x="749822" y="64725"/>
                </a:cubicBezTo>
                <a:cubicBezTo>
                  <a:pt x="750014" y="66639"/>
                  <a:pt x="750109" y="68624"/>
                  <a:pt x="750109" y="70681"/>
                </a:cubicBezTo>
                <a:close/>
                <a:moveTo>
                  <a:pt x="854215" y="125791"/>
                </a:moveTo>
                <a:lnTo>
                  <a:pt x="854215" y="110219"/>
                </a:lnTo>
                <a:lnTo>
                  <a:pt x="788772" y="110219"/>
                </a:lnTo>
                <a:lnTo>
                  <a:pt x="788772" y="125791"/>
                </a:lnTo>
                <a:lnTo>
                  <a:pt x="854215" y="125791"/>
                </a:lnTo>
                <a:close/>
                <a:moveTo>
                  <a:pt x="934712" y="71399"/>
                </a:moveTo>
                <a:lnTo>
                  <a:pt x="934712" y="5741"/>
                </a:lnTo>
                <a:lnTo>
                  <a:pt x="914477" y="5741"/>
                </a:lnTo>
                <a:lnTo>
                  <a:pt x="870561" y="75058"/>
                </a:lnTo>
                <a:lnTo>
                  <a:pt x="871351" y="87544"/>
                </a:lnTo>
                <a:lnTo>
                  <a:pt x="914764" y="87544"/>
                </a:lnTo>
                <a:lnTo>
                  <a:pt x="914764" y="110219"/>
                </a:lnTo>
                <a:lnTo>
                  <a:pt x="934712" y="110219"/>
                </a:lnTo>
                <a:lnTo>
                  <a:pt x="934712" y="87544"/>
                </a:lnTo>
                <a:lnTo>
                  <a:pt x="946839" y="87544"/>
                </a:lnTo>
                <a:lnTo>
                  <a:pt x="946839" y="71399"/>
                </a:lnTo>
                <a:lnTo>
                  <a:pt x="934712" y="71399"/>
                </a:lnTo>
                <a:moveTo>
                  <a:pt x="890151" y="71399"/>
                </a:moveTo>
                <a:lnTo>
                  <a:pt x="912826" y="36022"/>
                </a:lnTo>
                <a:lnTo>
                  <a:pt x="914764" y="32578"/>
                </a:lnTo>
                <a:lnTo>
                  <a:pt x="914764" y="71399"/>
                </a:lnTo>
                <a:lnTo>
                  <a:pt x="890151" y="71399"/>
                </a:lnTo>
                <a:close/>
                <a:moveTo>
                  <a:pt x="1032647" y="70466"/>
                </a:moveTo>
                <a:lnTo>
                  <a:pt x="1032647" y="45494"/>
                </a:lnTo>
                <a:cubicBezTo>
                  <a:pt x="1032647" y="38749"/>
                  <a:pt x="1031857" y="32805"/>
                  <a:pt x="1030279" y="27662"/>
                </a:cubicBezTo>
                <a:cubicBezTo>
                  <a:pt x="1028700" y="22520"/>
                  <a:pt x="1026452" y="18202"/>
                  <a:pt x="1023533" y="14710"/>
                </a:cubicBezTo>
                <a:cubicBezTo>
                  <a:pt x="1020567" y="11266"/>
                  <a:pt x="1016980" y="8659"/>
                  <a:pt x="1012770" y="6889"/>
                </a:cubicBezTo>
                <a:cubicBezTo>
                  <a:pt x="1008560" y="5119"/>
                  <a:pt x="1003824" y="4234"/>
                  <a:pt x="998562" y="4234"/>
                </a:cubicBezTo>
                <a:cubicBezTo>
                  <a:pt x="993347" y="4234"/>
                  <a:pt x="988647" y="5119"/>
                  <a:pt x="984462" y="6889"/>
                </a:cubicBezTo>
                <a:cubicBezTo>
                  <a:pt x="980276" y="8659"/>
                  <a:pt x="976724" y="11266"/>
                  <a:pt x="973806" y="14710"/>
                </a:cubicBezTo>
                <a:cubicBezTo>
                  <a:pt x="970840" y="18202"/>
                  <a:pt x="968567" y="22520"/>
                  <a:pt x="966989" y="27662"/>
                </a:cubicBezTo>
                <a:cubicBezTo>
                  <a:pt x="965410" y="32805"/>
                  <a:pt x="964621" y="38749"/>
                  <a:pt x="964621" y="45494"/>
                </a:cubicBezTo>
                <a:lnTo>
                  <a:pt x="964621" y="70466"/>
                </a:lnTo>
                <a:cubicBezTo>
                  <a:pt x="964621" y="77211"/>
                  <a:pt x="965422" y="83155"/>
                  <a:pt x="967024" y="88298"/>
                </a:cubicBezTo>
                <a:cubicBezTo>
                  <a:pt x="968627" y="93440"/>
                  <a:pt x="970911" y="97734"/>
                  <a:pt x="973877" y="101178"/>
                </a:cubicBezTo>
                <a:cubicBezTo>
                  <a:pt x="976795" y="104670"/>
                  <a:pt x="980359" y="107301"/>
                  <a:pt x="984569" y="109071"/>
                </a:cubicBezTo>
                <a:cubicBezTo>
                  <a:pt x="988779" y="110841"/>
                  <a:pt x="993491" y="111726"/>
                  <a:pt x="998705" y="111726"/>
                </a:cubicBezTo>
                <a:cubicBezTo>
                  <a:pt x="1003968" y="111726"/>
                  <a:pt x="1008704" y="110841"/>
                  <a:pt x="1012913" y="109071"/>
                </a:cubicBezTo>
                <a:cubicBezTo>
                  <a:pt x="1017123" y="107301"/>
                  <a:pt x="1020687" y="104670"/>
                  <a:pt x="1023605" y="101178"/>
                </a:cubicBezTo>
                <a:cubicBezTo>
                  <a:pt x="1026523" y="97734"/>
                  <a:pt x="1028760" y="93440"/>
                  <a:pt x="1030315" y="88298"/>
                </a:cubicBezTo>
                <a:cubicBezTo>
                  <a:pt x="1031869" y="83155"/>
                  <a:pt x="1032647" y="77211"/>
                  <a:pt x="1032647" y="70466"/>
                </a:cubicBezTo>
                <a:moveTo>
                  <a:pt x="984713" y="61855"/>
                </a:moveTo>
                <a:cubicBezTo>
                  <a:pt x="984713" y="60372"/>
                  <a:pt x="984713" y="59248"/>
                  <a:pt x="984713" y="58482"/>
                </a:cubicBezTo>
                <a:cubicBezTo>
                  <a:pt x="984713" y="57717"/>
                  <a:pt x="984713" y="56186"/>
                  <a:pt x="984713" y="53890"/>
                </a:cubicBezTo>
                <a:lnTo>
                  <a:pt x="984713" y="42337"/>
                </a:lnTo>
                <a:cubicBezTo>
                  <a:pt x="984713" y="38462"/>
                  <a:pt x="985012" y="35113"/>
                  <a:pt x="985610" y="32291"/>
                </a:cubicBezTo>
                <a:cubicBezTo>
                  <a:pt x="986208" y="29468"/>
                  <a:pt x="987129" y="27172"/>
                  <a:pt x="988372" y="25402"/>
                </a:cubicBezTo>
                <a:cubicBezTo>
                  <a:pt x="989520" y="23728"/>
                  <a:pt x="990944" y="22472"/>
                  <a:pt x="992642" y="21635"/>
                </a:cubicBezTo>
                <a:cubicBezTo>
                  <a:pt x="994340" y="20798"/>
                  <a:pt x="996313" y="20379"/>
                  <a:pt x="998562" y="20379"/>
                </a:cubicBezTo>
                <a:cubicBezTo>
                  <a:pt x="1000571" y="20379"/>
                  <a:pt x="1002377" y="20702"/>
                  <a:pt x="1003980" y="21348"/>
                </a:cubicBezTo>
                <a:cubicBezTo>
                  <a:pt x="1005582" y="21994"/>
                  <a:pt x="1006934" y="22986"/>
                  <a:pt x="1008034" y="24326"/>
                </a:cubicBezTo>
                <a:cubicBezTo>
                  <a:pt x="1009469" y="26000"/>
                  <a:pt x="1010557" y="28237"/>
                  <a:pt x="1011299" y="31035"/>
                </a:cubicBezTo>
                <a:cubicBezTo>
                  <a:pt x="1012040" y="33834"/>
                  <a:pt x="1012459" y="37194"/>
                  <a:pt x="1012555" y="41117"/>
                </a:cubicBezTo>
                <a:lnTo>
                  <a:pt x="984713" y="61855"/>
                </a:lnTo>
                <a:moveTo>
                  <a:pt x="1012555" y="73480"/>
                </a:moveTo>
                <a:cubicBezTo>
                  <a:pt x="1012555" y="77355"/>
                  <a:pt x="1012256" y="80715"/>
                  <a:pt x="1011658" y="83562"/>
                </a:cubicBezTo>
                <a:cubicBezTo>
                  <a:pt x="1011060" y="86408"/>
                  <a:pt x="1010163" y="88740"/>
                  <a:pt x="1008967" y="90558"/>
                </a:cubicBezTo>
                <a:cubicBezTo>
                  <a:pt x="1007819" y="92280"/>
                  <a:pt x="1006383" y="93560"/>
                  <a:pt x="1004661" y="94397"/>
                </a:cubicBezTo>
                <a:cubicBezTo>
                  <a:pt x="1002939" y="95234"/>
                  <a:pt x="1000954" y="95653"/>
                  <a:pt x="998705" y="95653"/>
                </a:cubicBezTo>
                <a:cubicBezTo>
                  <a:pt x="996266" y="95653"/>
                  <a:pt x="994161" y="95174"/>
                  <a:pt x="992391" y="94218"/>
                </a:cubicBezTo>
                <a:cubicBezTo>
                  <a:pt x="990621" y="93261"/>
                  <a:pt x="989162" y="91802"/>
                  <a:pt x="988014" y="89840"/>
                </a:cubicBezTo>
                <a:cubicBezTo>
                  <a:pt x="987009" y="88214"/>
                  <a:pt x="986232" y="86181"/>
                  <a:pt x="985681" y="83741"/>
                </a:cubicBezTo>
                <a:cubicBezTo>
                  <a:pt x="985131" y="81301"/>
                  <a:pt x="984808" y="78503"/>
                  <a:pt x="984713" y="75345"/>
                </a:cubicBezTo>
                <a:lnTo>
                  <a:pt x="1012555" y="54679"/>
                </a:lnTo>
                <a:cubicBezTo>
                  <a:pt x="1012555" y="56066"/>
                  <a:pt x="1012555" y="57131"/>
                  <a:pt x="1012555" y="57872"/>
                </a:cubicBezTo>
                <a:cubicBezTo>
                  <a:pt x="1012555" y="58614"/>
                  <a:pt x="1012555" y="59774"/>
                  <a:pt x="1012555" y="61353"/>
                </a:cubicBezTo>
                <a:lnTo>
                  <a:pt x="1012555" y="73480"/>
                </a:lnTo>
                <a:close/>
                <a:moveTo>
                  <a:pt x="1111063" y="71399"/>
                </a:moveTo>
                <a:lnTo>
                  <a:pt x="1111063" y="5741"/>
                </a:lnTo>
                <a:lnTo>
                  <a:pt x="1090828" y="5741"/>
                </a:lnTo>
                <a:lnTo>
                  <a:pt x="1046912" y="75058"/>
                </a:lnTo>
                <a:lnTo>
                  <a:pt x="1047701" y="87544"/>
                </a:lnTo>
                <a:lnTo>
                  <a:pt x="1091115" y="87544"/>
                </a:lnTo>
                <a:lnTo>
                  <a:pt x="1091115" y="110219"/>
                </a:lnTo>
                <a:lnTo>
                  <a:pt x="1111063" y="110219"/>
                </a:lnTo>
                <a:lnTo>
                  <a:pt x="1111063" y="87544"/>
                </a:lnTo>
                <a:lnTo>
                  <a:pt x="1123190" y="87544"/>
                </a:lnTo>
                <a:lnTo>
                  <a:pt x="1123190" y="71399"/>
                </a:lnTo>
                <a:lnTo>
                  <a:pt x="1111063" y="71399"/>
                </a:lnTo>
                <a:moveTo>
                  <a:pt x="1066502" y="71399"/>
                </a:moveTo>
                <a:lnTo>
                  <a:pt x="1089177" y="36022"/>
                </a:lnTo>
                <a:lnTo>
                  <a:pt x="1091115" y="32578"/>
                </a:lnTo>
                <a:lnTo>
                  <a:pt x="1091115" y="71399"/>
                </a:lnTo>
                <a:lnTo>
                  <a:pt x="1066502" y="71399"/>
                </a:lnTo>
                <a:close/>
                <a:moveTo>
                  <a:pt x="1208998" y="70466"/>
                </a:moveTo>
                <a:lnTo>
                  <a:pt x="1208998" y="45494"/>
                </a:lnTo>
                <a:cubicBezTo>
                  <a:pt x="1208998" y="38749"/>
                  <a:pt x="1208208" y="32805"/>
                  <a:pt x="1206630" y="27662"/>
                </a:cubicBezTo>
                <a:cubicBezTo>
                  <a:pt x="1205051" y="22520"/>
                  <a:pt x="1202802" y="18202"/>
                  <a:pt x="1199884" y="14710"/>
                </a:cubicBezTo>
                <a:cubicBezTo>
                  <a:pt x="1196918" y="11266"/>
                  <a:pt x="1193331" y="8659"/>
                  <a:pt x="1189121" y="6889"/>
                </a:cubicBezTo>
                <a:cubicBezTo>
                  <a:pt x="1184911" y="5119"/>
                  <a:pt x="1180175" y="4234"/>
                  <a:pt x="1174913" y="4234"/>
                </a:cubicBezTo>
                <a:cubicBezTo>
                  <a:pt x="1169698" y="4234"/>
                  <a:pt x="1164998" y="5119"/>
                  <a:pt x="1160812" y="6889"/>
                </a:cubicBezTo>
                <a:cubicBezTo>
                  <a:pt x="1156627" y="8659"/>
                  <a:pt x="1153075" y="11266"/>
                  <a:pt x="1150156" y="14710"/>
                </a:cubicBezTo>
                <a:cubicBezTo>
                  <a:pt x="1147190" y="18202"/>
                  <a:pt x="1144918" y="22520"/>
                  <a:pt x="1143339" y="27662"/>
                </a:cubicBezTo>
                <a:cubicBezTo>
                  <a:pt x="1141761" y="32805"/>
                  <a:pt x="1140972" y="38749"/>
                  <a:pt x="1140972" y="45494"/>
                </a:cubicBezTo>
                <a:lnTo>
                  <a:pt x="1140972" y="70466"/>
                </a:lnTo>
                <a:cubicBezTo>
                  <a:pt x="1140972" y="77211"/>
                  <a:pt x="1141773" y="83155"/>
                  <a:pt x="1143375" y="88298"/>
                </a:cubicBezTo>
                <a:cubicBezTo>
                  <a:pt x="1144978" y="93440"/>
                  <a:pt x="1147262" y="97734"/>
                  <a:pt x="1150228" y="101178"/>
                </a:cubicBezTo>
                <a:cubicBezTo>
                  <a:pt x="1153146" y="104670"/>
                  <a:pt x="1156710" y="107301"/>
                  <a:pt x="1160920" y="109071"/>
                </a:cubicBezTo>
                <a:cubicBezTo>
                  <a:pt x="1165130" y="110841"/>
                  <a:pt x="1169842" y="111726"/>
                  <a:pt x="1175056" y="111726"/>
                </a:cubicBezTo>
                <a:cubicBezTo>
                  <a:pt x="1180318" y="111726"/>
                  <a:pt x="1185054" y="110841"/>
                  <a:pt x="1189264" y="109071"/>
                </a:cubicBezTo>
                <a:cubicBezTo>
                  <a:pt x="1193474" y="107301"/>
                  <a:pt x="1197038" y="104670"/>
                  <a:pt x="1199956" y="101178"/>
                </a:cubicBezTo>
                <a:cubicBezTo>
                  <a:pt x="1202874" y="97734"/>
                  <a:pt x="1205111" y="93440"/>
                  <a:pt x="1206665" y="88298"/>
                </a:cubicBezTo>
                <a:cubicBezTo>
                  <a:pt x="1208220" y="83155"/>
                  <a:pt x="1208998" y="77211"/>
                  <a:pt x="1208998" y="70466"/>
                </a:cubicBezTo>
                <a:moveTo>
                  <a:pt x="1161064" y="61855"/>
                </a:moveTo>
                <a:cubicBezTo>
                  <a:pt x="1161064" y="60372"/>
                  <a:pt x="1161064" y="59248"/>
                  <a:pt x="1161064" y="58482"/>
                </a:cubicBezTo>
                <a:cubicBezTo>
                  <a:pt x="1161064" y="57717"/>
                  <a:pt x="1161064" y="56186"/>
                  <a:pt x="1161064" y="53890"/>
                </a:cubicBezTo>
                <a:lnTo>
                  <a:pt x="1161064" y="42337"/>
                </a:lnTo>
                <a:cubicBezTo>
                  <a:pt x="1161064" y="38462"/>
                  <a:pt x="1161363" y="35113"/>
                  <a:pt x="1161961" y="32291"/>
                </a:cubicBezTo>
                <a:cubicBezTo>
                  <a:pt x="1162559" y="29468"/>
                  <a:pt x="1163479" y="27172"/>
                  <a:pt x="1164723" y="25402"/>
                </a:cubicBezTo>
                <a:cubicBezTo>
                  <a:pt x="1165871" y="23728"/>
                  <a:pt x="1167295" y="22472"/>
                  <a:pt x="1168993" y="21635"/>
                </a:cubicBezTo>
                <a:cubicBezTo>
                  <a:pt x="1170691" y="20798"/>
                  <a:pt x="1172664" y="20379"/>
                  <a:pt x="1174913" y="20379"/>
                </a:cubicBezTo>
                <a:cubicBezTo>
                  <a:pt x="1176922" y="20379"/>
                  <a:pt x="1178728" y="20702"/>
                  <a:pt x="1180330" y="21348"/>
                </a:cubicBezTo>
                <a:cubicBezTo>
                  <a:pt x="1181933" y="21994"/>
                  <a:pt x="1183284" y="22986"/>
                  <a:pt x="1184385" y="24326"/>
                </a:cubicBezTo>
                <a:cubicBezTo>
                  <a:pt x="1185820" y="26000"/>
                  <a:pt x="1186908" y="28237"/>
                  <a:pt x="1187650" y="31035"/>
                </a:cubicBezTo>
                <a:cubicBezTo>
                  <a:pt x="1188391" y="33834"/>
                  <a:pt x="1188810" y="37194"/>
                  <a:pt x="1188905" y="41117"/>
                </a:cubicBezTo>
                <a:lnTo>
                  <a:pt x="1161064" y="61855"/>
                </a:lnTo>
                <a:moveTo>
                  <a:pt x="1188905" y="73480"/>
                </a:moveTo>
                <a:cubicBezTo>
                  <a:pt x="1188905" y="77355"/>
                  <a:pt x="1188606" y="80715"/>
                  <a:pt x="1188009" y="83562"/>
                </a:cubicBezTo>
                <a:cubicBezTo>
                  <a:pt x="1187411" y="86408"/>
                  <a:pt x="1186514" y="88740"/>
                  <a:pt x="1185318" y="90558"/>
                </a:cubicBezTo>
                <a:cubicBezTo>
                  <a:pt x="1184169" y="92280"/>
                  <a:pt x="1182734" y="93560"/>
                  <a:pt x="1181012" y="94397"/>
                </a:cubicBezTo>
                <a:cubicBezTo>
                  <a:pt x="1179290" y="95234"/>
                  <a:pt x="1177305" y="95653"/>
                  <a:pt x="1175056" y="95653"/>
                </a:cubicBezTo>
                <a:cubicBezTo>
                  <a:pt x="1172617" y="95653"/>
                  <a:pt x="1170512" y="95174"/>
                  <a:pt x="1168742" y="94218"/>
                </a:cubicBezTo>
                <a:cubicBezTo>
                  <a:pt x="1166972" y="93261"/>
                  <a:pt x="1165513" y="91802"/>
                  <a:pt x="1164364" y="89840"/>
                </a:cubicBezTo>
                <a:cubicBezTo>
                  <a:pt x="1163360" y="88214"/>
                  <a:pt x="1162582" y="86181"/>
                  <a:pt x="1162032" y="83741"/>
                </a:cubicBezTo>
                <a:cubicBezTo>
                  <a:pt x="1161482" y="81301"/>
                  <a:pt x="1161159" y="78503"/>
                  <a:pt x="1161064" y="75345"/>
                </a:cubicBezTo>
                <a:lnTo>
                  <a:pt x="1188905" y="54679"/>
                </a:lnTo>
                <a:cubicBezTo>
                  <a:pt x="1188905" y="56066"/>
                  <a:pt x="1188905" y="57131"/>
                  <a:pt x="1188905" y="57872"/>
                </a:cubicBezTo>
                <a:cubicBezTo>
                  <a:pt x="1188905" y="58614"/>
                  <a:pt x="1188905" y="59774"/>
                  <a:pt x="1188905" y="61353"/>
                </a:cubicBezTo>
                <a:lnTo>
                  <a:pt x="1188905" y="73480"/>
                </a:lnTo>
                <a:close/>
                <a:moveTo>
                  <a:pt x="1230152" y="58769"/>
                </a:moveTo>
                <a:lnTo>
                  <a:pt x="1246082" y="62716"/>
                </a:lnTo>
                <a:cubicBezTo>
                  <a:pt x="1246847" y="61951"/>
                  <a:pt x="1247661" y="61221"/>
                  <a:pt x="1248522" y="60527"/>
                </a:cubicBezTo>
                <a:cubicBezTo>
                  <a:pt x="1249383" y="59834"/>
                  <a:pt x="1250363" y="59224"/>
                  <a:pt x="1251464" y="58698"/>
                </a:cubicBezTo>
                <a:cubicBezTo>
                  <a:pt x="1252564" y="58171"/>
                  <a:pt x="1253832" y="57741"/>
                  <a:pt x="1255267" y="57406"/>
                </a:cubicBezTo>
                <a:cubicBezTo>
                  <a:pt x="1256702" y="57071"/>
                  <a:pt x="1258400" y="56904"/>
                  <a:pt x="1260362" y="56904"/>
                </a:cubicBezTo>
                <a:cubicBezTo>
                  <a:pt x="1263280" y="56904"/>
                  <a:pt x="1265815" y="57358"/>
                  <a:pt x="1267968" y="58267"/>
                </a:cubicBezTo>
                <a:cubicBezTo>
                  <a:pt x="1270121" y="59176"/>
                  <a:pt x="1271915" y="60468"/>
                  <a:pt x="1273350" y="62142"/>
                </a:cubicBezTo>
                <a:cubicBezTo>
                  <a:pt x="1274785" y="63816"/>
                  <a:pt x="1275849" y="65814"/>
                  <a:pt x="1276543" y="68134"/>
                </a:cubicBezTo>
                <a:cubicBezTo>
                  <a:pt x="1277237" y="70454"/>
                  <a:pt x="1277583" y="73001"/>
                  <a:pt x="1277583" y="75776"/>
                </a:cubicBezTo>
                <a:cubicBezTo>
                  <a:pt x="1277583" y="78598"/>
                  <a:pt x="1277308" y="81229"/>
                  <a:pt x="1276758" y="83669"/>
                </a:cubicBezTo>
                <a:cubicBezTo>
                  <a:pt x="1276208" y="86109"/>
                  <a:pt x="1275359" y="88214"/>
                  <a:pt x="1274211" y="89984"/>
                </a:cubicBezTo>
                <a:cubicBezTo>
                  <a:pt x="1273015" y="91754"/>
                  <a:pt x="1271472" y="93141"/>
                  <a:pt x="1269582" y="94146"/>
                </a:cubicBezTo>
                <a:cubicBezTo>
                  <a:pt x="1267693" y="95150"/>
                  <a:pt x="1265409" y="95653"/>
                  <a:pt x="1262730" y="95653"/>
                </a:cubicBezTo>
                <a:cubicBezTo>
                  <a:pt x="1258376" y="95653"/>
                  <a:pt x="1254800" y="94409"/>
                  <a:pt x="1252002" y="91921"/>
                </a:cubicBezTo>
                <a:cubicBezTo>
                  <a:pt x="1249203" y="89434"/>
                  <a:pt x="1247565" y="85918"/>
                  <a:pt x="1247086" y="81373"/>
                </a:cubicBezTo>
                <a:lnTo>
                  <a:pt x="1227425" y="81373"/>
                </a:lnTo>
                <a:cubicBezTo>
                  <a:pt x="1227568" y="86205"/>
                  <a:pt x="1228657" y="90498"/>
                  <a:pt x="1230690" y="94253"/>
                </a:cubicBezTo>
                <a:cubicBezTo>
                  <a:pt x="1232723" y="98009"/>
                  <a:pt x="1235366" y="101178"/>
                  <a:pt x="1238619" y="103761"/>
                </a:cubicBezTo>
                <a:cubicBezTo>
                  <a:pt x="1241872" y="106345"/>
                  <a:pt x="1245592" y="108306"/>
                  <a:pt x="1249777" y="109645"/>
                </a:cubicBezTo>
                <a:cubicBezTo>
                  <a:pt x="1253963" y="110985"/>
                  <a:pt x="1258305" y="111655"/>
                  <a:pt x="1262801" y="111655"/>
                </a:cubicBezTo>
                <a:cubicBezTo>
                  <a:pt x="1268733" y="111655"/>
                  <a:pt x="1273876" y="110722"/>
                  <a:pt x="1278229" y="108856"/>
                </a:cubicBezTo>
                <a:cubicBezTo>
                  <a:pt x="1282582" y="106990"/>
                  <a:pt x="1286194" y="104455"/>
                  <a:pt x="1289065" y="101250"/>
                </a:cubicBezTo>
                <a:cubicBezTo>
                  <a:pt x="1291935" y="98045"/>
                  <a:pt x="1294064" y="94337"/>
                  <a:pt x="1295451" y="90127"/>
                </a:cubicBezTo>
                <a:cubicBezTo>
                  <a:pt x="1296838" y="85918"/>
                  <a:pt x="1297532" y="81469"/>
                  <a:pt x="1297532" y="76780"/>
                </a:cubicBezTo>
                <a:cubicBezTo>
                  <a:pt x="1297532" y="71279"/>
                  <a:pt x="1296814" y="66352"/>
                  <a:pt x="1295379" y="61998"/>
                </a:cubicBezTo>
                <a:cubicBezTo>
                  <a:pt x="1293944" y="57645"/>
                  <a:pt x="1291887" y="53962"/>
                  <a:pt x="1289208" y="50948"/>
                </a:cubicBezTo>
                <a:cubicBezTo>
                  <a:pt x="1286481" y="47934"/>
                  <a:pt x="1283145" y="45626"/>
                  <a:pt x="1279198" y="44023"/>
                </a:cubicBezTo>
                <a:cubicBezTo>
                  <a:pt x="1275251" y="42421"/>
                  <a:pt x="1270766" y="41619"/>
                  <a:pt x="1265743" y="41619"/>
                </a:cubicBezTo>
                <a:cubicBezTo>
                  <a:pt x="1262203" y="41619"/>
                  <a:pt x="1259070" y="42074"/>
                  <a:pt x="1256343" y="42983"/>
                </a:cubicBezTo>
                <a:cubicBezTo>
                  <a:pt x="1253616" y="43892"/>
                  <a:pt x="1251511" y="44777"/>
                  <a:pt x="1250029" y="45638"/>
                </a:cubicBezTo>
                <a:lnTo>
                  <a:pt x="1252540" y="22675"/>
                </a:lnTo>
                <a:lnTo>
                  <a:pt x="1294088" y="22675"/>
                </a:lnTo>
                <a:lnTo>
                  <a:pt x="1294088" y="5741"/>
                </a:lnTo>
                <a:lnTo>
                  <a:pt x="1236108" y="5741"/>
                </a:lnTo>
                <a:lnTo>
                  <a:pt x="1230152" y="58769"/>
                </a:lnTo>
                <a:close/>
                <a:moveTo>
                  <a:pt x="1370279" y="4880"/>
                </a:moveTo>
                <a:lnTo>
                  <a:pt x="1367624" y="4880"/>
                </a:lnTo>
                <a:cubicBezTo>
                  <a:pt x="1358966" y="4880"/>
                  <a:pt x="1351335" y="6327"/>
                  <a:pt x="1344734" y="9221"/>
                </a:cubicBezTo>
                <a:cubicBezTo>
                  <a:pt x="1338132" y="12115"/>
                  <a:pt x="1332607" y="16122"/>
                  <a:pt x="1328158" y="21240"/>
                </a:cubicBezTo>
                <a:cubicBezTo>
                  <a:pt x="1323709" y="26407"/>
                  <a:pt x="1320360" y="32518"/>
                  <a:pt x="1318112" y="39574"/>
                </a:cubicBezTo>
                <a:cubicBezTo>
                  <a:pt x="1315863" y="46630"/>
                  <a:pt x="1314739" y="54296"/>
                  <a:pt x="1314739" y="62572"/>
                </a:cubicBezTo>
                <a:lnTo>
                  <a:pt x="1314739" y="70251"/>
                </a:lnTo>
                <a:cubicBezTo>
                  <a:pt x="1314739" y="76230"/>
                  <a:pt x="1315588" y="81744"/>
                  <a:pt x="1317287" y="86791"/>
                </a:cubicBezTo>
                <a:cubicBezTo>
                  <a:pt x="1318985" y="91838"/>
                  <a:pt x="1321413" y="96203"/>
                  <a:pt x="1324570" y="99886"/>
                </a:cubicBezTo>
                <a:cubicBezTo>
                  <a:pt x="1327679" y="103570"/>
                  <a:pt x="1331483" y="106452"/>
                  <a:pt x="1335979" y="108533"/>
                </a:cubicBezTo>
                <a:cubicBezTo>
                  <a:pt x="1340476" y="110614"/>
                  <a:pt x="1345523" y="111655"/>
                  <a:pt x="1351120" y="111655"/>
                </a:cubicBezTo>
                <a:cubicBezTo>
                  <a:pt x="1356478" y="111655"/>
                  <a:pt x="1361310" y="110734"/>
                  <a:pt x="1365615" y="108892"/>
                </a:cubicBezTo>
                <a:cubicBezTo>
                  <a:pt x="1369921" y="107050"/>
                  <a:pt x="1373580" y="104527"/>
                  <a:pt x="1376594" y="101321"/>
                </a:cubicBezTo>
                <a:cubicBezTo>
                  <a:pt x="1379608" y="98116"/>
                  <a:pt x="1381928" y="94337"/>
                  <a:pt x="1383555" y="89984"/>
                </a:cubicBezTo>
                <a:cubicBezTo>
                  <a:pt x="1385181" y="85631"/>
                  <a:pt x="1385994" y="80918"/>
                  <a:pt x="1385994" y="75848"/>
                </a:cubicBezTo>
                <a:cubicBezTo>
                  <a:pt x="1385994" y="71112"/>
                  <a:pt x="1385384" y="66603"/>
                  <a:pt x="1384164" y="62321"/>
                </a:cubicBezTo>
                <a:cubicBezTo>
                  <a:pt x="1382945" y="58040"/>
                  <a:pt x="1381091" y="54273"/>
                  <a:pt x="1378603" y="51020"/>
                </a:cubicBezTo>
                <a:cubicBezTo>
                  <a:pt x="1376116" y="47814"/>
                  <a:pt x="1373018" y="45267"/>
                  <a:pt x="1369311" y="43377"/>
                </a:cubicBezTo>
                <a:cubicBezTo>
                  <a:pt x="1365603" y="41488"/>
                  <a:pt x="1361262" y="40543"/>
                  <a:pt x="1356287" y="40543"/>
                </a:cubicBezTo>
                <a:cubicBezTo>
                  <a:pt x="1353847" y="40543"/>
                  <a:pt x="1351575" y="40830"/>
                  <a:pt x="1349470" y="41404"/>
                </a:cubicBezTo>
                <a:cubicBezTo>
                  <a:pt x="1347365" y="41978"/>
                  <a:pt x="1345427" y="42720"/>
                  <a:pt x="1343657" y="43629"/>
                </a:cubicBezTo>
                <a:cubicBezTo>
                  <a:pt x="1341840" y="44585"/>
                  <a:pt x="1340213" y="45650"/>
                  <a:pt x="1338778" y="46822"/>
                </a:cubicBezTo>
                <a:cubicBezTo>
                  <a:pt x="1337343" y="47994"/>
                  <a:pt x="1336075" y="49178"/>
                  <a:pt x="1334975" y="50374"/>
                </a:cubicBezTo>
                <a:cubicBezTo>
                  <a:pt x="1335405" y="46020"/>
                  <a:pt x="1336446" y="42074"/>
                  <a:pt x="1338096" y="38534"/>
                </a:cubicBezTo>
                <a:cubicBezTo>
                  <a:pt x="1339747" y="34994"/>
                  <a:pt x="1342007" y="31956"/>
                  <a:pt x="1344877" y="29421"/>
                </a:cubicBezTo>
                <a:cubicBezTo>
                  <a:pt x="1347700" y="26885"/>
                  <a:pt x="1351132" y="24924"/>
                  <a:pt x="1355174" y="23536"/>
                </a:cubicBezTo>
                <a:cubicBezTo>
                  <a:pt x="1359217" y="22149"/>
                  <a:pt x="1363869" y="21455"/>
                  <a:pt x="1369131" y="21455"/>
                </a:cubicBezTo>
                <a:lnTo>
                  <a:pt x="1370279" y="21455"/>
                </a:lnTo>
                <a:lnTo>
                  <a:pt x="1370279" y="4880"/>
                </a:lnTo>
                <a:moveTo>
                  <a:pt x="1350474" y="56545"/>
                </a:moveTo>
                <a:cubicBezTo>
                  <a:pt x="1352962" y="56545"/>
                  <a:pt x="1355174" y="57035"/>
                  <a:pt x="1357112" y="58016"/>
                </a:cubicBezTo>
                <a:cubicBezTo>
                  <a:pt x="1359049" y="58997"/>
                  <a:pt x="1360688" y="60348"/>
                  <a:pt x="1362027" y="62070"/>
                </a:cubicBezTo>
                <a:cubicBezTo>
                  <a:pt x="1363367" y="63840"/>
                  <a:pt x="1364395" y="65921"/>
                  <a:pt x="1365113" y="68313"/>
                </a:cubicBezTo>
                <a:cubicBezTo>
                  <a:pt x="1365830" y="70705"/>
                  <a:pt x="1366189" y="73312"/>
                  <a:pt x="1366189" y="76135"/>
                </a:cubicBezTo>
                <a:cubicBezTo>
                  <a:pt x="1366189" y="78957"/>
                  <a:pt x="1365830" y="81552"/>
                  <a:pt x="1365113" y="83920"/>
                </a:cubicBezTo>
                <a:cubicBezTo>
                  <a:pt x="1364395" y="86288"/>
                  <a:pt x="1363367" y="88333"/>
                  <a:pt x="1362027" y="90056"/>
                </a:cubicBezTo>
                <a:cubicBezTo>
                  <a:pt x="1360688" y="91778"/>
                  <a:pt x="1359061" y="93129"/>
                  <a:pt x="1357148" y="94110"/>
                </a:cubicBezTo>
                <a:cubicBezTo>
                  <a:pt x="1355234" y="95091"/>
                  <a:pt x="1353105" y="95581"/>
                  <a:pt x="1350761" y="95581"/>
                </a:cubicBezTo>
                <a:cubicBezTo>
                  <a:pt x="1348465" y="95581"/>
                  <a:pt x="1346336" y="95103"/>
                  <a:pt x="1344375" y="94146"/>
                </a:cubicBezTo>
                <a:cubicBezTo>
                  <a:pt x="1342414" y="93189"/>
                  <a:pt x="1340715" y="91754"/>
                  <a:pt x="1339280" y="89840"/>
                </a:cubicBezTo>
                <a:cubicBezTo>
                  <a:pt x="1337845" y="87975"/>
                  <a:pt x="1336733" y="85607"/>
                  <a:pt x="1335943" y="82736"/>
                </a:cubicBezTo>
                <a:cubicBezTo>
                  <a:pt x="1335154" y="79866"/>
                  <a:pt x="1334759" y="76517"/>
                  <a:pt x="1334759" y="72690"/>
                </a:cubicBezTo>
                <a:lnTo>
                  <a:pt x="1334759" y="66806"/>
                </a:lnTo>
                <a:cubicBezTo>
                  <a:pt x="1335429" y="65371"/>
                  <a:pt x="1336254" y="64055"/>
                  <a:pt x="1337235" y="62860"/>
                </a:cubicBezTo>
                <a:cubicBezTo>
                  <a:pt x="1338216" y="61664"/>
                  <a:pt x="1339304" y="60611"/>
                  <a:pt x="1340500" y="59702"/>
                </a:cubicBezTo>
                <a:cubicBezTo>
                  <a:pt x="1341887" y="58698"/>
                  <a:pt x="1343418" y="57920"/>
                  <a:pt x="1345093" y="57370"/>
                </a:cubicBezTo>
                <a:cubicBezTo>
                  <a:pt x="1346767" y="56820"/>
                  <a:pt x="1348561" y="56545"/>
                  <a:pt x="1350474" y="56545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(int64a1,">
            <a:extLst xmlns:a="http://schemas.openxmlformats.org/drawingml/2006/main">
              <a:ext uri="{FF2B5EF4-FFF2-40B4-BE49-F238E27FC236}">
                <a16:creationId xmlns:a16="http://schemas.microsoft.com/office/drawing/2014/main" id="{2B486DC8-E3F5-49F7-B2F1-39606FD2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5827" y="700241"/>
            <a:ext cx="819843" cy="148968"/>
          </a:xfrm>
          <a:custGeom xmlns:a="http://schemas.openxmlformats.org/drawingml/2006/main">
            <a:pathLst>
              <a:path w="819843" h="148968">
                <a:moveTo>
                  <a:pt x="0" y="73695"/>
                </a:moveTo>
                <a:lnTo>
                  <a:pt x="0" y="75274"/>
                </a:lnTo>
                <a:cubicBezTo>
                  <a:pt x="0" y="82067"/>
                  <a:pt x="514" y="88429"/>
                  <a:pt x="1543" y="94361"/>
                </a:cubicBezTo>
                <a:cubicBezTo>
                  <a:pt x="2571" y="100293"/>
                  <a:pt x="3971" y="105770"/>
                  <a:pt x="5741" y="110793"/>
                </a:cubicBezTo>
                <a:cubicBezTo>
                  <a:pt x="7511" y="115864"/>
                  <a:pt x="9580" y="120481"/>
                  <a:pt x="11948" y="124643"/>
                </a:cubicBezTo>
                <a:cubicBezTo>
                  <a:pt x="14316" y="128805"/>
                  <a:pt x="16815" y="132464"/>
                  <a:pt x="19446" y="135622"/>
                </a:cubicBezTo>
                <a:cubicBezTo>
                  <a:pt x="22077" y="138827"/>
                  <a:pt x="24792" y="141554"/>
                  <a:pt x="27591" y="143802"/>
                </a:cubicBezTo>
                <a:cubicBezTo>
                  <a:pt x="30389" y="146050"/>
                  <a:pt x="33104" y="147772"/>
                  <a:pt x="35735" y="148968"/>
                </a:cubicBezTo>
                <a:lnTo>
                  <a:pt x="39610" y="138205"/>
                </a:lnTo>
                <a:cubicBezTo>
                  <a:pt x="37744" y="136770"/>
                  <a:pt x="35855" y="134976"/>
                  <a:pt x="33941" y="132823"/>
                </a:cubicBezTo>
                <a:cubicBezTo>
                  <a:pt x="32028" y="130670"/>
                  <a:pt x="30210" y="128135"/>
                  <a:pt x="28488" y="125217"/>
                </a:cubicBezTo>
                <a:cubicBezTo>
                  <a:pt x="26861" y="122538"/>
                  <a:pt x="25342" y="119404"/>
                  <a:pt x="23931" y="115817"/>
                </a:cubicBezTo>
                <a:cubicBezTo>
                  <a:pt x="22520" y="112229"/>
                  <a:pt x="21288" y="108330"/>
                  <a:pt x="20236" y="104120"/>
                </a:cubicBezTo>
                <a:cubicBezTo>
                  <a:pt x="19470" y="101106"/>
                  <a:pt x="18765" y="97064"/>
                  <a:pt x="18119" y="91993"/>
                </a:cubicBezTo>
                <a:cubicBezTo>
                  <a:pt x="17473" y="86922"/>
                  <a:pt x="17150" y="81397"/>
                  <a:pt x="17150" y="75417"/>
                </a:cubicBezTo>
                <a:lnTo>
                  <a:pt x="17150" y="73551"/>
                </a:lnTo>
                <a:cubicBezTo>
                  <a:pt x="17150" y="67476"/>
                  <a:pt x="17485" y="61855"/>
                  <a:pt x="18155" y="56688"/>
                </a:cubicBezTo>
                <a:cubicBezTo>
                  <a:pt x="18824" y="51522"/>
                  <a:pt x="19709" y="46810"/>
                  <a:pt x="20810" y="42552"/>
                </a:cubicBezTo>
                <a:cubicBezTo>
                  <a:pt x="22053" y="38151"/>
                  <a:pt x="23501" y="34085"/>
                  <a:pt x="25151" y="30353"/>
                </a:cubicBezTo>
                <a:cubicBezTo>
                  <a:pt x="26801" y="26622"/>
                  <a:pt x="28583" y="23393"/>
                  <a:pt x="30497" y="20666"/>
                </a:cubicBezTo>
                <a:cubicBezTo>
                  <a:pt x="31980" y="18561"/>
                  <a:pt x="33487" y="16696"/>
                  <a:pt x="35018" y="15069"/>
                </a:cubicBezTo>
                <a:cubicBezTo>
                  <a:pt x="36548" y="13443"/>
                  <a:pt x="38079" y="12055"/>
                  <a:pt x="39610" y="10907"/>
                </a:cubicBezTo>
                <a:lnTo>
                  <a:pt x="35735" y="0"/>
                </a:lnTo>
                <a:cubicBezTo>
                  <a:pt x="33104" y="1196"/>
                  <a:pt x="30389" y="2906"/>
                  <a:pt x="27591" y="5131"/>
                </a:cubicBezTo>
                <a:cubicBezTo>
                  <a:pt x="24792" y="7355"/>
                  <a:pt x="22077" y="10070"/>
                  <a:pt x="19446" y="13275"/>
                </a:cubicBezTo>
                <a:cubicBezTo>
                  <a:pt x="16815" y="16480"/>
                  <a:pt x="14316" y="20164"/>
                  <a:pt x="11948" y="24326"/>
                </a:cubicBezTo>
                <a:cubicBezTo>
                  <a:pt x="9580" y="28488"/>
                  <a:pt x="7511" y="33080"/>
                  <a:pt x="5741" y="38103"/>
                </a:cubicBezTo>
                <a:cubicBezTo>
                  <a:pt x="3971" y="43174"/>
                  <a:pt x="2571" y="48687"/>
                  <a:pt x="1543" y="54643"/>
                </a:cubicBezTo>
                <a:cubicBezTo>
                  <a:pt x="514" y="60599"/>
                  <a:pt x="0" y="66950"/>
                  <a:pt x="0" y="73695"/>
                </a:cubicBezTo>
                <a:close/>
                <a:moveTo>
                  <a:pt x="78847" y="38534"/>
                </a:moveTo>
                <a:lnTo>
                  <a:pt x="78847" y="54823"/>
                </a:lnTo>
                <a:lnTo>
                  <a:pt x="100948" y="54823"/>
                </a:lnTo>
                <a:lnTo>
                  <a:pt x="100948" y="99958"/>
                </a:lnTo>
                <a:lnTo>
                  <a:pt x="78847" y="99958"/>
                </a:lnTo>
                <a:lnTo>
                  <a:pt x="78847" y="116175"/>
                </a:lnTo>
                <a:lnTo>
                  <a:pt x="142137" y="116175"/>
                </a:lnTo>
                <a:lnTo>
                  <a:pt x="142137" y="99958"/>
                </a:lnTo>
                <a:lnTo>
                  <a:pt x="121112" y="99958"/>
                </a:lnTo>
                <a:lnTo>
                  <a:pt x="121112" y="38534"/>
                </a:lnTo>
                <a:lnTo>
                  <a:pt x="78847" y="38534"/>
                </a:lnTo>
                <a:moveTo>
                  <a:pt x="99513" y="18657"/>
                </a:moveTo>
                <a:cubicBezTo>
                  <a:pt x="99513" y="20188"/>
                  <a:pt x="99788" y="21611"/>
                  <a:pt x="100338" y="22927"/>
                </a:cubicBezTo>
                <a:cubicBezTo>
                  <a:pt x="100889" y="24242"/>
                  <a:pt x="101666" y="25354"/>
                  <a:pt x="102671" y="26263"/>
                </a:cubicBezTo>
                <a:cubicBezTo>
                  <a:pt x="103675" y="27220"/>
                  <a:pt x="104883" y="27961"/>
                  <a:pt x="106294" y="28488"/>
                </a:cubicBezTo>
                <a:cubicBezTo>
                  <a:pt x="107706" y="29014"/>
                  <a:pt x="109272" y="29277"/>
                  <a:pt x="110994" y="29277"/>
                </a:cubicBezTo>
                <a:cubicBezTo>
                  <a:pt x="114534" y="29277"/>
                  <a:pt x="117345" y="28284"/>
                  <a:pt x="119426" y="26299"/>
                </a:cubicBezTo>
                <a:cubicBezTo>
                  <a:pt x="121507" y="24314"/>
                  <a:pt x="122547" y="21766"/>
                  <a:pt x="122547" y="18657"/>
                </a:cubicBezTo>
                <a:cubicBezTo>
                  <a:pt x="122547" y="15547"/>
                  <a:pt x="121507" y="13000"/>
                  <a:pt x="119426" y="11015"/>
                </a:cubicBezTo>
                <a:cubicBezTo>
                  <a:pt x="117345" y="9029"/>
                  <a:pt x="114534" y="8037"/>
                  <a:pt x="110994" y="8037"/>
                </a:cubicBezTo>
                <a:cubicBezTo>
                  <a:pt x="109272" y="8037"/>
                  <a:pt x="107706" y="8300"/>
                  <a:pt x="106294" y="8826"/>
                </a:cubicBezTo>
                <a:cubicBezTo>
                  <a:pt x="104883" y="9352"/>
                  <a:pt x="103675" y="10070"/>
                  <a:pt x="102671" y="10979"/>
                </a:cubicBezTo>
                <a:cubicBezTo>
                  <a:pt x="101666" y="11936"/>
                  <a:pt x="100889" y="13072"/>
                  <a:pt x="100338" y="14387"/>
                </a:cubicBezTo>
                <a:cubicBezTo>
                  <a:pt x="99788" y="15703"/>
                  <a:pt x="99513" y="17126"/>
                  <a:pt x="99513" y="18657"/>
                </a:cubicBezTo>
                <a:close/>
                <a:moveTo>
                  <a:pt x="161712" y="116175"/>
                </a:moveTo>
                <a:lnTo>
                  <a:pt x="181733" y="116175"/>
                </a:lnTo>
                <a:lnTo>
                  <a:pt x="181733" y="60994"/>
                </a:lnTo>
                <a:cubicBezTo>
                  <a:pt x="182402" y="59941"/>
                  <a:pt x="183144" y="58985"/>
                  <a:pt x="183957" y="58124"/>
                </a:cubicBezTo>
                <a:cubicBezTo>
                  <a:pt x="184770" y="57262"/>
                  <a:pt x="185679" y="56521"/>
                  <a:pt x="186684" y="55899"/>
                </a:cubicBezTo>
                <a:cubicBezTo>
                  <a:pt x="187928" y="55038"/>
                  <a:pt x="189351" y="54392"/>
                  <a:pt x="190954" y="53962"/>
                </a:cubicBezTo>
                <a:cubicBezTo>
                  <a:pt x="192556" y="53531"/>
                  <a:pt x="194314" y="53316"/>
                  <a:pt x="196228" y="53316"/>
                </a:cubicBezTo>
                <a:cubicBezTo>
                  <a:pt x="198524" y="53316"/>
                  <a:pt x="200581" y="53543"/>
                  <a:pt x="202399" y="53997"/>
                </a:cubicBezTo>
                <a:cubicBezTo>
                  <a:pt x="204217" y="54452"/>
                  <a:pt x="205771" y="55253"/>
                  <a:pt x="207063" y="56401"/>
                </a:cubicBezTo>
                <a:cubicBezTo>
                  <a:pt x="208355" y="57549"/>
                  <a:pt x="209347" y="59116"/>
                  <a:pt x="210041" y="61101"/>
                </a:cubicBezTo>
                <a:cubicBezTo>
                  <a:pt x="210735" y="63087"/>
                  <a:pt x="211081" y="65610"/>
                  <a:pt x="211081" y="68672"/>
                </a:cubicBezTo>
                <a:lnTo>
                  <a:pt x="211081" y="116175"/>
                </a:lnTo>
                <a:lnTo>
                  <a:pt x="231030" y="116175"/>
                </a:lnTo>
                <a:lnTo>
                  <a:pt x="231030" y="68385"/>
                </a:lnTo>
                <a:cubicBezTo>
                  <a:pt x="231030" y="62740"/>
                  <a:pt x="230372" y="57944"/>
                  <a:pt x="229057" y="53997"/>
                </a:cubicBezTo>
                <a:cubicBezTo>
                  <a:pt x="227741" y="50051"/>
                  <a:pt x="225911" y="46810"/>
                  <a:pt x="223567" y="44274"/>
                </a:cubicBezTo>
                <a:cubicBezTo>
                  <a:pt x="221175" y="41787"/>
                  <a:pt x="218353" y="39969"/>
                  <a:pt x="215100" y="38821"/>
                </a:cubicBezTo>
                <a:cubicBezTo>
                  <a:pt x="211847" y="37673"/>
                  <a:pt x="208259" y="37099"/>
                  <a:pt x="204336" y="37099"/>
                </a:cubicBezTo>
                <a:cubicBezTo>
                  <a:pt x="201275" y="37099"/>
                  <a:pt x="198380" y="37529"/>
                  <a:pt x="195654" y="38390"/>
                </a:cubicBezTo>
                <a:cubicBezTo>
                  <a:pt x="192927" y="39251"/>
                  <a:pt x="190415" y="40495"/>
                  <a:pt x="188119" y="42122"/>
                </a:cubicBezTo>
                <a:cubicBezTo>
                  <a:pt x="186780" y="43078"/>
                  <a:pt x="185512" y="44155"/>
                  <a:pt x="184316" y="45351"/>
                </a:cubicBezTo>
                <a:cubicBezTo>
                  <a:pt x="183120" y="46547"/>
                  <a:pt x="182020" y="47862"/>
                  <a:pt x="181015" y="49297"/>
                </a:cubicBezTo>
                <a:lnTo>
                  <a:pt x="179795" y="38534"/>
                </a:lnTo>
                <a:lnTo>
                  <a:pt x="161712" y="38534"/>
                </a:lnTo>
                <a:lnTo>
                  <a:pt x="161712" y="116175"/>
                </a:lnTo>
                <a:close/>
                <a:moveTo>
                  <a:pt x="286484" y="19518"/>
                </a:moveTo>
                <a:lnTo>
                  <a:pt x="266536" y="19518"/>
                </a:lnTo>
                <a:lnTo>
                  <a:pt x="266536" y="38534"/>
                </a:lnTo>
                <a:lnTo>
                  <a:pt x="248812" y="38534"/>
                </a:lnTo>
                <a:lnTo>
                  <a:pt x="248812" y="53244"/>
                </a:lnTo>
                <a:lnTo>
                  <a:pt x="266536" y="53244"/>
                </a:lnTo>
                <a:lnTo>
                  <a:pt x="266536" y="88549"/>
                </a:lnTo>
                <a:cubicBezTo>
                  <a:pt x="266536" y="93667"/>
                  <a:pt x="267205" y="98057"/>
                  <a:pt x="268545" y="101716"/>
                </a:cubicBezTo>
                <a:cubicBezTo>
                  <a:pt x="269884" y="105376"/>
                  <a:pt x="271798" y="108378"/>
                  <a:pt x="274286" y="110722"/>
                </a:cubicBezTo>
                <a:cubicBezTo>
                  <a:pt x="276725" y="113114"/>
                  <a:pt x="279679" y="114872"/>
                  <a:pt x="283148" y="115996"/>
                </a:cubicBezTo>
                <a:cubicBezTo>
                  <a:pt x="286616" y="117120"/>
                  <a:pt x="290479" y="117682"/>
                  <a:pt x="294736" y="117682"/>
                </a:cubicBezTo>
                <a:cubicBezTo>
                  <a:pt x="296937" y="117682"/>
                  <a:pt x="299173" y="117575"/>
                  <a:pt x="301446" y="117359"/>
                </a:cubicBezTo>
                <a:cubicBezTo>
                  <a:pt x="303718" y="117144"/>
                  <a:pt x="305907" y="116845"/>
                  <a:pt x="308011" y="116462"/>
                </a:cubicBezTo>
                <a:cubicBezTo>
                  <a:pt x="310116" y="116080"/>
                  <a:pt x="312102" y="115589"/>
                  <a:pt x="313967" y="114991"/>
                </a:cubicBezTo>
                <a:cubicBezTo>
                  <a:pt x="315833" y="114393"/>
                  <a:pt x="317460" y="113688"/>
                  <a:pt x="318847" y="112874"/>
                </a:cubicBezTo>
                <a:lnTo>
                  <a:pt x="316909" y="99169"/>
                </a:lnTo>
                <a:cubicBezTo>
                  <a:pt x="316000" y="99408"/>
                  <a:pt x="314912" y="99647"/>
                  <a:pt x="313644" y="99886"/>
                </a:cubicBezTo>
                <a:cubicBezTo>
                  <a:pt x="312377" y="100126"/>
                  <a:pt x="311025" y="100341"/>
                  <a:pt x="309590" y="100532"/>
                </a:cubicBezTo>
                <a:cubicBezTo>
                  <a:pt x="308107" y="100771"/>
                  <a:pt x="306564" y="100963"/>
                  <a:pt x="304962" y="101106"/>
                </a:cubicBezTo>
                <a:cubicBezTo>
                  <a:pt x="303359" y="101250"/>
                  <a:pt x="301793" y="101322"/>
                  <a:pt x="300262" y="101322"/>
                </a:cubicBezTo>
                <a:cubicBezTo>
                  <a:pt x="298157" y="101322"/>
                  <a:pt x="296255" y="101082"/>
                  <a:pt x="294557" y="100604"/>
                </a:cubicBezTo>
                <a:cubicBezTo>
                  <a:pt x="292859" y="100126"/>
                  <a:pt x="291412" y="99312"/>
                  <a:pt x="290216" y="98164"/>
                </a:cubicBezTo>
                <a:cubicBezTo>
                  <a:pt x="289020" y="97064"/>
                  <a:pt x="288099" y="95569"/>
                  <a:pt x="287453" y="93679"/>
                </a:cubicBezTo>
                <a:cubicBezTo>
                  <a:pt x="286807" y="91790"/>
                  <a:pt x="286484" y="89434"/>
                  <a:pt x="286484" y="86611"/>
                </a:cubicBezTo>
                <a:lnTo>
                  <a:pt x="286484" y="53244"/>
                </a:lnTo>
                <a:lnTo>
                  <a:pt x="315474" y="53244"/>
                </a:lnTo>
                <a:lnTo>
                  <a:pt x="315474" y="38534"/>
                </a:lnTo>
                <a:lnTo>
                  <a:pt x="286484" y="38534"/>
                </a:lnTo>
                <a:lnTo>
                  <a:pt x="286484" y="19518"/>
                </a:lnTo>
                <a:close/>
                <a:moveTo>
                  <a:pt x="391020" y="10835"/>
                </a:moveTo>
                <a:lnTo>
                  <a:pt x="388365" y="10835"/>
                </a:lnTo>
                <a:cubicBezTo>
                  <a:pt x="379707" y="10835"/>
                  <a:pt x="372076" y="12282"/>
                  <a:pt x="365475" y="15177"/>
                </a:cubicBezTo>
                <a:cubicBezTo>
                  <a:pt x="358873" y="18071"/>
                  <a:pt x="353348" y="22077"/>
                  <a:pt x="348899" y="27196"/>
                </a:cubicBezTo>
                <a:cubicBezTo>
                  <a:pt x="344450" y="32363"/>
                  <a:pt x="341101" y="38474"/>
                  <a:pt x="338853" y="45530"/>
                </a:cubicBezTo>
                <a:cubicBezTo>
                  <a:pt x="336604" y="52586"/>
                  <a:pt x="335480" y="60252"/>
                  <a:pt x="335480" y="68528"/>
                </a:cubicBezTo>
                <a:lnTo>
                  <a:pt x="335480" y="76206"/>
                </a:lnTo>
                <a:cubicBezTo>
                  <a:pt x="335480" y="82186"/>
                  <a:pt x="336329" y="87700"/>
                  <a:pt x="338027" y="92746"/>
                </a:cubicBezTo>
                <a:cubicBezTo>
                  <a:pt x="339726" y="97793"/>
                  <a:pt x="342153" y="102159"/>
                  <a:pt x="345311" y="105842"/>
                </a:cubicBezTo>
                <a:cubicBezTo>
                  <a:pt x="348420" y="109526"/>
                  <a:pt x="352223" y="112408"/>
                  <a:pt x="356720" y="114489"/>
                </a:cubicBezTo>
                <a:cubicBezTo>
                  <a:pt x="361217" y="116570"/>
                  <a:pt x="366264" y="117610"/>
                  <a:pt x="371861" y="117610"/>
                </a:cubicBezTo>
                <a:cubicBezTo>
                  <a:pt x="377219" y="117610"/>
                  <a:pt x="382051" y="116690"/>
                  <a:pt x="386356" y="114848"/>
                </a:cubicBezTo>
                <a:cubicBezTo>
                  <a:pt x="390661" y="113006"/>
                  <a:pt x="394321" y="110483"/>
                  <a:pt x="397335" y="107277"/>
                </a:cubicBezTo>
                <a:cubicBezTo>
                  <a:pt x="400349" y="104072"/>
                  <a:pt x="402669" y="100293"/>
                  <a:pt x="404295" y="95940"/>
                </a:cubicBezTo>
                <a:cubicBezTo>
                  <a:pt x="405922" y="91586"/>
                  <a:pt x="406735" y="86874"/>
                  <a:pt x="406735" y="81803"/>
                </a:cubicBezTo>
                <a:cubicBezTo>
                  <a:pt x="406735" y="77067"/>
                  <a:pt x="406125" y="72559"/>
                  <a:pt x="404905" y="68277"/>
                </a:cubicBezTo>
                <a:cubicBezTo>
                  <a:pt x="403685" y="63996"/>
                  <a:pt x="401832" y="60228"/>
                  <a:pt x="399344" y="56975"/>
                </a:cubicBezTo>
                <a:cubicBezTo>
                  <a:pt x="396857" y="53770"/>
                  <a:pt x="393759" y="51223"/>
                  <a:pt x="390052" y="49333"/>
                </a:cubicBezTo>
                <a:cubicBezTo>
                  <a:pt x="386344" y="47444"/>
                  <a:pt x="382003" y="46499"/>
                  <a:pt x="377028" y="46499"/>
                </a:cubicBezTo>
                <a:cubicBezTo>
                  <a:pt x="374588" y="46499"/>
                  <a:pt x="372315" y="46786"/>
                  <a:pt x="370211" y="47360"/>
                </a:cubicBezTo>
                <a:cubicBezTo>
                  <a:pt x="368106" y="47934"/>
                  <a:pt x="366168" y="48675"/>
                  <a:pt x="364398" y="49584"/>
                </a:cubicBezTo>
                <a:cubicBezTo>
                  <a:pt x="362580" y="50541"/>
                  <a:pt x="360954" y="51606"/>
                  <a:pt x="359519" y="52778"/>
                </a:cubicBezTo>
                <a:cubicBezTo>
                  <a:pt x="358084" y="53950"/>
                  <a:pt x="356816" y="55134"/>
                  <a:pt x="355716" y="56330"/>
                </a:cubicBezTo>
                <a:cubicBezTo>
                  <a:pt x="356146" y="51976"/>
                  <a:pt x="357187" y="48030"/>
                  <a:pt x="358837" y="44490"/>
                </a:cubicBezTo>
                <a:cubicBezTo>
                  <a:pt x="360487" y="40950"/>
                  <a:pt x="362748" y="37912"/>
                  <a:pt x="365618" y="35376"/>
                </a:cubicBezTo>
                <a:cubicBezTo>
                  <a:pt x="368441" y="32841"/>
                  <a:pt x="371873" y="30880"/>
                  <a:pt x="375915" y="29492"/>
                </a:cubicBezTo>
                <a:cubicBezTo>
                  <a:pt x="379958" y="28105"/>
                  <a:pt x="384610" y="27411"/>
                  <a:pt x="389872" y="27411"/>
                </a:cubicBezTo>
                <a:lnTo>
                  <a:pt x="391020" y="27411"/>
                </a:lnTo>
                <a:lnTo>
                  <a:pt x="391020" y="10835"/>
                </a:lnTo>
                <a:moveTo>
                  <a:pt x="371215" y="62501"/>
                </a:moveTo>
                <a:cubicBezTo>
                  <a:pt x="373703" y="62501"/>
                  <a:pt x="375915" y="62991"/>
                  <a:pt x="377853" y="63972"/>
                </a:cubicBezTo>
                <a:cubicBezTo>
                  <a:pt x="379790" y="64952"/>
                  <a:pt x="381429" y="66304"/>
                  <a:pt x="382768" y="68026"/>
                </a:cubicBezTo>
                <a:cubicBezTo>
                  <a:pt x="384108" y="69796"/>
                  <a:pt x="385136" y="71877"/>
                  <a:pt x="385854" y="74269"/>
                </a:cubicBezTo>
                <a:cubicBezTo>
                  <a:pt x="386571" y="76661"/>
                  <a:pt x="386930" y="79268"/>
                  <a:pt x="386930" y="82091"/>
                </a:cubicBezTo>
                <a:cubicBezTo>
                  <a:pt x="386930" y="84913"/>
                  <a:pt x="386571" y="87508"/>
                  <a:pt x="385854" y="89876"/>
                </a:cubicBezTo>
                <a:cubicBezTo>
                  <a:pt x="385136" y="92244"/>
                  <a:pt x="384108" y="94289"/>
                  <a:pt x="382768" y="96011"/>
                </a:cubicBezTo>
                <a:cubicBezTo>
                  <a:pt x="381429" y="97734"/>
                  <a:pt x="379802" y="99085"/>
                  <a:pt x="377889" y="100066"/>
                </a:cubicBezTo>
                <a:cubicBezTo>
                  <a:pt x="375975" y="101046"/>
                  <a:pt x="373846" y="101537"/>
                  <a:pt x="371502" y="101537"/>
                </a:cubicBezTo>
                <a:cubicBezTo>
                  <a:pt x="369206" y="101537"/>
                  <a:pt x="367077" y="101058"/>
                  <a:pt x="365116" y="100102"/>
                </a:cubicBezTo>
                <a:cubicBezTo>
                  <a:pt x="363154" y="99145"/>
                  <a:pt x="361456" y="97710"/>
                  <a:pt x="360021" y="95796"/>
                </a:cubicBezTo>
                <a:cubicBezTo>
                  <a:pt x="358586" y="93930"/>
                  <a:pt x="357474" y="91562"/>
                  <a:pt x="356684" y="88692"/>
                </a:cubicBezTo>
                <a:cubicBezTo>
                  <a:pt x="355895" y="85822"/>
                  <a:pt x="355500" y="82473"/>
                  <a:pt x="355500" y="78646"/>
                </a:cubicBezTo>
                <a:lnTo>
                  <a:pt x="355500" y="72762"/>
                </a:lnTo>
                <a:cubicBezTo>
                  <a:pt x="356170" y="71327"/>
                  <a:pt x="356995" y="70011"/>
                  <a:pt x="357976" y="68815"/>
                </a:cubicBezTo>
                <a:cubicBezTo>
                  <a:pt x="358957" y="67619"/>
                  <a:pt x="360045" y="66567"/>
                  <a:pt x="361241" y="65658"/>
                </a:cubicBezTo>
                <a:cubicBezTo>
                  <a:pt x="362628" y="64653"/>
                  <a:pt x="364159" y="63876"/>
                  <a:pt x="365833" y="63326"/>
                </a:cubicBezTo>
                <a:cubicBezTo>
                  <a:pt x="367508" y="62776"/>
                  <a:pt x="369302" y="62501"/>
                  <a:pt x="371215" y="62501"/>
                </a:cubicBezTo>
                <a:close/>
                <a:moveTo>
                  <a:pt x="484506" y="77355"/>
                </a:moveTo>
                <a:lnTo>
                  <a:pt x="484506" y="11696"/>
                </a:lnTo>
                <a:lnTo>
                  <a:pt x="464271" y="11696"/>
                </a:lnTo>
                <a:lnTo>
                  <a:pt x="420355" y="81014"/>
                </a:lnTo>
                <a:lnTo>
                  <a:pt x="421144" y="93500"/>
                </a:lnTo>
                <a:lnTo>
                  <a:pt x="464558" y="93500"/>
                </a:lnTo>
                <a:lnTo>
                  <a:pt x="464558" y="116175"/>
                </a:lnTo>
                <a:lnTo>
                  <a:pt x="484506" y="116175"/>
                </a:lnTo>
                <a:lnTo>
                  <a:pt x="484506" y="93500"/>
                </a:lnTo>
                <a:lnTo>
                  <a:pt x="496633" y="93500"/>
                </a:lnTo>
                <a:lnTo>
                  <a:pt x="496633" y="77355"/>
                </a:lnTo>
                <a:lnTo>
                  <a:pt x="484506" y="77355"/>
                </a:lnTo>
                <a:moveTo>
                  <a:pt x="439945" y="77355"/>
                </a:moveTo>
                <a:lnTo>
                  <a:pt x="462620" y="41978"/>
                </a:lnTo>
                <a:lnTo>
                  <a:pt x="464558" y="38534"/>
                </a:lnTo>
                <a:lnTo>
                  <a:pt x="464558" y="77355"/>
                </a:lnTo>
                <a:lnTo>
                  <a:pt x="439945" y="77355"/>
                </a:lnTo>
                <a:close/>
                <a:moveTo>
                  <a:pt x="651098" y="116175"/>
                </a:moveTo>
                <a:lnTo>
                  <a:pt x="671334" y="116175"/>
                </a:lnTo>
                <a:lnTo>
                  <a:pt x="671334" y="114955"/>
                </a:lnTo>
                <a:cubicBezTo>
                  <a:pt x="670329" y="112994"/>
                  <a:pt x="669564" y="110650"/>
                  <a:pt x="669037" y="107923"/>
                </a:cubicBezTo>
                <a:cubicBezTo>
                  <a:pt x="668511" y="105196"/>
                  <a:pt x="668248" y="101752"/>
                  <a:pt x="668248" y="97590"/>
                </a:cubicBezTo>
                <a:lnTo>
                  <a:pt x="668248" y="64295"/>
                </a:lnTo>
                <a:cubicBezTo>
                  <a:pt x="668248" y="59798"/>
                  <a:pt x="667411" y="55839"/>
                  <a:pt x="665737" y="52419"/>
                </a:cubicBezTo>
                <a:cubicBezTo>
                  <a:pt x="664062" y="48998"/>
                  <a:pt x="661742" y="46164"/>
                  <a:pt x="658776" y="43916"/>
                </a:cubicBezTo>
                <a:cubicBezTo>
                  <a:pt x="655810" y="41667"/>
                  <a:pt x="652306" y="39969"/>
                  <a:pt x="648264" y="38821"/>
                </a:cubicBezTo>
                <a:cubicBezTo>
                  <a:pt x="644221" y="37673"/>
                  <a:pt x="639856" y="37099"/>
                  <a:pt x="635168" y="37099"/>
                </a:cubicBezTo>
                <a:cubicBezTo>
                  <a:pt x="629954" y="37099"/>
                  <a:pt x="625325" y="37756"/>
                  <a:pt x="621283" y="39072"/>
                </a:cubicBezTo>
                <a:cubicBezTo>
                  <a:pt x="617241" y="40387"/>
                  <a:pt x="613832" y="42169"/>
                  <a:pt x="611057" y="44418"/>
                </a:cubicBezTo>
                <a:cubicBezTo>
                  <a:pt x="608235" y="46666"/>
                  <a:pt x="606094" y="49273"/>
                  <a:pt x="604635" y="52239"/>
                </a:cubicBezTo>
                <a:cubicBezTo>
                  <a:pt x="603176" y="55205"/>
                  <a:pt x="602447" y="58339"/>
                  <a:pt x="602447" y="61640"/>
                </a:cubicBezTo>
                <a:lnTo>
                  <a:pt x="622395" y="61640"/>
                </a:lnTo>
                <a:cubicBezTo>
                  <a:pt x="622395" y="60252"/>
                  <a:pt x="622598" y="58985"/>
                  <a:pt x="623005" y="57836"/>
                </a:cubicBezTo>
                <a:cubicBezTo>
                  <a:pt x="623412" y="56688"/>
                  <a:pt x="624046" y="55708"/>
                  <a:pt x="624907" y="54894"/>
                </a:cubicBezTo>
                <a:cubicBezTo>
                  <a:pt x="625863" y="53986"/>
                  <a:pt x="627107" y="53280"/>
                  <a:pt x="628638" y="52778"/>
                </a:cubicBezTo>
                <a:cubicBezTo>
                  <a:pt x="630169" y="52275"/>
                  <a:pt x="631987" y="52024"/>
                  <a:pt x="634092" y="52024"/>
                </a:cubicBezTo>
                <a:cubicBezTo>
                  <a:pt x="636483" y="52024"/>
                  <a:pt x="638576" y="52323"/>
                  <a:pt x="640370" y="52921"/>
                </a:cubicBezTo>
                <a:cubicBezTo>
                  <a:pt x="642164" y="53519"/>
                  <a:pt x="643659" y="54368"/>
                  <a:pt x="644855" y="55468"/>
                </a:cubicBezTo>
                <a:cubicBezTo>
                  <a:pt x="646003" y="56521"/>
                  <a:pt x="646864" y="57777"/>
                  <a:pt x="647438" y="59236"/>
                </a:cubicBezTo>
                <a:cubicBezTo>
                  <a:pt x="648013" y="60695"/>
                  <a:pt x="648300" y="62333"/>
                  <a:pt x="648300" y="64151"/>
                </a:cubicBezTo>
                <a:lnTo>
                  <a:pt x="648300" y="68744"/>
                </a:lnTo>
                <a:lnTo>
                  <a:pt x="637177" y="68744"/>
                </a:lnTo>
                <a:cubicBezTo>
                  <a:pt x="631437" y="68744"/>
                  <a:pt x="626354" y="69258"/>
                  <a:pt x="621929" y="70286"/>
                </a:cubicBezTo>
                <a:cubicBezTo>
                  <a:pt x="617504" y="71315"/>
                  <a:pt x="613784" y="72810"/>
                  <a:pt x="610770" y="74771"/>
                </a:cubicBezTo>
                <a:cubicBezTo>
                  <a:pt x="607422" y="76924"/>
                  <a:pt x="604910" y="79663"/>
                  <a:pt x="603236" y="82987"/>
                </a:cubicBezTo>
                <a:cubicBezTo>
                  <a:pt x="601562" y="86312"/>
                  <a:pt x="600724" y="90127"/>
                  <a:pt x="600724" y="94433"/>
                </a:cubicBezTo>
                <a:cubicBezTo>
                  <a:pt x="600724" y="97781"/>
                  <a:pt x="601394" y="100879"/>
                  <a:pt x="602734" y="103725"/>
                </a:cubicBezTo>
                <a:cubicBezTo>
                  <a:pt x="604073" y="106572"/>
                  <a:pt x="605939" y="109023"/>
                  <a:pt x="608331" y="111081"/>
                </a:cubicBezTo>
                <a:cubicBezTo>
                  <a:pt x="610723" y="113138"/>
                  <a:pt x="613581" y="114740"/>
                  <a:pt x="616906" y="115888"/>
                </a:cubicBezTo>
                <a:cubicBezTo>
                  <a:pt x="620230" y="117036"/>
                  <a:pt x="623878" y="117610"/>
                  <a:pt x="627849" y="117610"/>
                </a:cubicBezTo>
                <a:cubicBezTo>
                  <a:pt x="630288" y="117610"/>
                  <a:pt x="632561" y="117383"/>
                  <a:pt x="634666" y="116929"/>
                </a:cubicBezTo>
                <a:cubicBezTo>
                  <a:pt x="636771" y="116474"/>
                  <a:pt x="638708" y="115840"/>
                  <a:pt x="640478" y="115027"/>
                </a:cubicBezTo>
                <a:cubicBezTo>
                  <a:pt x="642200" y="114262"/>
                  <a:pt x="643779" y="113353"/>
                  <a:pt x="645214" y="112300"/>
                </a:cubicBezTo>
                <a:cubicBezTo>
                  <a:pt x="646649" y="111248"/>
                  <a:pt x="647917" y="110124"/>
                  <a:pt x="649017" y="108928"/>
                </a:cubicBezTo>
                <a:cubicBezTo>
                  <a:pt x="649256" y="110315"/>
                  <a:pt x="649543" y="111631"/>
                  <a:pt x="649878" y="112874"/>
                </a:cubicBezTo>
                <a:cubicBezTo>
                  <a:pt x="650213" y="114118"/>
                  <a:pt x="650620" y="115219"/>
                  <a:pt x="651098" y="116175"/>
                </a:cubicBezTo>
                <a:moveTo>
                  <a:pt x="632082" y="102183"/>
                </a:moveTo>
                <a:cubicBezTo>
                  <a:pt x="630217" y="102183"/>
                  <a:pt x="628578" y="101955"/>
                  <a:pt x="627167" y="101501"/>
                </a:cubicBezTo>
                <a:cubicBezTo>
                  <a:pt x="625756" y="101046"/>
                  <a:pt x="624572" y="100436"/>
                  <a:pt x="623615" y="99671"/>
                </a:cubicBezTo>
                <a:cubicBezTo>
                  <a:pt x="622658" y="98858"/>
                  <a:pt x="621929" y="97865"/>
                  <a:pt x="621426" y="96693"/>
                </a:cubicBezTo>
                <a:cubicBezTo>
                  <a:pt x="620924" y="95521"/>
                  <a:pt x="620673" y="94241"/>
                  <a:pt x="620673" y="92854"/>
                </a:cubicBezTo>
                <a:cubicBezTo>
                  <a:pt x="620673" y="91084"/>
                  <a:pt x="621008" y="89446"/>
                  <a:pt x="621678" y="87939"/>
                </a:cubicBezTo>
                <a:cubicBezTo>
                  <a:pt x="622347" y="86432"/>
                  <a:pt x="623376" y="85128"/>
                  <a:pt x="624763" y="84028"/>
                </a:cubicBezTo>
                <a:cubicBezTo>
                  <a:pt x="626150" y="82976"/>
                  <a:pt x="627944" y="82150"/>
                  <a:pt x="630145" y="81552"/>
                </a:cubicBezTo>
                <a:cubicBezTo>
                  <a:pt x="632345" y="80954"/>
                  <a:pt x="635000" y="80655"/>
                  <a:pt x="638110" y="80655"/>
                </a:cubicBezTo>
                <a:lnTo>
                  <a:pt x="648300" y="80655"/>
                </a:lnTo>
                <a:lnTo>
                  <a:pt x="648300" y="94002"/>
                </a:lnTo>
                <a:cubicBezTo>
                  <a:pt x="647725" y="95007"/>
                  <a:pt x="646936" y="95999"/>
                  <a:pt x="645932" y="96980"/>
                </a:cubicBezTo>
                <a:cubicBezTo>
                  <a:pt x="644927" y="97961"/>
                  <a:pt x="643731" y="98834"/>
                  <a:pt x="642344" y="99599"/>
                </a:cubicBezTo>
                <a:cubicBezTo>
                  <a:pt x="640956" y="100365"/>
                  <a:pt x="639402" y="100987"/>
                  <a:pt x="637679" y="101465"/>
                </a:cubicBezTo>
                <a:cubicBezTo>
                  <a:pt x="635957" y="101943"/>
                  <a:pt x="634092" y="102183"/>
                  <a:pt x="632082" y="102183"/>
                </a:cubicBezTo>
                <a:close/>
                <a:moveTo>
                  <a:pt x="739632" y="116175"/>
                </a:moveTo>
                <a:lnTo>
                  <a:pt x="739632" y="11696"/>
                </a:lnTo>
                <a:lnTo>
                  <a:pt x="738556" y="11696"/>
                </a:lnTo>
                <a:lnTo>
                  <a:pt x="693062" y="28129"/>
                </a:lnTo>
                <a:lnTo>
                  <a:pt x="693062" y="45494"/>
                </a:lnTo>
                <a:lnTo>
                  <a:pt x="719469" y="36022"/>
                </a:lnTo>
                <a:lnTo>
                  <a:pt x="719469" y="116175"/>
                </a:lnTo>
                <a:lnTo>
                  <a:pt x="739632" y="116175"/>
                </a:lnTo>
                <a:close/>
                <a:moveTo>
                  <a:pt x="819771" y="114597"/>
                </a:moveTo>
                <a:lnTo>
                  <a:pt x="819843" y="98738"/>
                </a:lnTo>
                <a:lnTo>
                  <a:pt x="801114" y="98738"/>
                </a:lnTo>
                <a:lnTo>
                  <a:pt x="801114" y="115529"/>
                </a:lnTo>
                <a:cubicBezTo>
                  <a:pt x="801114" y="120792"/>
                  <a:pt x="800492" y="125300"/>
                  <a:pt x="799249" y="129056"/>
                </a:cubicBezTo>
                <a:cubicBezTo>
                  <a:pt x="798005" y="132811"/>
                  <a:pt x="796474" y="136411"/>
                  <a:pt x="794656" y="139855"/>
                </a:cubicBezTo>
                <a:lnTo>
                  <a:pt x="805204" y="145309"/>
                </a:lnTo>
                <a:cubicBezTo>
                  <a:pt x="809510" y="141482"/>
                  <a:pt x="813014" y="136770"/>
                  <a:pt x="815717" y="131173"/>
                </a:cubicBezTo>
                <a:cubicBezTo>
                  <a:pt x="818420" y="125576"/>
                  <a:pt x="819771" y="120050"/>
                  <a:pt x="819771" y="114597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int16">
            <a:extLst xmlns:a="http://schemas.openxmlformats.org/drawingml/2006/main">
              <a:ext uri="{FF2B5EF4-FFF2-40B4-BE49-F238E27FC236}">
                <a16:creationId xmlns:a16="http://schemas.microsoft.com/office/drawing/2014/main" id="{D4079B33-3FD4-4D60-B0DA-4D215D62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236" y="708278"/>
            <a:ext cx="416064" cy="109645"/>
          </a:xfrm>
          <a:custGeom xmlns:a="http://schemas.openxmlformats.org/drawingml/2006/main">
            <a:pathLst>
              <a:path w="416064" h="109645">
                <a:moveTo>
                  <a:pt x="0" y="30497"/>
                </a:moveTo>
                <a:lnTo>
                  <a:pt x="0" y="46786"/>
                </a:lnTo>
                <a:lnTo>
                  <a:pt x="22101" y="46786"/>
                </a:lnTo>
                <a:lnTo>
                  <a:pt x="22101" y="91921"/>
                </a:lnTo>
                <a:lnTo>
                  <a:pt x="0" y="91921"/>
                </a:lnTo>
                <a:lnTo>
                  <a:pt x="0" y="108138"/>
                </a:lnTo>
                <a:lnTo>
                  <a:pt x="63290" y="108138"/>
                </a:lnTo>
                <a:lnTo>
                  <a:pt x="63290" y="91921"/>
                </a:lnTo>
                <a:lnTo>
                  <a:pt x="42265" y="91921"/>
                </a:lnTo>
                <a:lnTo>
                  <a:pt x="42265" y="30497"/>
                </a:lnTo>
                <a:lnTo>
                  <a:pt x="0" y="30497"/>
                </a:lnTo>
                <a:moveTo>
                  <a:pt x="20666" y="10620"/>
                </a:moveTo>
                <a:cubicBezTo>
                  <a:pt x="20666" y="12151"/>
                  <a:pt x="20941" y="13574"/>
                  <a:pt x="21491" y="14890"/>
                </a:cubicBezTo>
                <a:cubicBezTo>
                  <a:pt x="22041" y="16205"/>
                  <a:pt x="22819" y="17317"/>
                  <a:pt x="23823" y="18226"/>
                </a:cubicBezTo>
                <a:cubicBezTo>
                  <a:pt x="24828" y="19183"/>
                  <a:pt x="26036" y="19925"/>
                  <a:pt x="27447" y="20451"/>
                </a:cubicBezTo>
                <a:cubicBezTo>
                  <a:pt x="28858" y="20977"/>
                  <a:pt x="30425" y="21240"/>
                  <a:pt x="32147" y="21240"/>
                </a:cubicBezTo>
                <a:cubicBezTo>
                  <a:pt x="35687" y="21240"/>
                  <a:pt x="38498" y="20248"/>
                  <a:pt x="40579" y="18262"/>
                </a:cubicBezTo>
                <a:cubicBezTo>
                  <a:pt x="42660" y="16277"/>
                  <a:pt x="43700" y="13730"/>
                  <a:pt x="43700" y="10620"/>
                </a:cubicBezTo>
                <a:cubicBezTo>
                  <a:pt x="43700" y="7511"/>
                  <a:pt x="42660" y="4963"/>
                  <a:pt x="40579" y="2978"/>
                </a:cubicBezTo>
                <a:cubicBezTo>
                  <a:pt x="38498" y="993"/>
                  <a:pt x="35687" y="0"/>
                  <a:pt x="32147" y="0"/>
                </a:cubicBezTo>
                <a:cubicBezTo>
                  <a:pt x="30425" y="0"/>
                  <a:pt x="28858" y="263"/>
                  <a:pt x="27447" y="789"/>
                </a:cubicBezTo>
                <a:cubicBezTo>
                  <a:pt x="26036" y="1316"/>
                  <a:pt x="24828" y="2033"/>
                  <a:pt x="23823" y="2942"/>
                </a:cubicBezTo>
                <a:cubicBezTo>
                  <a:pt x="22819" y="3899"/>
                  <a:pt x="22041" y="5035"/>
                  <a:pt x="21491" y="6351"/>
                </a:cubicBezTo>
                <a:cubicBezTo>
                  <a:pt x="20941" y="7666"/>
                  <a:pt x="20666" y="9089"/>
                  <a:pt x="20666" y="10620"/>
                </a:cubicBezTo>
                <a:close/>
                <a:moveTo>
                  <a:pt x="82865" y="108138"/>
                </a:moveTo>
                <a:lnTo>
                  <a:pt x="102886" y="108138"/>
                </a:lnTo>
                <a:lnTo>
                  <a:pt x="102886" y="52957"/>
                </a:lnTo>
                <a:cubicBezTo>
                  <a:pt x="103555" y="51905"/>
                  <a:pt x="104297" y="50948"/>
                  <a:pt x="105110" y="50087"/>
                </a:cubicBezTo>
                <a:cubicBezTo>
                  <a:pt x="105923" y="49226"/>
                  <a:pt x="106832" y="48484"/>
                  <a:pt x="107837" y="47862"/>
                </a:cubicBezTo>
                <a:cubicBezTo>
                  <a:pt x="109081" y="47001"/>
                  <a:pt x="110504" y="46355"/>
                  <a:pt x="112106" y="45925"/>
                </a:cubicBezTo>
                <a:cubicBezTo>
                  <a:pt x="113709" y="45494"/>
                  <a:pt x="115467" y="45279"/>
                  <a:pt x="117381" y="45279"/>
                </a:cubicBezTo>
                <a:cubicBezTo>
                  <a:pt x="119677" y="45279"/>
                  <a:pt x="121734" y="45506"/>
                  <a:pt x="123552" y="45961"/>
                </a:cubicBezTo>
                <a:cubicBezTo>
                  <a:pt x="125370" y="46415"/>
                  <a:pt x="126924" y="47216"/>
                  <a:pt x="128216" y="48365"/>
                </a:cubicBezTo>
                <a:cubicBezTo>
                  <a:pt x="129508" y="49513"/>
                  <a:pt x="130500" y="51079"/>
                  <a:pt x="131194" y="53065"/>
                </a:cubicBezTo>
                <a:cubicBezTo>
                  <a:pt x="131888" y="55050"/>
                  <a:pt x="132234" y="57573"/>
                  <a:pt x="132234" y="60635"/>
                </a:cubicBezTo>
                <a:lnTo>
                  <a:pt x="132234" y="108138"/>
                </a:lnTo>
                <a:lnTo>
                  <a:pt x="152183" y="108138"/>
                </a:lnTo>
                <a:lnTo>
                  <a:pt x="152183" y="60348"/>
                </a:lnTo>
                <a:cubicBezTo>
                  <a:pt x="152183" y="54703"/>
                  <a:pt x="151525" y="49907"/>
                  <a:pt x="150210" y="45961"/>
                </a:cubicBezTo>
                <a:cubicBezTo>
                  <a:pt x="148894" y="42014"/>
                  <a:pt x="147064" y="38773"/>
                  <a:pt x="144720" y="36238"/>
                </a:cubicBezTo>
                <a:cubicBezTo>
                  <a:pt x="142328" y="33750"/>
                  <a:pt x="139506" y="31932"/>
                  <a:pt x="136253" y="30784"/>
                </a:cubicBezTo>
                <a:cubicBezTo>
                  <a:pt x="133000" y="29636"/>
                  <a:pt x="129412" y="29062"/>
                  <a:pt x="125489" y="29062"/>
                </a:cubicBezTo>
                <a:cubicBezTo>
                  <a:pt x="122428" y="29062"/>
                  <a:pt x="119533" y="29492"/>
                  <a:pt x="116807" y="30353"/>
                </a:cubicBezTo>
                <a:cubicBezTo>
                  <a:pt x="114080" y="31214"/>
                  <a:pt x="111568" y="32458"/>
                  <a:pt x="109272" y="34085"/>
                </a:cubicBezTo>
                <a:cubicBezTo>
                  <a:pt x="107933" y="35042"/>
                  <a:pt x="106665" y="36118"/>
                  <a:pt x="105469" y="37314"/>
                </a:cubicBezTo>
                <a:cubicBezTo>
                  <a:pt x="104273" y="38510"/>
                  <a:pt x="103173" y="39825"/>
                  <a:pt x="102168" y="41261"/>
                </a:cubicBezTo>
                <a:lnTo>
                  <a:pt x="100948" y="30497"/>
                </a:lnTo>
                <a:lnTo>
                  <a:pt x="82865" y="30497"/>
                </a:lnTo>
                <a:lnTo>
                  <a:pt x="82865" y="108138"/>
                </a:lnTo>
                <a:close/>
                <a:moveTo>
                  <a:pt x="207637" y="11481"/>
                </a:moveTo>
                <a:lnTo>
                  <a:pt x="187689" y="11481"/>
                </a:lnTo>
                <a:lnTo>
                  <a:pt x="187689" y="30497"/>
                </a:lnTo>
                <a:lnTo>
                  <a:pt x="169964" y="30497"/>
                </a:lnTo>
                <a:lnTo>
                  <a:pt x="169964" y="45207"/>
                </a:lnTo>
                <a:lnTo>
                  <a:pt x="187689" y="45207"/>
                </a:lnTo>
                <a:lnTo>
                  <a:pt x="187689" y="80512"/>
                </a:lnTo>
                <a:cubicBezTo>
                  <a:pt x="187689" y="85631"/>
                  <a:pt x="188358" y="90020"/>
                  <a:pt x="189698" y="93679"/>
                </a:cubicBezTo>
                <a:cubicBezTo>
                  <a:pt x="191037" y="97339"/>
                  <a:pt x="192951" y="100341"/>
                  <a:pt x="195438" y="102685"/>
                </a:cubicBezTo>
                <a:cubicBezTo>
                  <a:pt x="197878" y="105077"/>
                  <a:pt x="200832" y="106835"/>
                  <a:pt x="204300" y="107959"/>
                </a:cubicBezTo>
                <a:cubicBezTo>
                  <a:pt x="207769" y="109083"/>
                  <a:pt x="211632" y="109645"/>
                  <a:pt x="215889" y="109645"/>
                </a:cubicBezTo>
                <a:cubicBezTo>
                  <a:pt x="218090" y="109645"/>
                  <a:pt x="220326" y="109538"/>
                  <a:pt x="222599" y="109322"/>
                </a:cubicBezTo>
                <a:cubicBezTo>
                  <a:pt x="224871" y="109107"/>
                  <a:pt x="227059" y="108808"/>
                  <a:pt x="229164" y="108425"/>
                </a:cubicBezTo>
                <a:cubicBezTo>
                  <a:pt x="231269" y="108043"/>
                  <a:pt x="233255" y="107552"/>
                  <a:pt x="235120" y="106954"/>
                </a:cubicBezTo>
                <a:cubicBezTo>
                  <a:pt x="236986" y="106356"/>
                  <a:pt x="238612" y="105651"/>
                  <a:pt x="240000" y="104838"/>
                </a:cubicBezTo>
                <a:lnTo>
                  <a:pt x="238062" y="91132"/>
                </a:lnTo>
                <a:cubicBezTo>
                  <a:pt x="237153" y="91371"/>
                  <a:pt x="236065" y="91610"/>
                  <a:pt x="234797" y="91850"/>
                </a:cubicBezTo>
                <a:cubicBezTo>
                  <a:pt x="233530" y="92089"/>
                  <a:pt x="232178" y="92304"/>
                  <a:pt x="230743" y="92495"/>
                </a:cubicBezTo>
                <a:cubicBezTo>
                  <a:pt x="229260" y="92735"/>
                  <a:pt x="227717" y="92926"/>
                  <a:pt x="226115" y="93069"/>
                </a:cubicBezTo>
                <a:cubicBezTo>
                  <a:pt x="224512" y="93213"/>
                  <a:pt x="222945" y="93285"/>
                  <a:pt x="221415" y="93285"/>
                </a:cubicBezTo>
                <a:cubicBezTo>
                  <a:pt x="219310" y="93285"/>
                  <a:pt x="217408" y="93045"/>
                  <a:pt x="215710" y="92567"/>
                </a:cubicBezTo>
                <a:cubicBezTo>
                  <a:pt x="214012" y="92089"/>
                  <a:pt x="212564" y="91275"/>
                  <a:pt x="211369" y="90127"/>
                </a:cubicBezTo>
                <a:cubicBezTo>
                  <a:pt x="210173" y="89027"/>
                  <a:pt x="209252" y="87532"/>
                  <a:pt x="208606" y="85643"/>
                </a:cubicBezTo>
                <a:cubicBezTo>
                  <a:pt x="207960" y="83753"/>
                  <a:pt x="207637" y="81397"/>
                  <a:pt x="207637" y="78574"/>
                </a:cubicBezTo>
                <a:lnTo>
                  <a:pt x="207637" y="45207"/>
                </a:lnTo>
                <a:lnTo>
                  <a:pt x="236627" y="45207"/>
                </a:lnTo>
                <a:lnTo>
                  <a:pt x="236627" y="30497"/>
                </a:lnTo>
                <a:lnTo>
                  <a:pt x="207637" y="30497"/>
                </a:lnTo>
                <a:lnTo>
                  <a:pt x="207637" y="11481"/>
                </a:lnTo>
                <a:close/>
                <a:moveTo>
                  <a:pt x="308084" y="108138"/>
                </a:moveTo>
                <a:lnTo>
                  <a:pt x="308084" y="3660"/>
                </a:lnTo>
                <a:lnTo>
                  <a:pt x="307007" y="3660"/>
                </a:lnTo>
                <a:lnTo>
                  <a:pt x="261513" y="20092"/>
                </a:lnTo>
                <a:lnTo>
                  <a:pt x="261513" y="37457"/>
                </a:lnTo>
                <a:lnTo>
                  <a:pt x="287920" y="27985"/>
                </a:lnTo>
                <a:lnTo>
                  <a:pt x="287920" y="108138"/>
                </a:lnTo>
                <a:lnTo>
                  <a:pt x="308084" y="108138"/>
                </a:lnTo>
                <a:close/>
                <a:moveTo>
                  <a:pt x="400349" y="2799"/>
                </a:moveTo>
                <a:lnTo>
                  <a:pt x="397694" y="2799"/>
                </a:lnTo>
                <a:cubicBezTo>
                  <a:pt x="389035" y="2799"/>
                  <a:pt x="381405" y="4246"/>
                  <a:pt x="374803" y="7140"/>
                </a:cubicBezTo>
                <a:cubicBezTo>
                  <a:pt x="368202" y="10034"/>
                  <a:pt x="362676" y="14041"/>
                  <a:pt x="358227" y="19159"/>
                </a:cubicBezTo>
                <a:cubicBezTo>
                  <a:pt x="353778" y="24326"/>
                  <a:pt x="350430" y="30437"/>
                  <a:pt x="348181" y="37493"/>
                </a:cubicBezTo>
                <a:cubicBezTo>
                  <a:pt x="345933" y="44549"/>
                  <a:pt x="344809" y="52215"/>
                  <a:pt x="344809" y="60492"/>
                </a:cubicBezTo>
                <a:lnTo>
                  <a:pt x="344809" y="68170"/>
                </a:lnTo>
                <a:cubicBezTo>
                  <a:pt x="344809" y="74149"/>
                  <a:pt x="345658" y="79663"/>
                  <a:pt x="347356" y="84710"/>
                </a:cubicBezTo>
                <a:cubicBezTo>
                  <a:pt x="349054" y="89757"/>
                  <a:pt x="351482" y="94122"/>
                  <a:pt x="354640" y="97805"/>
                </a:cubicBezTo>
                <a:cubicBezTo>
                  <a:pt x="357749" y="101489"/>
                  <a:pt x="361552" y="104371"/>
                  <a:pt x="366049" y="106452"/>
                </a:cubicBezTo>
                <a:cubicBezTo>
                  <a:pt x="370546" y="108533"/>
                  <a:pt x="375593" y="109574"/>
                  <a:pt x="381190" y="109574"/>
                </a:cubicBezTo>
                <a:cubicBezTo>
                  <a:pt x="386548" y="109574"/>
                  <a:pt x="391379" y="108653"/>
                  <a:pt x="395685" y="106811"/>
                </a:cubicBezTo>
                <a:cubicBezTo>
                  <a:pt x="399990" y="104969"/>
                  <a:pt x="403650" y="102446"/>
                  <a:pt x="406664" y="99241"/>
                </a:cubicBezTo>
                <a:cubicBezTo>
                  <a:pt x="409677" y="96035"/>
                  <a:pt x="411998" y="92256"/>
                  <a:pt x="413624" y="87903"/>
                </a:cubicBezTo>
                <a:cubicBezTo>
                  <a:pt x="415251" y="83550"/>
                  <a:pt x="416064" y="78838"/>
                  <a:pt x="416064" y="73767"/>
                </a:cubicBezTo>
                <a:cubicBezTo>
                  <a:pt x="416064" y="69031"/>
                  <a:pt x="415454" y="64522"/>
                  <a:pt x="414234" y="60240"/>
                </a:cubicBezTo>
                <a:cubicBezTo>
                  <a:pt x="413014" y="55959"/>
                  <a:pt x="411160" y="52192"/>
                  <a:pt x="408673" y="48939"/>
                </a:cubicBezTo>
                <a:cubicBezTo>
                  <a:pt x="406185" y="45733"/>
                  <a:pt x="403088" y="43186"/>
                  <a:pt x="399380" y="41296"/>
                </a:cubicBezTo>
                <a:cubicBezTo>
                  <a:pt x="395673" y="39407"/>
                  <a:pt x="391332" y="38462"/>
                  <a:pt x="386356" y="38462"/>
                </a:cubicBezTo>
                <a:cubicBezTo>
                  <a:pt x="383917" y="38462"/>
                  <a:pt x="381644" y="38749"/>
                  <a:pt x="379539" y="39323"/>
                </a:cubicBezTo>
                <a:cubicBezTo>
                  <a:pt x="377434" y="39897"/>
                  <a:pt x="375497" y="40639"/>
                  <a:pt x="373727" y="41548"/>
                </a:cubicBezTo>
                <a:cubicBezTo>
                  <a:pt x="371909" y="42504"/>
                  <a:pt x="370283" y="43569"/>
                  <a:pt x="368848" y="44741"/>
                </a:cubicBezTo>
                <a:cubicBezTo>
                  <a:pt x="367412" y="45913"/>
                  <a:pt x="366145" y="47097"/>
                  <a:pt x="365044" y="48293"/>
                </a:cubicBezTo>
                <a:cubicBezTo>
                  <a:pt x="365475" y="43939"/>
                  <a:pt x="366515" y="39993"/>
                  <a:pt x="368166" y="36453"/>
                </a:cubicBezTo>
                <a:cubicBezTo>
                  <a:pt x="369816" y="32913"/>
                  <a:pt x="372077" y="29875"/>
                  <a:pt x="374947" y="27340"/>
                </a:cubicBezTo>
                <a:cubicBezTo>
                  <a:pt x="377769" y="24804"/>
                  <a:pt x="381202" y="22843"/>
                  <a:pt x="385244" y="21455"/>
                </a:cubicBezTo>
                <a:cubicBezTo>
                  <a:pt x="389286" y="20068"/>
                  <a:pt x="393939" y="19375"/>
                  <a:pt x="399201" y="19375"/>
                </a:cubicBezTo>
                <a:lnTo>
                  <a:pt x="400349" y="19375"/>
                </a:lnTo>
                <a:lnTo>
                  <a:pt x="400349" y="2799"/>
                </a:lnTo>
                <a:moveTo>
                  <a:pt x="380544" y="54464"/>
                </a:moveTo>
                <a:cubicBezTo>
                  <a:pt x="383032" y="54464"/>
                  <a:pt x="385244" y="54954"/>
                  <a:pt x="387182" y="55935"/>
                </a:cubicBezTo>
                <a:cubicBezTo>
                  <a:pt x="389119" y="56916"/>
                  <a:pt x="390757" y="58267"/>
                  <a:pt x="392097" y="59989"/>
                </a:cubicBezTo>
                <a:cubicBezTo>
                  <a:pt x="393436" y="61759"/>
                  <a:pt x="394465" y="63840"/>
                  <a:pt x="395182" y="66232"/>
                </a:cubicBezTo>
                <a:cubicBezTo>
                  <a:pt x="395900" y="68624"/>
                  <a:pt x="396259" y="71231"/>
                  <a:pt x="396259" y="74054"/>
                </a:cubicBezTo>
                <a:cubicBezTo>
                  <a:pt x="396259" y="76876"/>
                  <a:pt x="395900" y="79471"/>
                  <a:pt x="395182" y="81839"/>
                </a:cubicBezTo>
                <a:cubicBezTo>
                  <a:pt x="394465" y="84207"/>
                  <a:pt x="393436" y="86252"/>
                  <a:pt x="392097" y="87975"/>
                </a:cubicBezTo>
                <a:cubicBezTo>
                  <a:pt x="390757" y="89697"/>
                  <a:pt x="389131" y="91048"/>
                  <a:pt x="387217" y="92029"/>
                </a:cubicBezTo>
                <a:cubicBezTo>
                  <a:pt x="385304" y="93010"/>
                  <a:pt x="383175" y="93500"/>
                  <a:pt x="380831" y="93500"/>
                </a:cubicBezTo>
                <a:cubicBezTo>
                  <a:pt x="378535" y="93500"/>
                  <a:pt x="376406" y="93022"/>
                  <a:pt x="374445" y="92065"/>
                </a:cubicBezTo>
                <a:cubicBezTo>
                  <a:pt x="372483" y="91108"/>
                  <a:pt x="370785" y="89673"/>
                  <a:pt x="369350" y="87759"/>
                </a:cubicBezTo>
                <a:cubicBezTo>
                  <a:pt x="367915" y="85894"/>
                  <a:pt x="366802" y="83526"/>
                  <a:pt x="366013" y="80655"/>
                </a:cubicBezTo>
                <a:cubicBezTo>
                  <a:pt x="365224" y="77785"/>
                  <a:pt x="364829" y="74436"/>
                  <a:pt x="364829" y="70609"/>
                </a:cubicBezTo>
                <a:lnTo>
                  <a:pt x="364829" y="64725"/>
                </a:lnTo>
                <a:cubicBezTo>
                  <a:pt x="365499" y="63290"/>
                  <a:pt x="366324" y="61975"/>
                  <a:pt x="367305" y="60779"/>
                </a:cubicBezTo>
                <a:cubicBezTo>
                  <a:pt x="368285" y="59583"/>
                  <a:pt x="369374" y="58530"/>
                  <a:pt x="370570" y="57621"/>
                </a:cubicBezTo>
                <a:cubicBezTo>
                  <a:pt x="371957" y="56617"/>
                  <a:pt x="373488" y="55839"/>
                  <a:pt x="375162" y="55289"/>
                </a:cubicBezTo>
                <a:cubicBezTo>
                  <a:pt x="376836" y="54739"/>
                  <a:pt x="378630" y="54464"/>
                  <a:pt x="380544" y="54464"/>
                </a:cubicBezTo>
                <a:close/>
              </a:path>
            </a:pathLst>
          </a:custGeom>
          <a:solidFill xmlns:a="http://schemas.openxmlformats.org/drawingml/2006/main">
            <a:srgbClr val="3F51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a2){">
            <a:extLst xmlns:a="http://schemas.openxmlformats.org/drawingml/2006/main">
              <a:ext uri="{FF2B5EF4-FFF2-40B4-BE49-F238E27FC236}">
                <a16:creationId xmlns:a16="http://schemas.microsoft.com/office/drawing/2014/main" id="{EFFB5622-31D7-4A3C-9445-D44A363C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053" y="700241"/>
            <a:ext cx="326166" cy="148968"/>
          </a:xfrm>
          <a:custGeom xmlns:a="http://schemas.openxmlformats.org/drawingml/2006/main">
            <a:pathLst>
              <a:path w="326166" h="148968">
                <a:moveTo>
                  <a:pt x="50374" y="116175"/>
                </a:moveTo>
                <a:lnTo>
                  <a:pt x="70609" y="116175"/>
                </a:lnTo>
                <a:lnTo>
                  <a:pt x="70609" y="114955"/>
                </a:lnTo>
                <a:cubicBezTo>
                  <a:pt x="69605" y="112994"/>
                  <a:pt x="68839" y="110650"/>
                  <a:pt x="68313" y="107923"/>
                </a:cubicBezTo>
                <a:cubicBezTo>
                  <a:pt x="67787" y="105196"/>
                  <a:pt x="67524" y="101752"/>
                  <a:pt x="67524" y="97590"/>
                </a:cubicBezTo>
                <a:lnTo>
                  <a:pt x="67524" y="64295"/>
                </a:lnTo>
                <a:cubicBezTo>
                  <a:pt x="67524" y="59798"/>
                  <a:pt x="66687" y="55839"/>
                  <a:pt x="65012" y="52419"/>
                </a:cubicBezTo>
                <a:cubicBezTo>
                  <a:pt x="63338" y="48998"/>
                  <a:pt x="61018" y="46164"/>
                  <a:pt x="58052" y="43916"/>
                </a:cubicBezTo>
                <a:cubicBezTo>
                  <a:pt x="55086" y="41667"/>
                  <a:pt x="51582" y="39969"/>
                  <a:pt x="47539" y="38821"/>
                </a:cubicBezTo>
                <a:cubicBezTo>
                  <a:pt x="43497" y="37673"/>
                  <a:pt x="39132" y="37099"/>
                  <a:pt x="34444" y="37099"/>
                </a:cubicBezTo>
                <a:cubicBezTo>
                  <a:pt x="29229" y="37099"/>
                  <a:pt x="24601" y="37756"/>
                  <a:pt x="20559" y="39072"/>
                </a:cubicBezTo>
                <a:cubicBezTo>
                  <a:pt x="16516" y="40387"/>
                  <a:pt x="13108" y="42169"/>
                  <a:pt x="10333" y="44418"/>
                </a:cubicBezTo>
                <a:cubicBezTo>
                  <a:pt x="7511" y="46666"/>
                  <a:pt x="5370" y="49273"/>
                  <a:pt x="3911" y="52239"/>
                </a:cubicBezTo>
                <a:cubicBezTo>
                  <a:pt x="2452" y="55205"/>
                  <a:pt x="1722" y="58339"/>
                  <a:pt x="1722" y="61640"/>
                </a:cubicBezTo>
                <a:lnTo>
                  <a:pt x="21671" y="61640"/>
                </a:lnTo>
                <a:cubicBezTo>
                  <a:pt x="21671" y="60252"/>
                  <a:pt x="21874" y="58985"/>
                  <a:pt x="22281" y="57836"/>
                </a:cubicBezTo>
                <a:cubicBezTo>
                  <a:pt x="22687" y="56688"/>
                  <a:pt x="23321" y="55708"/>
                  <a:pt x="24182" y="54894"/>
                </a:cubicBezTo>
                <a:cubicBezTo>
                  <a:pt x="25139" y="53986"/>
                  <a:pt x="26383" y="53280"/>
                  <a:pt x="27914" y="52778"/>
                </a:cubicBezTo>
                <a:cubicBezTo>
                  <a:pt x="29444" y="52275"/>
                  <a:pt x="31262" y="52024"/>
                  <a:pt x="33367" y="52024"/>
                </a:cubicBezTo>
                <a:cubicBezTo>
                  <a:pt x="35759" y="52024"/>
                  <a:pt x="37852" y="52323"/>
                  <a:pt x="39646" y="52921"/>
                </a:cubicBezTo>
                <a:cubicBezTo>
                  <a:pt x="41440" y="53519"/>
                  <a:pt x="42935" y="54368"/>
                  <a:pt x="44131" y="55468"/>
                </a:cubicBezTo>
                <a:cubicBezTo>
                  <a:pt x="45279" y="56521"/>
                  <a:pt x="46140" y="57777"/>
                  <a:pt x="46714" y="59236"/>
                </a:cubicBezTo>
                <a:cubicBezTo>
                  <a:pt x="47288" y="60695"/>
                  <a:pt x="47575" y="62333"/>
                  <a:pt x="47575" y="64151"/>
                </a:cubicBezTo>
                <a:lnTo>
                  <a:pt x="47575" y="68744"/>
                </a:lnTo>
                <a:lnTo>
                  <a:pt x="36453" y="68744"/>
                </a:lnTo>
                <a:cubicBezTo>
                  <a:pt x="30712" y="68744"/>
                  <a:pt x="25629" y="69258"/>
                  <a:pt x="21204" y="70286"/>
                </a:cubicBezTo>
                <a:cubicBezTo>
                  <a:pt x="16779" y="71315"/>
                  <a:pt x="13060" y="72810"/>
                  <a:pt x="10046" y="74771"/>
                </a:cubicBezTo>
                <a:cubicBezTo>
                  <a:pt x="6697" y="76924"/>
                  <a:pt x="4186" y="79663"/>
                  <a:pt x="2512" y="82987"/>
                </a:cubicBezTo>
                <a:cubicBezTo>
                  <a:pt x="837" y="86312"/>
                  <a:pt x="0" y="90127"/>
                  <a:pt x="0" y="94433"/>
                </a:cubicBezTo>
                <a:cubicBezTo>
                  <a:pt x="0" y="97781"/>
                  <a:pt x="670" y="100879"/>
                  <a:pt x="2009" y="103725"/>
                </a:cubicBezTo>
                <a:cubicBezTo>
                  <a:pt x="3349" y="106572"/>
                  <a:pt x="5214" y="109023"/>
                  <a:pt x="7606" y="111081"/>
                </a:cubicBezTo>
                <a:cubicBezTo>
                  <a:pt x="9998" y="113138"/>
                  <a:pt x="12857" y="114740"/>
                  <a:pt x="16181" y="115888"/>
                </a:cubicBezTo>
                <a:cubicBezTo>
                  <a:pt x="19506" y="117036"/>
                  <a:pt x="23154" y="117610"/>
                  <a:pt x="27124" y="117610"/>
                </a:cubicBezTo>
                <a:cubicBezTo>
                  <a:pt x="29564" y="117610"/>
                  <a:pt x="31836" y="117383"/>
                  <a:pt x="33941" y="116929"/>
                </a:cubicBezTo>
                <a:cubicBezTo>
                  <a:pt x="36046" y="116474"/>
                  <a:pt x="37984" y="115840"/>
                  <a:pt x="39754" y="115027"/>
                </a:cubicBezTo>
                <a:cubicBezTo>
                  <a:pt x="41476" y="114262"/>
                  <a:pt x="43054" y="113353"/>
                  <a:pt x="44490" y="112300"/>
                </a:cubicBezTo>
                <a:cubicBezTo>
                  <a:pt x="45925" y="111248"/>
                  <a:pt x="47192" y="110124"/>
                  <a:pt x="48293" y="108928"/>
                </a:cubicBezTo>
                <a:cubicBezTo>
                  <a:pt x="48532" y="110315"/>
                  <a:pt x="48819" y="111631"/>
                  <a:pt x="49154" y="112874"/>
                </a:cubicBezTo>
                <a:cubicBezTo>
                  <a:pt x="49489" y="114118"/>
                  <a:pt x="49895" y="115219"/>
                  <a:pt x="50374" y="116175"/>
                </a:cubicBezTo>
                <a:moveTo>
                  <a:pt x="31358" y="102183"/>
                </a:moveTo>
                <a:cubicBezTo>
                  <a:pt x="29492" y="102183"/>
                  <a:pt x="27854" y="101955"/>
                  <a:pt x="26443" y="101501"/>
                </a:cubicBezTo>
                <a:cubicBezTo>
                  <a:pt x="25031" y="101046"/>
                  <a:pt x="23847" y="100436"/>
                  <a:pt x="22891" y="99671"/>
                </a:cubicBezTo>
                <a:cubicBezTo>
                  <a:pt x="21934" y="98858"/>
                  <a:pt x="21204" y="97865"/>
                  <a:pt x="20702" y="96693"/>
                </a:cubicBezTo>
                <a:cubicBezTo>
                  <a:pt x="20200" y="95521"/>
                  <a:pt x="19949" y="94241"/>
                  <a:pt x="19949" y="92854"/>
                </a:cubicBezTo>
                <a:cubicBezTo>
                  <a:pt x="19949" y="91084"/>
                  <a:pt x="20283" y="89446"/>
                  <a:pt x="20953" y="87939"/>
                </a:cubicBezTo>
                <a:cubicBezTo>
                  <a:pt x="21623" y="86432"/>
                  <a:pt x="22651" y="85128"/>
                  <a:pt x="24039" y="84028"/>
                </a:cubicBezTo>
                <a:cubicBezTo>
                  <a:pt x="25426" y="82976"/>
                  <a:pt x="27220" y="82150"/>
                  <a:pt x="29421" y="81552"/>
                </a:cubicBezTo>
                <a:cubicBezTo>
                  <a:pt x="31621" y="80954"/>
                  <a:pt x="34276" y="80655"/>
                  <a:pt x="37386" y="80655"/>
                </a:cubicBezTo>
                <a:lnTo>
                  <a:pt x="47575" y="80655"/>
                </a:lnTo>
                <a:lnTo>
                  <a:pt x="47575" y="94002"/>
                </a:lnTo>
                <a:cubicBezTo>
                  <a:pt x="47001" y="95007"/>
                  <a:pt x="46212" y="95999"/>
                  <a:pt x="45207" y="96980"/>
                </a:cubicBezTo>
                <a:cubicBezTo>
                  <a:pt x="44203" y="97961"/>
                  <a:pt x="43007" y="98834"/>
                  <a:pt x="41619" y="99599"/>
                </a:cubicBezTo>
                <a:cubicBezTo>
                  <a:pt x="40232" y="100365"/>
                  <a:pt x="38677" y="100987"/>
                  <a:pt x="36955" y="101465"/>
                </a:cubicBezTo>
                <a:cubicBezTo>
                  <a:pt x="35233" y="101943"/>
                  <a:pt x="33367" y="102183"/>
                  <a:pt x="31358" y="102183"/>
                </a:cubicBezTo>
                <a:close/>
                <a:moveTo>
                  <a:pt x="158354" y="116175"/>
                </a:moveTo>
                <a:lnTo>
                  <a:pt x="158354" y="100173"/>
                </a:lnTo>
                <a:lnTo>
                  <a:pt x="112501" y="100173"/>
                </a:lnTo>
                <a:lnTo>
                  <a:pt x="132163" y="79364"/>
                </a:lnTo>
                <a:cubicBezTo>
                  <a:pt x="135559" y="75872"/>
                  <a:pt x="138645" y="72535"/>
                  <a:pt x="141420" y="69354"/>
                </a:cubicBezTo>
                <a:cubicBezTo>
                  <a:pt x="144194" y="66172"/>
                  <a:pt x="146586" y="63051"/>
                  <a:pt x="148595" y="59989"/>
                </a:cubicBezTo>
                <a:cubicBezTo>
                  <a:pt x="150557" y="56928"/>
                  <a:pt x="152076" y="53830"/>
                  <a:pt x="153152" y="50697"/>
                </a:cubicBezTo>
                <a:cubicBezTo>
                  <a:pt x="154228" y="47563"/>
                  <a:pt x="154766" y="44274"/>
                  <a:pt x="154766" y="40830"/>
                </a:cubicBezTo>
                <a:cubicBezTo>
                  <a:pt x="154766" y="36285"/>
                  <a:pt x="154049" y="32135"/>
                  <a:pt x="152614" y="28380"/>
                </a:cubicBezTo>
                <a:cubicBezTo>
                  <a:pt x="151179" y="24625"/>
                  <a:pt x="149098" y="21408"/>
                  <a:pt x="146371" y="18729"/>
                </a:cubicBezTo>
                <a:cubicBezTo>
                  <a:pt x="143596" y="16050"/>
                  <a:pt x="140164" y="13969"/>
                  <a:pt x="136074" y="12486"/>
                </a:cubicBezTo>
                <a:cubicBezTo>
                  <a:pt x="131984" y="11003"/>
                  <a:pt x="127283" y="10261"/>
                  <a:pt x="121973" y="10261"/>
                </a:cubicBezTo>
                <a:cubicBezTo>
                  <a:pt x="116424" y="10261"/>
                  <a:pt x="111365" y="11158"/>
                  <a:pt x="106797" y="12952"/>
                </a:cubicBezTo>
                <a:cubicBezTo>
                  <a:pt x="102228" y="14746"/>
                  <a:pt x="98341" y="17198"/>
                  <a:pt x="95136" y="20307"/>
                </a:cubicBezTo>
                <a:cubicBezTo>
                  <a:pt x="91883" y="23417"/>
                  <a:pt x="89372" y="27041"/>
                  <a:pt x="87602" y="31179"/>
                </a:cubicBezTo>
                <a:cubicBezTo>
                  <a:pt x="85832" y="35317"/>
                  <a:pt x="84947" y="39706"/>
                  <a:pt x="84947" y="44346"/>
                </a:cubicBezTo>
                <a:lnTo>
                  <a:pt x="104967" y="44346"/>
                </a:lnTo>
                <a:cubicBezTo>
                  <a:pt x="104967" y="41524"/>
                  <a:pt x="105326" y="39012"/>
                  <a:pt x="106043" y="36812"/>
                </a:cubicBezTo>
                <a:cubicBezTo>
                  <a:pt x="106761" y="34611"/>
                  <a:pt x="107813" y="32769"/>
                  <a:pt x="109201" y="31286"/>
                </a:cubicBezTo>
                <a:cubicBezTo>
                  <a:pt x="110540" y="29851"/>
                  <a:pt x="112226" y="28763"/>
                  <a:pt x="114259" y="28021"/>
                </a:cubicBezTo>
                <a:cubicBezTo>
                  <a:pt x="116293" y="27280"/>
                  <a:pt x="118649" y="26909"/>
                  <a:pt x="121328" y="26909"/>
                </a:cubicBezTo>
                <a:cubicBezTo>
                  <a:pt x="123385" y="26909"/>
                  <a:pt x="125262" y="27244"/>
                  <a:pt x="126960" y="27914"/>
                </a:cubicBezTo>
                <a:cubicBezTo>
                  <a:pt x="128659" y="28583"/>
                  <a:pt x="130130" y="29540"/>
                  <a:pt x="131374" y="30784"/>
                </a:cubicBezTo>
                <a:cubicBezTo>
                  <a:pt x="132570" y="32076"/>
                  <a:pt x="133502" y="33630"/>
                  <a:pt x="134172" y="35448"/>
                </a:cubicBezTo>
                <a:cubicBezTo>
                  <a:pt x="134842" y="37266"/>
                  <a:pt x="135177" y="39347"/>
                  <a:pt x="135177" y="41691"/>
                </a:cubicBezTo>
                <a:cubicBezTo>
                  <a:pt x="135177" y="43270"/>
                  <a:pt x="134926" y="44896"/>
                  <a:pt x="134423" y="46571"/>
                </a:cubicBezTo>
                <a:cubicBezTo>
                  <a:pt x="133921" y="48245"/>
                  <a:pt x="133120" y="50039"/>
                  <a:pt x="132019" y="51952"/>
                </a:cubicBezTo>
                <a:cubicBezTo>
                  <a:pt x="130871" y="53914"/>
                  <a:pt x="129388" y="56066"/>
                  <a:pt x="127570" y="58411"/>
                </a:cubicBezTo>
                <a:cubicBezTo>
                  <a:pt x="125753" y="60755"/>
                  <a:pt x="123528" y="63362"/>
                  <a:pt x="120897" y="66232"/>
                </a:cubicBezTo>
                <a:lnTo>
                  <a:pt x="87099" y="102541"/>
                </a:lnTo>
                <a:lnTo>
                  <a:pt x="87099" y="116175"/>
                </a:lnTo>
                <a:lnTo>
                  <a:pt x="158354" y="116175"/>
                </a:lnTo>
                <a:close/>
                <a:moveTo>
                  <a:pt x="231318" y="75274"/>
                </a:moveTo>
                <a:lnTo>
                  <a:pt x="231318" y="73695"/>
                </a:lnTo>
                <a:cubicBezTo>
                  <a:pt x="231318" y="67141"/>
                  <a:pt x="230791" y="60934"/>
                  <a:pt x="229739" y="55074"/>
                </a:cubicBezTo>
                <a:cubicBezTo>
                  <a:pt x="228687" y="49214"/>
                  <a:pt x="227251" y="43748"/>
                  <a:pt x="225434" y="38677"/>
                </a:cubicBezTo>
                <a:cubicBezTo>
                  <a:pt x="223616" y="33606"/>
                  <a:pt x="221499" y="28978"/>
                  <a:pt x="219083" y="24792"/>
                </a:cubicBezTo>
                <a:cubicBezTo>
                  <a:pt x="216667" y="20606"/>
                  <a:pt x="214096" y="16863"/>
                  <a:pt x="211369" y="13562"/>
                </a:cubicBezTo>
                <a:cubicBezTo>
                  <a:pt x="208642" y="10309"/>
                  <a:pt x="205844" y="7535"/>
                  <a:pt x="202973" y="5238"/>
                </a:cubicBezTo>
                <a:cubicBezTo>
                  <a:pt x="200103" y="2942"/>
                  <a:pt x="197305" y="1196"/>
                  <a:pt x="194578" y="0"/>
                </a:cubicBezTo>
                <a:lnTo>
                  <a:pt x="190775" y="10692"/>
                </a:lnTo>
                <a:cubicBezTo>
                  <a:pt x="192210" y="11792"/>
                  <a:pt x="193657" y="13120"/>
                  <a:pt x="195116" y="14674"/>
                </a:cubicBezTo>
                <a:cubicBezTo>
                  <a:pt x="196575" y="16229"/>
                  <a:pt x="197998" y="17987"/>
                  <a:pt x="199386" y="19949"/>
                </a:cubicBezTo>
                <a:cubicBezTo>
                  <a:pt x="201443" y="22915"/>
                  <a:pt x="203392" y="26431"/>
                  <a:pt x="205234" y="30497"/>
                </a:cubicBezTo>
                <a:cubicBezTo>
                  <a:pt x="207076" y="34563"/>
                  <a:pt x="208642" y="39156"/>
                  <a:pt x="209934" y="44274"/>
                </a:cubicBezTo>
                <a:cubicBezTo>
                  <a:pt x="210939" y="48388"/>
                  <a:pt x="211740" y="52885"/>
                  <a:pt x="212338" y="57765"/>
                </a:cubicBezTo>
                <a:cubicBezTo>
                  <a:pt x="212936" y="62644"/>
                  <a:pt x="213235" y="67906"/>
                  <a:pt x="213235" y="73551"/>
                </a:cubicBezTo>
                <a:lnTo>
                  <a:pt x="213235" y="75417"/>
                </a:lnTo>
                <a:cubicBezTo>
                  <a:pt x="213235" y="81205"/>
                  <a:pt x="212936" y="86587"/>
                  <a:pt x="212338" y="91562"/>
                </a:cubicBezTo>
                <a:cubicBezTo>
                  <a:pt x="211740" y="96538"/>
                  <a:pt x="210939" y="101082"/>
                  <a:pt x="209934" y="105196"/>
                </a:cubicBezTo>
                <a:cubicBezTo>
                  <a:pt x="208738" y="109693"/>
                  <a:pt x="207363" y="113759"/>
                  <a:pt x="205808" y="117395"/>
                </a:cubicBezTo>
                <a:cubicBezTo>
                  <a:pt x="204253" y="121031"/>
                  <a:pt x="202543" y="124284"/>
                  <a:pt x="200677" y="127154"/>
                </a:cubicBezTo>
                <a:cubicBezTo>
                  <a:pt x="199099" y="129594"/>
                  <a:pt x="197472" y="131735"/>
                  <a:pt x="195798" y="133576"/>
                </a:cubicBezTo>
                <a:cubicBezTo>
                  <a:pt x="194123" y="135418"/>
                  <a:pt x="192449" y="136961"/>
                  <a:pt x="190775" y="138205"/>
                </a:cubicBezTo>
                <a:lnTo>
                  <a:pt x="194578" y="148968"/>
                </a:lnTo>
                <a:cubicBezTo>
                  <a:pt x="197305" y="147772"/>
                  <a:pt x="200103" y="146026"/>
                  <a:pt x="202973" y="143730"/>
                </a:cubicBezTo>
                <a:cubicBezTo>
                  <a:pt x="205844" y="141434"/>
                  <a:pt x="208642" y="138635"/>
                  <a:pt x="211369" y="135335"/>
                </a:cubicBezTo>
                <a:cubicBezTo>
                  <a:pt x="214096" y="132082"/>
                  <a:pt x="216667" y="128362"/>
                  <a:pt x="219083" y="124176"/>
                </a:cubicBezTo>
                <a:cubicBezTo>
                  <a:pt x="221499" y="119990"/>
                  <a:pt x="223616" y="115362"/>
                  <a:pt x="225434" y="110291"/>
                </a:cubicBezTo>
                <a:cubicBezTo>
                  <a:pt x="227251" y="105220"/>
                  <a:pt x="228687" y="99755"/>
                  <a:pt x="229739" y="93895"/>
                </a:cubicBezTo>
                <a:cubicBezTo>
                  <a:pt x="230791" y="88034"/>
                  <a:pt x="231318" y="81827"/>
                  <a:pt x="231318" y="75274"/>
                </a:cubicBezTo>
                <a:close/>
                <a:moveTo>
                  <a:pt x="323727" y="142008"/>
                </a:moveTo>
                <a:lnTo>
                  <a:pt x="326166" y="130670"/>
                </a:lnTo>
                <a:cubicBezTo>
                  <a:pt x="323774" y="130766"/>
                  <a:pt x="321825" y="130156"/>
                  <a:pt x="320318" y="128840"/>
                </a:cubicBezTo>
                <a:cubicBezTo>
                  <a:pt x="318811" y="127525"/>
                  <a:pt x="317627" y="125791"/>
                  <a:pt x="316766" y="123638"/>
                </a:cubicBezTo>
                <a:cubicBezTo>
                  <a:pt x="315905" y="121485"/>
                  <a:pt x="315319" y="119081"/>
                  <a:pt x="315008" y="116426"/>
                </a:cubicBezTo>
                <a:cubicBezTo>
                  <a:pt x="314697" y="113771"/>
                  <a:pt x="314542" y="111152"/>
                  <a:pt x="314542" y="108569"/>
                </a:cubicBezTo>
                <a:lnTo>
                  <a:pt x="314542" y="96873"/>
                </a:lnTo>
                <a:cubicBezTo>
                  <a:pt x="314542" y="91180"/>
                  <a:pt x="313154" y="86157"/>
                  <a:pt x="310380" y="81803"/>
                </a:cubicBezTo>
                <a:cubicBezTo>
                  <a:pt x="307605" y="77450"/>
                  <a:pt x="303252" y="74125"/>
                  <a:pt x="297320" y="71829"/>
                </a:cubicBezTo>
                <a:cubicBezTo>
                  <a:pt x="303204" y="69533"/>
                  <a:pt x="307545" y="66184"/>
                  <a:pt x="310344" y="61783"/>
                </a:cubicBezTo>
                <a:cubicBezTo>
                  <a:pt x="313142" y="57382"/>
                  <a:pt x="314542" y="52335"/>
                  <a:pt x="314542" y="46642"/>
                </a:cubicBezTo>
                <a:lnTo>
                  <a:pt x="314542" y="34946"/>
                </a:lnTo>
                <a:cubicBezTo>
                  <a:pt x="314542" y="32363"/>
                  <a:pt x="314602" y="29743"/>
                  <a:pt x="314721" y="27088"/>
                </a:cubicBezTo>
                <a:cubicBezTo>
                  <a:pt x="314841" y="24433"/>
                  <a:pt x="315259" y="22030"/>
                  <a:pt x="315977" y="19877"/>
                </a:cubicBezTo>
                <a:cubicBezTo>
                  <a:pt x="316694" y="17724"/>
                  <a:pt x="317843" y="15990"/>
                  <a:pt x="319421" y="14674"/>
                </a:cubicBezTo>
                <a:cubicBezTo>
                  <a:pt x="321000" y="13359"/>
                  <a:pt x="323248" y="12749"/>
                  <a:pt x="326166" y="12845"/>
                </a:cubicBezTo>
                <a:lnTo>
                  <a:pt x="323727" y="1579"/>
                </a:lnTo>
                <a:cubicBezTo>
                  <a:pt x="319086" y="1579"/>
                  <a:pt x="315092" y="2464"/>
                  <a:pt x="311743" y="4234"/>
                </a:cubicBezTo>
                <a:cubicBezTo>
                  <a:pt x="308394" y="6004"/>
                  <a:pt x="305692" y="8276"/>
                  <a:pt x="303635" y="11051"/>
                </a:cubicBezTo>
                <a:cubicBezTo>
                  <a:pt x="301147" y="14256"/>
                  <a:pt x="299329" y="18023"/>
                  <a:pt x="298181" y="22352"/>
                </a:cubicBezTo>
                <a:cubicBezTo>
                  <a:pt x="297033" y="26682"/>
                  <a:pt x="296459" y="30880"/>
                  <a:pt x="296459" y="34946"/>
                </a:cubicBezTo>
                <a:lnTo>
                  <a:pt x="296459" y="46642"/>
                </a:lnTo>
                <a:cubicBezTo>
                  <a:pt x="296459" y="53101"/>
                  <a:pt x="294976" y="57717"/>
                  <a:pt x="292010" y="60492"/>
                </a:cubicBezTo>
                <a:cubicBezTo>
                  <a:pt x="289044" y="63266"/>
                  <a:pt x="284523" y="64653"/>
                  <a:pt x="278448" y="64653"/>
                </a:cubicBezTo>
                <a:lnTo>
                  <a:pt x="278448" y="79005"/>
                </a:lnTo>
                <a:cubicBezTo>
                  <a:pt x="284523" y="79005"/>
                  <a:pt x="289044" y="80392"/>
                  <a:pt x="292010" y="83167"/>
                </a:cubicBezTo>
                <a:cubicBezTo>
                  <a:pt x="294976" y="85941"/>
                  <a:pt x="296459" y="90510"/>
                  <a:pt x="296459" y="96873"/>
                </a:cubicBezTo>
                <a:lnTo>
                  <a:pt x="296459" y="108569"/>
                </a:lnTo>
                <a:cubicBezTo>
                  <a:pt x="296459" y="112348"/>
                  <a:pt x="296973" y="116211"/>
                  <a:pt x="298002" y="120158"/>
                </a:cubicBezTo>
                <a:cubicBezTo>
                  <a:pt x="299030" y="124104"/>
                  <a:pt x="300693" y="127728"/>
                  <a:pt x="302989" y="131029"/>
                </a:cubicBezTo>
                <a:cubicBezTo>
                  <a:pt x="305141" y="134186"/>
                  <a:pt x="307952" y="136806"/>
                  <a:pt x="311420" y="138887"/>
                </a:cubicBezTo>
                <a:cubicBezTo>
                  <a:pt x="314889" y="140967"/>
                  <a:pt x="318991" y="142008"/>
                  <a:pt x="323727" y="142008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unsigned">
            <a:extLst xmlns:a="http://schemas.openxmlformats.org/drawingml/2006/main">
              <a:ext uri="{FF2B5EF4-FFF2-40B4-BE49-F238E27FC236}">
                <a16:creationId xmlns:a16="http://schemas.microsoft.com/office/drawing/2014/main" id="{6A734188-FFEE-48DE-A37B-7D9BBC8A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120" y="882548"/>
            <a:ext cx="683963" cy="140788"/>
          </a:xfrm>
          <a:custGeom xmlns:a="http://schemas.openxmlformats.org/drawingml/2006/main">
            <a:pathLst>
              <a:path w="683963" h="140788">
                <a:moveTo>
                  <a:pt x="50015" y="110219"/>
                </a:moveTo>
                <a:lnTo>
                  <a:pt x="68098" y="110219"/>
                </a:lnTo>
                <a:lnTo>
                  <a:pt x="68098" y="32578"/>
                </a:lnTo>
                <a:lnTo>
                  <a:pt x="48077" y="32578"/>
                </a:lnTo>
                <a:lnTo>
                  <a:pt x="48077" y="87042"/>
                </a:lnTo>
                <a:cubicBezTo>
                  <a:pt x="47456" y="88286"/>
                  <a:pt x="46714" y="89410"/>
                  <a:pt x="45853" y="90414"/>
                </a:cubicBezTo>
                <a:cubicBezTo>
                  <a:pt x="44992" y="91419"/>
                  <a:pt x="44011" y="92280"/>
                  <a:pt x="42911" y="92998"/>
                </a:cubicBezTo>
                <a:cubicBezTo>
                  <a:pt x="41619" y="93811"/>
                  <a:pt x="40124" y="94433"/>
                  <a:pt x="38426" y="94863"/>
                </a:cubicBezTo>
                <a:cubicBezTo>
                  <a:pt x="36728" y="95294"/>
                  <a:pt x="34826" y="95509"/>
                  <a:pt x="32721" y="95509"/>
                </a:cubicBezTo>
                <a:cubicBezTo>
                  <a:pt x="30377" y="95509"/>
                  <a:pt x="28392" y="95222"/>
                  <a:pt x="26766" y="94648"/>
                </a:cubicBezTo>
                <a:cubicBezTo>
                  <a:pt x="25139" y="94074"/>
                  <a:pt x="23823" y="93117"/>
                  <a:pt x="22819" y="91778"/>
                </a:cubicBezTo>
                <a:cubicBezTo>
                  <a:pt x="21814" y="90486"/>
                  <a:pt x="21085" y="88764"/>
                  <a:pt x="20630" y="86611"/>
                </a:cubicBezTo>
                <a:cubicBezTo>
                  <a:pt x="20176" y="84458"/>
                  <a:pt x="19949" y="81803"/>
                  <a:pt x="19949" y="78646"/>
                </a:cubicBezTo>
                <a:lnTo>
                  <a:pt x="19949" y="32578"/>
                </a:lnTo>
                <a:lnTo>
                  <a:pt x="0" y="32578"/>
                </a:lnTo>
                <a:lnTo>
                  <a:pt x="0" y="78503"/>
                </a:lnTo>
                <a:cubicBezTo>
                  <a:pt x="0" y="84387"/>
                  <a:pt x="658" y="89422"/>
                  <a:pt x="1973" y="93608"/>
                </a:cubicBezTo>
                <a:cubicBezTo>
                  <a:pt x="3289" y="97793"/>
                  <a:pt x="5143" y="101226"/>
                  <a:pt x="7535" y="103905"/>
                </a:cubicBezTo>
                <a:cubicBezTo>
                  <a:pt x="9926" y="106632"/>
                  <a:pt x="12797" y="108617"/>
                  <a:pt x="16145" y="109861"/>
                </a:cubicBezTo>
                <a:cubicBezTo>
                  <a:pt x="19494" y="111104"/>
                  <a:pt x="23178" y="111726"/>
                  <a:pt x="27196" y="111726"/>
                </a:cubicBezTo>
                <a:cubicBezTo>
                  <a:pt x="31597" y="111726"/>
                  <a:pt x="35651" y="110626"/>
                  <a:pt x="39359" y="108425"/>
                </a:cubicBezTo>
                <a:cubicBezTo>
                  <a:pt x="43066" y="106225"/>
                  <a:pt x="46236" y="103187"/>
                  <a:pt x="48867" y="99312"/>
                </a:cubicBezTo>
                <a:lnTo>
                  <a:pt x="50015" y="110219"/>
                </a:lnTo>
                <a:close/>
                <a:moveTo>
                  <a:pt x="87530" y="110219"/>
                </a:moveTo>
                <a:lnTo>
                  <a:pt x="107550" y="110219"/>
                </a:lnTo>
                <a:lnTo>
                  <a:pt x="107550" y="55038"/>
                </a:lnTo>
                <a:cubicBezTo>
                  <a:pt x="108220" y="53986"/>
                  <a:pt x="108961" y="53029"/>
                  <a:pt x="109775" y="52168"/>
                </a:cubicBezTo>
                <a:cubicBezTo>
                  <a:pt x="110588" y="51307"/>
                  <a:pt x="111497" y="50565"/>
                  <a:pt x="112501" y="49943"/>
                </a:cubicBezTo>
                <a:cubicBezTo>
                  <a:pt x="113745" y="49082"/>
                  <a:pt x="115168" y="48436"/>
                  <a:pt x="116771" y="48006"/>
                </a:cubicBezTo>
                <a:cubicBezTo>
                  <a:pt x="118374" y="47575"/>
                  <a:pt x="120132" y="47360"/>
                  <a:pt x="122045" y="47360"/>
                </a:cubicBezTo>
                <a:cubicBezTo>
                  <a:pt x="124341" y="47360"/>
                  <a:pt x="126398" y="47587"/>
                  <a:pt x="128216" y="48042"/>
                </a:cubicBezTo>
                <a:cubicBezTo>
                  <a:pt x="130034" y="48496"/>
                  <a:pt x="131589" y="49297"/>
                  <a:pt x="132881" y="50445"/>
                </a:cubicBezTo>
                <a:cubicBezTo>
                  <a:pt x="134172" y="51594"/>
                  <a:pt x="135165" y="53160"/>
                  <a:pt x="135858" y="55146"/>
                </a:cubicBezTo>
                <a:cubicBezTo>
                  <a:pt x="136552" y="57131"/>
                  <a:pt x="136899" y="59654"/>
                  <a:pt x="136899" y="62716"/>
                </a:cubicBezTo>
                <a:lnTo>
                  <a:pt x="136899" y="110219"/>
                </a:lnTo>
                <a:lnTo>
                  <a:pt x="156848" y="110219"/>
                </a:lnTo>
                <a:lnTo>
                  <a:pt x="156848" y="62429"/>
                </a:lnTo>
                <a:cubicBezTo>
                  <a:pt x="156848" y="56784"/>
                  <a:pt x="156190" y="51988"/>
                  <a:pt x="154874" y="48042"/>
                </a:cubicBezTo>
                <a:cubicBezTo>
                  <a:pt x="153559" y="44095"/>
                  <a:pt x="151729" y="40854"/>
                  <a:pt x="149385" y="38318"/>
                </a:cubicBezTo>
                <a:cubicBezTo>
                  <a:pt x="146993" y="35831"/>
                  <a:pt x="144170" y="34013"/>
                  <a:pt x="140917" y="32865"/>
                </a:cubicBezTo>
                <a:cubicBezTo>
                  <a:pt x="137664" y="31717"/>
                  <a:pt x="134076" y="31143"/>
                  <a:pt x="130154" y="31143"/>
                </a:cubicBezTo>
                <a:cubicBezTo>
                  <a:pt x="127092" y="31143"/>
                  <a:pt x="124198" y="31573"/>
                  <a:pt x="121471" y="32434"/>
                </a:cubicBezTo>
                <a:cubicBezTo>
                  <a:pt x="118744" y="33295"/>
                  <a:pt x="116233" y="34539"/>
                  <a:pt x="113937" y="36166"/>
                </a:cubicBezTo>
                <a:cubicBezTo>
                  <a:pt x="112597" y="37123"/>
                  <a:pt x="111329" y="38199"/>
                  <a:pt x="110133" y="39395"/>
                </a:cubicBezTo>
                <a:cubicBezTo>
                  <a:pt x="108937" y="40591"/>
                  <a:pt x="107837" y="41906"/>
                  <a:pt x="106833" y="43341"/>
                </a:cubicBezTo>
                <a:lnTo>
                  <a:pt x="105613" y="32578"/>
                </a:lnTo>
                <a:lnTo>
                  <a:pt x="87530" y="32578"/>
                </a:lnTo>
                <a:lnTo>
                  <a:pt x="87530" y="110219"/>
                </a:lnTo>
                <a:close/>
                <a:moveTo>
                  <a:pt x="225792" y="88907"/>
                </a:moveTo>
                <a:cubicBezTo>
                  <a:pt x="225792" y="90103"/>
                  <a:pt x="225493" y="91204"/>
                  <a:pt x="224895" y="92208"/>
                </a:cubicBezTo>
                <a:cubicBezTo>
                  <a:pt x="224297" y="93213"/>
                  <a:pt x="223400" y="94098"/>
                  <a:pt x="222204" y="94863"/>
                </a:cubicBezTo>
                <a:cubicBezTo>
                  <a:pt x="220960" y="95629"/>
                  <a:pt x="219370" y="96239"/>
                  <a:pt x="217432" y="96693"/>
                </a:cubicBezTo>
                <a:cubicBezTo>
                  <a:pt x="215495" y="97148"/>
                  <a:pt x="213234" y="97375"/>
                  <a:pt x="210651" y="97375"/>
                </a:cubicBezTo>
                <a:cubicBezTo>
                  <a:pt x="208498" y="97375"/>
                  <a:pt x="206405" y="97160"/>
                  <a:pt x="204372" y="96729"/>
                </a:cubicBezTo>
                <a:cubicBezTo>
                  <a:pt x="202339" y="96298"/>
                  <a:pt x="200533" y="95605"/>
                  <a:pt x="198955" y="94648"/>
                </a:cubicBezTo>
                <a:cubicBezTo>
                  <a:pt x="197376" y="93739"/>
                  <a:pt x="196084" y="92531"/>
                  <a:pt x="195080" y="91024"/>
                </a:cubicBezTo>
                <a:cubicBezTo>
                  <a:pt x="194075" y="89517"/>
                  <a:pt x="193501" y="87712"/>
                  <a:pt x="193357" y="85607"/>
                </a:cubicBezTo>
                <a:lnTo>
                  <a:pt x="174342" y="85607"/>
                </a:lnTo>
                <a:cubicBezTo>
                  <a:pt x="174342" y="88764"/>
                  <a:pt x="175119" y="91909"/>
                  <a:pt x="176674" y="95043"/>
                </a:cubicBezTo>
                <a:cubicBezTo>
                  <a:pt x="178229" y="98176"/>
                  <a:pt x="180513" y="100963"/>
                  <a:pt x="183527" y="103402"/>
                </a:cubicBezTo>
                <a:cubicBezTo>
                  <a:pt x="186541" y="105890"/>
                  <a:pt x="190284" y="107899"/>
                  <a:pt x="194757" y="109430"/>
                </a:cubicBezTo>
                <a:cubicBezTo>
                  <a:pt x="199230" y="110961"/>
                  <a:pt x="204384" y="111726"/>
                  <a:pt x="210220" y="111726"/>
                </a:cubicBezTo>
                <a:cubicBezTo>
                  <a:pt x="215531" y="111726"/>
                  <a:pt x="220338" y="111140"/>
                  <a:pt x="224644" y="109968"/>
                </a:cubicBezTo>
                <a:cubicBezTo>
                  <a:pt x="228949" y="108796"/>
                  <a:pt x="232633" y="107158"/>
                  <a:pt x="235694" y="105053"/>
                </a:cubicBezTo>
                <a:cubicBezTo>
                  <a:pt x="238708" y="102948"/>
                  <a:pt x="241040" y="100448"/>
                  <a:pt x="242691" y="97554"/>
                </a:cubicBezTo>
                <a:cubicBezTo>
                  <a:pt x="244341" y="94660"/>
                  <a:pt x="245166" y="91491"/>
                  <a:pt x="245166" y="88046"/>
                </a:cubicBezTo>
                <a:cubicBezTo>
                  <a:pt x="245166" y="84315"/>
                  <a:pt x="244341" y="81098"/>
                  <a:pt x="242691" y="78395"/>
                </a:cubicBezTo>
                <a:cubicBezTo>
                  <a:pt x="241040" y="75692"/>
                  <a:pt x="238756" y="73384"/>
                  <a:pt x="235838" y="71470"/>
                </a:cubicBezTo>
                <a:cubicBezTo>
                  <a:pt x="232920" y="69605"/>
                  <a:pt x="229451" y="68074"/>
                  <a:pt x="225433" y="66878"/>
                </a:cubicBezTo>
                <a:cubicBezTo>
                  <a:pt x="221415" y="65682"/>
                  <a:pt x="217061" y="64701"/>
                  <a:pt x="212373" y="63936"/>
                </a:cubicBezTo>
                <a:cubicBezTo>
                  <a:pt x="209120" y="63457"/>
                  <a:pt x="206441" y="62895"/>
                  <a:pt x="204336" y="62250"/>
                </a:cubicBezTo>
                <a:cubicBezTo>
                  <a:pt x="202231" y="61604"/>
                  <a:pt x="200581" y="60874"/>
                  <a:pt x="199385" y="60061"/>
                </a:cubicBezTo>
                <a:cubicBezTo>
                  <a:pt x="198141" y="59296"/>
                  <a:pt x="197280" y="58423"/>
                  <a:pt x="196802" y="57442"/>
                </a:cubicBezTo>
                <a:cubicBezTo>
                  <a:pt x="196323" y="56461"/>
                  <a:pt x="196084" y="55397"/>
                  <a:pt x="196084" y="54249"/>
                </a:cubicBezTo>
                <a:cubicBezTo>
                  <a:pt x="196084" y="53101"/>
                  <a:pt x="196359" y="52012"/>
                  <a:pt x="196909" y="50984"/>
                </a:cubicBezTo>
                <a:cubicBezTo>
                  <a:pt x="197460" y="49955"/>
                  <a:pt x="198261" y="49058"/>
                  <a:pt x="199313" y="48293"/>
                </a:cubicBezTo>
                <a:cubicBezTo>
                  <a:pt x="200461" y="47432"/>
                  <a:pt x="201944" y="46762"/>
                  <a:pt x="203762" y="46284"/>
                </a:cubicBezTo>
                <a:cubicBezTo>
                  <a:pt x="205580" y="45805"/>
                  <a:pt x="207709" y="45566"/>
                  <a:pt x="210149" y="45566"/>
                </a:cubicBezTo>
                <a:cubicBezTo>
                  <a:pt x="213019" y="45566"/>
                  <a:pt x="215471" y="45925"/>
                  <a:pt x="217504" y="46642"/>
                </a:cubicBezTo>
                <a:cubicBezTo>
                  <a:pt x="219537" y="47360"/>
                  <a:pt x="221152" y="48317"/>
                  <a:pt x="222347" y="49513"/>
                </a:cubicBezTo>
                <a:cubicBezTo>
                  <a:pt x="223209" y="50422"/>
                  <a:pt x="223854" y="51438"/>
                  <a:pt x="224285" y="52562"/>
                </a:cubicBezTo>
                <a:cubicBezTo>
                  <a:pt x="224715" y="53687"/>
                  <a:pt x="224931" y="54894"/>
                  <a:pt x="224931" y="56186"/>
                </a:cubicBezTo>
                <a:lnTo>
                  <a:pt x="244879" y="56186"/>
                </a:lnTo>
                <a:cubicBezTo>
                  <a:pt x="244879" y="52598"/>
                  <a:pt x="244090" y="49273"/>
                  <a:pt x="242511" y="46212"/>
                </a:cubicBezTo>
                <a:cubicBezTo>
                  <a:pt x="240933" y="43150"/>
                  <a:pt x="238660" y="40495"/>
                  <a:pt x="235694" y="38247"/>
                </a:cubicBezTo>
                <a:cubicBezTo>
                  <a:pt x="232681" y="36046"/>
                  <a:pt x="229021" y="34312"/>
                  <a:pt x="224715" y="33044"/>
                </a:cubicBezTo>
                <a:cubicBezTo>
                  <a:pt x="220410" y="31777"/>
                  <a:pt x="215554" y="31143"/>
                  <a:pt x="210149" y="31143"/>
                </a:cubicBezTo>
                <a:cubicBezTo>
                  <a:pt x="204982" y="31143"/>
                  <a:pt x="200342" y="31789"/>
                  <a:pt x="196228" y="33080"/>
                </a:cubicBezTo>
                <a:cubicBezTo>
                  <a:pt x="192114" y="34372"/>
                  <a:pt x="188621" y="36118"/>
                  <a:pt x="185751" y="38318"/>
                </a:cubicBezTo>
                <a:cubicBezTo>
                  <a:pt x="182881" y="40519"/>
                  <a:pt x="180680" y="43078"/>
                  <a:pt x="179149" y="45997"/>
                </a:cubicBezTo>
                <a:cubicBezTo>
                  <a:pt x="177619" y="48915"/>
                  <a:pt x="176853" y="51976"/>
                  <a:pt x="176853" y="55181"/>
                </a:cubicBezTo>
                <a:cubicBezTo>
                  <a:pt x="176853" y="58482"/>
                  <a:pt x="177607" y="61400"/>
                  <a:pt x="179114" y="63936"/>
                </a:cubicBezTo>
                <a:cubicBezTo>
                  <a:pt x="180621" y="66471"/>
                  <a:pt x="182713" y="68696"/>
                  <a:pt x="185392" y="70609"/>
                </a:cubicBezTo>
                <a:cubicBezTo>
                  <a:pt x="188071" y="72571"/>
                  <a:pt x="191288" y="74233"/>
                  <a:pt x="195044" y="75596"/>
                </a:cubicBezTo>
                <a:cubicBezTo>
                  <a:pt x="198799" y="76960"/>
                  <a:pt x="202949" y="78096"/>
                  <a:pt x="207494" y="79005"/>
                </a:cubicBezTo>
                <a:cubicBezTo>
                  <a:pt x="211082" y="79675"/>
                  <a:pt x="214048" y="80344"/>
                  <a:pt x="216392" y="81014"/>
                </a:cubicBezTo>
                <a:cubicBezTo>
                  <a:pt x="218736" y="81684"/>
                  <a:pt x="220625" y="82401"/>
                  <a:pt x="222060" y="83167"/>
                </a:cubicBezTo>
                <a:cubicBezTo>
                  <a:pt x="223448" y="83980"/>
                  <a:pt x="224416" y="84841"/>
                  <a:pt x="224967" y="85750"/>
                </a:cubicBezTo>
                <a:cubicBezTo>
                  <a:pt x="225517" y="86659"/>
                  <a:pt x="225792" y="87712"/>
                  <a:pt x="225792" y="88907"/>
                </a:cubicBezTo>
                <a:close/>
                <a:moveTo>
                  <a:pt x="269191" y="32578"/>
                </a:moveTo>
                <a:lnTo>
                  <a:pt x="269191" y="48867"/>
                </a:lnTo>
                <a:lnTo>
                  <a:pt x="291292" y="48867"/>
                </a:lnTo>
                <a:lnTo>
                  <a:pt x="291292" y="94002"/>
                </a:lnTo>
                <a:lnTo>
                  <a:pt x="269191" y="94002"/>
                </a:lnTo>
                <a:lnTo>
                  <a:pt x="269191" y="110219"/>
                </a:lnTo>
                <a:lnTo>
                  <a:pt x="332481" y="110219"/>
                </a:lnTo>
                <a:lnTo>
                  <a:pt x="332481" y="94002"/>
                </a:lnTo>
                <a:lnTo>
                  <a:pt x="311456" y="94002"/>
                </a:lnTo>
                <a:lnTo>
                  <a:pt x="311456" y="32578"/>
                </a:lnTo>
                <a:lnTo>
                  <a:pt x="269191" y="32578"/>
                </a:lnTo>
                <a:moveTo>
                  <a:pt x="289857" y="12701"/>
                </a:moveTo>
                <a:cubicBezTo>
                  <a:pt x="289857" y="14232"/>
                  <a:pt x="290132" y="15655"/>
                  <a:pt x="290682" y="16971"/>
                </a:cubicBezTo>
                <a:cubicBezTo>
                  <a:pt x="291232" y="18286"/>
                  <a:pt x="292010" y="19398"/>
                  <a:pt x="293014" y="20307"/>
                </a:cubicBezTo>
                <a:cubicBezTo>
                  <a:pt x="294019" y="21264"/>
                  <a:pt x="295227" y="22006"/>
                  <a:pt x="296638" y="22532"/>
                </a:cubicBezTo>
                <a:cubicBezTo>
                  <a:pt x="298049" y="23058"/>
                  <a:pt x="299616" y="23321"/>
                  <a:pt x="301338" y="23321"/>
                </a:cubicBezTo>
                <a:cubicBezTo>
                  <a:pt x="304878" y="23321"/>
                  <a:pt x="307689" y="22329"/>
                  <a:pt x="309770" y="20343"/>
                </a:cubicBezTo>
                <a:cubicBezTo>
                  <a:pt x="311851" y="18358"/>
                  <a:pt x="312891" y="15811"/>
                  <a:pt x="312891" y="12701"/>
                </a:cubicBezTo>
                <a:cubicBezTo>
                  <a:pt x="312891" y="9592"/>
                  <a:pt x="311851" y="7044"/>
                  <a:pt x="309770" y="5059"/>
                </a:cubicBezTo>
                <a:cubicBezTo>
                  <a:pt x="307689" y="3074"/>
                  <a:pt x="304878" y="2081"/>
                  <a:pt x="301338" y="2081"/>
                </a:cubicBezTo>
                <a:cubicBezTo>
                  <a:pt x="299616" y="2081"/>
                  <a:pt x="298049" y="2344"/>
                  <a:pt x="296638" y="2870"/>
                </a:cubicBezTo>
                <a:cubicBezTo>
                  <a:pt x="295227" y="3397"/>
                  <a:pt x="294019" y="4114"/>
                  <a:pt x="293014" y="5023"/>
                </a:cubicBezTo>
                <a:cubicBezTo>
                  <a:pt x="292010" y="5980"/>
                  <a:pt x="291232" y="7116"/>
                  <a:pt x="290682" y="8431"/>
                </a:cubicBezTo>
                <a:cubicBezTo>
                  <a:pt x="290132" y="9747"/>
                  <a:pt x="289857" y="11170"/>
                  <a:pt x="289857" y="12701"/>
                </a:cubicBezTo>
                <a:close/>
                <a:moveTo>
                  <a:pt x="350047" y="70825"/>
                </a:moveTo>
                <a:lnTo>
                  <a:pt x="350047" y="72331"/>
                </a:lnTo>
                <a:cubicBezTo>
                  <a:pt x="350047" y="77976"/>
                  <a:pt x="350777" y="83203"/>
                  <a:pt x="352236" y="88010"/>
                </a:cubicBezTo>
                <a:cubicBezTo>
                  <a:pt x="353695" y="92818"/>
                  <a:pt x="355788" y="96968"/>
                  <a:pt x="358515" y="100460"/>
                </a:cubicBezTo>
                <a:cubicBezTo>
                  <a:pt x="361242" y="103953"/>
                  <a:pt x="364530" y="106691"/>
                  <a:pt x="368381" y="108677"/>
                </a:cubicBezTo>
                <a:cubicBezTo>
                  <a:pt x="372232" y="110662"/>
                  <a:pt x="376574" y="111655"/>
                  <a:pt x="381405" y="111655"/>
                </a:cubicBezTo>
                <a:cubicBezTo>
                  <a:pt x="383845" y="111655"/>
                  <a:pt x="386129" y="111391"/>
                  <a:pt x="388258" y="110865"/>
                </a:cubicBezTo>
                <a:cubicBezTo>
                  <a:pt x="390387" y="110339"/>
                  <a:pt x="392336" y="109598"/>
                  <a:pt x="394106" y="108641"/>
                </a:cubicBezTo>
                <a:cubicBezTo>
                  <a:pt x="395302" y="107971"/>
                  <a:pt x="396427" y="107206"/>
                  <a:pt x="397479" y="106345"/>
                </a:cubicBezTo>
                <a:cubicBezTo>
                  <a:pt x="398532" y="105483"/>
                  <a:pt x="399536" y="104527"/>
                  <a:pt x="400493" y="103474"/>
                </a:cubicBezTo>
                <a:lnTo>
                  <a:pt x="400493" y="107923"/>
                </a:lnTo>
                <a:cubicBezTo>
                  <a:pt x="400493" y="110554"/>
                  <a:pt x="400122" y="112922"/>
                  <a:pt x="399381" y="115027"/>
                </a:cubicBezTo>
                <a:cubicBezTo>
                  <a:pt x="398639" y="117132"/>
                  <a:pt x="397575" y="118902"/>
                  <a:pt x="396187" y="120337"/>
                </a:cubicBezTo>
                <a:cubicBezTo>
                  <a:pt x="394657" y="121916"/>
                  <a:pt x="392755" y="123112"/>
                  <a:pt x="390483" y="123925"/>
                </a:cubicBezTo>
                <a:cubicBezTo>
                  <a:pt x="388210" y="124738"/>
                  <a:pt x="385615" y="125145"/>
                  <a:pt x="382697" y="125145"/>
                </a:cubicBezTo>
                <a:cubicBezTo>
                  <a:pt x="380879" y="125145"/>
                  <a:pt x="379121" y="124966"/>
                  <a:pt x="377423" y="124607"/>
                </a:cubicBezTo>
                <a:cubicBezTo>
                  <a:pt x="375725" y="124248"/>
                  <a:pt x="374086" y="123710"/>
                  <a:pt x="372507" y="122992"/>
                </a:cubicBezTo>
                <a:cubicBezTo>
                  <a:pt x="370881" y="122275"/>
                  <a:pt x="369326" y="121354"/>
                  <a:pt x="367843" y="120230"/>
                </a:cubicBezTo>
                <a:cubicBezTo>
                  <a:pt x="366360" y="119105"/>
                  <a:pt x="364973" y="117802"/>
                  <a:pt x="363681" y="116319"/>
                </a:cubicBezTo>
                <a:lnTo>
                  <a:pt x="354712" y="128446"/>
                </a:lnTo>
                <a:cubicBezTo>
                  <a:pt x="356386" y="130599"/>
                  <a:pt x="358395" y="132452"/>
                  <a:pt x="360739" y="134007"/>
                </a:cubicBezTo>
                <a:cubicBezTo>
                  <a:pt x="363083" y="135562"/>
                  <a:pt x="365571" y="136841"/>
                  <a:pt x="368202" y="137846"/>
                </a:cubicBezTo>
                <a:cubicBezTo>
                  <a:pt x="370833" y="138851"/>
                  <a:pt x="373488" y="139592"/>
                  <a:pt x="376167" y="140071"/>
                </a:cubicBezTo>
                <a:cubicBezTo>
                  <a:pt x="378846" y="140549"/>
                  <a:pt x="381358" y="140788"/>
                  <a:pt x="383702" y="140788"/>
                </a:cubicBezTo>
                <a:cubicBezTo>
                  <a:pt x="389155" y="140788"/>
                  <a:pt x="394142" y="140059"/>
                  <a:pt x="398663" y="138599"/>
                </a:cubicBezTo>
                <a:cubicBezTo>
                  <a:pt x="403184" y="137140"/>
                  <a:pt x="407071" y="135000"/>
                  <a:pt x="410324" y="132177"/>
                </a:cubicBezTo>
                <a:cubicBezTo>
                  <a:pt x="413529" y="129355"/>
                  <a:pt x="416028" y="125886"/>
                  <a:pt x="417822" y="121772"/>
                </a:cubicBezTo>
                <a:cubicBezTo>
                  <a:pt x="419616" y="117658"/>
                  <a:pt x="420513" y="112970"/>
                  <a:pt x="420513" y="107708"/>
                </a:cubicBezTo>
                <a:lnTo>
                  <a:pt x="420513" y="32578"/>
                </a:lnTo>
                <a:lnTo>
                  <a:pt x="402359" y="32578"/>
                </a:lnTo>
                <a:lnTo>
                  <a:pt x="401569" y="39969"/>
                </a:lnTo>
                <a:cubicBezTo>
                  <a:pt x="400612" y="38773"/>
                  <a:pt x="399560" y="37685"/>
                  <a:pt x="398412" y="36704"/>
                </a:cubicBezTo>
                <a:cubicBezTo>
                  <a:pt x="397264" y="35723"/>
                  <a:pt x="396020" y="34874"/>
                  <a:pt x="394681" y="34157"/>
                </a:cubicBezTo>
                <a:cubicBezTo>
                  <a:pt x="392911" y="33152"/>
                  <a:pt x="390937" y="32398"/>
                  <a:pt x="388761" y="31896"/>
                </a:cubicBezTo>
                <a:cubicBezTo>
                  <a:pt x="386584" y="31394"/>
                  <a:pt x="384180" y="31143"/>
                  <a:pt x="381549" y="31143"/>
                </a:cubicBezTo>
                <a:cubicBezTo>
                  <a:pt x="376669" y="31143"/>
                  <a:pt x="372292" y="32099"/>
                  <a:pt x="368417" y="34013"/>
                </a:cubicBezTo>
                <a:cubicBezTo>
                  <a:pt x="364542" y="35927"/>
                  <a:pt x="361242" y="38629"/>
                  <a:pt x="358515" y="42122"/>
                </a:cubicBezTo>
                <a:cubicBezTo>
                  <a:pt x="355788" y="45614"/>
                  <a:pt x="353695" y="49800"/>
                  <a:pt x="352236" y="54679"/>
                </a:cubicBezTo>
                <a:cubicBezTo>
                  <a:pt x="350777" y="59559"/>
                  <a:pt x="350047" y="64940"/>
                  <a:pt x="350047" y="70825"/>
                </a:cubicBezTo>
                <a:moveTo>
                  <a:pt x="370068" y="72331"/>
                </a:moveTo>
                <a:lnTo>
                  <a:pt x="370068" y="70825"/>
                </a:lnTo>
                <a:cubicBezTo>
                  <a:pt x="370068" y="67572"/>
                  <a:pt x="370403" y="64522"/>
                  <a:pt x="371072" y="61676"/>
                </a:cubicBezTo>
                <a:cubicBezTo>
                  <a:pt x="371742" y="58829"/>
                  <a:pt x="372771" y="56330"/>
                  <a:pt x="374158" y="54177"/>
                </a:cubicBezTo>
                <a:cubicBezTo>
                  <a:pt x="375497" y="52072"/>
                  <a:pt x="377196" y="50410"/>
                  <a:pt x="379253" y="49190"/>
                </a:cubicBezTo>
                <a:cubicBezTo>
                  <a:pt x="381310" y="47970"/>
                  <a:pt x="383749" y="47360"/>
                  <a:pt x="386572" y="47360"/>
                </a:cubicBezTo>
                <a:cubicBezTo>
                  <a:pt x="388103" y="47360"/>
                  <a:pt x="389526" y="47503"/>
                  <a:pt x="390842" y="47790"/>
                </a:cubicBezTo>
                <a:cubicBezTo>
                  <a:pt x="392157" y="48077"/>
                  <a:pt x="393365" y="48484"/>
                  <a:pt x="394465" y="49010"/>
                </a:cubicBezTo>
                <a:cubicBezTo>
                  <a:pt x="395757" y="49632"/>
                  <a:pt x="396905" y="50445"/>
                  <a:pt x="397910" y="51450"/>
                </a:cubicBezTo>
                <a:cubicBezTo>
                  <a:pt x="398914" y="52455"/>
                  <a:pt x="399775" y="53627"/>
                  <a:pt x="400493" y="54966"/>
                </a:cubicBezTo>
                <a:lnTo>
                  <a:pt x="400493" y="87831"/>
                </a:lnTo>
                <a:cubicBezTo>
                  <a:pt x="399823" y="89027"/>
                  <a:pt x="399034" y="90103"/>
                  <a:pt x="398125" y="91060"/>
                </a:cubicBezTo>
                <a:cubicBezTo>
                  <a:pt x="397216" y="92017"/>
                  <a:pt x="396164" y="92830"/>
                  <a:pt x="394968" y="93500"/>
                </a:cubicBezTo>
                <a:cubicBezTo>
                  <a:pt x="393819" y="94122"/>
                  <a:pt x="392540" y="94600"/>
                  <a:pt x="391129" y="94935"/>
                </a:cubicBezTo>
                <a:cubicBezTo>
                  <a:pt x="389717" y="95270"/>
                  <a:pt x="388151" y="95437"/>
                  <a:pt x="386428" y="95437"/>
                </a:cubicBezTo>
                <a:cubicBezTo>
                  <a:pt x="383606" y="95437"/>
                  <a:pt x="381166" y="94839"/>
                  <a:pt x="379109" y="93643"/>
                </a:cubicBezTo>
                <a:cubicBezTo>
                  <a:pt x="377052" y="92447"/>
                  <a:pt x="375354" y="90797"/>
                  <a:pt x="374014" y="88692"/>
                </a:cubicBezTo>
                <a:cubicBezTo>
                  <a:pt x="372675" y="86635"/>
                  <a:pt x="371682" y="84207"/>
                  <a:pt x="371036" y="81409"/>
                </a:cubicBezTo>
                <a:cubicBezTo>
                  <a:pt x="370391" y="78610"/>
                  <a:pt x="370068" y="75584"/>
                  <a:pt x="370068" y="72331"/>
                </a:cubicBezTo>
                <a:close/>
                <a:moveTo>
                  <a:pt x="440232" y="110219"/>
                </a:moveTo>
                <a:lnTo>
                  <a:pt x="460252" y="110219"/>
                </a:lnTo>
                <a:lnTo>
                  <a:pt x="460252" y="55038"/>
                </a:lnTo>
                <a:cubicBezTo>
                  <a:pt x="460922" y="53986"/>
                  <a:pt x="461663" y="53029"/>
                  <a:pt x="462477" y="52168"/>
                </a:cubicBezTo>
                <a:cubicBezTo>
                  <a:pt x="463290" y="51307"/>
                  <a:pt x="464199" y="50565"/>
                  <a:pt x="465204" y="49943"/>
                </a:cubicBezTo>
                <a:cubicBezTo>
                  <a:pt x="466447" y="49082"/>
                  <a:pt x="467870" y="48436"/>
                  <a:pt x="469473" y="48006"/>
                </a:cubicBezTo>
                <a:cubicBezTo>
                  <a:pt x="471076" y="47575"/>
                  <a:pt x="472834" y="47360"/>
                  <a:pt x="474747" y="47360"/>
                </a:cubicBezTo>
                <a:cubicBezTo>
                  <a:pt x="477043" y="47360"/>
                  <a:pt x="479101" y="47587"/>
                  <a:pt x="480918" y="48042"/>
                </a:cubicBezTo>
                <a:cubicBezTo>
                  <a:pt x="482736" y="48496"/>
                  <a:pt x="484291" y="49297"/>
                  <a:pt x="485583" y="50445"/>
                </a:cubicBezTo>
                <a:cubicBezTo>
                  <a:pt x="486874" y="51594"/>
                  <a:pt x="487867" y="53160"/>
                  <a:pt x="488561" y="55146"/>
                </a:cubicBezTo>
                <a:cubicBezTo>
                  <a:pt x="489254" y="57131"/>
                  <a:pt x="489601" y="59654"/>
                  <a:pt x="489601" y="62716"/>
                </a:cubicBezTo>
                <a:lnTo>
                  <a:pt x="489601" y="110219"/>
                </a:lnTo>
                <a:lnTo>
                  <a:pt x="509550" y="110219"/>
                </a:lnTo>
                <a:lnTo>
                  <a:pt x="509550" y="62429"/>
                </a:lnTo>
                <a:cubicBezTo>
                  <a:pt x="509550" y="56784"/>
                  <a:pt x="508892" y="51988"/>
                  <a:pt x="507576" y="48042"/>
                </a:cubicBezTo>
                <a:cubicBezTo>
                  <a:pt x="506261" y="44095"/>
                  <a:pt x="504431" y="40854"/>
                  <a:pt x="502087" y="38318"/>
                </a:cubicBezTo>
                <a:cubicBezTo>
                  <a:pt x="499695" y="35831"/>
                  <a:pt x="496872" y="34013"/>
                  <a:pt x="493619" y="32865"/>
                </a:cubicBezTo>
                <a:cubicBezTo>
                  <a:pt x="490366" y="31717"/>
                  <a:pt x="486779" y="31143"/>
                  <a:pt x="482856" y="31143"/>
                </a:cubicBezTo>
                <a:cubicBezTo>
                  <a:pt x="479794" y="31143"/>
                  <a:pt x="476900" y="31573"/>
                  <a:pt x="474173" y="32434"/>
                </a:cubicBezTo>
                <a:cubicBezTo>
                  <a:pt x="471446" y="33295"/>
                  <a:pt x="468935" y="34539"/>
                  <a:pt x="466639" y="36166"/>
                </a:cubicBezTo>
                <a:cubicBezTo>
                  <a:pt x="465299" y="37123"/>
                  <a:pt x="464031" y="38199"/>
                  <a:pt x="462836" y="39395"/>
                </a:cubicBezTo>
                <a:cubicBezTo>
                  <a:pt x="461640" y="40591"/>
                  <a:pt x="460539" y="41906"/>
                  <a:pt x="459535" y="43341"/>
                </a:cubicBezTo>
                <a:lnTo>
                  <a:pt x="458315" y="32578"/>
                </a:lnTo>
                <a:lnTo>
                  <a:pt x="440232" y="32578"/>
                </a:lnTo>
                <a:lnTo>
                  <a:pt x="440232" y="110219"/>
                </a:lnTo>
                <a:close/>
                <a:moveTo>
                  <a:pt x="566080" y="111655"/>
                </a:moveTo>
                <a:cubicBezTo>
                  <a:pt x="573591" y="111655"/>
                  <a:pt x="580097" y="110195"/>
                  <a:pt x="585598" y="107277"/>
                </a:cubicBezTo>
                <a:cubicBezTo>
                  <a:pt x="591100" y="104359"/>
                  <a:pt x="595118" y="101106"/>
                  <a:pt x="597653" y="97518"/>
                </a:cubicBezTo>
                <a:lnTo>
                  <a:pt x="587679" y="86755"/>
                </a:lnTo>
                <a:cubicBezTo>
                  <a:pt x="585383" y="89721"/>
                  <a:pt x="582393" y="91945"/>
                  <a:pt x="578709" y="93428"/>
                </a:cubicBezTo>
                <a:cubicBezTo>
                  <a:pt x="575026" y="94911"/>
                  <a:pt x="571223" y="95653"/>
                  <a:pt x="567300" y="95653"/>
                </a:cubicBezTo>
                <a:cubicBezTo>
                  <a:pt x="564525" y="95653"/>
                  <a:pt x="561966" y="95222"/>
                  <a:pt x="559622" y="94361"/>
                </a:cubicBezTo>
                <a:cubicBezTo>
                  <a:pt x="557278" y="93500"/>
                  <a:pt x="555197" y="92280"/>
                  <a:pt x="553379" y="90701"/>
                </a:cubicBezTo>
                <a:cubicBezTo>
                  <a:pt x="551609" y="89171"/>
                  <a:pt x="550198" y="87460"/>
                  <a:pt x="549145" y="85571"/>
                </a:cubicBezTo>
                <a:cubicBezTo>
                  <a:pt x="548093" y="83681"/>
                  <a:pt x="547232" y="81182"/>
                  <a:pt x="546562" y="78072"/>
                </a:cubicBezTo>
                <a:lnTo>
                  <a:pt x="546562" y="77857"/>
                </a:lnTo>
                <a:lnTo>
                  <a:pt x="599232" y="77857"/>
                </a:lnTo>
                <a:lnTo>
                  <a:pt x="599232" y="69389"/>
                </a:lnTo>
                <a:cubicBezTo>
                  <a:pt x="599232" y="63697"/>
                  <a:pt x="598443" y="58494"/>
                  <a:pt x="596864" y="53782"/>
                </a:cubicBezTo>
                <a:cubicBezTo>
                  <a:pt x="595285" y="49070"/>
                  <a:pt x="592989" y="45040"/>
                  <a:pt x="589975" y="41691"/>
                </a:cubicBezTo>
                <a:cubicBezTo>
                  <a:pt x="586914" y="38342"/>
                  <a:pt x="583194" y="35747"/>
                  <a:pt x="578817" y="33905"/>
                </a:cubicBezTo>
                <a:cubicBezTo>
                  <a:pt x="574440" y="32064"/>
                  <a:pt x="569453" y="31143"/>
                  <a:pt x="563856" y="31143"/>
                </a:cubicBezTo>
                <a:cubicBezTo>
                  <a:pt x="558450" y="31143"/>
                  <a:pt x="553451" y="32123"/>
                  <a:pt x="548858" y="34085"/>
                </a:cubicBezTo>
                <a:cubicBezTo>
                  <a:pt x="544266" y="36046"/>
                  <a:pt x="540295" y="38797"/>
                  <a:pt x="536947" y="42337"/>
                </a:cubicBezTo>
                <a:cubicBezTo>
                  <a:pt x="533598" y="45877"/>
                  <a:pt x="530991" y="50099"/>
                  <a:pt x="529125" y="55002"/>
                </a:cubicBezTo>
                <a:cubicBezTo>
                  <a:pt x="527259" y="59905"/>
                  <a:pt x="526327" y="65323"/>
                  <a:pt x="526327" y="71255"/>
                </a:cubicBezTo>
                <a:lnTo>
                  <a:pt x="526327" y="74125"/>
                </a:lnTo>
                <a:cubicBezTo>
                  <a:pt x="526327" y="79340"/>
                  <a:pt x="527271" y="84231"/>
                  <a:pt x="529161" y="88800"/>
                </a:cubicBezTo>
                <a:cubicBezTo>
                  <a:pt x="531051" y="93368"/>
                  <a:pt x="533741" y="97327"/>
                  <a:pt x="537234" y="100676"/>
                </a:cubicBezTo>
                <a:cubicBezTo>
                  <a:pt x="540726" y="104072"/>
                  <a:pt x="544912" y="106751"/>
                  <a:pt x="549791" y="108713"/>
                </a:cubicBezTo>
                <a:cubicBezTo>
                  <a:pt x="554671" y="110674"/>
                  <a:pt x="560100" y="111655"/>
                  <a:pt x="566080" y="111655"/>
                </a:cubicBezTo>
                <a:moveTo>
                  <a:pt x="563712" y="47288"/>
                </a:moveTo>
                <a:cubicBezTo>
                  <a:pt x="566248" y="47288"/>
                  <a:pt x="568484" y="47683"/>
                  <a:pt x="570421" y="48472"/>
                </a:cubicBezTo>
                <a:cubicBezTo>
                  <a:pt x="572359" y="49261"/>
                  <a:pt x="573997" y="50326"/>
                  <a:pt x="575337" y="51665"/>
                </a:cubicBezTo>
                <a:cubicBezTo>
                  <a:pt x="576676" y="53053"/>
                  <a:pt x="577729" y="54679"/>
                  <a:pt x="578494" y="56545"/>
                </a:cubicBezTo>
                <a:cubicBezTo>
                  <a:pt x="579260" y="58411"/>
                  <a:pt x="579642" y="60396"/>
                  <a:pt x="579642" y="62501"/>
                </a:cubicBezTo>
                <a:lnTo>
                  <a:pt x="579642" y="64079"/>
                </a:lnTo>
                <a:lnTo>
                  <a:pt x="546921" y="64079"/>
                </a:lnTo>
                <a:cubicBezTo>
                  <a:pt x="547399" y="61544"/>
                  <a:pt x="548117" y="59248"/>
                  <a:pt x="549074" y="57191"/>
                </a:cubicBezTo>
                <a:cubicBezTo>
                  <a:pt x="550030" y="55134"/>
                  <a:pt x="551226" y="53364"/>
                  <a:pt x="552662" y="51881"/>
                </a:cubicBezTo>
                <a:cubicBezTo>
                  <a:pt x="554049" y="50398"/>
                  <a:pt x="555675" y="49261"/>
                  <a:pt x="557541" y="48472"/>
                </a:cubicBezTo>
                <a:cubicBezTo>
                  <a:pt x="559407" y="47683"/>
                  <a:pt x="561464" y="47288"/>
                  <a:pt x="563712" y="47288"/>
                </a:cubicBezTo>
                <a:close/>
                <a:moveTo>
                  <a:pt x="614502" y="70825"/>
                </a:moveTo>
                <a:lnTo>
                  <a:pt x="614502" y="72331"/>
                </a:lnTo>
                <a:cubicBezTo>
                  <a:pt x="614502" y="77976"/>
                  <a:pt x="615196" y="83203"/>
                  <a:pt x="616583" y="88010"/>
                </a:cubicBezTo>
                <a:cubicBezTo>
                  <a:pt x="617970" y="92818"/>
                  <a:pt x="619979" y="96968"/>
                  <a:pt x="622610" y="100460"/>
                </a:cubicBezTo>
                <a:cubicBezTo>
                  <a:pt x="625194" y="103953"/>
                  <a:pt x="628363" y="106691"/>
                  <a:pt x="632118" y="108677"/>
                </a:cubicBezTo>
                <a:cubicBezTo>
                  <a:pt x="635874" y="110662"/>
                  <a:pt x="640119" y="111655"/>
                  <a:pt x="644855" y="111655"/>
                </a:cubicBezTo>
                <a:cubicBezTo>
                  <a:pt x="649209" y="111655"/>
                  <a:pt x="653036" y="110817"/>
                  <a:pt x="656336" y="109143"/>
                </a:cubicBezTo>
                <a:cubicBezTo>
                  <a:pt x="659637" y="107469"/>
                  <a:pt x="662508" y="105125"/>
                  <a:pt x="664947" y="102111"/>
                </a:cubicBezTo>
                <a:lnTo>
                  <a:pt x="665952" y="110219"/>
                </a:lnTo>
                <a:lnTo>
                  <a:pt x="683963" y="110219"/>
                </a:lnTo>
                <a:lnTo>
                  <a:pt x="683963" y="0"/>
                </a:lnTo>
                <a:lnTo>
                  <a:pt x="663943" y="0"/>
                </a:lnTo>
                <a:lnTo>
                  <a:pt x="663943" y="39538"/>
                </a:lnTo>
                <a:cubicBezTo>
                  <a:pt x="661551" y="36859"/>
                  <a:pt x="658812" y="34790"/>
                  <a:pt x="655726" y="33331"/>
                </a:cubicBezTo>
                <a:cubicBezTo>
                  <a:pt x="652641" y="31872"/>
                  <a:pt x="649065" y="31143"/>
                  <a:pt x="644999" y="31143"/>
                </a:cubicBezTo>
                <a:cubicBezTo>
                  <a:pt x="640167" y="31143"/>
                  <a:pt x="635874" y="32099"/>
                  <a:pt x="632118" y="34013"/>
                </a:cubicBezTo>
                <a:cubicBezTo>
                  <a:pt x="628363" y="35927"/>
                  <a:pt x="625170" y="38629"/>
                  <a:pt x="622539" y="42122"/>
                </a:cubicBezTo>
                <a:cubicBezTo>
                  <a:pt x="619908" y="45614"/>
                  <a:pt x="617910" y="49800"/>
                  <a:pt x="616547" y="54679"/>
                </a:cubicBezTo>
                <a:cubicBezTo>
                  <a:pt x="615184" y="59559"/>
                  <a:pt x="614502" y="64940"/>
                  <a:pt x="614502" y="70825"/>
                </a:cubicBezTo>
                <a:moveTo>
                  <a:pt x="634450" y="72331"/>
                </a:moveTo>
                <a:lnTo>
                  <a:pt x="634450" y="70825"/>
                </a:lnTo>
                <a:cubicBezTo>
                  <a:pt x="634450" y="67572"/>
                  <a:pt x="634737" y="64522"/>
                  <a:pt x="635312" y="61676"/>
                </a:cubicBezTo>
                <a:cubicBezTo>
                  <a:pt x="635886" y="58829"/>
                  <a:pt x="636794" y="56330"/>
                  <a:pt x="638038" y="54177"/>
                </a:cubicBezTo>
                <a:cubicBezTo>
                  <a:pt x="639282" y="52072"/>
                  <a:pt x="640897" y="50410"/>
                  <a:pt x="642882" y="49190"/>
                </a:cubicBezTo>
                <a:cubicBezTo>
                  <a:pt x="644867" y="47970"/>
                  <a:pt x="647271" y="47360"/>
                  <a:pt x="650094" y="47360"/>
                </a:cubicBezTo>
                <a:cubicBezTo>
                  <a:pt x="653490" y="47360"/>
                  <a:pt x="656313" y="48089"/>
                  <a:pt x="658561" y="49549"/>
                </a:cubicBezTo>
                <a:cubicBezTo>
                  <a:pt x="660809" y="51008"/>
                  <a:pt x="662603" y="53053"/>
                  <a:pt x="663943" y="55684"/>
                </a:cubicBezTo>
                <a:lnTo>
                  <a:pt x="663943" y="87114"/>
                </a:lnTo>
                <a:cubicBezTo>
                  <a:pt x="662603" y="89697"/>
                  <a:pt x="660797" y="91730"/>
                  <a:pt x="658525" y="93213"/>
                </a:cubicBezTo>
                <a:cubicBezTo>
                  <a:pt x="656253" y="94696"/>
                  <a:pt x="653394" y="95437"/>
                  <a:pt x="649950" y="95437"/>
                </a:cubicBezTo>
                <a:cubicBezTo>
                  <a:pt x="647128" y="95437"/>
                  <a:pt x="644736" y="94839"/>
                  <a:pt x="642774" y="93643"/>
                </a:cubicBezTo>
                <a:cubicBezTo>
                  <a:pt x="640813" y="92447"/>
                  <a:pt x="639210" y="90797"/>
                  <a:pt x="637967" y="88692"/>
                </a:cubicBezTo>
                <a:cubicBezTo>
                  <a:pt x="636723" y="86635"/>
                  <a:pt x="635826" y="84207"/>
                  <a:pt x="635276" y="81409"/>
                </a:cubicBezTo>
                <a:cubicBezTo>
                  <a:pt x="634725" y="78610"/>
                  <a:pt x="634450" y="75584"/>
                  <a:pt x="634450" y="72331"/>
                </a:cubicBezTo>
                <a:close/>
              </a:path>
            </a:pathLst>
          </a:custGeom>
          <a:solidFill xmlns:a="http://schemas.openxmlformats.org/drawingml/2006/main">
            <a:srgbClr val="3F51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int16v3;">
            <a:extLst xmlns:a="http://schemas.openxmlformats.org/drawingml/2006/main">
              <a:ext uri="{FF2B5EF4-FFF2-40B4-BE49-F238E27FC236}">
                <a16:creationId xmlns:a16="http://schemas.microsoft.com/office/drawing/2014/main" id="{A4A21F8E-A6AF-45C0-8897-29CA9ECD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267" y="884629"/>
            <a:ext cx="751759" cy="137272"/>
          </a:xfrm>
          <a:custGeom xmlns:a="http://schemas.openxmlformats.org/drawingml/2006/main">
            <a:pathLst>
              <a:path w="751759" h="137272">
                <a:moveTo>
                  <a:pt x="0" y="30497"/>
                </a:moveTo>
                <a:lnTo>
                  <a:pt x="0" y="46786"/>
                </a:lnTo>
                <a:lnTo>
                  <a:pt x="22101" y="46786"/>
                </a:lnTo>
                <a:lnTo>
                  <a:pt x="22101" y="91921"/>
                </a:lnTo>
                <a:lnTo>
                  <a:pt x="0" y="91921"/>
                </a:lnTo>
                <a:lnTo>
                  <a:pt x="0" y="108138"/>
                </a:lnTo>
                <a:lnTo>
                  <a:pt x="63290" y="108138"/>
                </a:lnTo>
                <a:lnTo>
                  <a:pt x="63290" y="91921"/>
                </a:lnTo>
                <a:lnTo>
                  <a:pt x="42265" y="91921"/>
                </a:lnTo>
                <a:lnTo>
                  <a:pt x="42265" y="30497"/>
                </a:lnTo>
                <a:lnTo>
                  <a:pt x="0" y="30497"/>
                </a:lnTo>
                <a:moveTo>
                  <a:pt x="20666" y="10620"/>
                </a:moveTo>
                <a:cubicBezTo>
                  <a:pt x="20666" y="12151"/>
                  <a:pt x="20941" y="13574"/>
                  <a:pt x="21491" y="14890"/>
                </a:cubicBezTo>
                <a:cubicBezTo>
                  <a:pt x="22041" y="16205"/>
                  <a:pt x="22819" y="17317"/>
                  <a:pt x="23823" y="18226"/>
                </a:cubicBezTo>
                <a:cubicBezTo>
                  <a:pt x="24828" y="19183"/>
                  <a:pt x="26036" y="19925"/>
                  <a:pt x="27447" y="20451"/>
                </a:cubicBezTo>
                <a:cubicBezTo>
                  <a:pt x="28858" y="20977"/>
                  <a:pt x="30425" y="21240"/>
                  <a:pt x="32147" y="21240"/>
                </a:cubicBezTo>
                <a:cubicBezTo>
                  <a:pt x="35687" y="21240"/>
                  <a:pt x="38498" y="20248"/>
                  <a:pt x="40579" y="18262"/>
                </a:cubicBezTo>
                <a:cubicBezTo>
                  <a:pt x="42660" y="16277"/>
                  <a:pt x="43700" y="13730"/>
                  <a:pt x="43700" y="10620"/>
                </a:cubicBezTo>
                <a:cubicBezTo>
                  <a:pt x="43700" y="7511"/>
                  <a:pt x="42660" y="4963"/>
                  <a:pt x="40579" y="2978"/>
                </a:cubicBezTo>
                <a:cubicBezTo>
                  <a:pt x="38498" y="993"/>
                  <a:pt x="35687" y="0"/>
                  <a:pt x="32147" y="0"/>
                </a:cubicBezTo>
                <a:cubicBezTo>
                  <a:pt x="30425" y="0"/>
                  <a:pt x="28858" y="263"/>
                  <a:pt x="27447" y="789"/>
                </a:cubicBezTo>
                <a:cubicBezTo>
                  <a:pt x="26036" y="1316"/>
                  <a:pt x="24828" y="2033"/>
                  <a:pt x="23823" y="2942"/>
                </a:cubicBezTo>
                <a:cubicBezTo>
                  <a:pt x="22819" y="3899"/>
                  <a:pt x="22041" y="5035"/>
                  <a:pt x="21491" y="6351"/>
                </a:cubicBezTo>
                <a:cubicBezTo>
                  <a:pt x="20941" y="7666"/>
                  <a:pt x="20666" y="9089"/>
                  <a:pt x="20666" y="10620"/>
                </a:cubicBezTo>
                <a:close/>
                <a:moveTo>
                  <a:pt x="82865" y="108138"/>
                </a:moveTo>
                <a:lnTo>
                  <a:pt x="102886" y="108138"/>
                </a:lnTo>
                <a:lnTo>
                  <a:pt x="102886" y="52957"/>
                </a:lnTo>
                <a:cubicBezTo>
                  <a:pt x="103555" y="51905"/>
                  <a:pt x="104297" y="50948"/>
                  <a:pt x="105110" y="50087"/>
                </a:cubicBezTo>
                <a:cubicBezTo>
                  <a:pt x="105923" y="49226"/>
                  <a:pt x="106832" y="48484"/>
                  <a:pt x="107837" y="47862"/>
                </a:cubicBezTo>
                <a:cubicBezTo>
                  <a:pt x="109081" y="47001"/>
                  <a:pt x="110504" y="46355"/>
                  <a:pt x="112106" y="45925"/>
                </a:cubicBezTo>
                <a:cubicBezTo>
                  <a:pt x="113709" y="45494"/>
                  <a:pt x="115467" y="45279"/>
                  <a:pt x="117381" y="45279"/>
                </a:cubicBezTo>
                <a:cubicBezTo>
                  <a:pt x="119677" y="45279"/>
                  <a:pt x="121734" y="45506"/>
                  <a:pt x="123552" y="45961"/>
                </a:cubicBezTo>
                <a:cubicBezTo>
                  <a:pt x="125370" y="46415"/>
                  <a:pt x="126924" y="47216"/>
                  <a:pt x="128216" y="48365"/>
                </a:cubicBezTo>
                <a:cubicBezTo>
                  <a:pt x="129508" y="49513"/>
                  <a:pt x="130500" y="51079"/>
                  <a:pt x="131194" y="53065"/>
                </a:cubicBezTo>
                <a:cubicBezTo>
                  <a:pt x="131888" y="55050"/>
                  <a:pt x="132234" y="57573"/>
                  <a:pt x="132234" y="60635"/>
                </a:cubicBezTo>
                <a:lnTo>
                  <a:pt x="132234" y="108138"/>
                </a:lnTo>
                <a:lnTo>
                  <a:pt x="152183" y="108138"/>
                </a:lnTo>
                <a:lnTo>
                  <a:pt x="152183" y="60348"/>
                </a:lnTo>
                <a:cubicBezTo>
                  <a:pt x="152183" y="54703"/>
                  <a:pt x="151525" y="49907"/>
                  <a:pt x="150210" y="45961"/>
                </a:cubicBezTo>
                <a:cubicBezTo>
                  <a:pt x="148894" y="42014"/>
                  <a:pt x="147064" y="38773"/>
                  <a:pt x="144720" y="36238"/>
                </a:cubicBezTo>
                <a:cubicBezTo>
                  <a:pt x="142328" y="33750"/>
                  <a:pt x="139506" y="31932"/>
                  <a:pt x="136253" y="30784"/>
                </a:cubicBezTo>
                <a:cubicBezTo>
                  <a:pt x="133000" y="29636"/>
                  <a:pt x="129412" y="29062"/>
                  <a:pt x="125489" y="29062"/>
                </a:cubicBezTo>
                <a:cubicBezTo>
                  <a:pt x="122428" y="29062"/>
                  <a:pt x="119533" y="29492"/>
                  <a:pt x="116807" y="30353"/>
                </a:cubicBezTo>
                <a:cubicBezTo>
                  <a:pt x="114080" y="31214"/>
                  <a:pt x="111568" y="32458"/>
                  <a:pt x="109272" y="34085"/>
                </a:cubicBezTo>
                <a:cubicBezTo>
                  <a:pt x="107933" y="35042"/>
                  <a:pt x="106665" y="36118"/>
                  <a:pt x="105469" y="37314"/>
                </a:cubicBezTo>
                <a:cubicBezTo>
                  <a:pt x="104273" y="38510"/>
                  <a:pt x="103173" y="39825"/>
                  <a:pt x="102168" y="41261"/>
                </a:cubicBezTo>
                <a:lnTo>
                  <a:pt x="100948" y="30497"/>
                </a:lnTo>
                <a:lnTo>
                  <a:pt x="82865" y="30497"/>
                </a:lnTo>
                <a:lnTo>
                  <a:pt x="82865" y="108138"/>
                </a:lnTo>
                <a:close/>
                <a:moveTo>
                  <a:pt x="207637" y="11481"/>
                </a:moveTo>
                <a:lnTo>
                  <a:pt x="187689" y="11481"/>
                </a:lnTo>
                <a:lnTo>
                  <a:pt x="187689" y="30497"/>
                </a:lnTo>
                <a:lnTo>
                  <a:pt x="169965" y="30497"/>
                </a:lnTo>
                <a:lnTo>
                  <a:pt x="169965" y="45207"/>
                </a:lnTo>
                <a:lnTo>
                  <a:pt x="187689" y="45207"/>
                </a:lnTo>
                <a:lnTo>
                  <a:pt x="187689" y="80512"/>
                </a:lnTo>
                <a:cubicBezTo>
                  <a:pt x="187689" y="85631"/>
                  <a:pt x="188359" y="90020"/>
                  <a:pt x="189698" y="93679"/>
                </a:cubicBezTo>
                <a:cubicBezTo>
                  <a:pt x="191038" y="97339"/>
                  <a:pt x="192951" y="100341"/>
                  <a:pt x="195439" y="102685"/>
                </a:cubicBezTo>
                <a:cubicBezTo>
                  <a:pt x="197878" y="105077"/>
                  <a:pt x="200832" y="106835"/>
                  <a:pt x="204301" y="107959"/>
                </a:cubicBezTo>
                <a:cubicBezTo>
                  <a:pt x="207769" y="109083"/>
                  <a:pt x="211632" y="109645"/>
                  <a:pt x="215890" y="109645"/>
                </a:cubicBezTo>
                <a:cubicBezTo>
                  <a:pt x="218090" y="109645"/>
                  <a:pt x="220327" y="109538"/>
                  <a:pt x="222599" y="109322"/>
                </a:cubicBezTo>
                <a:cubicBezTo>
                  <a:pt x="224871" y="109107"/>
                  <a:pt x="227060" y="108808"/>
                  <a:pt x="229165" y="108425"/>
                </a:cubicBezTo>
                <a:cubicBezTo>
                  <a:pt x="231270" y="108043"/>
                  <a:pt x="233255" y="107552"/>
                  <a:pt x="235121" y="106954"/>
                </a:cubicBezTo>
                <a:cubicBezTo>
                  <a:pt x="236986" y="106356"/>
                  <a:pt x="238613" y="105651"/>
                  <a:pt x="240000" y="104838"/>
                </a:cubicBezTo>
                <a:lnTo>
                  <a:pt x="238063" y="91132"/>
                </a:lnTo>
                <a:cubicBezTo>
                  <a:pt x="237154" y="91371"/>
                  <a:pt x="236065" y="91610"/>
                  <a:pt x="234798" y="91850"/>
                </a:cubicBezTo>
                <a:cubicBezTo>
                  <a:pt x="233530" y="92089"/>
                  <a:pt x="232178" y="92304"/>
                  <a:pt x="230743" y="92495"/>
                </a:cubicBezTo>
                <a:cubicBezTo>
                  <a:pt x="229260" y="92735"/>
                  <a:pt x="227718" y="92926"/>
                  <a:pt x="226115" y="93069"/>
                </a:cubicBezTo>
                <a:cubicBezTo>
                  <a:pt x="224512" y="93213"/>
                  <a:pt x="222946" y="93285"/>
                  <a:pt x="221415" y="93285"/>
                </a:cubicBezTo>
                <a:cubicBezTo>
                  <a:pt x="219310" y="93285"/>
                  <a:pt x="217408" y="93045"/>
                  <a:pt x="215710" y="92567"/>
                </a:cubicBezTo>
                <a:cubicBezTo>
                  <a:pt x="214012" y="92089"/>
                  <a:pt x="212565" y="91275"/>
                  <a:pt x="211369" y="90127"/>
                </a:cubicBezTo>
                <a:cubicBezTo>
                  <a:pt x="210173" y="89027"/>
                  <a:pt x="209252" y="87532"/>
                  <a:pt x="208606" y="85643"/>
                </a:cubicBezTo>
                <a:cubicBezTo>
                  <a:pt x="207960" y="83753"/>
                  <a:pt x="207637" y="81397"/>
                  <a:pt x="207637" y="78574"/>
                </a:cubicBezTo>
                <a:lnTo>
                  <a:pt x="207637" y="45207"/>
                </a:lnTo>
                <a:lnTo>
                  <a:pt x="236627" y="45207"/>
                </a:lnTo>
                <a:lnTo>
                  <a:pt x="236627" y="30497"/>
                </a:lnTo>
                <a:lnTo>
                  <a:pt x="207637" y="30497"/>
                </a:lnTo>
                <a:lnTo>
                  <a:pt x="207637" y="11481"/>
                </a:lnTo>
                <a:close/>
                <a:moveTo>
                  <a:pt x="308084" y="108138"/>
                </a:moveTo>
                <a:lnTo>
                  <a:pt x="308084" y="3660"/>
                </a:lnTo>
                <a:lnTo>
                  <a:pt x="307007" y="3660"/>
                </a:lnTo>
                <a:lnTo>
                  <a:pt x="261513" y="20092"/>
                </a:lnTo>
                <a:lnTo>
                  <a:pt x="261513" y="37457"/>
                </a:lnTo>
                <a:lnTo>
                  <a:pt x="287920" y="27985"/>
                </a:lnTo>
                <a:lnTo>
                  <a:pt x="287920" y="108138"/>
                </a:lnTo>
                <a:lnTo>
                  <a:pt x="308084" y="108138"/>
                </a:lnTo>
                <a:close/>
                <a:moveTo>
                  <a:pt x="400349" y="2799"/>
                </a:moveTo>
                <a:lnTo>
                  <a:pt x="397694" y="2799"/>
                </a:lnTo>
                <a:cubicBezTo>
                  <a:pt x="389035" y="2799"/>
                  <a:pt x="381405" y="4246"/>
                  <a:pt x="374803" y="7140"/>
                </a:cubicBezTo>
                <a:cubicBezTo>
                  <a:pt x="368202" y="10034"/>
                  <a:pt x="362676" y="14041"/>
                  <a:pt x="358227" y="19159"/>
                </a:cubicBezTo>
                <a:cubicBezTo>
                  <a:pt x="353778" y="24326"/>
                  <a:pt x="350430" y="30437"/>
                  <a:pt x="348181" y="37493"/>
                </a:cubicBezTo>
                <a:cubicBezTo>
                  <a:pt x="345933" y="44549"/>
                  <a:pt x="344809" y="52215"/>
                  <a:pt x="344809" y="60492"/>
                </a:cubicBezTo>
                <a:lnTo>
                  <a:pt x="344809" y="68170"/>
                </a:lnTo>
                <a:cubicBezTo>
                  <a:pt x="344809" y="74149"/>
                  <a:pt x="345658" y="79663"/>
                  <a:pt x="347356" y="84710"/>
                </a:cubicBezTo>
                <a:cubicBezTo>
                  <a:pt x="349054" y="89757"/>
                  <a:pt x="351482" y="94122"/>
                  <a:pt x="354640" y="97805"/>
                </a:cubicBezTo>
                <a:cubicBezTo>
                  <a:pt x="357749" y="101489"/>
                  <a:pt x="361552" y="104371"/>
                  <a:pt x="366049" y="106452"/>
                </a:cubicBezTo>
                <a:cubicBezTo>
                  <a:pt x="370546" y="108533"/>
                  <a:pt x="375593" y="109574"/>
                  <a:pt x="381190" y="109574"/>
                </a:cubicBezTo>
                <a:cubicBezTo>
                  <a:pt x="386548" y="109574"/>
                  <a:pt x="391379" y="108653"/>
                  <a:pt x="395685" y="106811"/>
                </a:cubicBezTo>
                <a:cubicBezTo>
                  <a:pt x="399990" y="104969"/>
                  <a:pt x="403650" y="102446"/>
                  <a:pt x="406664" y="99241"/>
                </a:cubicBezTo>
                <a:cubicBezTo>
                  <a:pt x="409677" y="96035"/>
                  <a:pt x="411998" y="92256"/>
                  <a:pt x="413624" y="87903"/>
                </a:cubicBezTo>
                <a:cubicBezTo>
                  <a:pt x="415251" y="83550"/>
                  <a:pt x="416064" y="78838"/>
                  <a:pt x="416064" y="73767"/>
                </a:cubicBezTo>
                <a:cubicBezTo>
                  <a:pt x="416064" y="69031"/>
                  <a:pt x="415454" y="64522"/>
                  <a:pt x="414234" y="60240"/>
                </a:cubicBezTo>
                <a:cubicBezTo>
                  <a:pt x="413014" y="55959"/>
                  <a:pt x="411160" y="52192"/>
                  <a:pt x="408673" y="48939"/>
                </a:cubicBezTo>
                <a:cubicBezTo>
                  <a:pt x="406185" y="45733"/>
                  <a:pt x="403088" y="43186"/>
                  <a:pt x="399380" y="41296"/>
                </a:cubicBezTo>
                <a:cubicBezTo>
                  <a:pt x="395673" y="39407"/>
                  <a:pt x="391332" y="38462"/>
                  <a:pt x="386356" y="38462"/>
                </a:cubicBezTo>
                <a:cubicBezTo>
                  <a:pt x="383917" y="38462"/>
                  <a:pt x="381644" y="38749"/>
                  <a:pt x="379539" y="39323"/>
                </a:cubicBezTo>
                <a:cubicBezTo>
                  <a:pt x="377434" y="39897"/>
                  <a:pt x="375497" y="40639"/>
                  <a:pt x="373727" y="41548"/>
                </a:cubicBezTo>
                <a:cubicBezTo>
                  <a:pt x="371909" y="42504"/>
                  <a:pt x="370283" y="43569"/>
                  <a:pt x="368848" y="44741"/>
                </a:cubicBezTo>
                <a:cubicBezTo>
                  <a:pt x="367412" y="45913"/>
                  <a:pt x="366145" y="47097"/>
                  <a:pt x="365044" y="48293"/>
                </a:cubicBezTo>
                <a:cubicBezTo>
                  <a:pt x="365475" y="43939"/>
                  <a:pt x="366515" y="39993"/>
                  <a:pt x="368166" y="36453"/>
                </a:cubicBezTo>
                <a:cubicBezTo>
                  <a:pt x="369816" y="32913"/>
                  <a:pt x="372077" y="29875"/>
                  <a:pt x="374947" y="27340"/>
                </a:cubicBezTo>
                <a:cubicBezTo>
                  <a:pt x="377769" y="24804"/>
                  <a:pt x="381202" y="22843"/>
                  <a:pt x="385244" y="21455"/>
                </a:cubicBezTo>
                <a:cubicBezTo>
                  <a:pt x="389286" y="20068"/>
                  <a:pt x="393939" y="19375"/>
                  <a:pt x="399201" y="19375"/>
                </a:cubicBezTo>
                <a:lnTo>
                  <a:pt x="400349" y="19375"/>
                </a:lnTo>
                <a:lnTo>
                  <a:pt x="400349" y="2799"/>
                </a:lnTo>
                <a:moveTo>
                  <a:pt x="380544" y="54464"/>
                </a:moveTo>
                <a:cubicBezTo>
                  <a:pt x="383032" y="54464"/>
                  <a:pt x="385244" y="54954"/>
                  <a:pt x="387182" y="55935"/>
                </a:cubicBezTo>
                <a:cubicBezTo>
                  <a:pt x="389119" y="56916"/>
                  <a:pt x="390757" y="58267"/>
                  <a:pt x="392097" y="59989"/>
                </a:cubicBezTo>
                <a:cubicBezTo>
                  <a:pt x="393436" y="61759"/>
                  <a:pt x="394465" y="63840"/>
                  <a:pt x="395182" y="66232"/>
                </a:cubicBezTo>
                <a:cubicBezTo>
                  <a:pt x="395900" y="68624"/>
                  <a:pt x="396259" y="71231"/>
                  <a:pt x="396259" y="74054"/>
                </a:cubicBezTo>
                <a:cubicBezTo>
                  <a:pt x="396259" y="76876"/>
                  <a:pt x="395900" y="79471"/>
                  <a:pt x="395182" y="81839"/>
                </a:cubicBezTo>
                <a:cubicBezTo>
                  <a:pt x="394465" y="84207"/>
                  <a:pt x="393436" y="86252"/>
                  <a:pt x="392097" y="87975"/>
                </a:cubicBezTo>
                <a:cubicBezTo>
                  <a:pt x="390757" y="89697"/>
                  <a:pt x="389131" y="91048"/>
                  <a:pt x="387217" y="92029"/>
                </a:cubicBezTo>
                <a:cubicBezTo>
                  <a:pt x="385304" y="93010"/>
                  <a:pt x="383175" y="93500"/>
                  <a:pt x="380831" y="93500"/>
                </a:cubicBezTo>
                <a:cubicBezTo>
                  <a:pt x="378535" y="93500"/>
                  <a:pt x="376406" y="93022"/>
                  <a:pt x="374445" y="92065"/>
                </a:cubicBezTo>
                <a:cubicBezTo>
                  <a:pt x="372483" y="91108"/>
                  <a:pt x="370785" y="89673"/>
                  <a:pt x="369350" y="87759"/>
                </a:cubicBezTo>
                <a:cubicBezTo>
                  <a:pt x="367915" y="85894"/>
                  <a:pt x="366802" y="83526"/>
                  <a:pt x="366013" y="80655"/>
                </a:cubicBezTo>
                <a:cubicBezTo>
                  <a:pt x="365224" y="77785"/>
                  <a:pt x="364829" y="74436"/>
                  <a:pt x="364829" y="70609"/>
                </a:cubicBezTo>
                <a:lnTo>
                  <a:pt x="364829" y="64725"/>
                </a:lnTo>
                <a:cubicBezTo>
                  <a:pt x="365499" y="63290"/>
                  <a:pt x="366324" y="61975"/>
                  <a:pt x="367305" y="60779"/>
                </a:cubicBezTo>
                <a:cubicBezTo>
                  <a:pt x="368285" y="59583"/>
                  <a:pt x="369374" y="58530"/>
                  <a:pt x="370570" y="57621"/>
                </a:cubicBezTo>
                <a:cubicBezTo>
                  <a:pt x="371957" y="56617"/>
                  <a:pt x="373488" y="55839"/>
                  <a:pt x="375162" y="55289"/>
                </a:cubicBezTo>
                <a:cubicBezTo>
                  <a:pt x="376836" y="54739"/>
                  <a:pt x="378630" y="54464"/>
                  <a:pt x="380544" y="54464"/>
                </a:cubicBezTo>
                <a:close/>
                <a:moveTo>
                  <a:pt x="548427" y="108138"/>
                </a:moveTo>
                <a:lnTo>
                  <a:pt x="567156" y="108138"/>
                </a:lnTo>
                <a:lnTo>
                  <a:pt x="596648" y="30497"/>
                </a:lnTo>
                <a:lnTo>
                  <a:pt x="575839" y="30497"/>
                </a:lnTo>
                <a:lnTo>
                  <a:pt x="558832" y="85248"/>
                </a:lnTo>
                <a:lnTo>
                  <a:pt x="557756" y="90701"/>
                </a:lnTo>
                <a:lnTo>
                  <a:pt x="556680" y="85248"/>
                </a:lnTo>
                <a:lnTo>
                  <a:pt x="539601" y="30497"/>
                </a:lnTo>
                <a:lnTo>
                  <a:pt x="518792" y="30497"/>
                </a:lnTo>
                <a:lnTo>
                  <a:pt x="548427" y="108138"/>
                </a:lnTo>
                <a:close/>
                <a:moveTo>
                  <a:pt x="632010" y="47145"/>
                </a:moveTo>
                <a:lnTo>
                  <a:pt x="632010" y="62644"/>
                </a:lnTo>
                <a:lnTo>
                  <a:pt x="642846" y="62644"/>
                </a:lnTo>
                <a:cubicBezTo>
                  <a:pt x="645572" y="62644"/>
                  <a:pt x="648024" y="62955"/>
                  <a:pt x="650201" y="63577"/>
                </a:cubicBezTo>
                <a:cubicBezTo>
                  <a:pt x="652377" y="64199"/>
                  <a:pt x="654255" y="65156"/>
                  <a:pt x="655834" y="66447"/>
                </a:cubicBezTo>
                <a:cubicBezTo>
                  <a:pt x="657365" y="67739"/>
                  <a:pt x="658537" y="69389"/>
                  <a:pt x="659350" y="71399"/>
                </a:cubicBezTo>
                <a:cubicBezTo>
                  <a:pt x="660163" y="73408"/>
                  <a:pt x="660570" y="75824"/>
                  <a:pt x="660570" y="78646"/>
                </a:cubicBezTo>
                <a:cubicBezTo>
                  <a:pt x="660570" y="80895"/>
                  <a:pt x="660223" y="82928"/>
                  <a:pt x="659529" y="84746"/>
                </a:cubicBezTo>
                <a:cubicBezTo>
                  <a:pt x="658836" y="86563"/>
                  <a:pt x="657819" y="88094"/>
                  <a:pt x="656480" y="89338"/>
                </a:cubicBezTo>
                <a:cubicBezTo>
                  <a:pt x="655092" y="90725"/>
                  <a:pt x="653370" y="91778"/>
                  <a:pt x="651313" y="92495"/>
                </a:cubicBezTo>
                <a:cubicBezTo>
                  <a:pt x="649256" y="93213"/>
                  <a:pt x="646936" y="93572"/>
                  <a:pt x="644353" y="93572"/>
                </a:cubicBezTo>
                <a:cubicBezTo>
                  <a:pt x="642056" y="93572"/>
                  <a:pt x="639951" y="93225"/>
                  <a:pt x="638038" y="92531"/>
                </a:cubicBezTo>
                <a:cubicBezTo>
                  <a:pt x="636124" y="91838"/>
                  <a:pt x="634474" y="90869"/>
                  <a:pt x="633087" y="89625"/>
                </a:cubicBezTo>
                <a:cubicBezTo>
                  <a:pt x="631652" y="88429"/>
                  <a:pt x="630551" y="86982"/>
                  <a:pt x="629786" y="85284"/>
                </a:cubicBezTo>
                <a:cubicBezTo>
                  <a:pt x="629020" y="83585"/>
                  <a:pt x="628638" y="81732"/>
                  <a:pt x="628638" y="79723"/>
                </a:cubicBezTo>
                <a:lnTo>
                  <a:pt x="608689" y="79723"/>
                </a:lnTo>
                <a:cubicBezTo>
                  <a:pt x="608689" y="84793"/>
                  <a:pt x="609682" y="89194"/>
                  <a:pt x="611667" y="92926"/>
                </a:cubicBezTo>
                <a:cubicBezTo>
                  <a:pt x="613652" y="96657"/>
                  <a:pt x="616295" y="99743"/>
                  <a:pt x="619596" y="102183"/>
                </a:cubicBezTo>
                <a:cubicBezTo>
                  <a:pt x="622897" y="104670"/>
                  <a:pt x="626664" y="106524"/>
                  <a:pt x="630898" y="107744"/>
                </a:cubicBezTo>
                <a:cubicBezTo>
                  <a:pt x="635132" y="108964"/>
                  <a:pt x="639473" y="109574"/>
                  <a:pt x="643922" y="109574"/>
                </a:cubicBezTo>
                <a:cubicBezTo>
                  <a:pt x="649089" y="109574"/>
                  <a:pt x="653908" y="108892"/>
                  <a:pt x="658381" y="107529"/>
                </a:cubicBezTo>
                <a:cubicBezTo>
                  <a:pt x="662854" y="106165"/>
                  <a:pt x="666717" y="104168"/>
                  <a:pt x="669970" y="101537"/>
                </a:cubicBezTo>
                <a:cubicBezTo>
                  <a:pt x="673223" y="98954"/>
                  <a:pt x="675782" y="95748"/>
                  <a:pt x="677648" y="91921"/>
                </a:cubicBezTo>
                <a:cubicBezTo>
                  <a:pt x="679514" y="88094"/>
                  <a:pt x="680447" y="83741"/>
                  <a:pt x="680447" y="78861"/>
                </a:cubicBezTo>
                <a:cubicBezTo>
                  <a:pt x="680447" y="76087"/>
                  <a:pt x="680112" y="73456"/>
                  <a:pt x="679442" y="70968"/>
                </a:cubicBezTo>
                <a:cubicBezTo>
                  <a:pt x="678772" y="68481"/>
                  <a:pt x="677744" y="66184"/>
                  <a:pt x="676356" y="64079"/>
                </a:cubicBezTo>
                <a:cubicBezTo>
                  <a:pt x="674969" y="62022"/>
                  <a:pt x="673211" y="60181"/>
                  <a:pt x="671082" y="58554"/>
                </a:cubicBezTo>
                <a:cubicBezTo>
                  <a:pt x="668953" y="56928"/>
                  <a:pt x="666430" y="55588"/>
                  <a:pt x="663512" y="54536"/>
                </a:cubicBezTo>
                <a:cubicBezTo>
                  <a:pt x="665999" y="53340"/>
                  <a:pt x="668200" y="51917"/>
                  <a:pt x="670114" y="50266"/>
                </a:cubicBezTo>
                <a:cubicBezTo>
                  <a:pt x="672027" y="48616"/>
                  <a:pt x="673630" y="46810"/>
                  <a:pt x="674921" y="44848"/>
                </a:cubicBezTo>
                <a:cubicBezTo>
                  <a:pt x="676213" y="42887"/>
                  <a:pt x="677194" y="40818"/>
                  <a:pt x="677863" y="38641"/>
                </a:cubicBezTo>
                <a:cubicBezTo>
                  <a:pt x="678533" y="36465"/>
                  <a:pt x="678868" y="34252"/>
                  <a:pt x="678868" y="32004"/>
                </a:cubicBezTo>
                <a:cubicBezTo>
                  <a:pt x="678868" y="27124"/>
                  <a:pt x="678019" y="22831"/>
                  <a:pt x="676321" y="19123"/>
                </a:cubicBezTo>
                <a:cubicBezTo>
                  <a:pt x="674622" y="15416"/>
                  <a:pt x="672242" y="12294"/>
                  <a:pt x="669181" y="9759"/>
                </a:cubicBezTo>
                <a:cubicBezTo>
                  <a:pt x="666119" y="7271"/>
                  <a:pt x="662435" y="5394"/>
                  <a:pt x="658130" y="4126"/>
                </a:cubicBezTo>
                <a:cubicBezTo>
                  <a:pt x="653825" y="2858"/>
                  <a:pt x="649089" y="2224"/>
                  <a:pt x="643922" y="2224"/>
                </a:cubicBezTo>
                <a:cubicBezTo>
                  <a:pt x="639138" y="2224"/>
                  <a:pt x="634677" y="2918"/>
                  <a:pt x="630539" y="4305"/>
                </a:cubicBezTo>
                <a:cubicBezTo>
                  <a:pt x="626401" y="5693"/>
                  <a:pt x="622801" y="7630"/>
                  <a:pt x="619740" y="10118"/>
                </a:cubicBezTo>
                <a:cubicBezTo>
                  <a:pt x="616678" y="12653"/>
                  <a:pt x="614274" y="15667"/>
                  <a:pt x="612528" y="19159"/>
                </a:cubicBezTo>
                <a:cubicBezTo>
                  <a:pt x="610782" y="22651"/>
                  <a:pt x="609909" y="26526"/>
                  <a:pt x="609909" y="30784"/>
                </a:cubicBezTo>
                <a:lnTo>
                  <a:pt x="629858" y="30784"/>
                </a:lnTo>
                <a:cubicBezTo>
                  <a:pt x="629858" y="28870"/>
                  <a:pt x="630240" y="27148"/>
                  <a:pt x="631006" y="25617"/>
                </a:cubicBezTo>
                <a:cubicBezTo>
                  <a:pt x="631771" y="24087"/>
                  <a:pt x="632824" y="22771"/>
                  <a:pt x="634163" y="21671"/>
                </a:cubicBezTo>
                <a:cubicBezTo>
                  <a:pt x="635455" y="20618"/>
                  <a:pt x="636974" y="19805"/>
                  <a:pt x="638720" y="19231"/>
                </a:cubicBezTo>
                <a:cubicBezTo>
                  <a:pt x="640466" y="18657"/>
                  <a:pt x="642343" y="18370"/>
                  <a:pt x="644353" y="18370"/>
                </a:cubicBezTo>
                <a:cubicBezTo>
                  <a:pt x="646792" y="18370"/>
                  <a:pt x="648933" y="18705"/>
                  <a:pt x="650775" y="19375"/>
                </a:cubicBezTo>
                <a:cubicBezTo>
                  <a:pt x="652617" y="20044"/>
                  <a:pt x="654136" y="20977"/>
                  <a:pt x="655331" y="22173"/>
                </a:cubicBezTo>
                <a:cubicBezTo>
                  <a:pt x="656527" y="23417"/>
                  <a:pt x="657424" y="24888"/>
                  <a:pt x="658022" y="26586"/>
                </a:cubicBezTo>
                <a:cubicBezTo>
                  <a:pt x="658620" y="28284"/>
                  <a:pt x="658919" y="30162"/>
                  <a:pt x="658919" y="32219"/>
                </a:cubicBezTo>
                <a:cubicBezTo>
                  <a:pt x="658919" y="34324"/>
                  <a:pt x="658620" y="36273"/>
                  <a:pt x="658022" y="38067"/>
                </a:cubicBezTo>
                <a:cubicBezTo>
                  <a:pt x="657424" y="39861"/>
                  <a:pt x="656527" y="41380"/>
                  <a:pt x="655331" y="42624"/>
                </a:cubicBezTo>
                <a:cubicBezTo>
                  <a:pt x="654040" y="44059"/>
                  <a:pt x="652354" y="45171"/>
                  <a:pt x="650273" y="45961"/>
                </a:cubicBezTo>
                <a:cubicBezTo>
                  <a:pt x="648192" y="46750"/>
                  <a:pt x="645716" y="47145"/>
                  <a:pt x="642846" y="47145"/>
                </a:cubicBezTo>
                <a:lnTo>
                  <a:pt x="632010" y="47145"/>
                </a:lnTo>
                <a:close/>
                <a:moveTo>
                  <a:pt x="724061" y="37314"/>
                </a:moveTo>
                <a:cubicBezTo>
                  <a:pt x="724061" y="40997"/>
                  <a:pt x="725305" y="44083"/>
                  <a:pt x="727792" y="46571"/>
                </a:cubicBezTo>
                <a:cubicBezTo>
                  <a:pt x="730280" y="49058"/>
                  <a:pt x="733652" y="50302"/>
                  <a:pt x="737910" y="50302"/>
                </a:cubicBezTo>
                <a:cubicBezTo>
                  <a:pt x="742120" y="50302"/>
                  <a:pt x="745480" y="49070"/>
                  <a:pt x="747992" y="46606"/>
                </a:cubicBezTo>
                <a:cubicBezTo>
                  <a:pt x="750503" y="44143"/>
                  <a:pt x="751759" y="41045"/>
                  <a:pt x="751759" y="37314"/>
                </a:cubicBezTo>
                <a:cubicBezTo>
                  <a:pt x="751759" y="33582"/>
                  <a:pt x="750527" y="30449"/>
                  <a:pt x="748064" y="27914"/>
                </a:cubicBezTo>
                <a:cubicBezTo>
                  <a:pt x="745600" y="25378"/>
                  <a:pt x="742215" y="24110"/>
                  <a:pt x="737910" y="24110"/>
                </a:cubicBezTo>
                <a:cubicBezTo>
                  <a:pt x="733557" y="24110"/>
                  <a:pt x="730160" y="25390"/>
                  <a:pt x="727720" y="27950"/>
                </a:cubicBezTo>
                <a:cubicBezTo>
                  <a:pt x="725281" y="30509"/>
                  <a:pt x="724061" y="33630"/>
                  <a:pt x="724061" y="37314"/>
                </a:cubicBezTo>
                <a:moveTo>
                  <a:pt x="746377" y="106560"/>
                </a:moveTo>
                <a:lnTo>
                  <a:pt x="746449" y="90701"/>
                </a:lnTo>
                <a:lnTo>
                  <a:pt x="727720" y="90701"/>
                </a:lnTo>
                <a:lnTo>
                  <a:pt x="727720" y="107493"/>
                </a:lnTo>
                <a:cubicBezTo>
                  <a:pt x="727720" y="112755"/>
                  <a:pt x="727099" y="117264"/>
                  <a:pt x="725855" y="121019"/>
                </a:cubicBezTo>
                <a:cubicBezTo>
                  <a:pt x="724611" y="124774"/>
                  <a:pt x="723080" y="128374"/>
                  <a:pt x="721262" y="131818"/>
                </a:cubicBezTo>
                <a:lnTo>
                  <a:pt x="731811" y="137272"/>
                </a:lnTo>
                <a:cubicBezTo>
                  <a:pt x="736116" y="133445"/>
                  <a:pt x="739620" y="128733"/>
                  <a:pt x="742323" y="123136"/>
                </a:cubicBezTo>
                <a:cubicBezTo>
                  <a:pt x="745026" y="117539"/>
                  <a:pt x="746377" y="112013"/>
                  <a:pt x="746377" y="106560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unsignedint">
            <a:extLst xmlns:a="http://schemas.openxmlformats.org/drawingml/2006/main">
              <a:ext uri="{FF2B5EF4-FFF2-40B4-BE49-F238E27FC236}">
                <a16:creationId xmlns:a16="http://schemas.microsoft.com/office/drawing/2014/main" id="{6E7BE250-4BAD-4300-9D7D-20A4BAD6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120" y="1058899"/>
            <a:ext cx="1038135" cy="140788"/>
          </a:xfrm>
          <a:custGeom xmlns:a="http://schemas.openxmlformats.org/drawingml/2006/main">
            <a:pathLst>
              <a:path w="1038135" h="140788">
                <a:moveTo>
                  <a:pt x="50015" y="110219"/>
                </a:moveTo>
                <a:lnTo>
                  <a:pt x="68098" y="110219"/>
                </a:lnTo>
                <a:lnTo>
                  <a:pt x="68098" y="32578"/>
                </a:lnTo>
                <a:lnTo>
                  <a:pt x="48077" y="32578"/>
                </a:lnTo>
                <a:lnTo>
                  <a:pt x="48077" y="87042"/>
                </a:lnTo>
                <a:cubicBezTo>
                  <a:pt x="47456" y="88286"/>
                  <a:pt x="46714" y="89410"/>
                  <a:pt x="45853" y="90414"/>
                </a:cubicBezTo>
                <a:cubicBezTo>
                  <a:pt x="44992" y="91419"/>
                  <a:pt x="44011" y="92280"/>
                  <a:pt x="42911" y="92998"/>
                </a:cubicBezTo>
                <a:cubicBezTo>
                  <a:pt x="41619" y="93811"/>
                  <a:pt x="40124" y="94433"/>
                  <a:pt x="38426" y="94863"/>
                </a:cubicBezTo>
                <a:cubicBezTo>
                  <a:pt x="36728" y="95294"/>
                  <a:pt x="34826" y="95509"/>
                  <a:pt x="32721" y="95509"/>
                </a:cubicBezTo>
                <a:cubicBezTo>
                  <a:pt x="30377" y="95509"/>
                  <a:pt x="28392" y="95222"/>
                  <a:pt x="26766" y="94648"/>
                </a:cubicBezTo>
                <a:cubicBezTo>
                  <a:pt x="25139" y="94074"/>
                  <a:pt x="23823" y="93117"/>
                  <a:pt x="22819" y="91778"/>
                </a:cubicBezTo>
                <a:cubicBezTo>
                  <a:pt x="21814" y="90486"/>
                  <a:pt x="21085" y="88764"/>
                  <a:pt x="20630" y="86611"/>
                </a:cubicBezTo>
                <a:cubicBezTo>
                  <a:pt x="20176" y="84458"/>
                  <a:pt x="19949" y="81803"/>
                  <a:pt x="19949" y="78646"/>
                </a:cubicBezTo>
                <a:lnTo>
                  <a:pt x="19949" y="32578"/>
                </a:lnTo>
                <a:lnTo>
                  <a:pt x="0" y="32578"/>
                </a:lnTo>
                <a:lnTo>
                  <a:pt x="0" y="78503"/>
                </a:lnTo>
                <a:cubicBezTo>
                  <a:pt x="0" y="84387"/>
                  <a:pt x="658" y="89422"/>
                  <a:pt x="1973" y="93608"/>
                </a:cubicBezTo>
                <a:cubicBezTo>
                  <a:pt x="3289" y="97793"/>
                  <a:pt x="5143" y="101226"/>
                  <a:pt x="7535" y="103905"/>
                </a:cubicBezTo>
                <a:cubicBezTo>
                  <a:pt x="9926" y="106632"/>
                  <a:pt x="12797" y="108617"/>
                  <a:pt x="16145" y="109861"/>
                </a:cubicBezTo>
                <a:cubicBezTo>
                  <a:pt x="19494" y="111104"/>
                  <a:pt x="23178" y="111726"/>
                  <a:pt x="27196" y="111726"/>
                </a:cubicBezTo>
                <a:cubicBezTo>
                  <a:pt x="31597" y="111726"/>
                  <a:pt x="35651" y="110626"/>
                  <a:pt x="39359" y="108425"/>
                </a:cubicBezTo>
                <a:cubicBezTo>
                  <a:pt x="43066" y="106225"/>
                  <a:pt x="46236" y="103187"/>
                  <a:pt x="48867" y="99312"/>
                </a:cubicBezTo>
                <a:lnTo>
                  <a:pt x="50015" y="110219"/>
                </a:lnTo>
                <a:close/>
                <a:moveTo>
                  <a:pt x="87530" y="110219"/>
                </a:moveTo>
                <a:lnTo>
                  <a:pt x="107550" y="110219"/>
                </a:lnTo>
                <a:lnTo>
                  <a:pt x="107550" y="55038"/>
                </a:lnTo>
                <a:cubicBezTo>
                  <a:pt x="108220" y="53986"/>
                  <a:pt x="108961" y="53029"/>
                  <a:pt x="109775" y="52168"/>
                </a:cubicBezTo>
                <a:cubicBezTo>
                  <a:pt x="110588" y="51307"/>
                  <a:pt x="111497" y="50565"/>
                  <a:pt x="112501" y="49943"/>
                </a:cubicBezTo>
                <a:cubicBezTo>
                  <a:pt x="113745" y="49082"/>
                  <a:pt x="115168" y="48436"/>
                  <a:pt x="116771" y="48006"/>
                </a:cubicBezTo>
                <a:cubicBezTo>
                  <a:pt x="118374" y="47575"/>
                  <a:pt x="120132" y="47360"/>
                  <a:pt x="122045" y="47360"/>
                </a:cubicBezTo>
                <a:cubicBezTo>
                  <a:pt x="124341" y="47360"/>
                  <a:pt x="126398" y="47587"/>
                  <a:pt x="128216" y="48042"/>
                </a:cubicBezTo>
                <a:cubicBezTo>
                  <a:pt x="130034" y="48496"/>
                  <a:pt x="131589" y="49297"/>
                  <a:pt x="132881" y="50445"/>
                </a:cubicBezTo>
                <a:cubicBezTo>
                  <a:pt x="134172" y="51594"/>
                  <a:pt x="135165" y="53160"/>
                  <a:pt x="135858" y="55146"/>
                </a:cubicBezTo>
                <a:cubicBezTo>
                  <a:pt x="136552" y="57131"/>
                  <a:pt x="136899" y="59654"/>
                  <a:pt x="136899" y="62716"/>
                </a:cubicBezTo>
                <a:lnTo>
                  <a:pt x="136899" y="110219"/>
                </a:lnTo>
                <a:lnTo>
                  <a:pt x="156848" y="110219"/>
                </a:lnTo>
                <a:lnTo>
                  <a:pt x="156848" y="62429"/>
                </a:lnTo>
                <a:cubicBezTo>
                  <a:pt x="156848" y="56784"/>
                  <a:pt x="156190" y="51988"/>
                  <a:pt x="154874" y="48042"/>
                </a:cubicBezTo>
                <a:cubicBezTo>
                  <a:pt x="153559" y="44095"/>
                  <a:pt x="151729" y="40854"/>
                  <a:pt x="149385" y="38318"/>
                </a:cubicBezTo>
                <a:cubicBezTo>
                  <a:pt x="146993" y="35831"/>
                  <a:pt x="144170" y="34013"/>
                  <a:pt x="140917" y="32865"/>
                </a:cubicBezTo>
                <a:cubicBezTo>
                  <a:pt x="137664" y="31717"/>
                  <a:pt x="134076" y="31143"/>
                  <a:pt x="130154" y="31143"/>
                </a:cubicBezTo>
                <a:cubicBezTo>
                  <a:pt x="127092" y="31143"/>
                  <a:pt x="124198" y="31573"/>
                  <a:pt x="121471" y="32434"/>
                </a:cubicBezTo>
                <a:cubicBezTo>
                  <a:pt x="118744" y="33295"/>
                  <a:pt x="116233" y="34539"/>
                  <a:pt x="113937" y="36166"/>
                </a:cubicBezTo>
                <a:cubicBezTo>
                  <a:pt x="112597" y="37123"/>
                  <a:pt x="111329" y="38199"/>
                  <a:pt x="110133" y="39395"/>
                </a:cubicBezTo>
                <a:cubicBezTo>
                  <a:pt x="108937" y="40591"/>
                  <a:pt x="107837" y="41906"/>
                  <a:pt x="106833" y="43341"/>
                </a:cubicBezTo>
                <a:lnTo>
                  <a:pt x="105613" y="32578"/>
                </a:lnTo>
                <a:lnTo>
                  <a:pt x="87530" y="32578"/>
                </a:lnTo>
                <a:lnTo>
                  <a:pt x="87530" y="110219"/>
                </a:lnTo>
                <a:close/>
                <a:moveTo>
                  <a:pt x="225792" y="88907"/>
                </a:moveTo>
                <a:cubicBezTo>
                  <a:pt x="225792" y="90103"/>
                  <a:pt x="225493" y="91204"/>
                  <a:pt x="224895" y="92208"/>
                </a:cubicBezTo>
                <a:cubicBezTo>
                  <a:pt x="224297" y="93213"/>
                  <a:pt x="223400" y="94098"/>
                  <a:pt x="222204" y="94863"/>
                </a:cubicBezTo>
                <a:cubicBezTo>
                  <a:pt x="220960" y="95629"/>
                  <a:pt x="219370" y="96239"/>
                  <a:pt x="217432" y="96693"/>
                </a:cubicBezTo>
                <a:cubicBezTo>
                  <a:pt x="215495" y="97148"/>
                  <a:pt x="213234" y="97375"/>
                  <a:pt x="210651" y="97375"/>
                </a:cubicBezTo>
                <a:cubicBezTo>
                  <a:pt x="208498" y="97375"/>
                  <a:pt x="206405" y="97160"/>
                  <a:pt x="204372" y="96729"/>
                </a:cubicBezTo>
                <a:cubicBezTo>
                  <a:pt x="202339" y="96298"/>
                  <a:pt x="200533" y="95605"/>
                  <a:pt x="198955" y="94648"/>
                </a:cubicBezTo>
                <a:cubicBezTo>
                  <a:pt x="197376" y="93739"/>
                  <a:pt x="196084" y="92531"/>
                  <a:pt x="195080" y="91024"/>
                </a:cubicBezTo>
                <a:cubicBezTo>
                  <a:pt x="194075" y="89517"/>
                  <a:pt x="193501" y="87712"/>
                  <a:pt x="193357" y="85607"/>
                </a:cubicBezTo>
                <a:lnTo>
                  <a:pt x="174342" y="85607"/>
                </a:lnTo>
                <a:cubicBezTo>
                  <a:pt x="174342" y="88764"/>
                  <a:pt x="175119" y="91909"/>
                  <a:pt x="176674" y="95043"/>
                </a:cubicBezTo>
                <a:cubicBezTo>
                  <a:pt x="178229" y="98176"/>
                  <a:pt x="180513" y="100963"/>
                  <a:pt x="183527" y="103402"/>
                </a:cubicBezTo>
                <a:cubicBezTo>
                  <a:pt x="186541" y="105890"/>
                  <a:pt x="190284" y="107899"/>
                  <a:pt x="194757" y="109430"/>
                </a:cubicBezTo>
                <a:cubicBezTo>
                  <a:pt x="199230" y="110961"/>
                  <a:pt x="204384" y="111726"/>
                  <a:pt x="210220" y="111726"/>
                </a:cubicBezTo>
                <a:cubicBezTo>
                  <a:pt x="215531" y="111726"/>
                  <a:pt x="220338" y="111140"/>
                  <a:pt x="224644" y="109968"/>
                </a:cubicBezTo>
                <a:cubicBezTo>
                  <a:pt x="228949" y="108796"/>
                  <a:pt x="232633" y="107158"/>
                  <a:pt x="235694" y="105053"/>
                </a:cubicBezTo>
                <a:cubicBezTo>
                  <a:pt x="238708" y="102948"/>
                  <a:pt x="241040" y="100448"/>
                  <a:pt x="242691" y="97554"/>
                </a:cubicBezTo>
                <a:cubicBezTo>
                  <a:pt x="244341" y="94660"/>
                  <a:pt x="245166" y="91491"/>
                  <a:pt x="245166" y="88046"/>
                </a:cubicBezTo>
                <a:cubicBezTo>
                  <a:pt x="245166" y="84315"/>
                  <a:pt x="244341" y="81098"/>
                  <a:pt x="242691" y="78395"/>
                </a:cubicBezTo>
                <a:cubicBezTo>
                  <a:pt x="241040" y="75692"/>
                  <a:pt x="238756" y="73384"/>
                  <a:pt x="235838" y="71470"/>
                </a:cubicBezTo>
                <a:cubicBezTo>
                  <a:pt x="232920" y="69605"/>
                  <a:pt x="229451" y="68074"/>
                  <a:pt x="225433" y="66878"/>
                </a:cubicBezTo>
                <a:cubicBezTo>
                  <a:pt x="221415" y="65682"/>
                  <a:pt x="217061" y="64701"/>
                  <a:pt x="212373" y="63936"/>
                </a:cubicBezTo>
                <a:cubicBezTo>
                  <a:pt x="209120" y="63457"/>
                  <a:pt x="206441" y="62895"/>
                  <a:pt x="204336" y="62250"/>
                </a:cubicBezTo>
                <a:cubicBezTo>
                  <a:pt x="202231" y="61604"/>
                  <a:pt x="200581" y="60874"/>
                  <a:pt x="199385" y="60061"/>
                </a:cubicBezTo>
                <a:cubicBezTo>
                  <a:pt x="198141" y="59296"/>
                  <a:pt x="197280" y="58423"/>
                  <a:pt x="196802" y="57442"/>
                </a:cubicBezTo>
                <a:cubicBezTo>
                  <a:pt x="196323" y="56461"/>
                  <a:pt x="196084" y="55397"/>
                  <a:pt x="196084" y="54249"/>
                </a:cubicBezTo>
                <a:cubicBezTo>
                  <a:pt x="196084" y="53101"/>
                  <a:pt x="196359" y="52012"/>
                  <a:pt x="196909" y="50984"/>
                </a:cubicBezTo>
                <a:cubicBezTo>
                  <a:pt x="197460" y="49955"/>
                  <a:pt x="198261" y="49058"/>
                  <a:pt x="199313" y="48293"/>
                </a:cubicBezTo>
                <a:cubicBezTo>
                  <a:pt x="200461" y="47432"/>
                  <a:pt x="201944" y="46762"/>
                  <a:pt x="203762" y="46284"/>
                </a:cubicBezTo>
                <a:cubicBezTo>
                  <a:pt x="205580" y="45805"/>
                  <a:pt x="207709" y="45566"/>
                  <a:pt x="210149" y="45566"/>
                </a:cubicBezTo>
                <a:cubicBezTo>
                  <a:pt x="213019" y="45566"/>
                  <a:pt x="215471" y="45925"/>
                  <a:pt x="217504" y="46642"/>
                </a:cubicBezTo>
                <a:cubicBezTo>
                  <a:pt x="219537" y="47360"/>
                  <a:pt x="221152" y="48317"/>
                  <a:pt x="222347" y="49513"/>
                </a:cubicBezTo>
                <a:cubicBezTo>
                  <a:pt x="223209" y="50422"/>
                  <a:pt x="223854" y="51438"/>
                  <a:pt x="224285" y="52562"/>
                </a:cubicBezTo>
                <a:cubicBezTo>
                  <a:pt x="224715" y="53687"/>
                  <a:pt x="224931" y="54894"/>
                  <a:pt x="224931" y="56186"/>
                </a:cubicBezTo>
                <a:lnTo>
                  <a:pt x="244879" y="56186"/>
                </a:lnTo>
                <a:cubicBezTo>
                  <a:pt x="244879" y="52598"/>
                  <a:pt x="244090" y="49273"/>
                  <a:pt x="242511" y="46212"/>
                </a:cubicBezTo>
                <a:cubicBezTo>
                  <a:pt x="240933" y="43150"/>
                  <a:pt x="238660" y="40495"/>
                  <a:pt x="235694" y="38247"/>
                </a:cubicBezTo>
                <a:cubicBezTo>
                  <a:pt x="232681" y="36046"/>
                  <a:pt x="229021" y="34312"/>
                  <a:pt x="224715" y="33044"/>
                </a:cubicBezTo>
                <a:cubicBezTo>
                  <a:pt x="220410" y="31777"/>
                  <a:pt x="215554" y="31143"/>
                  <a:pt x="210149" y="31143"/>
                </a:cubicBezTo>
                <a:cubicBezTo>
                  <a:pt x="204982" y="31143"/>
                  <a:pt x="200342" y="31789"/>
                  <a:pt x="196228" y="33080"/>
                </a:cubicBezTo>
                <a:cubicBezTo>
                  <a:pt x="192114" y="34372"/>
                  <a:pt x="188621" y="36118"/>
                  <a:pt x="185751" y="38318"/>
                </a:cubicBezTo>
                <a:cubicBezTo>
                  <a:pt x="182881" y="40519"/>
                  <a:pt x="180680" y="43078"/>
                  <a:pt x="179149" y="45997"/>
                </a:cubicBezTo>
                <a:cubicBezTo>
                  <a:pt x="177619" y="48915"/>
                  <a:pt x="176853" y="51976"/>
                  <a:pt x="176853" y="55181"/>
                </a:cubicBezTo>
                <a:cubicBezTo>
                  <a:pt x="176853" y="58482"/>
                  <a:pt x="177607" y="61400"/>
                  <a:pt x="179114" y="63936"/>
                </a:cubicBezTo>
                <a:cubicBezTo>
                  <a:pt x="180621" y="66471"/>
                  <a:pt x="182713" y="68696"/>
                  <a:pt x="185392" y="70609"/>
                </a:cubicBezTo>
                <a:cubicBezTo>
                  <a:pt x="188071" y="72571"/>
                  <a:pt x="191288" y="74233"/>
                  <a:pt x="195044" y="75596"/>
                </a:cubicBezTo>
                <a:cubicBezTo>
                  <a:pt x="198799" y="76960"/>
                  <a:pt x="202949" y="78096"/>
                  <a:pt x="207494" y="79005"/>
                </a:cubicBezTo>
                <a:cubicBezTo>
                  <a:pt x="211082" y="79675"/>
                  <a:pt x="214048" y="80344"/>
                  <a:pt x="216392" y="81014"/>
                </a:cubicBezTo>
                <a:cubicBezTo>
                  <a:pt x="218736" y="81684"/>
                  <a:pt x="220625" y="82401"/>
                  <a:pt x="222060" y="83167"/>
                </a:cubicBezTo>
                <a:cubicBezTo>
                  <a:pt x="223448" y="83980"/>
                  <a:pt x="224416" y="84841"/>
                  <a:pt x="224967" y="85750"/>
                </a:cubicBezTo>
                <a:cubicBezTo>
                  <a:pt x="225517" y="86659"/>
                  <a:pt x="225792" y="87712"/>
                  <a:pt x="225792" y="88907"/>
                </a:cubicBezTo>
                <a:close/>
                <a:moveTo>
                  <a:pt x="269191" y="32578"/>
                </a:moveTo>
                <a:lnTo>
                  <a:pt x="269191" y="48867"/>
                </a:lnTo>
                <a:lnTo>
                  <a:pt x="291292" y="48867"/>
                </a:lnTo>
                <a:lnTo>
                  <a:pt x="291292" y="94002"/>
                </a:lnTo>
                <a:lnTo>
                  <a:pt x="269191" y="94002"/>
                </a:lnTo>
                <a:lnTo>
                  <a:pt x="269191" y="110219"/>
                </a:lnTo>
                <a:lnTo>
                  <a:pt x="332481" y="110219"/>
                </a:lnTo>
                <a:lnTo>
                  <a:pt x="332481" y="94002"/>
                </a:lnTo>
                <a:lnTo>
                  <a:pt x="311456" y="94002"/>
                </a:lnTo>
                <a:lnTo>
                  <a:pt x="311456" y="32578"/>
                </a:lnTo>
                <a:lnTo>
                  <a:pt x="269191" y="32578"/>
                </a:lnTo>
                <a:moveTo>
                  <a:pt x="289857" y="12701"/>
                </a:moveTo>
                <a:cubicBezTo>
                  <a:pt x="289857" y="14232"/>
                  <a:pt x="290132" y="15655"/>
                  <a:pt x="290682" y="16971"/>
                </a:cubicBezTo>
                <a:cubicBezTo>
                  <a:pt x="291232" y="18286"/>
                  <a:pt x="292010" y="19398"/>
                  <a:pt x="293014" y="20307"/>
                </a:cubicBezTo>
                <a:cubicBezTo>
                  <a:pt x="294019" y="21264"/>
                  <a:pt x="295227" y="22006"/>
                  <a:pt x="296638" y="22532"/>
                </a:cubicBezTo>
                <a:cubicBezTo>
                  <a:pt x="298049" y="23058"/>
                  <a:pt x="299616" y="23321"/>
                  <a:pt x="301338" y="23321"/>
                </a:cubicBezTo>
                <a:cubicBezTo>
                  <a:pt x="304878" y="23321"/>
                  <a:pt x="307689" y="22329"/>
                  <a:pt x="309770" y="20343"/>
                </a:cubicBezTo>
                <a:cubicBezTo>
                  <a:pt x="311851" y="18358"/>
                  <a:pt x="312891" y="15811"/>
                  <a:pt x="312891" y="12701"/>
                </a:cubicBezTo>
                <a:cubicBezTo>
                  <a:pt x="312891" y="9592"/>
                  <a:pt x="311851" y="7044"/>
                  <a:pt x="309770" y="5059"/>
                </a:cubicBezTo>
                <a:cubicBezTo>
                  <a:pt x="307689" y="3074"/>
                  <a:pt x="304878" y="2081"/>
                  <a:pt x="301338" y="2081"/>
                </a:cubicBezTo>
                <a:cubicBezTo>
                  <a:pt x="299616" y="2081"/>
                  <a:pt x="298049" y="2344"/>
                  <a:pt x="296638" y="2870"/>
                </a:cubicBezTo>
                <a:cubicBezTo>
                  <a:pt x="295227" y="3397"/>
                  <a:pt x="294019" y="4114"/>
                  <a:pt x="293014" y="5023"/>
                </a:cubicBezTo>
                <a:cubicBezTo>
                  <a:pt x="292010" y="5980"/>
                  <a:pt x="291232" y="7116"/>
                  <a:pt x="290682" y="8431"/>
                </a:cubicBezTo>
                <a:cubicBezTo>
                  <a:pt x="290132" y="9747"/>
                  <a:pt x="289857" y="11170"/>
                  <a:pt x="289857" y="12701"/>
                </a:cubicBezTo>
                <a:close/>
                <a:moveTo>
                  <a:pt x="350047" y="70825"/>
                </a:moveTo>
                <a:lnTo>
                  <a:pt x="350047" y="72331"/>
                </a:lnTo>
                <a:cubicBezTo>
                  <a:pt x="350047" y="77976"/>
                  <a:pt x="350777" y="83203"/>
                  <a:pt x="352236" y="88010"/>
                </a:cubicBezTo>
                <a:cubicBezTo>
                  <a:pt x="353695" y="92818"/>
                  <a:pt x="355788" y="96968"/>
                  <a:pt x="358515" y="100460"/>
                </a:cubicBezTo>
                <a:cubicBezTo>
                  <a:pt x="361242" y="103953"/>
                  <a:pt x="364530" y="106691"/>
                  <a:pt x="368381" y="108677"/>
                </a:cubicBezTo>
                <a:cubicBezTo>
                  <a:pt x="372232" y="110662"/>
                  <a:pt x="376574" y="111655"/>
                  <a:pt x="381405" y="111655"/>
                </a:cubicBezTo>
                <a:cubicBezTo>
                  <a:pt x="383845" y="111655"/>
                  <a:pt x="386129" y="111391"/>
                  <a:pt x="388258" y="110865"/>
                </a:cubicBezTo>
                <a:cubicBezTo>
                  <a:pt x="390387" y="110339"/>
                  <a:pt x="392336" y="109598"/>
                  <a:pt x="394106" y="108641"/>
                </a:cubicBezTo>
                <a:cubicBezTo>
                  <a:pt x="395302" y="107971"/>
                  <a:pt x="396427" y="107206"/>
                  <a:pt x="397479" y="106345"/>
                </a:cubicBezTo>
                <a:cubicBezTo>
                  <a:pt x="398532" y="105483"/>
                  <a:pt x="399536" y="104527"/>
                  <a:pt x="400493" y="103474"/>
                </a:cubicBezTo>
                <a:lnTo>
                  <a:pt x="400493" y="107923"/>
                </a:lnTo>
                <a:cubicBezTo>
                  <a:pt x="400493" y="110554"/>
                  <a:pt x="400122" y="112922"/>
                  <a:pt x="399381" y="115027"/>
                </a:cubicBezTo>
                <a:cubicBezTo>
                  <a:pt x="398639" y="117132"/>
                  <a:pt x="397575" y="118902"/>
                  <a:pt x="396187" y="120337"/>
                </a:cubicBezTo>
                <a:cubicBezTo>
                  <a:pt x="394657" y="121916"/>
                  <a:pt x="392755" y="123112"/>
                  <a:pt x="390483" y="123925"/>
                </a:cubicBezTo>
                <a:cubicBezTo>
                  <a:pt x="388210" y="124738"/>
                  <a:pt x="385615" y="125145"/>
                  <a:pt x="382697" y="125145"/>
                </a:cubicBezTo>
                <a:cubicBezTo>
                  <a:pt x="380879" y="125145"/>
                  <a:pt x="379121" y="124966"/>
                  <a:pt x="377423" y="124607"/>
                </a:cubicBezTo>
                <a:cubicBezTo>
                  <a:pt x="375725" y="124248"/>
                  <a:pt x="374086" y="123710"/>
                  <a:pt x="372507" y="122992"/>
                </a:cubicBezTo>
                <a:cubicBezTo>
                  <a:pt x="370881" y="122275"/>
                  <a:pt x="369326" y="121354"/>
                  <a:pt x="367843" y="120230"/>
                </a:cubicBezTo>
                <a:cubicBezTo>
                  <a:pt x="366360" y="119105"/>
                  <a:pt x="364973" y="117802"/>
                  <a:pt x="363681" y="116319"/>
                </a:cubicBezTo>
                <a:lnTo>
                  <a:pt x="354712" y="128446"/>
                </a:lnTo>
                <a:cubicBezTo>
                  <a:pt x="356386" y="130599"/>
                  <a:pt x="358395" y="132452"/>
                  <a:pt x="360739" y="134007"/>
                </a:cubicBezTo>
                <a:cubicBezTo>
                  <a:pt x="363083" y="135562"/>
                  <a:pt x="365571" y="136841"/>
                  <a:pt x="368202" y="137846"/>
                </a:cubicBezTo>
                <a:cubicBezTo>
                  <a:pt x="370833" y="138851"/>
                  <a:pt x="373488" y="139592"/>
                  <a:pt x="376167" y="140071"/>
                </a:cubicBezTo>
                <a:cubicBezTo>
                  <a:pt x="378846" y="140549"/>
                  <a:pt x="381358" y="140788"/>
                  <a:pt x="383702" y="140788"/>
                </a:cubicBezTo>
                <a:cubicBezTo>
                  <a:pt x="389155" y="140788"/>
                  <a:pt x="394142" y="140059"/>
                  <a:pt x="398663" y="138599"/>
                </a:cubicBezTo>
                <a:cubicBezTo>
                  <a:pt x="403184" y="137140"/>
                  <a:pt x="407071" y="135000"/>
                  <a:pt x="410324" y="132177"/>
                </a:cubicBezTo>
                <a:cubicBezTo>
                  <a:pt x="413529" y="129355"/>
                  <a:pt x="416028" y="125886"/>
                  <a:pt x="417822" y="121772"/>
                </a:cubicBezTo>
                <a:cubicBezTo>
                  <a:pt x="419616" y="117658"/>
                  <a:pt x="420513" y="112970"/>
                  <a:pt x="420513" y="107708"/>
                </a:cubicBezTo>
                <a:lnTo>
                  <a:pt x="420513" y="32578"/>
                </a:lnTo>
                <a:lnTo>
                  <a:pt x="402359" y="32578"/>
                </a:lnTo>
                <a:lnTo>
                  <a:pt x="401569" y="39969"/>
                </a:lnTo>
                <a:cubicBezTo>
                  <a:pt x="400612" y="38773"/>
                  <a:pt x="399560" y="37685"/>
                  <a:pt x="398412" y="36704"/>
                </a:cubicBezTo>
                <a:cubicBezTo>
                  <a:pt x="397264" y="35723"/>
                  <a:pt x="396020" y="34874"/>
                  <a:pt x="394681" y="34157"/>
                </a:cubicBezTo>
                <a:cubicBezTo>
                  <a:pt x="392911" y="33152"/>
                  <a:pt x="390937" y="32398"/>
                  <a:pt x="388761" y="31896"/>
                </a:cubicBezTo>
                <a:cubicBezTo>
                  <a:pt x="386584" y="31394"/>
                  <a:pt x="384180" y="31143"/>
                  <a:pt x="381549" y="31143"/>
                </a:cubicBezTo>
                <a:cubicBezTo>
                  <a:pt x="376669" y="31143"/>
                  <a:pt x="372292" y="32099"/>
                  <a:pt x="368417" y="34013"/>
                </a:cubicBezTo>
                <a:cubicBezTo>
                  <a:pt x="364542" y="35927"/>
                  <a:pt x="361242" y="38629"/>
                  <a:pt x="358515" y="42122"/>
                </a:cubicBezTo>
                <a:cubicBezTo>
                  <a:pt x="355788" y="45614"/>
                  <a:pt x="353695" y="49800"/>
                  <a:pt x="352236" y="54679"/>
                </a:cubicBezTo>
                <a:cubicBezTo>
                  <a:pt x="350777" y="59559"/>
                  <a:pt x="350047" y="64940"/>
                  <a:pt x="350047" y="70825"/>
                </a:cubicBezTo>
                <a:moveTo>
                  <a:pt x="370068" y="72331"/>
                </a:moveTo>
                <a:lnTo>
                  <a:pt x="370068" y="70825"/>
                </a:lnTo>
                <a:cubicBezTo>
                  <a:pt x="370068" y="67572"/>
                  <a:pt x="370403" y="64522"/>
                  <a:pt x="371072" y="61676"/>
                </a:cubicBezTo>
                <a:cubicBezTo>
                  <a:pt x="371742" y="58829"/>
                  <a:pt x="372771" y="56330"/>
                  <a:pt x="374158" y="54177"/>
                </a:cubicBezTo>
                <a:cubicBezTo>
                  <a:pt x="375497" y="52072"/>
                  <a:pt x="377196" y="50410"/>
                  <a:pt x="379253" y="49190"/>
                </a:cubicBezTo>
                <a:cubicBezTo>
                  <a:pt x="381310" y="47970"/>
                  <a:pt x="383749" y="47360"/>
                  <a:pt x="386572" y="47360"/>
                </a:cubicBezTo>
                <a:cubicBezTo>
                  <a:pt x="388103" y="47360"/>
                  <a:pt x="389526" y="47503"/>
                  <a:pt x="390842" y="47790"/>
                </a:cubicBezTo>
                <a:cubicBezTo>
                  <a:pt x="392157" y="48077"/>
                  <a:pt x="393365" y="48484"/>
                  <a:pt x="394465" y="49010"/>
                </a:cubicBezTo>
                <a:cubicBezTo>
                  <a:pt x="395757" y="49632"/>
                  <a:pt x="396905" y="50445"/>
                  <a:pt x="397910" y="51450"/>
                </a:cubicBezTo>
                <a:cubicBezTo>
                  <a:pt x="398914" y="52455"/>
                  <a:pt x="399775" y="53627"/>
                  <a:pt x="400493" y="54966"/>
                </a:cubicBezTo>
                <a:lnTo>
                  <a:pt x="400493" y="87831"/>
                </a:lnTo>
                <a:cubicBezTo>
                  <a:pt x="399823" y="89027"/>
                  <a:pt x="399034" y="90103"/>
                  <a:pt x="398125" y="91060"/>
                </a:cubicBezTo>
                <a:cubicBezTo>
                  <a:pt x="397216" y="92017"/>
                  <a:pt x="396164" y="92830"/>
                  <a:pt x="394968" y="93500"/>
                </a:cubicBezTo>
                <a:cubicBezTo>
                  <a:pt x="393819" y="94122"/>
                  <a:pt x="392540" y="94600"/>
                  <a:pt x="391129" y="94935"/>
                </a:cubicBezTo>
                <a:cubicBezTo>
                  <a:pt x="389717" y="95270"/>
                  <a:pt x="388151" y="95437"/>
                  <a:pt x="386428" y="95437"/>
                </a:cubicBezTo>
                <a:cubicBezTo>
                  <a:pt x="383606" y="95437"/>
                  <a:pt x="381166" y="94839"/>
                  <a:pt x="379109" y="93643"/>
                </a:cubicBezTo>
                <a:cubicBezTo>
                  <a:pt x="377052" y="92447"/>
                  <a:pt x="375354" y="90797"/>
                  <a:pt x="374014" y="88692"/>
                </a:cubicBezTo>
                <a:cubicBezTo>
                  <a:pt x="372675" y="86635"/>
                  <a:pt x="371682" y="84207"/>
                  <a:pt x="371036" y="81409"/>
                </a:cubicBezTo>
                <a:cubicBezTo>
                  <a:pt x="370391" y="78610"/>
                  <a:pt x="370068" y="75584"/>
                  <a:pt x="370068" y="72331"/>
                </a:cubicBezTo>
                <a:close/>
                <a:moveTo>
                  <a:pt x="440232" y="110219"/>
                </a:moveTo>
                <a:lnTo>
                  <a:pt x="460252" y="110219"/>
                </a:lnTo>
                <a:lnTo>
                  <a:pt x="460252" y="55038"/>
                </a:lnTo>
                <a:cubicBezTo>
                  <a:pt x="460922" y="53986"/>
                  <a:pt x="461663" y="53029"/>
                  <a:pt x="462477" y="52168"/>
                </a:cubicBezTo>
                <a:cubicBezTo>
                  <a:pt x="463290" y="51307"/>
                  <a:pt x="464199" y="50565"/>
                  <a:pt x="465204" y="49943"/>
                </a:cubicBezTo>
                <a:cubicBezTo>
                  <a:pt x="466447" y="49082"/>
                  <a:pt x="467870" y="48436"/>
                  <a:pt x="469473" y="48006"/>
                </a:cubicBezTo>
                <a:cubicBezTo>
                  <a:pt x="471076" y="47575"/>
                  <a:pt x="472834" y="47360"/>
                  <a:pt x="474747" y="47360"/>
                </a:cubicBezTo>
                <a:cubicBezTo>
                  <a:pt x="477043" y="47360"/>
                  <a:pt x="479101" y="47587"/>
                  <a:pt x="480918" y="48042"/>
                </a:cubicBezTo>
                <a:cubicBezTo>
                  <a:pt x="482736" y="48496"/>
                  <a:pt x="484291" y="49297"/>
                  <a:pt x="485583" y="50445"/>
                </a:cubicBezTo>
                <a:cubicBezTo>
                  <a:pt x="486874" y="51594"/>
                  <a:pt x="487867" y="53160"/>
                  <a:pt x="488561" y="55146"/>
                </a:cubicBezTo>
                <a:cubicBezTo>
                  <a:pt x="489254" y="57131"/>
                  <a:pt x="489601" y="59654"/>
                  <a:pt x="489601" y="62716"/>
                </a:cubicBezTo>
                <a:lnTo>
                  <a:pt x="489601" y="110219"/>
                </a:lnTo>
                <a:lnTo>
                  <a:pt x="509550" y="110219"/>
                </a:lnTo>
                <a:lnTo>
                  <a:pt x="509550" y="62429"/>
                </a:lnTo>
                <a:cubicBezTo>
                  <a:pt x="509550" y="56784"/>
                  <a:pt x="508892" y="51988"/>
                  <a:pt x="507576" y="48042"/>
                </a:cubicBezTo>
                <a:cubicBezTo>
                  <a:pt x="506261" y="44095"/>
                  <a:pt x="504431" y="40854"/>
                  <a:pt x="502087" y="38318"/>
                </a:cubicBezTo>
                <a:cubicBezTo>
                  <a:pt x="499695" y="35831"/>
                  <a:pt x="496872" y="34013"/>
                  <a:pt x="493619" y="32865"/>
                </a:cubicBezTo>
                <a:cubicBezTo>
                  <a:pt x="490366" y="31717"/>
                  <a:pt x="486779" y="31143"/>
                  <a:pt x="482856" y="31143"/>
                </a:cubicBezTo>
                <a:cubicBezTo>
                  <a:pt x="479794" y="31143"/>
                  <a:pt x="476900" y="31573"/>
                  <a:pt x="474173" y="32434"/>
                </a:cubicBezTo>
                <a:cubicBezTo>
                  <a:pt x="471446" y="33295"/>
                  <a:pt x="468935" y="34539"/>
                  <a:pt x="466639" y="36166"/>
                </a:cubicBezTo>
                <a:cubicBezTo>
                  <a:pt x="465299" y="37123"/>
                  <a:pt x="464031" y="38199"/>
                  <a:pt x="462836" y="39395"/>
                </a:cubicBezTo>
                <a:cubicBezTo>
                  <a:pt x="461640" y="40591"/>
                  <a:pt x="460539" y="41906"/>
                  <a:pt x="459535" y="43341"/>
                </a:cubicBezTo>
                <a:lnTo>
                  <a:pt x="458315" y="32578"/>
                </a:lnTo>
                <a:lnTo>
                  <a:pt x="440232" y="32578"/>
                </a:lnTo>
                <a:lnTo>
                  <a:pt x="440232" y="110219"/>
                </a:lnTo>
                <a:close/>
                <a:moveTo>
                  <a:pt x="566080" y="111655"/>
                </a:moveTo>
                <a:cubicBezTo>
                  <a:pt x="573591" y="111655"/>
                  <a:pt x="580097" y="110195"/>
                  <a:pt x="585598" y="107277"/>
                </a:cubicBezTo>
                <a:cubicBezTo>
                  <a:pt x="591100" y="104359"/>
                  <a:pt x="595118" y="101106"/>
                  <a:pt x="597653" y="97518"/>
                </a:cubicBezTo>
                <a:lnTo>
                  <a:pt x="587679" y="86755"/>
                </a:lnTo>
                <a:cubicBezTo>
                  <a:pt x="585383" y="89721"/>
                  <a:pt x="582393" y="91945"/>
                  <a:pt x="578709" y="93428"/>
                </a:cubicBezTo>
                <a:cubicBezTo>
                  <a:pt x="575026" y="94911"/>
                  <a:pt x="571223" y="95653"/>
                  <a:pt x="567300" y="95653"/>
                </a:cubicBezTo>
                <a:cubicBezTo>
                  <a:pt x="564525" y="95653"/>
                  <a:pt x="561966" y="95222"/>
                  <a:pt x="559622" y="94361"/>
                </a:cubicBezTo>
                <a:cubicBezTo>
                  <a:pt x="557278" y="93500"/>
                  <a:pt x="555197" y="92280"/>
                  <a:pt x="553379" y="90701"/>
                </a:cubicBezTo>
                <a:cubicBezTo>
                  <a:pt x="551609" y="89171"/>
                  <a:pt x="550198" y="87460"/>
                  <a:pt x="549145" y="85571"/>
                </a:cubicBezTo>
                <a:cubicBezTo>
                  <a:pt x="548093" y="83681"/>
                  <a:pt x="547232" y="81182"/>
                  <a:pt x="546562" y="78072"/>
                </a:cubicBezTo>
                <a:lnTo>
                  <a:pt x="546562" y="77857"/>
                </a:lnTo>
                <a:lnTo>
                  <a:pt x="599232" y="77857"/>
                </a:lnTo>
                <a:lnTo>
                  <a:pt x="599232" y="69389"/>
                </a:lnTo>
                <a:cubicBezTo>
                  <a:pt x="599232" y="63697"/>
                  <a:pt x="598443" y="58494"/>
                  <a:pt x="596864" y="53782"/>
                </a:cubicBezTo>
                <a:cubicBezTo>
                  <a:pt x="595285" y="49070"/>
                  <a:pt x="592989" y="45040"/>
                  <a:pt x="589975" y="41691"/>
                </a:cubicBezTo>
                <a:cubicBezTo>
                  <a:pt x="586914" y="38342"/>
                  <a:pt x="583194" y="35747"/>
                  <a:pt x="578817" y="33905"/>
                </a:cubicBezTo>
                <a:cubicBezTo>
                  <a:pt x="574440" y="32064"/>
                  <a:pt x="569453" y="31143"/>
                  <a:pt x="563856" y="31143"/>
                </a:cubicBezTo>
                <a:cubicBezTo>
                  <a:pt x="558450" y="31143"/>
                  <a:pt x="553451" y="32123"/>
                  <a:pt x="548858" y="34085"/>
                </a:cubicBezTo>
                <a:cubicBezTo>
                  <a:pt x="544266" y="36046"/>
                  <a:pt x="540295" y="38797"/>
                  <a:pt x="536947" y="42337"/>
                </a:cubicBezTo>
                <a:cubicBezTo>
                  <a:pt x="533598" y="45877"/>
                  <a:pt x="530991" y="50099"/>
                  <a:pt x="529125" y="55002"/>
                </a:cubicBezTo>
                <a:cubicBezTo>
                  <a:pt x="527259" y="59905"/>
                  <a:pt x="526327" y="65323"/>
                  <a:pt x="526327" y="71255"/>
                </a:cubicBezTo>
                <a:lnTo>
                  <a:pt x="526327" y="74125"/>
                </a:lnTo>
                <a:cubicBezTo>
                  <a:pt x="526327" y="79340"/>
                  <a:pt x="527271" y="84231"/>
                  <a:pt x="529161" y="88800"/>
                </a:cubicBezTo>
                <a:cubicBezTo>
                  <a:pt x="531051" y="93368"/>
                  <a:pt x="533741" y="97327"/>
                  <a:pt x="537234" y="100676"/>
                </a:cubicBezTo>
                <a:cubicBezTo>
                  <a:pt x="540726" y="104072"/>
                  <a:pt x="544912" y="106751"/>
                  <a:pt x="549791" y="108713"/>
                </a:cubicBezTo>
                <a:cubicBezTo>
                  <a:pt x="554671" y="110674"/>
                  <a:pt x="560100" y="111655"/>
                  <a:pt x="566080" y="111655"/>
                </a:cubicBezTo>
                <a:moveTo>
                  <a:pt x="563712" y="47288"/>
                </a:moveTo>
                <a:cubicBezTo>
                  <a:pt x="566248" y="47288"/>
                  <a:pt x="568484" y="47683"/>
                  <a:pt x="570421" y="48472"/>
                </a:cubicBezTo>
                <a:cubicBezTo>
                  <a:pt x="572359" y="49261"/>
                  <a:pt x="573997" y="50326"/>
                  <a:pt x="575337" y="51665"/>
                </a:cubicBezTo>
                <a:cubicBezTo>
                  <a:pt x="576676" y="53053"/>
                  <a:pt x="577729" y="54679"/>
                  <a:pt x="578494" y="56545"/>
                </a:cubicBezTo>
                <a:cubicBezTo>
                  <a:pt x="579260" y="58411"/>
                  <a:pt x="579642" y="60396"/>
                  <a:pt x="579642" y="62501"/>
                </a:cubicBezTo>
                <a:lnTo>
                  <a:pt x="579642" y="64079"/>
                </a:lnTo>
                <a:lnTo>
                  <a:pt x="546921" y="64079"/>
                </a:lnTo>
                <a:cubicBezTo>
                  <a:pt x="547399" y="61544"/>
                  <a:pt x="548117" y="59248"/>
                  <a:pt x="549074" y="57191"/>
                </a:cubicBezTo>
                <a:cubicBezTo>
                  <a:pt x="550030" y="55134"/>
                  <a:pt x="551226" y="53364"/>
                  <a:pt x="552662" y="51881"/>
                </a:cubicBezTo>
                <a:cubicBezTo>
                  <a:pt x="554049" y="50398"/>
                  <a:pt x="555675" y="49261"/>
                  <a:pt x="557541" y="48472"/>
                </a:cubicBezTo>
                <a:cubicBezTo>
                  <a:pt x="559407" y="47683"/>
                  <a:pt x="561464" y="47288"/>
                  <a:pt x="563712" y="47288"/>
                </a:cubicBezTo>
                <a:close/>
                <a:moveTo>
                  <a:pt x="614502" y="70825"/>
                </a:moveTo>
                <a:lnTo>
                  <a:pt x="614502" y="72331"/>
                </a:lnTo>
                <a:cubicBezTo>
                  <a:pt x="614502" y="77976"/>
                  <a:pt x="615196" y="83203"/>
                  <a:pt x="616583" y="88010"/>
                </a:cubicBezTo>
                <a:cubicBezTo>
                  <a:pt x="617970" y="92818"/>
                  <a:pt x="619979" y="96968"/>
                  <a:pt x="622610" y="100460"/>
                </a:cubicBezTo>
                <a:cubicBezTo>
                  <a:pt x="625194" y="103953"/>
                  <a:pt x="628363" y="106691"/>
                  <a:pt x="632118" y="108677"/>
                </a:cubicBezTo>
                <a:cubicBezTo>
                  <a:pt x="635874" y="110662"/>
                  <a:pt x="640119" y="111655"/>
                  <a:pt x="644855" y="111655"/>
                </a:cubicBezTo>
                <a:cubicBezTo>
                  <a:pt x="649209" y="111655"/>
                  <a:pt x="653036" y="110817"/>
                  <a:pt x="656336" y="109143"/>
                </a:cubicBezTo>
                <a:cubicBezTo>
                  <a:pt x="659637" y="107469"/>
                  <a:pt x="662508" y="105125"/>
                  <a:pt x="664947" y="102111"/>
                </a:cubicBezTo>
                <a:lnTo>
                  <a:pt x="665952" y="110219"/>
                </a:lnTo>
                <a:lnTo>
                  <a:pt x="683963" y="110219"/>
                </a:lnTo>
                <a:lnTo>
                  <a:pt x="683963" y="0"/>
                </a:lnTo>
                <a:lnTo>
                  <a:pt x="663943" y="0"/>
                </a:lnTo>
                <a:lnTo>
                  <a:pt x="663943" y="39538"/>
                </a:lnTo>
                <a:cubicBezTo>
                  <a:pt x="661551" y="36859"/>
                  <a:pt x="658812" y="34790"/>
                  <a:pt x="655726" y="33331"/>
                </a:cubicBezTo>
                <a:cubicBezTo>
                  <a:pt x="652641" y="31872"/>
                  <a:pt x="649065" y="31143"/>
                  <a:pt x="644999" y="31143"/>
                </a:cubicBezTo>
                <a:cubicBezTo>
                  <a:pt x="640167" y="31143"/>
                  <a:pt x="635874" y="32099"/>
                  <a:pt x="632118" y="34013"/>
                </a:cubicBezTo>
                <a:cubicBezTo>
                  <a:pt x="628363" y="35927"/>
                  <a:pt x="625170" y="38629"/>
                  <a:pt x="622539" y="42122"/>
                </a:cubicBezTo>
                <a:cubicBezTo>
                  <a:pt x="619908" y="45614"/>
                  <a:pt x="617910" y="49800"/>
                  <a:pt x="616547" y="54679"/>
                </a:cubicBezTo>
                <a:cubicBezTo>
                  <a:pt x="615184" y="59559"/>
                  <a:pt x="614502" y="64940"/>
                  <a:pt x="614502" y="70825"/>
                </a:cubicBezTo>
                <a:moveTo>
                  <a:pt x="634450" y="72331"/>
                </a:moveTo>
                <a:lnTo>
                  <a:pt x="634450" y="70825"/>
                </a:lnTo>
                <a:cubicBezTo>
                  <a:pt x="634450" y="67572"/>
                  <a:pt x="634737" y="64522"/>
                  <a:pt x="635312" y="61676"/>
                </a:cubicBezTo>
                <a:cubicBezTo>
                  <a:pt x="635886" y="58829"/>
                  <a:pt x="636794" y="56330"/>
                  <a:pt x="638038" y="54177"/>
                </a:cubicBezTo>
                <a:cubicBezTo>
                  <a:pt x="639282" y="52072"/>
                  <a:pt x="640897" y="50410"/>
                  <a:pt x="642882" y="49190"/>
                </a:cubicBezTo>
                <a:cubicBezTo>
                  <a:pt x="644867" y="47970"/>
                  <a:pt x="647271" y="47360"/>
                  <a:pt x="650094" y="47360"/>
                </a:cubicBezTo>
                <a:cubicBezTo>
                  <a:pt x="653490" y="47360"/>
                  <a:pt x="656313" y="48089"/>
                  <a:pt x="658561" y="49549"/>
                </a:cubicBezTo>
                <a:cubicBezTo>
                  <a:pt x="660809" y="51008"/>
                  <a:pt x="662603" y="53053"/>
                  <a:pt x="663943" y="55684"/>
                </a:cubicBezTo>
                <a:lnTo>
                  <a:pt x="663943" y="87114"/>
                </a:lnTo>
                <a:cubicBezTo>
                  <a:pt x="662603" y="89697"/>
                  <a:pt x="660797" y="91730"/>
                  <a:pt x="658525" y="93213"/>
                </a:cubicBezTo>
                <a:cubicBezTo>
                  <a:pt x="656253" y="94696"/>
                  <a:pt x="653394" y="95437"/>
                  <a:pt x="649950" y="95437"/>
                </a:cubicBezTo>
                <a:cubicBezTo>
                  <a:pt x="647128" y="95437"/>
                  <a:pt x="644736" y="94839"/>
                  <a:pt x="642774" y="93643"/>
                </a:cubicBezTo>
                <a:cubicBezTo>
                  <a:pt x="640813" y="92447"/>
                  <a:pt x="639210" y="90797"/>
                  <a:pt x="637967" y="88692"/>
                </a:cubicBezTo>
                <a:cubicBezTo>
                  <a:pt x="636723" y="86635"/>
                  <a:pt x="635826" y="84207"/>
                  <a:pt x="635276" y="81409"/>
                </a:cubicBezTo>
                <a:cubicBezTo>
                  <a:pt x="634725" y="78610"/>
                  <a:pt x="634450" y="75584"/>
                  <a:pt x="634450" y="72331"/>
                </a:cubicBezTo>
                <a:close/>
                <a:moveTo>
                  <a:pt x="798135" y="32578"/>
                </a:moveTo>
                <a:lnTo>
                  <a:pt x="798135" y="48867"/>
                </a:lnTo>
                <a:lnTo>
                  <a:pt x="820236" y="48867"/>
                </a:lnTo>
                <a:lnTo>
                  <a:pt x="820236" y="94002"/>
                </a:lnTo>
                <a:lnTo>
                  <a:pt x="798135" y="94002"/>
                </a:lnTo>
                <a:lnTo>
                  <a:pt x="798135" y="110219"/>
                </a:lnTo>
                <a:lnTo>
                  <a:pt x="861425" y="110219"/>
                </a:lnTo>
                <a:lnTo>
                  <a:pt x="861425" y="94002"/>
                </a:lnTo>
                <a:lnTo>
                  <a:pt x="840400" y="94002"/>
                </a:lnTo>
                <a:lnTo>
                  <a:pt x="840400" y="32578"/>
                </a:lnTo>
                <a:lnTo>
                  <a:pt x="798135" y="32578"/>
                </a:lnTo>
                <a:moveTo>
                  <a:pt x="818801" y="12701"/>
                </a:moveTo>
                <a:cubicBezTo>
                  <a:pt x="818801" y="14232"/>
                  <a:pt x="819076" y="15655"/>
                  <a:pt x="819627" y="16971"/>
                </a:cubicBezTo>
                <a:cubicBezTo>
                  <a:pt x="820177" y="18286"/>
                  <a:pt x="820954" y="19398"/>
                  <a:pt x="821959" y="20307"/>
                </a:cubicBezTo>
                <a:cubicBezTo>
                  <a:pt x="822963" y="21264"/>
                  <a:pt x="824171" y="22006"/>
                  <a:pt x="825582" y="22532"/>
                </a:cubicBezTo>
                <a:cubicBezTo>
                  <a:pt x="826994" y="23058"/>
                  <a:pt x="828560" y="23321"/>
                  <a:pt x="830283" y="23321"/>
                </a:cubicBezTo>
                <a:cubicBezTo>
                  <a:pt x="833823" y="23321"/>
                  <a:pt x="836633" y="22329"/>
                  <a:pt x="838714" y="20343"/>
                </a:cubicBezTo>
                <a:cubicBezTo>
                  <a:pt x="840795" y="18358"/>
                  <a:pt x="841835" y="15811"/>
                  <a:pt x="841835" y="12701"/>
                </a:cubicBezTo>
                <a:cubicBezTo>
                  <a:pt x="841835" y="9592"/>
                  <a:pt x="840795" y="7044"/>
                  <a:pt x="838714" y="5059"/>
                </a:cubicBezTo>
                <a:cubicBezTo>
                  <a:pt x="836633" y="3074"/>
                  <a:pt x="833823" y="2081"/>
                  <a:pt x="830283" y="2081"/>
                </a:cubicBezTo>
                <a:cubicBezTo>
                  <a:pt x="828560" y="2081"/>
                  <a:pt x="826994" y="2344"/>
                  <a:pt x="825582" y="2870"/>
                </a:cubicBezTo>
                <a:cubicBezTo>
                  <a:pt x="824171" y="3397"/>
                  <a:pt x="822963" y="4114"/>
                  <a:pt x="821959" y="5023"/>
                </a:cubicBezTo>
                <a:cubicBezTo>
                  <a:pt x="820954" y="5980"/>
                  <a:pt x="820177" y="7116"/>
                  <a:pt x="819627" y="8431"/>
                </a:cubicBezTo>
                <a:cubicBezTo>
                  <a:pt x="819076" y="9747"/>
                  <a:pt x="818801" y="11170"/>
                  <a:pt x="818801" y="12701"/>
                </a:cubicBezTo>
                <a:close/>
                <a:moveTo>
                  <a:pt x="881001" y="110219"/>
                </a:moveTo>
                <a:lnTo>
                  <a:pt x="901021" y="110219"/>
                </a:lnTo>
                <a:lnTo>
                  <a:pt x="901021" y="55038"/>
                </a:lnTo>
                <a:cubicBezTo>
                  <a:pt x="901691" y="53986"/>
                  <a:pt x="902433" y="53029"/>
                  <a:pt x="903246" y="52168"/>
                </a:cubicBezTo>
                <a:cubicBezTo>
                  <a:pt x="904059" y="51307"/>
                  <a:pt x="904968" y="50565"/>
                  <a:pt x="905973" y="49943"/>
                </a:cubicBezTo>
                <a:cubicBezTo>
                  <a:pt x="907216" y="49082"/>
                  <a:pt x="908640" y="48436"/>
                  <a:pt x="910242" y="48006"/>
                </a:cubicBezTo>
                <a:cubicBezTo>
                  <a:pt x="911845" y="47575"/>
                  <a:pt x="913603" y="47360"/>
                  <a:pt x="915516" y="47360"/>
                </a:cubicBezTo>
                <a:cubicBezTo>
                  <a:pt x="917813" y="47360"/>
                  <a:pt x="919870" y="47587"/>
                  <a:pt x="921687" y="48042"/>
                </a:cubicBezTo>
                <a:cubicBezTo>
                  <a:pt x="923505" y="48496"/>
                  <a:pt x="925060" y="49297"/>
                  <a:pt x="926352" y="50445"/>
                </a:cubicBezTo>
                <a:cubicBezTo>
                  <a:pt x="927643" y="51594"/>
                  <a:pt x="928636" y="53160"/>
                  <a:pt x="929330" y="55146"/>
                </a:cubicBezTo>
                <a:cubicBezTo>
                  <a:pt x="930023" y="57131"/>
                  <a:pt x="930370" y="59654"/>
                  <a:pt x="930370" y="62716"/>
                </a:cubicBezTo>
                <a:lnTo>
                  <a:pt x="930370" y="110219"/>
                </a:lnTo>
                <a:lnTo>
                  <a:pt x="950319" y="110219"/>
                </a:lnTo>
                <a:lnTo>
                  <a:pt x="950319" y="62429"/>
                </a:lnTo>
                <a:cubicBezTo>
                  <a:pt x="950319" y="56784"/>
                  <a:pt x="949661" y="51988"/>
                  <a:pt x="948345" y="48042"/>
                </a:cubicBezTo>
                <a:cubicBezTo>
                  <a:pt x="947030" y="44095"/>
                  <a:pt x="945200" y="40854"/>
                  <a:pt x="942856" y="38318"/>
                </a:cubicBezTo>
                <a:cubicBezTo>
                  <a:pt x="940464" y="35831"/>
                  <a:pt x="937642" y="34013"/>
                  <a:pt x="934389" y="32865"/>
                </a:cubicBezTo>
                <a:cubicBezTo>
                  <a:pt x="931136" y="31717"/>
                  <a:pt x="927548" y="31143"/>
                  <a:pt x="923625" y="31143"/>
                </a:cubicBezTo>
                <a:cubicBezTo>
                  <a:pt x="920563" y="31143"/>
                  <a:pt x="917669" y="31573"/>
                  <a:pt x="914942" y="32434"/>
                </a:cubicBezTo>
                <a:cubicBezTo>
                  <a:pt x="912215" y="33295"/>
                  <a:pt x="909704" y="34539"/>
                  <a:pt x="907408" y="36166"/>
                </a:cubicBezTo>
                <a:cubicBezTo>
                  <a:pt x="906068" y="37123"/>
                  <a:pt x="904801" y="38199"/>
                  <a:pt x="903605" y="39395"/>
                </a:cubicBezTo>
                <a:cubicBezTo>
                  <a:pt x="902409" y="40591"/>
                  <a:pt x="901308" y="41906"/>
                  <a:pt x="900304" y="43341"/>
                </a:cubicBezTo>
                <a:lnTo>
                  <a:pt x="899084" y="32578"/>
                </a:lnTo>
                <a:lnTo>
                  <a:pt x="881001" y="32578"/>
                </a:lnTo>
                <a:lnTo>
                  <a:pt x="881001" y="110219"/>
                </a:lnTo>
                <a:close/>
                <a:moveTo>
                  <a:pt x="1005773" y="13562"/>
                </a:moveTo>
                <a:lnTo>
                  <a:pt x="985824" y="13562"/>
                </a:lnTo>
                <a:lnTo>
                  <a:pt x="985824" y="32578"/>
                </a:lnTo>
                <a:lnTo>
                  <a:pt x="968100" y="32578"/>
                </a:lnTo>
                <a:lnTo>
                  <a:pt x="968100" y="47288"/>
                </a:lnTo>
                <a:lnTo>
                  <a:pt x="985824" y="47288"/>
                </a:lnTo>
                <a:lnTo>
                  <a:pt x="985824" y="82593"/>
                </a:lnTo>
                <a:cubicBezTo>
                  <a:pt x="985824" y="87712"/>
                  <a:pt x="986494" y="92101"/>
                  <a:pt x="987833" y="95760"/>
                </a:cubicBezTo>
                <a:cubicBezTo>
                  <a:pt x="989173" y="99420"/>
                  <a:pt x="991086" y="102422"/>
                  <a:pt x="993574" y="104766"/>
                </a:cubicBezTo>
                <a:cubicBezTo>
                  <a:pt x="996014" y="107158"/>
                  <a:pt x="998968" y="108916"/>
                  <a:pt x="1002436" y="110040"/>
                </a:cubicBezTo>
                <a:cubicBezTo>
                  <a:pt x="1005904" y="111164"/>
                  <a:pt x="1009767" y="111726"/>
                  <a:pt x="1014025" y="111726"/>
                </a:cubicBezTo>
                <a:cubicBezTo>
                  <a:pt x="1016225" y="111726"/>
                  <a:pt x="1018462" y="111619"/>
                  <a:pt x="1020734" y="111403"/>
                </a:cubicBezTo>
                <a:cubicBezTo>
                  <a:pt x="1023006" y="111188"/>
                  <a:pt x="1025195" y="110889"/>
                  <a:pt x="1027300" y="110506"/>
                </a:cubicBezTo>
                <a:cubicBezTo>
                  <a:pt x="1029405" y="110124"/>
                  <a:pt x="1031390" y="109633"/>
                  <a:pt x="1033256" y="109035"/>
                </a:cubicBezTo>
                <a:cubicBezTo>
                  <a:pt x="1035121" y="108437"/>
                  <a:pt x="1036748" y="107732"/>
                  <a:pt x="1038135" y="106919"/>
                </a:cubicBezTo>
                <a:lnTo>
                  <a:pt x="1036198" y="93213"/>
                </a:lnTo>
                <a:cubicBezTo>
                  <a:pt x="1035289" y="93452"/>
                  <a:pt x="1034200" y="93691"/>
                  <a:pt x="1032933" y="93930"/>
                </a:cubicBezTo>
                <a:cubicBezTo>
                  <a:pt x="1031665" y="94170"/>
                  <a:pt x="1030314" y="94385"/>
                  <a:pt x="1028878" y="94576"/>
                </a:cubicBezTo>
                <a:cubicBezTo>
                  <a:pt x="1027396" y="94815"/>
                  <a:pt x="1025853" y="95007"/>
                  <a:pt x="1024250" y="95150"/>
                </a:cubicBezTo>
                <a:cubicBezTo>
                  <a:pt x="1022648" y="95294"/>
                  <a:pt x="1021081" y="95366"/>
                  <a:pt x="1019550" y="95366"/>
                </a:cubicBezTo>
                <a:cubicBezTo>
                  <a:pt x="1017445" y="95366"/>
                  <a:pt x="1015544" y="95126"/>
                  <a:pt x="1013845" y="94648"/>
                </a:cubicBezTo>
                <a:cubicBezTo>
                  <a:pt x="1012147" y="94170"/>
                  <a:pt x="1010700" y="93356"/>
                  <a:pt x="1009504" y="92208"/>
                </a:cubicBezTo>
                <a:cubicBezTo>
                  <a:pt x="1008308" y="91108"/>
                  <a:pt x="1007387" y="89613"/>
                  <a:pt x="1006741" y="87723"/>
                </a:cubicBezTo>
                <a:cubicBezTo>
                  <a:pt x="1006096" y="85834"/>
                  <a:pt x="1005773" y="83478"/>
                  <a:pt x="1005773" y="80655"/>
                </a:cubicBezTo>
                <a:lnTo>
                  <a:pt x="1005773" y="47288"/>
                </a:lnTo>
                <a:lnTo>
                  <a:pt x="1034763" y="47288"/>
                </a:lnTo>
                <a:lnTo>
                  <a:pt x="1034763" y="32578"/>
                </a:lnTo>
                <a:lnTo>
                  <a:pt x="1005773" y="32578"/>
                </a:lnTo>
                <a:lnTo>
                  <a:pt x="1005773" y="13562"/>
                </a:lnTo>
                <a:close/>
              </a:path>
            </a:pathLst>
          </a:custGeom>
          <a:solidFill xmlns:a="http://schemas.openxmlformats.org/drawingml/2006/main">
            <a:srgbClr val="3F51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v4;">
            <a:extLst xmlns:a="http://schemas.openxmlformats.org/drawingml/2006/main">
              <a:ext uri="{FF2B5EF4-FFF2-40B4-BE49-F238E27FC236}">
                <a16:creationId xmlns:a16="http://schemas.microsoft.com/office/drawing/2014/main" id="{EA5BD327-5A05-4DD8-A329-0E8B23D7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60" y="1064639"/>
            <a:ext cx="232968" cy="133612"/>
          </a:xfrm>
          <a:custGeom xmlns:a="http://schemas.openxmlformats.org/drawingml/2006/main">
            <a:pathLst>
              <a:path w="232968" h="133612">
                <a:moveTo>
                  <a:pt x="29636" y="104479"/>
                </a:moveTo>
                <a:lnTo>
                  <a:pt x="48365" y="104479"/>
                </a:lnTo>
                <a:lnTo>
                  <a:pt x="77857" y="26837"/>
                </a:lnTo>
                <a:lnTo>
                  <a:pt x="57047" y="26837"/>
                </a:lnTo>
                <a:lnTo>
                  <a:pt x="40041" y="81588"/>
                </a:lnTo>
                <a:lnTo>
                  <a:pt x="38964" y="87042"/>
                </a:lnTo>
                <a:lnTo>
                  <a:pt x="37888" y="81588"/>
                </a:lnTo>
                <a:lnTo>
                  <a:pt x="20810" y="26837"/>
                </a:lnTo>
                <a:lnTo>
                  <a:pt x="0" y="26837"/>
                </a:lnTo>
                <a:lnTo>
                  <a:pt x="29636" y="104479"/>
                </a:lnTo>
                <a:close/>
                <a:moveTo>
                  <a:pt x="151394" y="65658"/>
                </a:moveTo>
                <a:lnTo>
                  <a:pt x="151394" y="0"/>
                </a:lnTo>
                <a:lnTo>
                  <a:pt x="131158" y="0"/>
                </a:lnTo>
                <a:lnTo>
                  <a:pt x="87242" y="69318"/>
                </a:lnTo>
                <a:lnTo>
                  <a:pt x="88032" y="81803"/>
                </a:lnTo>
                <a:lnTo>
                  <a:pt x="131445" y="81803"/>
                </a:lnTo>
                <a:lnTo>
                  <a:pt x="131445" y="104479"/>
                </a:lnTo>
                <a:lnTo>
                  <a:pt x="151394" y="104479"/>
                </a:lnTo>
                <a:lnTo>
                  <a:pt x="151394" y="81803"/>
                </a:lnTo>
                <a:lnTo>
                  <a:pt x="163521" y="81803"/>
                </a:lnTo>
                <a:lnTo>
                  <a:pt x="163521" y="65658"/>
                </a:lnTo>
                <a:lnTo>
                  <a:pt x="151394" y="65658"/>
                </a:lnTo>
                <a:moveTo>
                  <a:pt x="106832" y="65658"/>
                </a:moveTo>
                <a:lnTo>
                  <a:pt x="129508" y="30282"/>
                </a:lnTo>
                <a:lnTo>
                  <a:pt x="131445" y="26837"/>
                </a:lnTo>
                <a:lnTo>
                  <a:pt x="131445" y="65658"/>
                </a:lnTo>
                <a:lnTo>
                  <a:pt x="106832" y="65658"/>
                </a:lnTo>
                <a:close/>
                <a:moveTo>
                  <a:pt x="205269" y="33654"/>
                </a:moveTo>
                <a:cubicBezTo>
                  <a:pt x="205269" y="37338"/>
                  <a:pt x="206513" y="40423"/>
                  <a:pt x="209001" y="42911"/>
                </a:cubicBezTo>
                <a:cubicBezTo>
                  <a:pt x="211488" y="45399"/>
                  <a:pt x="214861" y="46642"/>
                  <a:pt x="219118" y="46642"/>
                </a:cubicBezTo>
                <a:cubicBezTo>
                  <a:pt x="223328" y="46642"/>
                  <a:pt x="226689" y="45410"/>
                  <a:pt x="229200" y="42947"/>
                </a:cubicBezTo>
                <a:cubicBezTo>
                  <a:pt x="231712" y="40483"/>
                  <a:pt x="232968" y="37386"/>
                  <a:pt x="232968" y="33654"/>
                </a:cubicBezTo>
                <a:cubicBezTo>
                  <a:pt x="232968" y="29923"/>
                  <a:pt x="231736" y="26789"/>
                  <a:pt x="229272" y="24254"/>
                </a:cubicBezTo>
                <a:cubicBezTo>
                  <a:pt x="226808" y="21719"/>
                  <a:pt x="223424" y="20451"/>
                  <a:pt x="219118" y="20451"/>
                </a:cubicBezTo>
                <a:cubicBezTo>
                  <a:pt x="214765" y="20451"/>
                  <a:pt x="211369" y="21731"/>
                  <a:pt x="208929" y="24290"/>
                </a:cubicBezTo>
                <a:cubicBezTo>
                  <a:pt x="206489" y="26849"/>
                  <a:pt x="205269" y="29971"/>
                  <a:pt x="205269" y="33654"/>
                </a:cubicBezTo>
                <a:moveTo>
                  <a:pt x="227586" y="102900"/>
                </a:moveTo>
                <a:lnTo>
                  <a:pt x="227657" y="87042"/>
                </a:lnTo>
                <a:lnTo>
                  <a:pt x="208929" y="87042"/>
                </a:lnTo>
                <a:lnTo>
                  <a:pt x="208929" y="103833"/>
                </a:lnTo>
                <a:cubicBezTo>
                  <a:pt x="208929" y="109095"/>
                  <a:pt x="208307" y="113604"/>
                  <a:pt x="207063" y="117359"/>
                </a:cubicBezTo>
                <a:cubicBezTo>
                  <a:pt x="205819" y="121115"/>
                  <a:pt x="204288" y="124714"/>
                  <a:pt x="202471" y="128159"/>
                </a:cubicBezTo>
                <a:lnTo>
                  <a:pt x="213019" y="133612"/>
                </a:lnTo>
                <a:cubicBezTo>
                  <a:pt x="217324" y="129785"/>
                  <a:pt x="220829" y="125073"/>
                  <a:pt x="223531" y="119476"/>
                </a:cubicBezTo>
                <a:cubicBezTo>
                  <a:pt x="226234" y="113879"/>
                  <a:pt x="227586" y="108354"/>
                  <a:pt x="227586" y="102900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void">
            <a:extLst xmlns:a="http://schemas.openxmlformats.org/drawingml/2006/main">
              <a:ext uri="{FF2B5EF4-FFF2-40B4-BE49-F238E27FC236}">
                <a16:creationId xmlns:a16="http://schemas.microsoft.com/office/drawing/2014/main" id="{228BA140-0F1B-4CE8-A855-46C3F444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523" y="1235250"/>
            <a:ext cx="336858" cy="111726"/>
          </a:xfrm>
          <a:custGeom xmlns:a="http://schemas.openxmlformats.org/drawingml/2006/main">
            <a:pathLst>
              <a:path w="336858" h="111726">
                <a:moveTo>
                  <a:pt x="29636" y="110219"/>
                </a:moveTo>
                <a:lnTo>
                  <a:pt x="48365" y="110219"/>
                </a:lnTo>
                <a:lnTo>
                  <a:pt x="77857" y="32578"/>
                </a:lnTo>
                <a:lnTo>
                  <a:pt x="57047" y="32578"/>
                </a:lnTo>
                <a:lnTo>
                  <a:pt x="40041" y="87329"/>
                </a:lnTo>
                <a:lnTo>
                  <a:pt x="38964" y="92782"/>
                </a:lnTo>
                <a:lnTo>
                  <a:pt x="37888" y="87329"/>
                </a:lnTo>
                <a:lnTo>
                  <a:pt x="20810" y="32578"/>
                </a:lnTo>
                <a:lnTo>
                  <a:pt x="0" y="32578"/>
                </a:lnTo>
                <a:lnTo>
                  <a:pt x="29636" y="110219"/>
                </a:lnTo>
                <a:close/>
                <a:moveTo>
                  <a:pt x="90400" y="70681"/>
                </a:moveTo>
                <a:lnTo>
                  <a:pt x="90400" y="72188"/>
                </a:lnTo>
                <a:cubicBezTo>
                  <a:pt x="90400" y="77881"/>
                  <a:pt x="91213" y="83131"/>
                  <a:pt x="92840" y="87939"/>
                </a:cubicBezTo>
                <a:cubicBezTo>
                  <a:pt x="94466" y="92746"/>
                  <a:pt x="96858" y="96920"/>
                  <a:pt x="100016" y="100460"/>
                </a:cubicBezTo>
                <a:cubicBezTo>
                  <a:pt x="103125" y="104000"/>
                  <a:pt x="106964" y="106763"/>
                  <a:pt x="111533" y="108748"/>
                </a:cubicBezTo>
                <a:cubicBezTo>
                  <a:pt x="116101" y="110734"/>
                  <a:pt x="121304" y="111726"/>
                  <a:pt x="127140" y="111726"/>
                </a:cubicBezTo>
                <a:cubicBezTo>
                  <a:pt x="132928" y="111726"/>
                  <a:pt x="138095" y="110734"/>
                  <a:pt x="142640" y="108748"/>
                </a:cubicBezTo>
                <a:cubicBezTo>
                  <a:pt x="147184" y="106763"/>
                  <a:pt x="151011" y="104000"/>
                  <a:pt x="154121" y="100460"/>
                </a:cubicBezTo>
                <a:cubicBezTo>
                  <a:pt x="157230" y="96920"/>
                  <a:pt x="159598" y="92746"/>
                  <a:pt x="161225" y="87939"/>
                </a:cubicBezTo>
                <a:cubicBezTo>
                  <a:pt x="162851" y="83131"/>
                  <a:pt x="163664" y="77881"/>
                  <a:pt x="163664" y="72188"/>
                </a:cubicBezTo>
                <a:lnTo>
                  <a:pt x="163664" y="70681"/>
                </a:lnTo>
                <a:cubicBezTo>
                  <a:pt x="163664" y="65036"/>
                  <a:pt x="162851" y="59810"/>
                  <a:pt x="161225" y="55002"/>
                </a:cubicBezTo>
                <a:cubicBezTo>
                  <a:pt x="159598" y="50194"/>
                  <a:pt x="157230" y="46020"/>
                  <a:pt x="154121" y="42480"/>
                </a:cubicBezTo>
                <a:cubicBezTo>
                  <a:pt x="150963" y="38940"/>
                  <a:pt x="147112" y="36166"/>
                  <a:pt x="142568" y="34157"/>
                </a:cubicBezTo>
                <a:cubicBezTo>
                  <a:pt x="138023" y="32147"/>
                  <a:pt x="132833" y="31143"/>
                  <a:pt x="126996" y="31143"/>
                </a:cubicBezTo>
                <a:cubicBezTo>
                  <a:pt x="121160" y="31143"/>
                  <a:pt x="115982" y="32147"/>
                  <a:pt x="111461" y="34157"/>
                </a:cubicBezTo>
                <a:cubicBezTo>
                  <a:pt x="106940" y="36166"/>
                  <a:pt x="103125" y="38940"/>
                  <a:pt x="100016" y="42480"/>
                </a:cubicBezTo>
                <a:cubicBezTo>
                  <a:pt x="96858" y="46020"/>
                  <a:pt x="94466" y="50194"/>
                  <a:pt x="92840" y="55002"/>
                </a:cubicBezTo>
                <a:cubicBezTo>
                  <a:pt x="91213" y="59810"/>
                  <a:pt x="90400" y="65036"/>
                  <a:pt x="90400" y="70681"/>
                </a:cubicBezTo>
                <a:moveTo>
                  <a:pt x="110349" y="72188"/>
                </a:moveTo>
                <a:lnTo>
                  <a:pt x="110349" y="70681"/>
                </a:lnTo>
                <a:cubicBezTo>
                  <a:pt x="110349" y="67524"/>
                  <a:pt x="110660" y="64534"/>
                  <a:pt x="111282" y="61711"/>
                </a:cubicBezTo>
                <a:cubicBezTo>
                  <a:pt x="111903" y="58889"/>
                  <a:pt x="112884" y="56401"/>
                  <a:pt x="114224" y="54249"/>
                </a:cubicBezTo>
                <a:cubicBezTo>
                  <a:pt x="115563" y="52096"/>
                  <a:pt x="117285" y="50398"/>
                  <a:pt x="119390" y="49154"/>
                </a:cubicBezTo>
                <a:cubicBezTo>
                  <a:pt x="121495" y="47910"/>
                  <a:pt x="124030" y="47288"/>
                  <a:pt x="126996" y="47288"/>
                </a:cubicBezTo>
                <a:cubicBezTo>
                  <a:pt x="130010" y="47288"/>
                  <a:pt x="132570" y="47910"/>
                  <a:pt x="134674" y="49154"/>
                </a:cubicBezTo>
                <a:cubicBezTo>
                  <a:pt x="136779" y="50398"/>
                  <a:pt x="138502" y="52096"/>
                  <a:pt x="139841" y="54249"/>
                </a:cubicBezTo>
                <a:cubicBezTo>
                  <a:pt x="141133" y="56401"/>
                  <a:pt x="142089" y="58889"/>
                  <a:pt x="142711" y="61711"/>
                </a:cubicBezTo>
                <a:cubicBezTo>
                  <a:pt x="143333" y="64534"/>
                  <a:pt x="143644" y="67524"/>
                  <a:pt x="143644" y="70681"/>
                </a:cubicBezTo>
                <a:lnTo>
                  <a:pt x="143644" y="72188"/>
                </a:lnTo>
                <a:cubicBezTo>
                  <a:pt x="143644" y="75441"/>
                  <a:pt x="143333" y="78491"/>
                  <a:pt x="142711" y="81337"/>
                </a:cubicBezTo>
                <a:cubicBezTo>
                  <a:pt x="142089" y="84183"/>
                  <a:pt x="141133" y="86659"/>
                  <a:pt x="139841" y="88764"/>
                </a:cubicBezTo>
                <a:cubicBezTo>
                  <a:pt x="138502" y="90917"/>
                  <a:pt x="136779" y="92615"/>
                  <a:pt x="134674" y="93859"/>
                </a:cubicBezTo>
                <a:cubicBezTo>
                  <a:pt x="132570" y="95103"/>
                  <a:pt x="130058" y="95724"/>
                  <a:pt x="127140" y="95724"/>
                </a:cubicBezTo>
                <a:cubicBezTo>
                  <a:pt x="124126" y="95724"/>
                  <a:pt x="121555" y="95103"/>
                  <a:pt x="119426" y="93859"/>
                </a:cubicBezTo>
                <a:cubicBezTo>
                  <a:pt x="117297" y="92615"/>
                  <a:pt x="115563" y="90917"/>
                  <a:pt x="114224" y="88764"/>
                </a:cubicBezTo>
                <a:cubicBezTo>
                  <a:pt x="112884" y="86659"/>
                  <a:pt x="111903" y="84183"/>
                  <a:pt x="111282" y="81337"/>
                </a:cubicBezTo>
                <a:cubicBezTo>
                  <a:pt x="110660" y="78491"/>
                  <a:pt x="110349" y="75441"/>
                  <a:pt x="110349" y="72188"/>
                </a:cubicBezTo>
                <a:close/>
                <a:moveTo>
                  <a:pt x="186612" y="32578"/>
                </a:moveTo>
                <a:lnTo>
                  <a:pt x="186612" y="48867"/>
                </a:lnTo>
                <a:lnTo>
                  <a:pt x="208714" y="48867"/>
                </a:lnTo>
                <a:lnTo>
                  <a:pt x="208714" y="94002"/>
                </a:lnTo>
                <a:lnTo>
                  <a:pt x="186612" y="94002"/>
                </a:lnTo>
                <a:lnTo>
                  <a:pt x="186612" y="110219"/>
                </a:lnTo>
                <a:lnTo>
                  <a:pt x="249902" y="110219"/>
                </a:lnTo>
                <a:lnTo>
                  <a:pt x="249902" y="94002"/>
                </a:lnTo>
                <a:lnTo>
                  <a:pt x="228877" y="94002"/>
                </a:lnTo>
                <a:lnTo>
                  <a:pt x="228877" y="32578"/>
                </a:lnTo>
                <a:lnTo>
                  <a:pt x="186612" y="32578"/>
                </a:lnTo>
                <a:moveTo>
                  <a:pt x="207278" y="12701"/>
                </a:moveTo>
                <a:cubicBezTo>
                  <a:pt x="207278" y="14232"/>
                  <a:pt x="207553" y="15655"/>
                  <a:pt x="208104" y="16971"/>
                </a:cubicBezTo>
                <a:cubicBezTo>
                  <a:pt x="208654" y="18286"/>
                  <a:pt x="209431" y="19398"/>
                  <a:pt x="210436" y="20307"/>
                </a:cubicBezTo>
                <a:cubicBezTo>
                  <a:pt x="211440" y="21264"/>
                  <a:pt x="212648" y="22006"/>
                  <a:pt x="214059" y="22532"/>
                </a:cubicBezTo>
                <a:cubicBezTo>
                  <a:pt x="215471" y="23058"/>
                  <a:pt x="217037" y="23321"/>
                  <a:pt x="218760" y="23321"/>
                </a:cubicBezTo>
                <a:cubicBezTo>
                  <a:pt x="222300" y="23321"/>
                  <a:pt x="225110" y="22329"/>
                  <a:pt x="227191" y="20343"/>
                </a:cubicBezTo>
                <a:cubicBezTo>
                  <a:pt x="229272" y="18358"/>
                  <a:pt x="230313" y="15811"/>
                  <a:pt x="230313" y="12701"/>
                </a:cubicBezTo>
                <a:cubicBezTo>
                  <a:pt x="230313" y="9592"/>
                  <a:pt x="229272" y="7044"/>
                  <a:pt x="227191" y="5059"/>
                </a:cubicBezTo>
                <a:cubicBezTo>
                  <a:pt x="225110" y="3074"/>
                  <a:pt x="222300" y="2081"/>
                  <a:pt x="218760" y="2081"/>
                </a:cubicBezTo>
                <a:cubicBezTo>
                  <a:pt x="217037" y="2081"/>
                  <a:pt x="215471" y="2344"/>
                  <a:pt x="214059" y="2870"/>
                </a:cubicBezTo>
                <a:cubicBezTo>
                  <a:pt x="212648" y="3397"/>
                  <a:pt x="211440" y="4114"/>
                  <a:pt x="210436" y="5023"/>
                </a:cubicBezTo>
                <a:cubicBezTo>
                  <a:pt x="209431" y="5980"/>
                  <a:pt x="208654" y="7116"/>
                  <a:pt x="208104" y="8431"/>
                </a:cubicBezTo>
                <a:cubicBezTo>
                  <a:pt x="207553" y="9747"/>
                  <a:pt x="207278" y="11170"/>
                  <a:pt x="207278" y="12701"/>
                </a:cubicBezTo>
                <a:close/>
                <a:moveTo>
                  <a:pt x="267397" y="70825"/>
                </a:moveTo>
                <a:lnTo>
                  <a:pt x="267397" y="72331"/>
                </a:lnTo>
                <a:cubicBezTo>
                  <a:pt x="267397" y="77976"/>
                  <a:pt x="268090" y="83203"/>
                  <a:pt x="269478" y="88010"/>
                </a:cubicBezTo>
                <a:cubicBezTo>
                  <a:pt x="270865" y="92818"/>
                  <a:pt x="272874" y="96968"/>
                  <a:pt x="275505" y="100460"/>
                </a:cubicBezTo>
                <a:cubicBezTo>
                  <a:pt x="278089" y="103953"/>
                  <a:pt x="281258" y="106691"/>
                  <a:pt x="285013" y="108677"/>
                </a:cubicBezTo>
                <a:cubicBezTo>
                  <a:pt x="288769" y="110662"/>
                  <a:pt x="293014" y="111655"/>
                  <a:pt x="297750" y="111655"/>
                </a:cubicBezTo>
                <a:cubicBezTo>
                  <a:pt x="302104" y="111655"/>
                  <a:pt x="305931" y="110817"/>
                  <a:pt x="309231" y="109143"/>
                </a:cubicBezTo>
                <a:cubicBezTo>
                  <a:pt x="312532" y="107469"/>
                  <a:pt x="315403" y="105125"/>
                  <a:pt x="317842" y="102111"/>
                </a:cubicBezTo>
                <a:lnTo>
                  <a:pt x="318847" y="110219"/>
                </a:lnTo>
                <a:lnTo>
                  <a:pt x="336858" y="110219"/>
                </a:lnTo>
                <a:lnTo>
                  <a:pt x="336858" y="0"/>
                </a:lnTo>
                <a:lnTo>
                  <a:pt x="316838" y="0"/>
                </a:lnTo>
                <a:lnTo>
                  <a:pt x="316838" y="39538"/>
                </a:lnTo>
                <a:cubicBezTo>
                  <a:pt x="314446" y="36859"/>
                  <a:pt x="311707" y="34790"/>
                  <a:pt x="308621" y="33331"/>
                </a:cubicBezTo>
                <a:cubicBezTo>
                  <a:pt x="305536" y="31872"/>
                  <a:pt x="301960" y="31143"/>
                  <a:pt x="297894" y="31143"/>
                </a:cubicBezTo>
                <a:cubicBezTo>
                  <a:pt x="293062" y="31143"/>
                  <a:pt x="288769" y="32099"/>
                  <a:pt x="285013" y="34013"/>
                </a:cubicBezTo>
                <a:cubicBezTo>
                  <a:pt x="281258" y="35927"/>
                  <a:pt x="278065" y="38629"/>
                  <a:pt x="275434" y="42122"/>
                </a:cubicBezTo>
                <a:cubicBezTo>
                  <a:pt x="272803" y="45614"/>
                  <a:pt x="270805" y="49800"/>
                  <a:pt x="269442" y="54679"/>
                </a:cubicBezTo>
                <a:cubicBezTo>
                  <a:pt x="268079" y="59559"/>
                  <a:pt x="267397" y="64940"/>
                  <a:pt x="267397" y="70825"/>
                </a:cubicBezTo>
                <a:moveTo>
                  <a:pt x="287345" y="72331"/>
                </a:moveTo>
                <a:lnTo>
                  <a:pt x="287345" y="70825"/>
                </a:lnTo>
                <a:cubicBezTo>
                  <a:pt x="287345" y="67572"/>
                  <a:pt x="287632" y="64522"/>
                  <a:pt x="288207" y="61676"/>
                </a:cubicBezTo>
                <a:cubicBezTo>
                  <a:pt x="288781" y="58829"/>
                  <a:pt x="289689" y="56330"/>
                  <a:pt x="290933" y="54177"/>
                </a:cubicBezTo>
                <a:cubicBezTo>
                  <a:pt x="292177" y="52072"/>
                  <a:pt x="293792" y="50410"/>
                  <a:pt x="295777" y="49190"/>
                </a:cubicBezTo>
                <a:cubicBezTo>
                  <a:pt x="297762" y="47970"/>
                  <a:pt x="300166" y="47360"/>
                  <a:pt x="302989" y="47360"/>
                </a:cubicBezTo>
                <a:cubicBezTo>
                  <a:pt x="306385" y="47360"/>
                  <a:pt x="309208" y="48089"/>
                  <a:pt x="311456" y="49549"/>
                </a:cubicBezTo>
                <a:cubicBezTo>
                  <a:pt x="313704" y="51008"/>
                  <a:pt x="315498" y="53053"/>
                  <a:pt x="316838" y="55684"/>
                </a:cubicBezTo>
                <a:lnTo>
                  <a:pt x="316838" y="87114"/>
                </a:lnTo>
                <a:cubicBezTo>
                  <a:pt x="315498" y="89697"/>
                  <a:pt x="313692" y="91730"/>
                  <a:pt x="311420" y="93213"/>
                </a:cubicBezTo>
                <a:cubicBezTo>
                  <a:pt x="309148" y="94696"/>
                  <a:pt x="306289" y="95437"/>
                  <a:pt x="302845" y="95437"/>
                </a:cubicBezTo>
                <a:cubicBezTo>
                  <a:pt x="300023" y="95437"/>
                  <a:pt x="297631" y="94839"/>
                  <a:pt x="295669" y="93643"/>
                </a:cubicBezTo>
                <a:cubicBezTo>
                  <a:pt x="293708" y="92447"/>
                  <a:pt x="292105" y="90797"/>
                  <a:pt x="290862" y="88692"/>
                </a:cubicBezTo>
                <a:cubicBezTo>
                  <a:pt x="289618" y="86635"/>
                  <a:pt x="288721" y="84207"/>
                  <a:pt x="288171" y="81409"/>
                </a:cubicBezTo>
                <a:cubicBezTo>
                  <a:pt x="287620" y="78610"/>
                  <a:pt x="287345" y="75584"/>
                  <a:pt x="287345" y="72331"/>
                </a:cubicBezTo>
                <a:close/>
              </a:path>
            </a:pathLst>
          </a:custGeom>
          <a:solidFill xmlns:a="http://schemas.openxmlformats.org/drawingml/2006/main">
            <a:srgbClr val="3F51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*dest;">
            <a:extLst xmlns:a="http://schemas.openxmlformats.org/drawingml/2006/main">
              <a:ext uri="{FF2B5EF4-FFF2-40B4-BE49-F238E27FC236}">
                <a16:creationId xmlns:a16="http://schemas.microsoft.com/office/drawing/2014/main" id="{AC59D0A0-343A-42B1-9A0F-1A831C56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236" y="1235250"/>
            <a:ext cx="491610" cy="139353"/>
          </a:xfrm>
          <a:custGeom xmlns:a="http://schemas.openxmlformats.org/drawingml/2006/main">
            <a:pathLst>
              <a:path w="491610" h="139353">
                <a:moveTo>
                  <a:pt x="28129" y="46355"/>
                </a:moveTo>
                <a:lnTo>
                  <a:pt x="8180" y="69820"/>
                </a:lnTo>
                <a:lnTo>
                  <a:pt x="21025" y="78646"/>
                </a:lnTo>
                <a:lnTo>
                  <a:pt x="36166" y="52742"/>
                </a:lnTo>
                <a:lnTo>
                  <a:pt x="51307" y="79435"/>
                </a:lnTo>
                <a:lnTo>
                  <a:pt x="64079" y="70179"/>
                </a:lnTo>
                <a:lnTo>
                  <a:pt x="44848" y="47001"/>
                </a:lnTo>
                <a:lnTo>
                  <a:pt x="73408" y="40471"/>
                </a:lnTo>
                <a:lnTo>
                  <a:pt x="68672" y="25474"/>
                </a:lnTo>
                <a:lnTo>
                  <a:pt x="41978" y="37170"/>
                </a:lnTo>
                <a:lnTo>
                  <a:pt x="44777" y="5741"/>
                </a:lnTo>
                <a:lnTo>
                  <a:pt x="29062" y="5741"/>
                </a:lnTo>
                <a:lnTo>
                  <a:pt x="31645" y="36668"/>
                </a:lnTo>
                <a:lnTo>
                  <a:pt x="4736" y="24756"/>
                </a:lnTo>
                <a:lnTo>
                  <a:pt x="0" y="39467"/>
                </a:lnTo>
                <a:lnTo>
                  <a:pt x="28129" y="46355"/>
                </a:lnTo>
                <a:close/>
                <a:moveTo>
                  <a:pt x="85161" y="70825"/>
                </a:moveTo>
                <a:lnTo>
                  <a:pt x="85161" y="72331"/>
                </a:lnTo>
                <a:cubicBezTo>
                  <a:pt x="85161" y="77976"/>
                  <a:pt x="85855" y="83203"/>
                  <a:pt x="87242" y="88010"/>
                </a:cubicBezTo>
                <a:cubicBezTo>
                  <a:pt x="88630" y="92818"/>
                  <a:pt x="90639" y="96968"/>
                  <a:pt x="93270" y="100460"/>
                </a:cubicBezTo>
                <a:cubicBezTo>
                  <a:pt x="95853" y="103953"/>
                  <a:pt x="99023" y="106691"/>
                  <a:pt x="102778" y="108677"/>
                </a:cubicBezTo>
                <a:cubicBezTo>
                  <a:pt x="106533" y="110662"/>
                  <a:pt x="110779" y="111655"/>
                  <a:pt x="115515" y="111655"/>
                </a:cubicBezTo>
                <a:cubicBezTo>
                  <a:pt x="119868" y="111655"/>
                  <a:pt x="123695" y="110817"/>
                  <a:pt x="126996" y="109143"/>
                </a:cubicBezTo>
                <a:cubicBezTo>
                  <a:pt x="130297" y="107469"/>
                  <a:pt x="133167" y="105125"/>
                  <a:pt x="135607" y="102111"/>
                </a:cubicBezTo>
                <a:lnTo>
                  <a:pt x="136612" y="110219"/>
                </a:lnTo>
                <a:lnTo>
                  <a:pt x="154623" y="110219"/>
                </a:lnTo>
                <a:lnTo>
                  <a:pt x="154623" y="0"/>
                </a:lnTo>
                <a:lnTo>
                  <a:pt x="134602" y="0"/>
                </a:lnTo>
                <a:lnTo>
                  <a:pt x="134602" y="39538"/>
                </a:lnTo>
                <a:cubicBezTo>
                  <a:pt x="132210" y="36859"/>
                  <a:pt x="129472" y="34790"/>
                  <a:pt x="126386" y="33331"/>
                </a:cubicBezTo>
                <a:cubicBezTo>
                  <a:pt x="123301" y="31872"/>
                  <a:pt x="119725" y="31143"/>
                  <a:pt x="115658" y="31143"/>
                </a:cubicBezTo>
                <a:cubicBezTo>
                  <a:pt x="110827" y="31143"/>
                  <a:pt x="106533" y="32099"/>
                  <a:pt x="102778" y="34013"/>
                </a:cubicBezTo>
                <a:cubicBezTo>
                  <a:pt x="99023" y="35927"/>
                  <a:pt x="95829" y="38629"/>
                  <a:pt x="93198" y="42122"/>
                </a:cubicBezTo>
                <a:cubicBezTo>
                  <a:pt x="90567" y="45614"/>
                  <a:pt x="88570" y="49800"/>
                  <a:pt x="87207" y="54679"/>
                </a:cubicBezTo>
                <a:cubicBezTo>
                  <a:pt x="85843" y="59559"/>
                  <a:pt x="85161" y="64940"/>
                  <a:pt x="85161" y="70825"/>
                </a:cubicBezTo>
                <a:moveTo>
                  <a:pt x="105110" y="72331"/>
                </a:moveTo>
                <a:lnTo>
                  <a:pt x="105110" y="70825"/>
                </a:lnTo>
                <a:cubicBezTo>
                  <a:pt x="105110" y="67572"/>
                  <a:pt x="105397" y="64522"/>
                  <a:pt x="105971" y="61676"/>
                </a:cubicBezTo>
                <a:cubicBezTo>
                  <a:pt x="106545" y="58829"/>
                  <a:pt x="107454" y="56330"/>
                  <a:pt x="108698" y="54177"/>
                </a:cubicBezTo>
                <a:cubicBezTo>
                  <a:pt x="109942" y="52072"/>
                  <a:pt x="111556" y="50410"/>
                  <a:pt x="113542" y="49190"/>
                </a:cubicBezTo>
                <a:cubicBezTo>
                  <a:pt x="115527" y="47970"/>
                  <a:pt x="117931" y="47360"/>
                  <a:pt x="120753" y="47360"/>
                </a:cubicBezTo>
                <a:cubicBezTo>
                  <a:pt x="124150" y="47360"/>
                  <a:pt x="126972" y="48089"/>
                  <a:pt x="129221" y="49549"/>
                </a:cubicBezTo>
                <a:cubicBezTo>
                  <a:pt x="131469" y="51008"/>
                  <a:pt x="133263" y="53053"/>
                  <a:pt x="134602" y="55684"/>
                </a:cubicBezTo>
                <a:lnTo>
                  <a:pt x="134602" y="87114"/>
                </a:lnTo>
                <a:cubicBezTo>
                  <a:pt x="133263" y="89697"/>
                  <a:pt x="131457" y="91730"/>
                  <a:pt x="129185" y="93213"/>
                </a:cubicBezTo>
                <a:cubicBezTo>
                  <a:pt x="126912" y="94696"/>
                  <a:pt x="124054" y="95437"/>
                  <a:pt x="120610" y="95437"/>
                </a:cubicBezTo>
                <a:cubicBezTo>
                  <a:pt x="117787" y="95437"/>
                  <a:pt x="115395" y="94839"/>
                  <a:pt x="113434" y="93643"/>
                </a:cubicBezTo>
                <a:cubicBezTo>
                  <a:pt x="111473" y="92447"/>
                  <a:pt x="109870" y="90797"/>
                  <a:pt x="108626" y="88692"/>
                </a:cubicBezTo>
                <a:cubicBezTo>
                  <a:pt x="107382" y="86635"/>
                  <a:pt x="106485" y="84207"/>
                  <a:pt x="105935" y="81409"/>
                </a:cubicBezTo>
                <a:cubicBezTo>
                  <a:pt x="105385" y="78610"/>
                  <a:pt x="105110" y="75584"/>
                  <a:pt x="105110" y="72331"/>
                </a:cubicBezTo>
                <a:close/>
                <a:moveTo>
                  <a:pt x="213091" y="111655"/>
                </a:moveTo>
                <a:cubicBezTo>
                  <a:pt x="220602" y="111655"/>
                  <a:pt x="227108" y="110195"/>
                  <a:pt x="232609" y="107277"/>
                </a:cubicBezTo>
                <a:cubicBezTo>
                  <a:pt x="238110" y="104359"/>
                  <a:pt x="242129" y="101106"/>
                  <a:pt x="244664" y="97518"/>
                </a:cubicBezTo>
                <a:lnTo>
                  <a:pt x="234690" y="86755"/>
                </a:lnTo>
                <a:cubicBezTo>
                  <a:pt x="232394" y="89721"/>
                  <a:pt x="229404" y="91945"/>
                  <a:pt x="225720" y="93428"/>
                </a:cubicBezTo>
                <a:cubicBezTo>
                  <a:pt x="222037" y="94911"/>
                  <a:pt x="218234" y="95653"/>
                  <a:pt x="214311" y="95653"/>
                </a:cubicBezTo>
                <a:cubicBezTo>
                  <a:pt x="211536" y="95653"/>
                  <a:pt x="208977" y="95222"/>
                  <a:pt x="206633" y="94361"/>
                </a:cubicBezTo>
                <a:cubicBezTo>
                  <a:pt x="204289" y="93500"/>
                  <a:pt x="202208" y="92280"/>
                  <a:pt x="200390" y="90701"/>
                </a:cubicBezTo>
                <a:cubicBezTo>
                  <a:pt x="198620" y="89171"/>
                  <a:pt x="197209" y="87460"/>
                  <a:pt x="196156" y="85571"/>
                </a:cubicBezTo>
                <a:cubicBezTo>
                  <a:pt x="195104" y="83681"/>
                  <a:pt x="194243" y="81182"/>
                  <a:pt x="193573" y="78072"/>
                </a:cubicBezTo>
                <a:lnTo>
                  <a:pt x="193573" y="77857"/>
                </a:lnTo>
                <a:lnTo>
                  <a:pt x="246243" y="77857"/>
                </a:lnTo>
                <a:lnTo>
                  <a:pt x="246243" y="69389"/>
                </a:lnTo>
                <a:cubicBezTo>
                  <a:pt x="246243" y="63697"/>
                  <a:pt x="245454" y="58494"/>
                  <a:pt x="243875" y="53782"/>
                </a:cubicBezTo>
                <a:cubicBezTo>
                  <a:pt x="242296" y="49070"/>
                  <a:pt x="240000" y="45040"/>
                  <a:pt x="236986" y="41691"/>
                </a:cubicBezTo>
                <a:cubicBezTo>
                  <a:pt x="233925" y="38342"/>
                  <a:pt x="230205" y="35747"/>
                  <a:pt x="225828" y="33905"/>
                </a:cubicBezTo>
                <a:cubicBezTo>
                  <a:pt x="221451" y="32064"/>
                  <a:pt x="216464" y="31143"/>
                  <a:pt x="210867" y="31143"/>
                </a:cubicBezTo>
                <a:cubicBezTo>
                  <a:pt x="205461" y="31143"/>
                  <a:pt x="200462" y="32123"/>
                  <a:pt x="195869" y="34085"/>
                </a:cubicBezTo>
                <a:cubicBezTo>
                  <a:pt x="191277" y="36046"/>
                  <a:pt x="187306" y="38797"/>
                  <a:pt x="183957" y="42337"/>
                </a:cubicBezTo>
                <a:cubicBezTo>
                  <a:pt x="180609" y="45877"/>
                  <a:pt x="178002" y="50099"/>
                  <a:pt x="176136" y="55002"/>
                </a:cubicBezTo>
                <a:cubicBezTo>
                  <a:pt x="174270" y="59905"/>
                  <a:pt x="173337" y="65323"/>
                  <a:pt x="173337" y="71255"/>
                </a:cubicBezTo>
                <a:lnTo>
                  <a:pt x="173337" y="74125"/>
                </a:lnTo>
                <a:cubicBezTo>
                  <a:pt x="173337" y="79340"/>
                  <a:pt x="174282" y="84231"/>
                  <a:pt x="176172" y="88800"/>
                </a:cubicBezTo>
                <a:cubicBezTo>
                  <a:pt x="178061" y="93368"/>
                  <a:pt x="180752" y="97327"/>
                  <a:pt x="184245" y="100676"/>
                </a:cubicBezTo>
                <a:cubicBezTo>
                  <a:pt x="187737" y="104072"/>
                  <a:pt x="191923" y="106751"/>
                  <a:pt x="196802" y="108713"/>
                </a:cubicBezTo>
                <a:cubicBezTo>
                  <a:pt x="201682" y="110674"/>
                  <a:pt x="207111" y="111655"/>
                  <a:pt x="213091" y="111655"/>
                </a:cubicBezTo>
                <a:moveTo>
                  <a:pt x="210723" y="47288"/>
                </a:moveTo>
                <a:cubicBezTo>
                  <a:pt x="213258" y="47288"/>
                  <a:pt x="215495" y="47683"/>
                  <a:pt x="217432" y="48472"/>
                </a:cubicBezTo>
                <a:cubicBezTo>
                  <a:pt x="219370" y="49261"/>
                  <a:pt x="221008" y="50326"/>
                  <a:pt x="222348" y="51665"/>
                </a:cubicBezTo>
                <a:cubicBezTo>
                  <a:pt x="223687" y="53053"/>
                  <a:pt x="224740" y="54679"/>
                  <a:pt x="225505" y="56545"/>
                </a:cubicBezTo>
                <a:cubicBezTo>
                  <a:pt x="226270" y="58411"/>
                  <a:pt x="226653" y="60396"/>
                  <a:pt x="226653" y="62501"/>
                </a:cubicBezTo>
                <a:lnTo>
                  <a:pt x="226653" y="64079"/>
                </a:lnTo>
                <a:lnTo>
                  <a:pt x="193932" y="64079"/>
                </a:lnTo>
                <a:cubicBezTo>
                  <a:pt x="194410" y="61544"/>
                  <a:pt x="195128" y="59248"/>
                  <a:pt x="196084" y="57191"/>
                </a:cubicBezTo>
                <a:cubicBezTo>
                  <a:pt x="197041" y="55134"/>
                  <a:pt x="198237" y="53364"/>
                  <a:pt x="199672" y="51881"/>
                </a:cubicBezTo>
                <a:cubicBezTo>
                  <a:pt x="201060" y="50398"/>
                  <a:pt x="202686" y="49261"/>
                  <a:pt x="204552" y="48472"/>
                </a:cubicBezTo>
                <a:cubicBezTo>
                  <a:pt x="206418" y="47683"/>
                  <a:pt x="208475" y="47288"/>
                  <a:pt x="210723" y="47288"/>
                </a:cubicBezTo>
                <a:close/>
                <a:moveTo>
                  <a:pt x="313681" y="88907"/>
                </a:moveTo>
                <a:cubicBezTo>
                  <a:pt x="313681" y="90103"/>
                  <a:pt x="313382" y="91204"/>
                  <a:pt x="312784" y="92208"/>
                </a:cubicBezTo>
                <a:cubicBezTo>
                  <a:pt x="312186" y="93213"/>
                  <a:pt x="311289" y="94098"/>
                  <a:pt x="310093" y="94863"/>
                </a:cubicBezTo>
                <a:cubicBezTo>
                  <a:pt x="308849" y="95629"/>
                  <a:pt x="307258" y="96239"/>
                  <a:pt x="305321" y="96693"/>
                </a:cubicBezTo>
                <a:cubicBezTo>
                  <a:pt x="303383" y="97148"/>
                  <a:pt x="301123" y="97375"/>
                  <a:pt x="298540" y="97375"/>
                </a:cubicBezTo>
                <a:cubicBezTo>
                  <a:pt x="296387" y="97375"/>
                  <a:pt x="294294" y="97160"/>
                  <a:pt x="292261" y="96729"/>
                </a:cubicBezTo>
                <a:cubicBezTo>
                  <a:pt x="290228" y="96298"/>
                  <a:pt x="288422" y="95605"/>
                  <a:pt x="286843" y="94648"/>
                </a:cubicBezTo>
                <a:cubicBezTo>
                  <a:pt x="285265" y="93739"/>
                  <a:pt x="283973" y="92531"/>
                  <a:pt x="282968" y="91024"/>
                </a:cubicBezTo>
                <a:cubicBezTo>
                  <a:pt x="281964" y="89517"/>
                  <a:pt x="281390" y="87712"/>
                  <a:pt x="281246" y="85607"/>
                </a:cubicBezTo>
                <a:lnTo>
                  <a:pt x="262231" y="85607"/>
                </a:lnTo>
                <a:cubicBezTo>
                  <a:pt x="262231" y="88764"/>
                  <a:pt x="263008" y="91909"/>
                  <a:pt x="264563" y="95043"/>
                </a:cubicBezTo>
                <a:cubicBezTo>
                  <a:pt x="266117" y="98176"/>
                  <a:pt x="268402" y="100963"/>
                  <a:pt x="271415" y="103402"/>
                </a:cubicBezTo>
                <a:cubicBezTo>
                  <a:pt x="274429" y="105890"/>
                  <a:pt x="278173" y="107899"/>
                  <a:pt x="282646" y="109430"/>
                </a:cubicBezTo>
                <a:cubicBezTo>
                  <a:pt x="287118" y="110961"/>
                  <a:pt x="292273" y="111726"/>
                  <a:pt x="298109" y="111726"/>
                </a:cubicBezTo>
                <a:cubicBezTo>
                  <a:pt x="303419" y="111726"/>
                  <a:pt x="308227" y="111140"/>
                  <a:pt x="312533" y="109968"/>
                </a:cubicBezTo>
                <a:cubicBezTo>
                  <a:pt x="316838" y="108796"/>
                  <a:pt x="320521" y="107158"/>
                  <a:pt x="323583" y="105053"/>
                </a:cubicBezTo>
                <a:cubicBezTo>
                  <a:pt x="326597" y="102948"/>
                  <a:pt x="328929" y="100448"/>
                  <a:pt x="330579" y="97554"/>
                </a:cubicBezTo>
                <a:cubicBezTo>
                  <a:pt x="332230" y="94660"/>
                  <a:pt x="333055" y="91491"/>
                  <a:pt x="333055" y="88046"/>
                </a:cubicBezTo>
                <a:cubicBezTo>
                  <a:pt x="333055" y="84315"/>
                  <a:pt x="332230" y="81098"/>
                  <a:pt x="330579" y="78395"/>
                </a:cubicBezTo>
                <a:cubicBezTo>
                  <a:pt x="328929" y="75692"/>
                  <a:pt x="326645" y="73384"/>
                  <a:pt x="323727" y="71470"/>
                </a:cubicBezTo>
                <a:cubicBezTo>
                  <a:pt x="320809" y="69605"/>
                  <a:pt x="317340" y="68074"/>
                  <a:pt x="313322" y="66878"/>
                </a:cubicBezTo>
                <a:cubicBezTo>
                  <a:pt x="309303" y="65682"/>
                  <a:pt x="304950" y="64701"/>
                  <a:pt x="300262" y="63936"/>
                </a:cubicBezTo>
                <a:cubicBezTo>
                  <a:pt x="297009" y="63457"/>
                  <a:pt x="294330" y="62895"/>
                  <a:pt x="292225" y="62250"/>
                </a:cubicBezTo>
                <a:cubicBezTo>
                  <a:pt x="290120" y="61604"/>
                  <a:pt x="288470" y="60874"/>
                  <a:pt x="287274" y="60061"/>
                </a:cubicBezTo>
                <a:cubicBezTo>
                  <a:pt x="286030" y="59296"/>
                  <a:pt x="285169" y="58423"/>
                  <a:pt x="284691" y="57442"/>
                </a:cubicBezTo>
                <a:cubicBezTo>
                  <a:pt x="284212" y="56461"/>
                  <a:pt x="283973" y="55397"/>
                  <a:pt x="283973" y="54249"/>
                </a:cubicBezTo>
                <a:cubicBezTo>
                  <a:pt x="283973" y="53101"/>
                  <a:pt x="284248" y="52012"/>
                  <a:pt x="284798" y="50984"/>
                </a:cubicBezTo>
                <a:cubicBezTo>
                  <a:pt x="285348" y="49955"/>
                  <a:pt x="286150" y="49058"/>
                  <a:pt x="287202" y="48293"/>
                </a:cubicBezTo>
                <a:cubicBezTo>
                  <a:pt x="288350" y="47432"/>
                  <a:pt x="289833" y="46762"/>
                  <a:pt x="291651" y="46284"/>
                </a:cubicBezTo>
                <a:cubicBezTo>
                  <a:pt x="293469" y="45805"/>
                  <a:pt x="295598" y="45566"/>
                  <a:pt x="298038" y="45566"/>
                </a:cubicBezTo>
                <a:cubicBezTo>
                  <a:pt x="300908" y="45566"/>
                  <a:pt x="303360" y="45925"/>
                  <a:pt x="305393" y="46642"/>
                </a:cubicBezTo>
                <a:cubicBezTo>
                  <a:pt x="307426" y="47360"/>
                  <a:pt x="309040" y="48317"/>
                  <a:pt x="310236" y="49513"/>
                </a:cubicBezTo>
                <a:cubicBezTo>
                  <a:pt x="311097" y="50422"/>
                  <a:pt x="311743" y="51438"/>
                  <a:pt x="312174" y="52562"/>
                </a:cubicBezTo>
                <a:cubicBezTo>
                  <a:pt x="312604" y="53687"/>
                  <a:pt x="312820" y="54894"/>
                  <a:pt x="312820" y="56186"/>
                </a:cubicBezTo>
                <a:lnTo>
                  <a:pt x="332768" y="56186"/>
                </a:lnTo>
                <a:cubicBezTo>
                  <a:pt x="332768" y="52598"/>
                  <a:pt x="331979" y="49273"/>
                  <a:pt x="330400" y="46212"/>
                </a:cubicBezTo>
                <a:cubicBezTo>
                  <a:pt x="328821" y="43150"/>
                  <a:pt x="326549" y="40495"/>
                  <a:pt x="323583" y="38247"/>
                </a:cubicBezTo>
                <a:cubicBezTo>
                  <a:pt x="320569" y="36046"/>
                  <a:pt x="316910" y="34312"/>
                  <a:pt x="312604" y="33044"/>
                </a:cubicBezTo>
                <a:cubicBezTo>
                  <a:pt x="308299" y="31777"/>
                  <a:pt x="303443" y="31143"/>
                  <a:pt x="298038" y="31143"/>
                </a:cubicBezTo>
                <a:cubicBezTo>
                  <a:pt x="292871" y="31143"/>
                  <a:pt x="288231" y="31789"/>
                  <a:pt x="284117" y="33080"/>
                </a:cubicBezTo>
                <a:cubicBezTo>
                  <a:pt x="280002" y="34372"/>
                  <a:pt x="276510" y="36118"/>
                  <a:pt x="273640" y="38318"/>
                </a:cubicBezTo>
                <a:cubicBezTo>
                  <a:pt x="270770" y="40519"/>
                  <a:pt x="268569" y="43078"/>
                  <a:pt x="267038" y="45997"/>
                </a:cubicBezTo>
                <a:cubicBezTo>
                  <a:pt x="265507" y="48915"/>
                  <a:pt x="264742" y="51976"/>
                  <a:pt x="264742" y="55181"/>
                </a:cubicBezTo>
                <a:cubicBezTo>
                  <a:pt x="264742" y="58482"/>
                  <a:pt x="265496" y="61400"/>
                  <a:pt x="267002" y="63936"/>
                </a:cubicBezTo>
                <a:cubicBezTo>
                  <a:pt x="268509" y="66471"/>
                  <a:pt x="270602" y="68696"/>
                  <a:pt x="273281" y="70609"/>
                </a:cubicBezTo>
                <a:cubicBezTo>
                  <a:pt x="275960" y="72571"/>
                  <a:pt x="279177" y="74233"/>
                  <a:pt x="282933" y="75596"/>
                </a:cubicBezTo>
                <a:cubicBezTo>
                  <a:pt x="286688" y="76960"/>
                  <a:pt x="290838" y="78096"/>
                  <a:pt x="295382" y="79005"/>
                </a:cubicBezTo>
                <a:cubicBezTo>
                  <a:pt x="298970" y="79675"/>
                  <a:pt x="301936" y="80344"/>
                  <a:pt x="304280" y="81014"/>
                </a:cubicBezTo>
                <a:cubicBezTo>
                  <a:pt x="306624" y="81684"/>
                  <a:pt x="308514" y="82401"/>
                  <a:pt x="309949" y="83167"/>
                </a:cubicBezTo>
                <a:cubicBezTo>
                  <a:pt x="311337" y="83980"/>
                  <a:pt x="312305" y="84841"/>
                  <a:pt x="312855" y="85750"/>
                </a:cubicBezTo>
                <a:cubicBezTo>
                  <a:pt x="313406" y="86659"/>
                  <a:pt x="313681" y="87712"/>
                  <a:pt x="313681" y="88907"/>
                </a:cubicBezTo>
                <a:close/>
                <a:moveTo>
                  <a:pt x="388366" y="13562"/>
                </a:moveTo>
                <a:lnTo>
                  <a:pt x="368417" y="13562"/>
                </a:lnTo>
                <a:lnTo>
                  <a:pt x="368417" y="32578"/>
                </a:lnTo>
                <a:lnTo>
                  <a:pt x="350693" y="32578"/>
                </a:lnTo>
                <a:lnTo>
                  <a:pt x="350693" y="47288"/>
                </a:lnTo>
                <a:lnTo>
                  <a:pt x="368417" y="47288"/>
                </a:lnTo>
                <a:lnTo>
                  <a:pt x="368417" y="82593"/>
                </a:lnTo>
                <a:cubicBezTo>
                  <a:pt x="368417" y="87712"/>
                  <a:pt x="369087" y="92101"/>
                  <a:pt x="370426" y="95760"/>
                </a:cubicBezTo>
                <a:cubicBezTo>
                  <a:pt x="371766" y="99420"/>
                  <a:pt x="373679" y="102422"/>
                  <a:pt x="376167" y="104766"/>
                </a:cubicBezTo>
                <a:cubicBezTo>
                  <a:pt x="378607" y="107158"/>
                  <a:pt x="381561" y="108916"/>
                  <a:pt x="385029" y="110040"/>
                </a:cubicBezTo>
                <a:cubicBezTo>
                  <a:pt x="388497" y="111164"/>
                  <a:pt x="392360" y="111726"/>
                  <a:pt x="396618" y="111726"/>
                </a:cubicBezTo>
                <a:cubicBezTo>
                  <a:pt x="398818" y="111726"/>
                  <a:pt x="401055" y="111619"/>
                  <a:pt x="403327" y="111403"/>
                </a:cubicBezTo>
                <a:cubicBezTo>
                  <a:pt x="405599" y="111188"/>
                  <a:pt x="407788" y="110889"/>
                  <a:pt x="409893" y="110506"/>
                </a:cubicBezTo>
                <a:cubicBezTo>
                  <a:pt x="411998" y="110124"/>
                  <a:pt x="413983" y="109633"/>
                  <a:pt x="415849" y="109035"/>
                </a:cubicBezTo>
                <a:cubicBezTo>
                  <a:pt x="417714" y="108437"/>
                  <a:pt x="419341" y="107732"/>
                  <a:pt x="420728" y="106919"/>
                </a:cubicBezTo>
                <a:lnTo>
                  <a:pt x="418791" y="93213"/>
                </a:lnTo>
                <a:cubicBezTo>
                  <a:pt x="417882" y="93452"/>
                  <a:pt x="416793" y="93691"/>
                  <a:pt x="415526" y="93930"/>
                </a:cubicBezTo>
                <a:cubicBezTo>
                  <a:pt x="414258" y="94170"/>
                  <a:pt x="412907" y="94385"/>
                  <a:pt x="411471" y="94576"/>
                </a:cubicBezTo>
                <a:cubicBezTo>
                  <a:pt x="409988" y="94815"/>
                  <a:pt x="408446" y="95007"/>
                  <a:pt x="406843" y="95150"/>
                </a:cubicBezTo>
                <a:cubicBezTo>
                  <a:pt x="405240" y="95294"/>
                  <a:pt x="403674" y="95366"/>
                  <a:pt x="402143" y="95366"/>
                </a:cubicBezTo>
                <a:cubicBezTo>
                  <a:pt x="400038" y="95366"/>
                  <a:pt x="398137" y="95126"/>
                  <a:pt x="396438" y="94648"/>
                </a:cubicBezTo>
                <a:cubicBezTo>
                  <a:pt x="394740" y="94170"/>
                  <a:pt x="393293" y="93356"/>
                  <a:pt x="392097" y="92208"/>
                </a:cubicBezTo>
                <a:cubicBezTo>
                  <a:pt x="390901" y="91108"/>
                  <a:pt x="389980" y="89613"/>
                  <a:pt x="389334" y="87723"/>
                </a:cubicBezTo>
                <a:cubicBezTo>
                  <a:pt x="388688" y="85834"/>
                  <a:pt x="388366" y="83478"/>
                  <a:pt x="388366" y="80655"/>
                </a:cubicBezTo>
                <a:lnTo>
                  <a:pt x="388366" y="47288"/>
                </a:lnTo>
                <a:lnTo>
                  <a:pt x="417356" y="47288"/>
                </a:lnTo>
                <a:lnTo>
                  <a:pt x="417356" y="32578"/>
                </a:lnTo>
                <a:lnTo>
                  <a:pt x="388366" y="32578"/>
                </a:lnTo>
                <a:lnTo>
                  <a:pt x="388366" y="13562"/>
                </a:lnTo>
                <a:close/>
                <a:moveTo>
                  <a:pt x="463912" y="39395"/>
                </a:moveTo>
                <a:cubicBezTo>
                  <a:pt x="463912" y="43078"/>
                  <a:pt x="465156" y="46164"/>
                  <a:pt x="467643" y="48652"/>
                </a:cubicBezTo>
                <a:cubicBezTo>
                  <a:pt x="470131" y="51139"/>
                  <a:pt x="473503" y="52383"/>
                  <a:pt x="477761" y="52383"/>
                </a:cubicBezTo>
                <a:cubicBezTo>
                  <a:pt x="481971" y="52383"/>
                  <a:pt x="485331" y="51151"/>
                  <a:pt x="487843" y="48687"/>
                </a:cubicBezTo>
                <a:cubicBezTo>
                  <a:pt x="490354" y="46224"/>
                  <a:pt x="491610" y="43126"/>
                  <a:pt x="491610" y="39395"/>
                </a:cubicBezTo>
                <a:cubicBezTo>
                  <a:pt x="491610" y="35663"/>
                  <a:pt x="490378" y="32530"/>
                  <a:pt x="487915" y="29995"/>
                </a:cubicBezTo>
                <a:cubicBezTo>
                  <a:pt x="485451" y="27459"/>
                  <a:pt x="482066" y="26191"/>
                  <a:pt x="477761" y="26191"/>
                </a:cubicBezTo>
                <a:cubicBezTo>
                  <a:pt x="473408" y="26191"/>
                  <a:pt x="470011" y="27471"/>
                  <a:pt x="467571" y="30030"/>
                </a:cubicBezTo>
                <a:cubicBezTo>
                  <a:pt x="465132" y="32590"/>
                  <a:pt x="463912" y="35711"/>
                  <a:pt x="463912" y="39395"/>
                </a:cubicBezTo>
                <a:moveTo>
                  <a:pt x="486228" y="108641"/>
                </a:moveTo>
                <a:lnTo>
                  <a:pt x="486300" y="92782"/>
                </a:lnTo>
                <a:lnTo>
                  <a:pt x="467571" y="92782"/>
                </a:lnTo>
                <a:lnTo>
                  <a:pt x="467571" y="109574"/>
                </a:lnTo>
                <a:cubicBezTo>
                  <a:pt x="467571" y="114836"/>
                  <a:pt x="466950" y="119345"/>
                  <a:pt x="465706" y="123100"/>
                </a:cubicBezTo>
                <a:cubicBezTo>
                  <a:pt x="464462" y="126855"/>
                  <a:pt x="462931" y="130455"/>
                  <a:pt x="461113" y="133899"/>
                </a:cubicBezTo>
                <a:lnTo>
                  <a:pt x="471662" y="139353"/>
                </a:lnTo>
                <a:cubicBezTo>
                  <a:pt x="475967" y="135526"/>
                  <a:pt x="479471" y="130814"/>
                  <a:pt x="482174" y="125217"/>
                </a:cubicBezTo>
                <a:cubicBezTo>
                  <a:pt x="484877" y="119620"/>
                  <a:pt x="486228" y="114094"/>
                  <a:pt x="486228" y="108641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F8B7EF-4811-4B50-8BE1-1842C420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174" y="1380740"/>
            <a:ext cx="1410615" cy="176351"/>
          </a:xfrm>
          <a:custGeom xmlns:a="http://schemas.openxmlformats.org/drawingml/2006/main">
            <a:pathLst>
              <a:path w="1410615" h="176351">
                <a:moveTo>
                  <a:pt x="0" y="0"/>
                </a:moveTo>
                <a:lnTo>
                  <a:pt x="1410615" y="0"/>
                </a:lnTo>
                <a:lnTo>
                  <a:pt x="1410615" y="176351"/>
                </a:lnTo>
                <a:lnTo>
                  <a:pt x="0" y="176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if">
            <a:extLst xmlns:a="http://schemas.openxmlformats.org/drawingml/2006/main">
              <a:ext uri="{FF2B5EF4-FFF2-40B4-BE49-F238E27FC236}">
                <a16:creationId xmlns:a16="http://schemas.microsoft.com/office/drawing/2014/main" id="{4185A1CE-80C5-42D1-B6B9-F79EF27C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784" y="1408372"/>
            <a:ext cx="155556" cy="113449"/>
          </a:xfrm>
          <a:custGeom xmlns:a="http://schemas.openxmlformats.org/drawingml/2006/main">
            <a:pathLst>
              <a:path w="155556" h="113449">
                <a:moveTo>
                  <a:pt x="0" y="35807"/>
                </a:moveTo>
                <a:lnTo>
                  <a:pt x="0" y="52096"/>
                </a:lnTo>
                <a:lnTo>
                  <a:pt x="22101" y="52096"/>
                </a:lnTo>
                <a:lnTo>
                  <a:pt x="22101" y="97231"/>
                </a:lnTo>
                <a:lnTo>
                  <a:pt x="0" y="97231"/>
                </a:lnTo>
                <a:lnTo>
                  <a:pt x="0" y="113449"/>
                </a:lnTo>
                <a:lnTo>
                  <a:pt x="63290" y="113449"/>
                </a:lnTo>
                <a:lnTo>
                  <a:pt x="63290" y="97231"/>
                </a:lnTo>
                <a:lnTo>
                  <a:pt x="42265" y="97231"/>
                </a:lnTo>
                <a:lnTo>
                  <a:pt x="42265" y="35807"/>
                </a:lnTo>
                <a:lnTo>
                  <a:pt x="0" y="35807"/>
                </a:lnTo>
                <a:moveTo>
                  <a:pt x="20666" y="15930"/>
                </a:moveTo>
                <a:cubicBezTo>
                  <a:pt x="20666" y="17461"/>
                  <a:pt x="20941" y="18884"/>
                  <a:pt x="21491" y="20200"/>
                </a:cubicBezTo>
                <a:cubicBezTo>
                  <a:pt x="22041" y="21515"/>
                  <a:pt x="22819" y="22628"/>
                  <a:pt x="23823" y="23536"/>
                </a:cubicBezTo>
                <a:cubicBezTo>
                  <a:pt x="24828" y="24493"/>
                  <a:pt x="26036" y="25235"/>
                  <a:pt x="27447" y="25761"/>
                </a:cubicBezTo>
                <a:cubicBezTo>
                  <a:pt x="28858" y="26287"/>
                  <a:pt x="30425" y="26550"/>
                  <a:pt x="32147" y="26550"/>
                </a:cubicBezTo>
                <a:cubicBezTo>
                  <a:pt x="35687" y="26550"/>
                  <a:pt x="38498" y="25558"/>
                  <a:pt x="40579" y="23572"/>
                </a:cubicBezTo>
                <a:cubicBezTo>
                  <a:pt x="42660" y="21587"/>
                  <a:pt x="43700" y="19040"/>
                  <a:pt x="43700" y="15930"/>
                </a:cubicBezTo>
                <a:cubicBezTo>
                  <a:pt x="43700" y="12821"/>
                  <a:pt x="42660" y="10273"/>
                  <a:pt x="40579" y="8288"/>
                </a:cubicBezTo>
                <a:cubicBezTo>
                  <a:pt x="38498" y="6303"/>
                  <a:pt x="35687" y="5310"/>
                  <a:pt x="32147" y="5310"/>
                </a:cubicBezTo>
                <a:cubicBezTo>
                  <a:pt x="30425" y="5310"/>
                  <a:pt x="28858" y="5573"/>
                  <a:pt x="27447" y="6099"/>
                </a:cubicBezTo>
                <a:cubicBezTo>
                  <a:pt x="26036" y="6626"/>
                  <a:pt x="24828" y="7343"/>
                  <a:pt x="23823" y="8252"/>
                </a:cubicBezTo>
                <a:cubicBezTo>
                  <a:pt x="22819" y="9209"/>
                  <a:pt x="22041" y="10345"/>
                  <a:pt x="21491" y="11661"/>
                </a:cubicBezTo>
                <a:cubicBezTo>
                  <a:pt x="20941" y="12976"/>
                  <a:pt x="20666" y="14399"/>
                  <a:pt x="20666" y="15930"/>
                </a:cubicBezTo>
                <a:close/>
                <a:moveTo>
                  <a:pt x="102168" y="113449"/>
                </a:moveTo>
                <a:lnTo>
                  <a:pt x="122189" y="113449"/>
                </a:lnTo>
                <a:lnTo>
                  <a:pt x="122189" y="50517"/>
                </a:lnTo>
                <a:lnTo>
                  <a:pt x="150174" y="50517"/>
                </a:lnTo>
                <a:lnTo>
                  <a:pt x="150174" y="35807"/>
                </a:lnTo>
                <a:lnTo>
                  <a:pt x="122189" y="35807"/>
                </a:lnTo>
                <a:lnTo>
                  <a:pt x="122189" y="31573"/>
                </a:lnTo>
                <a:cubicBezTo>
                  <a:pt x="122189" y="29277"/>
                  <a:pt x="122488" y="27220"/>
                  <a:pt x="123086" y="25402"/>
                </a:cubicBezTo>
                <a:cubicBezTo>
                  <a:pt x="123684" y="23584"/>
                  <a:pt x="124605" y="22053"/>
                  <a:pt x="125848" y="20810"/>
                </a:cubicBezTo>
                <a:cubicBezTo>
                  <a:pt x="127236" y="19327"/>
                  <a:pt x="129101" y="18202"/>
                  <a:pt x="131445" y="17437"/>
                </a:cubicBezTo>
                <a:cubicBezTo>
                  <a:pt x="133789" y="16672"/>
                  <a:pt x="136636" y="16289"/>
                  <a:pt x="139985" y="16289"/>
                </a:cubicBezTo>
                <a:cubicBezTo>
                  <a:pt x="143094" y="16289"/>
                  <a:pt x="145797" y="16432"/>
                  <a:pt x="148093" y="16719"/>
                </a:cubicBezTo>
                <a:cubicBezTo>
                  <a:pt x="150389" y="17007"/>
                  <a:pt x="152446" y="17341"/>
                  <a:pt x="154264" y="17724"/>
                </a:cubicBezTo>
                <a:lnTo>
                  <a:pt x="155556" y="2081"/>
                </a:lnTo>
                <a:cubicBezTo>
                  <a:pt x="153929" y="1794"/>
                  <a:pt x="152363" y="1531"/>
                  <a:pt x="150856" y="1292"/>
                </a:cubicBezTo>
                <a:cubicBezTo>
                  <a:pt x="149349" y="1052"/>
                  <a:pt x="147854" y="837"/>
                  <a:pt x="146371" y="646"/>
                </a:cubicBezTo>
                <a:cubicBezTo>
                  <a:pt x="144888" y="454"/>
                  <a:pt x="143369" y="299"/>
                  <a:pt x="141814" y="179"/>
                </a:cubicBezTo>
                <a:cubicBezTo>
                  <a:pt x="140260" y="60"/>
                  <a:pt x="138645" y="0"/>
                  <a:pt x="136971" y="0"/>
                </a:cubicBezTo>
                <a:cubicBezTo>
                  <a:pt x="131661" y="0"/>
                  <a:pt x="126853" y="682"/>
                  <a:pt x="122547" y="2045"/>
                </a:cubicBezTo>
                <a:cubicBezTo>
                  <a:pt x="118242" y="3408"/>
                  <a:pt x="114582" y="5430"/>
                  <a:pt x="111569" y="8109"/>
                </a:cubicBezTo>
                <a:cubicBezTo>
                  <a:pt x="108555" y="10788"/>
                  <a:pt x="106235" y="14088"/>
                  <a:pt x="104608" y="18011"/>
                </a:cubicBezTo>
                <a:cubicBezTo>
                  <a:pt x="102982" y="21934"/>
                  <a:pt x="102168" y="26455"/>
                  <a:pt x="102168" y="31573"/>
                </a:cubicBezTo>
                <a:lnTo>
                  <a:pt x="102168" y="35807"/>
                </a:lnTo>
                <a:lnTo>
                  <a:pt x="81789" y="35807"/>
                </a:lnTo>
                <a:lnTo>
                  <a:pt x="81789" y="50517"/>
                </a:lnTo>
                <a:lnTo>
                  <a:pt x="102168" y="50517"/>
                </a:lnTo>
                <a:lnTo>
                  <a:pt x="102168" y="113449"/>
                </a:lnTo>
                <a:close/>
              </a:path>
            </a:pathLst>
          </a:custGeom>
          <a:solidFill xmlns:a="http://schemas.openxmlformats.org/drawingml/2006/main">
            <a:srgbClr val="3F51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(*">
            <a:extLst xmlns:a="http://schemas.openxmlformats.org/drawingml/2006/main">
              <a:ext uri="{FF2B5EF4-FFF2-40B4-BE49-F238E27FC236}">
                <a16:creationId xmlns:a16="http://schemas.microsoft.com/office/drawing/2014/main" id="{E565C94F-9321-483F-91BD-F4DB38AC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615" y="1405645"/>
            <a:ext cx="147878" cy="148968"/>
          </a:xfrm>
          <a:custGeom xmlns:a="http://schemas.openxmlformats.org/drawingml/2006/main">
            <a:pathLst>
              <a:path w="147878" h="148968">
                <a:moveTo>
                  <a:pt x="0" y="73695"/>
                </a:moveTo>
                <a:lnTo>
                  <a:pt x="0" y="75274"/>
                </a:lnTo>
                <a:cubicBezTo>
                  <a:pt x="0" y="82067"/>
                  <a:pt x="514" y="88429"/>
                  <a:pt x="1543" y="94361"/>
                </a:cubicBezTo>
                <a:cubicBezTo>
                  <a:pt x="2571" y="100293"/>
                  <a:pt x="3971" y="105770"/>
                  <a:pt x="5741" y="110793"/>
                </a:cubicBezTo>
                <a:cubicBezTo>
                  <a:pt x="7511" y="115864"/>
                  <a:pt x="9580" y="120481"/>
                  <a:pt x="11948" y="124643"/>
                </a:cubicBezTo>
                <a:cubicBezTo>
                  <a:pt x="14316" y="128805"/>
                  <a:pt x="16815" y="132464"/>
                  <a:pt x="19446" y="135622"/>
                </a:cubicBezTo>
                <a:cubicBezTo>
                  <a:pt x="22077" y="138827"/>
                  <a:pt x="24792" y="141554"/>
                  <a:pt x="27591" y="143802"/>
                </a:cubicBezTo>
                <a:cubicBezTo>
                  <a:pt x="30389" y="146050"/>
                  <a:pt x="33104" y="147772"/>
                  <a:pt x="35735" y="148968"/>
                </a:cubicBezTo>
                <a:lnTo>
                  <a:pt x="39610" y="138205"/>
                </a:lnTo>
                <a:cubicBezTo>
                  <a:pt x="37744" y="136770"/>
                  <a:pt x="35855" y="134976"/>
                  <a:pt x="33941" y="132823"/>
                </a:cubicBezTo>
                <a:cubicBezTo>
                  <a:pt x="32028" y="130670"/>
                  <a:pt x="30210" y="128135"/>
                  <a:pt x="28488" y="125217"/>
                </a:cubicBezTo>
                <a:cubicBezTo>
                  <a:pt x="26861" y="122538"/>
                  <a:pt x="25342" y="119404"/>
                  <a:pt x="23931" y="115817"/>
                </a:cubicBezTo>
                <a:cubicBezTo>
                  <a:pt x="22520" y="112229"/>
                  <a:pt x="21288" y="108330"/>
                  <a:pt x="20236" y="104120"/>
                </a:cubicBezTo>
                <a:cubicBezTo>
                  <a:pt x="19470" y="101106"/>
                  <a:pt x="18765" y="97064"/>
                  <a:pt x="18119" y="91993"/>
                </a:cubicBezTo>
                <a:cubicBezTo>
                  <a:pt x="17473" y="86922"/>
                  <a:pt x="17150" y="81397"/>
                  <a:pt x="17150" y="75417"/>
                </a:cubicBezTo>
                <a:lnTo>
                  <a:pt x="17150" y="73551"/>
                </a:lnTo>
                <a:cubicBezTo>
                  <a:pt x="17150" y="67476"/>
                  <a:pt x="17485" y="61855"/>
                  <a:pt x="18155" y="56688"/>
                </a:cubicBezTo>
                <a:cubicBezTo>
                  <a:pt x="18824" y="51522"/>
                  <a:pt x="19709" y="46810"/>
                  <a:pt x="20810" y="42552"/>
                </a:cubicBezTo>
                <a:cubicBezTo>
                  <a:pt x="22053" y="38151"/>
                  <a:pt x="23501" y="34085"/>
                  <a:pt x="25151" y="30353"/>
                </a:cubicBezTo>
                <a:cubicBezTo>
                  <a:pt x="26801" y="26622"/>
                  <a:pt x="28583" y="23393"/>
                  <a:pt x="30497" y="20666"/>
                </a:cubicBezTo>
                <a:cubicBezTo>
                  <a:pt x="31980" y="18561"/>
                  <a:pt x="33487" y="16696"/>
                  <a:pt x="35018" y="15069"/>
                </a:cubicBezTo>
                <a:cubicBezTo>
                  <a:pt x="36548" y="13443"/>
                  <a:pt x="38079" y="12055"/>
                  <a:pt x="39610" y="10907"/>
                </a:cubicBezTo>
                <a:lnTo>
                  <a:pt x="35735" y="0"/>
                </a:lnTo>
                <a:cubicBezTo>
                  <a:pt x="33104" y="1196"/>
                  <a:pt x="30389" y="2906"/>
                  <a:pt x="27591" y="5131"/>
                </a:cubicBezTo>
                <a:cubicBezTo>
                  <a:pt x="24792" y="7355"/>
                  <a:pt x="22077" y="10070"/>
                  <a:pt x="19446" y="13275"/>
                </a:cubicBezTo>
                <a:cubicBezTo>
                  <a:pt x="16815" y="16480"/>
                  <a:pt x="14316" y="20164"/>
                  <a:pt x="11948" y="24326"/>
                </a:cubicBezTo>
                <a:cubicBezTo>
                  <a:pt x="9580" y="28488"/>
                  <a:pt x="7511" y="33080"/>
                  <a:pt x="5741" y="38103"/>
                </a:cubicBezTo>
                <a:cubicBezTo>
                  <a:pt x="3971" y="43174"/>
                  <a:pt x="2571" y="48687"/>
                  <a:pt x="1543" y="54643"/>
                </a:cubicBezTo>
                <a:cubicBezTo>
                  <a:pt x="514" y="60599"/>
                  <a:pt x="0" y="66950"/>
                  <a:pt x="0" y="73695"/>
                </a:cubicBezTo>
                <a:close/>
                <a:moveTo>
                  <a:pt x="102599" y="52311"/>
                </a:moveTo>
                <a:lnTo>
                  <a:pt x="82650" y="75776"/>
                </a:lnTo>
                <a:lnTo>
                  <a:pt x="95495" y="84602"/>
                </a:lnTo>
                <a:lnTo>
                  <a:pt x="110635" y="58698"/>
                </a:lnTo>
                <a:lnTo>
                  <a:pt x="125776" y="85391"/>
                </a:lnTo>
                <a:lnTo>
                  <a:pt x="138549" y="76135"/>
                </a:lnTo>
                <a:lnTo>
                  <a:pt x="119318" y="52957"/>
                </a:lnTo>
                <a:lnTo>
                  <a:pt x="147878" y="46427"/>
                </a:lnTo>
                <a:lnTo>
                  <a:pt x="143142" y="31430"/>
                </a:lnTo>
                <a:lnTo>
                  <a:pt x="116448" y="43126"/>
                </a:lnTo>
                <a:lnTo>
                  <a:pt x="119246" y="11696"/>
                </a:lnTo>
                <a:lnTo>
                  <a:pt x="103531" y="11696"/>
                </a:lnTo>
                <a:lnTo>
                  <a:pt x="106115" y="42624"/>
                </a:lnTo>
                <a:lnTo>
                  <a:pt x="79206" y="30712"/>
                </a:lnTo>
                <a:lnTo>
                  <a:pt x="74470" y="45422"/>
                </a:lnTo>
                <a:lnTo>
                  <a:pt x="102599" y="52311"/>
                </a:ln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1C6EA9-3697-404C-9B73-97B21979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174" y="1367875"/>
            <a:ext cx="88163" cy="193759"/>
          </a:xfrm>
          <a:custGeom xmlns:a="http://schemas.openxmlformats.org/drawingml/2006/main">
            <a:pathLst>
              <a:path w="88163" h="193759">
                <a:moveTo>
                  <a:pt x="0" y="0"/>
                </a:moveTo>
                <a:lnTo>
                  <a:pt x="88163" y="0"/>
                </a:lnTo>
                <a:lnTo>
                  <a:pt x="88163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(">
            <a:extLst xmlns:a="http://schemas.openxmlformats.org/drawingml/2006/main">
              <a:ext uri="{FF2B5EF4-FFF2-40B4-BE49-F238E27FC236}">
                <a16:creationId xmlns:a16="http://schemas.microsoft.com/office/drawing/2014/main" id="{7B7E85C6-E392-46B3-9B3F-725AD4C1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930" y="1405645"/>
            <a:ext cx="39610" cy="148968"/>
          </a:xfrm>
          <a:custGeom xmlns:a="http://schemas.openxmlformats.org/drawingml/2006/main">
            <a:pathLst>
              <a:path w="39610" h="148968">
                <a:moveTo>
                  <a:pt x="0" y="73695"/>
                </a:moveTo>
                <a:lnTo>
                  <a:pt x="0" y="75274"/>
                </a:lnTo>
                <a:cubicBezTo>
                  <a:pt x="0" y="82067"/>
                  <a:pt x="514" y="88429"/>
                  <a:pt x="1543" y="94361"/>
                </a:cubicBezTo>
                <a:cubicBezTo>
                  <a:pt x="2571" y="100293"/>
                  <a:pt x="3971" y="105770"/>
                  <a:pt x="5741" y="110793"/>
                </a:cubicBezTo>
                <a:cubicBezTo>
                  <a:pt x="7511" y="115864"/>
                  <a:pt x="9580" y="120481"/>
                  <a:pt x="11948" y="124643"/>
                </a:cubicBezTo>
                <a:cubicBezTo>
                  <a:pt x="14316" y="128805"/>
                  <a:pt x="16815" y="132464"/>
                  <a:pt x="19446" y="135622"/>
                </a:cubicBezTo>
                <a:cubicBezTo>
                  <a:pt x="22077" y="138827"/>
                  <a:pt x="24792" y="141554"/>
                  <a:pt x="27591" y="143802"/>
                </a:cubicBezTo>
                <a:cubicBezTo>
                  <a:pt x="30389" y="146050"/>
                  <a:pt x="33104" y="147772"/>
                  <a:pt x="35735" y="148968"/>
                </a:cubicBezTo>
                <a:lnTo>
                  <a:pt x="39610" y="138205"/>
                </a:lnTo>
                <a:cubicBezTo>
                  <a:pt x="37744" y="136770"/>
                  <a:pt x="35855" y="134976"/>
                  <a:pt x="33941" y="132823"/>
                </a:cubicBezTo>
                <a:cubicBezTo>
                  <a:pt x="32028" y="130670"/>
                  <a:pt x="30210" y="128135"/>
                  <a:pt x="28488" y="125217"/>
                </a:cubicBezTo>
                <a:cubicBezTo>
                  <a:pt x="26861" y="122538"/>
                  <a:pt x="25342" y="119404"/>
                  <a:pt x="23931" y="115817"/>
                </a:cubicBezTo>
                <a:cubicBezTo>
                  <a:pt x="22520" y="112229"/>
                  <a:pt x="21288" y="108330"/>
                  <a:pt x="20236" y="104120"/>
                </a:cubicBezTo>
                <a:cubicBezTo>
                  <a:pt x="19470" y="101106"/>
                  <a:pt x="18765" y="97064"/>
                  <a:pt x="18119" y="91993"/>
                </a:cubicBezTo>
                <a:cubicBezTo>
                  <a:pt x="17473" y="86922"/>
                  <a:pt x="17150" y="81397"/>
                  <a:pt x="17150" y="75417"/>
                </a:cubicBezTo>
                <a:lnTo>
                  <a:pt x="17150" y="73551"/>
                </a:lnTo>
                <a:cubicBezTo>
                  <a:pt x="17150" y="67476"/>
                  <a:pt x="17485" y="61855"/>
                  <a:pt x="18155" y="56688"/>
                </a:cubicBezTo>
                <a:cubicBezTo>
                  <a:pt x="18824" y="51522"/>
                  <a:pt x="19709" y="46810"/>
                  <a:pt x="20810" y="42552"/>
                </a:cubicBezTo>
                <a:cubicBezTo>
                  <a:pt x="22053" y="38151"/>
                  <a:pt x="23501" y="34085"/>
                  <a:pt x="25151" y="30353"/>
                </a:cubicBezTo>
                <a:cubicBezTo>
                  <a:pt x="26801" y="26622"/>
                  <a:pt x="28583" y="23393"/>
                  <a:pt x="30497" y="20666"/>
                </a:cubicBezTo>
                <a:cubicBezTo>
                  <a:pt x="31980" y="18561"/>
                  <a:pt x="33487" y="16696"/>
                  <a:pt x="35018" y="15069"/>
                </a:cubicBezTo>
                <a:cubicBezTo>
                  <a:pt x="36548" y="13443"/>
                  <a:pt x="38079" y="12055"/>
                  <a:pt x="39610" y="10907"/>
                </a:cubicBezTo>
                <a:lnTo>
                  <a:pt x="35735" y="0"/>
                </a:lnTo>
                <a:cubicBezTo>
                  <a:pt x="33104" y="1196"/>
                  <a:pt x="30389" y="2906"/>
                  <a:pt x="27591" y="5131"/>
                </a:cubicBezTo>
                <a:cubicBezTo>
                  <a:pt x="24792" y="7355"/>
                  <a:pt x="22077" y="10070"/>
                  <a:pt x="19446" y="13275"/>
                </a:cubicBezTo>
                <a:cubicBezTo>
                  <a:pt x="16815" y="16480"/>
                  <a:pt x="14316" y="20164"/>
                  <a:pt x="11948" y="24326"/>
                </a:cubicBezTo>
                <a:cubicBezTo>
                  <a:pt x="9580" y="28488"/>
                  <a:pt x="7511" y="33080"/>
                  <a:pt x="5741" y="38103"/>
                </a:cubicBezTo>
                <a:cubicBezTo>
                  <a:pt x="3971" y="43174"/>
                  <a:pt x="2571" y="48687"/>
                  <a:pt x="1543" y="54643"/>
                </a:cubicBezTo>
                <a:cubicBezTo>
                  <a:pt x="514" y="60599"/>
                  <a:pt x="0" y="66950"/>
                  <a:pt x="0" y="73695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C558A4-5EAD-4BE8-A502-916C1F12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337" y="1367875"/>
            <a:ext cx="264490" cy="193759"/>
          </a:xfrm>
          <a:custGeom xmlns:a="http://schemas.openxmlformats.org/drawingml/2006/main">
            <a:pathLst>
              <a:path w="264490" h="193759">
                <a:moveTo>
                  <a:pt x="0" y="0"/>
                </a:moveTo>
                <a:lnTo>
                  <a:pt x="264490" y="0"/>
                </a:lnTo>
                <a:lnTo>
                  <a:pt x="264490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int">
            <a:extLst xmlns:a="http://schemas.openxmlformats.org/drawingml/2006/main">
              <a:ext uri="{FF2B5EF4-FFF2-40B4-BE49-F238E27FC236}">
                <a16:creationId xmlns:a16="http://schemas.microsoft.com/office/drawing/2014/main" id="{19F91A1D-99B3-43A9-ACC2-F846E6A7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765" y="1413682"/>
            <a:ext cx="240000" cy="109645"/>
          </a:xfrm>
          <a:custGeom xmlns:a="http://schemas.openxmlformats.org/drawingml/2006/main">
            <a:pathLst>
              <a:path w="240000" h="109645">
                <a:moveTo>
                  <a:pt x="0" y="30497"/>
                </a:moveTo>
                <a:lnTo>
                  <a:pt x="0" y="46786"/>
                </a:lnTo>
                <a:lnTo>
                  <a:pt x="22101" y="46786"/>
                </a:lnTo>
                <a:lnTo>
                  <a:pt x="22101" y="91921"/>
                </a:lnTo>
                <a:lnTo>
                  <a:pt x="0" y="91921"/>
                </a:lnTo>
                <a:lnTo>
                  <a:pt x="0" y="108138"/>
                </a:lnTo>
                <a:lnTo>
                  <a:pt x="63290" y="108138"/>
                </a:lnTo>
                <a:lnTo>
                  <a:pt x="63290" y="91921"/>
                </a:lnTo>
                <a:lnTo>
                  <a:pt x="42265" y="91921"/>
                </a:lnTo>
                <a:lnTo>
                  <a:pt x="42265" y="30497"/>
                </a:lnTo>
                <a:lnTo>
                  <a:pt x="0" y="30497"/>
                </a:lnTo>
                <a:moveTo>
                  <a:pt x="20666" y="10620"/>
                </a:moveTo>
                <a:cubicBezTo>
                  <a:pt x="20666" y="12151"/>
                  <a:pt x="20941" y="13574"/>
                  <a:pt x="21491" y="14890"/>
                </a:cubicBezTo>
                <a:cubicBezTo>
                  <a:pt x="22041" y="16205"/>
                  <a:pt x="22819" y="17317"/>
                  <a:pt x="23823" y="18226"/>
                </a:cubicBezTo>
                <a:cubicBezTo>
                  <a:pt x="24828" y="19183"/>
                  <a:pt x="26036" y="19925"/>
                  <a:pt x="27447" y="20451"/>
                </a:cubicBezTo>
                <a:cubicBezTo>
                  <a:pt x="28858" y="20977"/>
                  <a:pt x="30425" y="21240"/>
                  <a:pt x="32147" y="21240"/>
                </a:cubicBezTo>
                <a:cubicBezTo>
                  <a:pt x="35687" y="21240"/>
                  <a:pt x="38498" y="20248"/>
                  <a:pt x="40579" y="18262"/>
                </a:cubicBezTo>
                <a:cubicBezTo>
                  <a:pt x="42660" y="16277"/>
                  <a:pt x="43700" y="13730"/>
                  <a:pt x="43700" y="10620"/>
                </a:cubicBezTo>
                <a:cubicBezTo>
                  <a:pt x="43700" y="7511"/>
                  <a:pt x="42660" y="4963"/>
                  <a:pt x="40579" y="2978"/>
                </a:cubicBezTo>
                <a:cubicBezTo>
                  <a:pt x="38498" y="993"/>
                  <a:pt x="35687" y="0"/>
                  <a:pt x="32147" y="0"/>
                </a:cubicBezTo>
                <a:cubicBezTo>
                  <a:pt x="30425" y="0"/>
                  <a:pt x="28858" y="263"/>
                  <a:pt x="27447" y="789"/>
                </a:cubicBezTo>
                <a:cubicBezTo>
                  <a:pt x="26036" y="1316"/>
                  <a:pt x="24828" y="2033"/>
                  <a:pt x="23823" y="2942"/>
                </a:cubicBezTo>
                <a:cubicBezTo>
                  <a:pt x="22819" y="3899"/>
                  <a:pt x="22041" y="5035"/>
                  <a:pt x="21491" y="6351"/>
                </a:cubicBezTo>
                <a:cubicBezTo>
                  <a:pt x="20941" y="7666"/>
                  <a:pt x="20666" y="9089"/>
                  <a:pt x="20666" y="10620"/>
                </a:cubicBezTo>
                <a:close/>
                <a:moveTo>
                  <a:pt x="82866" y="108138"/>
                </a:moveTo>
                <a:lnTo>
                  <a:pt x="102886" y="108138"/>
                </a:lnTo>
                <a:lnTo>
                  <a:pt x="102886" y="52957"/>
                </a:lnTo>
                <a:cubicBezTo>
                  <a:pt x="103556" y="51905"/>
                  <a:pt x="104297" y="50948"/>
                  <a:pt x="105110" y="50087"/>
                </a:cubicBezTo>
                <a:cubicBezTo>
                  <a:pt x="105924" y="49226"/>
                  <a:pt x="106833" y="48484"/>
                  <a:pt x="107837" y="47862"/>
                </a:cubicBezTo>
                <a:cubicBezTo>
                  <a:pt x="109081" y="47001"/>
                  <a:pt x="110504" y="46355"/>
                  <a:pt x="112107" y="45925"/>
                </a:cubicBezTo>
                <a:cubicBezTo>
                  <a:pt x="113709" y="45494"/>
                  <a:pt x="115467" y="45279"/>
                  <a:pt x="117381" y="45279"/>
                </a:cubicBezTo>
                <a:cubicBezTo>
                  <a:pt x="119677" y="45279"/>
                  <a:pt x="121734" y="45506"/>
                  <a:pt x="123552" y="45961"/>
                </a:cubicBezTo>
                <a:cubicBezTo>
                  <a:pt x="125370" y="46415"/>
                  <a:pt x="126925" y="47216"/>
                  <a:pt x="128216" y="48365"/>
                </a:cubicBezTo>
                <a:cubicBezTo>
                  <a:pt x="129508" y="49513"/>
                  <a:pt x="130501" y="51079"/>
                  <a:pt x="131194" y="53065"/>
                </a:cubicBezTo>
                <a:cubicBezTo>
                  <a:pt x="131888" y="55050"/>
                  <a:pt x="132235" y="57573"/>
                  <a:pt x="132235" y="60635"/>
                </a:cubicBezTo>
                <a:lnTo>
                  <a:pt x="132235" y="108138"/>
                </a:lnTo>
                <a:lnTo>
                  <a:pt x="152183" y="108138"/>
                </a:lnTo>
                <a:lnTo>
                  <a:pt x="152183" y="60348"/>
                </a:lnTo>
                <a:cubicBezTo>
                  <a:pt x="152183" y="54703"/>
                  <a:pt x="151525" y="49907"/>
                  <a:pt x="150210" y="45961"/>
                </a:cubicBezTo>
                <a:cubicBezTo>
                  <a:pt x="148894" y="42014"/>
                  <a:pt x="147065" y="38773"/>
                  <a:pt x="144720" y="36238"/>
                </a:cubicBezTo>
                <a:cubicBezTo>
                  <a:pt x="142329" y="33750"/>
                  <a:pt x="139506" y="31932"/>
                  <a:pt x="136253" y="30784"/>
                </a:cubicBezTo>
                <a:cubicBezTo>
                  <a:pt x="133000" y="29636"/>
                  <a:pt x="129412" y="29062"/>
                  <a:pt x="125489" y="29062"/>
                </a:cubicBezTo>
                <a:cubicBezTo>
                  <a:pt x="122428" y="29062"/>
                  <a:pt x="119534" y="29492"/>
                  <a:pt x="116807" y="30353"/>
                </a:cubicBezTo>
                <a:cubicBezTo>
                  <a:pt x="114080" y="31214"/>
                  <a:pt x="111569" y="32458"/>
                  <a:pt x="109272" y="34085"/>
                </a:cubicBezTo>
                <a:cubicBezTo>
                  <a:pt x="107933" y="35042"/>
                  <a:pt x="106665" y="36118"/>
                  <a:pt x="105469" y="37314"/>
                </a:cubicBezTo>
                <a:cubicBezTo>
                  <a:pt x="104273" y="38510"/>
                  <a:pt x="103173" y="39825"/>
                  <a:pt x="102168" y="41261"/>
                </a:cubicBezTo>
                <a:lnTo>
                  <a:pt x="100948" y="30497"/>
                </a:lnTo>
                <a:lnTo>
                  <a:pt x="82866" y="30497"/>
                </a:lnTo>
                <a:lnTo>
                  <a:pt x="82866" y="108138"/>
                </a:lnTo>
                <a:close/>
                <a:moveTo>
                  <a:pt x="207637" y="11481"/>
                </a:moveTo>
                <a:lnTo>
                  <a:pt x="187689" y="11481"/>
                </a:lnTo>
                <a:lnTo>
                  <a:pt x="187689" y="30497"/>
                </a:lnTo>
                <a:lnTo>
                  <a:pt x="169964" y="30497"/>
                </a:lnTo>
                <a:lnTo>
                  <a:pt x="169964" y="45207"/>
                </a:lnTo>
                <a:lnTo>
                  <a:pt x="187689" y="45207"/>
                </a:lnTo>
                <a:lnTo>
                  <a:pt x="187689" y="80512"/>
                </a:lnTo>
                <a:cubicBezTo>
                  <a:pt x="187689" y="85631"/>
                  <a:pt x="188358" y="90020"/>
                  <a:pt x="189698" y="93679"/>
                </a:cubicBezTo>
                <a:cubicBezTo>
                  <a:pt x="191037" y="97339"/>
                  <a:pt x="192951" y="100341"/>
                  <a:pt x="195438" y="102685"/>
                </a:cubicBezTo>
                <a:cubicBezTo>
                  <a:pt x="197878" y="105077"/>
                  <a:pt x="200832" y="106835"/>
                  <a:pt x="204300" y="107959"/>
                </a:cubicBezTo>
                <a:cubicBezTo>
                  <a:pt x="207769" y="109083"/>
                  <a:pt x="211632" y="109645"/>
                  <a:pt x="215889" y="109645"/>
                </a:cubicBezTo>
                <a:cubicBezTo>
                  <a:pt x="218090" y="109645"/>
                  <a:pt x="220326" y="109538"/>
                  <a:pt x="222599" y="109322"/>
                </a:cubicBezTo>
                <a:cubicBezTo>
                  <a:pt x="224871" y="109107"/>
                  <a:pt x="227059" y="108808"/>
                  <a:pt x="229164" y="108425"/>
                </a:cubicBezTo>
                <a:cubicBezTo>
                  <a:pt x="231269" y="108043"/>
                  <a:pt x="233255" y="107552"/>
                  <a:pt x="235120" y="106954"/>
                </a:cubicBezTo>
                <a:cubicBezTo>
                  <a:pt x="236986" y="106356"/>
                  <a:pt x="238612" y="105651"/>
                  <a:pt x="240000" y="104838"/>
                </a:cubicBezTo>
                <a:lnTo>
                  <a:pt x="238062" y="91132"/>
                </a:lnTo>
                <a:cubicBezTo>
                  <a:pt x="237153" y="91371"/>
                  <a:pt x="236065" y="91610"/>
                  <a:pt x="234797" y="91850"/>
                </a:cubicBezTo>
                <a:cubicBezTo>
                  <a:pt x="233530" y="92089"/>
                  <a:pt x="232178" y="92304"/>
                  <a:pt x="230743" y="92495"/>
                </a:cubicBezTo>
                <a:cubicBezTo>
                  <a:pt x="229260" y="92735"/>
                  <a:pt x="227717" y="92926"/>
                  <a:pt x="226115" y="93069"/>
                </a:cubicBezTo>
                <a:cubicBezTo>
                  <a:pt x="224512" y="93213"/>
                  <a:pt x="222945" y="93285"/>
                  <a:pt x="221415" y="93285"/>
                </a:cubicBezTo>
                <a:cubicBezTo>
                  <a:pt x="219310" y="93285"/>
                  <a:pt x="217408" y="93045"/>
                  <a:pt x="215710" y="92567"/>
                </a:cubicBezTo>
                <a:cubicBezTo>
                  <a:pt x="214012" y="92089"/>
                  <a:pt x="212564" y="91275"/>
                  <a:pt x="211369" y="90127"/>
                </a:cubicBezTo>
                <a:cubicBezTo>
                  <a:pt x="210173" y="89027"/>
                  <a:pt x="209252" y="87532"/>
                  <a:pt x="208606" y="85643"/>
                </a:cubicBezTo>
                <a:cubicBezTo>
                  <a:pt x="207960" y="83753"/>
                  <a:pt x="207637" y="81397"/>
                  <a:pt x="207637" y="78574"/>
                </a:cubicBezTo>
                <a:lnTo>
                  <a:pt x="207637" y="45207"/>
                </a:lnTo>
                <a:lnTo>
                  <a:pt x="236627" y="45207"/>
                </a:lnTo>
                <a:lnTo>
                  <a:pt x="236627" y="30497"/>
                </a:lnTo>
                <a:lnTo>
                  <a:pt x="207637" y="30497"/>
                </a:lnTo>
                <a:lnTo>
                  <a:pt x="207637" y="11481"/>
                </a:lnTo>
                <a:close/>
              </a:path>
            </a:pathLst>
          </a:custGeom>
          <a:solidFill xmlns:a="http://schemas.openxmlformats.org/drawingml/2006/main">
            <a:srgbClr val="3F51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FA4DA4-C00B-4EEE-BE55-D6082188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827" y="1367875"/>
            <a:ext cx="793471" cy="193759"/>
          </a:xfrm>
          <a:custGeom xmlns:a="http://schemas.openxmlformats.org/drawingml/2006/main">
            <a:pathLst>
              <a:path w="793471" h="193759">
                <a:moveTo>
                  <a:pt x="0" y="0"/>
                </a:moveTo>
                <a:lnTo>
                  <a:pt x="793471" y="0"/>
                </a:lnTo>
                <a:lnTo>
                  <a:pt x="793471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*)(a1+">
            <a:extLst xmlns:a="http://schemas.openxmlformats.org/drawingml/2006/main">
              <a:ext uri="{FF2B5EF4-FFF2-40B4-BE49-F238E27FC236}">
                <a16:creationId xmlns:a16="http://schemas.microsoft.com/office/drawing/2014/main" id="{91E628EB-1C1A-4124-B0B9-8095B5C2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054" y="1405645"/>
            <a:ext cx="596720" cy="148968"/>
          </a:xfrm>
          <a:custGeom xmlns:a="http://schemas.openxmlformats.org/drawingml/2006/main">
            <a:pathLst>
              <a:path w="596720" h="148968">
                <a:moveTo>
                  <a:pt x="28129" y="52311"/>
                </a:moveTo>
                <a:lnTo>
                  <a:pt x="8180" y="75776"/>
                </a:lnTo>
                <a:lnTo>
                  <a:pt x="21025" y="84602"/>
                </a:lnTo>
                <a:lnTo>
                  <a:pt x="36166" y="58698"/>
                </a:lnTo>
                <a:lnTo>
                  <a:pt x="51307" y="85391"/>
                </a:lnTo>
                <a:lnTo>
                  <a:pt x="64079" y="76135"/>
                </a:lnTo>
                <a:lnTo>
                  <a:pt x="44848" y="52957"/>
                </a:lnTo>
                <a:lnTo>
                  <a:pt x="73408" y="46427"/>
                </a:lnTo>
                <a:lnTo>
                  <a:pt x="68672" y="31430"/>
                </a:lnTo>
                <a:lnTo>
                  <a:pt x="41978" y="43126"/>
                </a:lnTo>
                <a:lnTo>
                  <a:pt x="44777" y="11696"/>
                </a:lnTo>
                <a:lnTo>
                  <a:pt x="29062" y="11696"/>
                </a:lnTo>
                <a:lnTo>
                  <a:pt x="31645" y="42624"/>
                </a:lnTo>
                <a:lnTo>
                  <a:pt x="4736" y="30712"/>
                </a:lnTo>
                <a:lnTo>
                  <a:pt x="0" y="45422"/>
                </a:lnTo>
                <a:lnTo>
                  <a:pt x="28129" y="52311"/>
                </a:lnTo>
                <a:close/>
                <a:moveTo>
                  <a:pt x="140343" y="75274"/>
                </a:moveTo>
                <a:lnTo>
                  <a:pt x="140343" y="73695"/>
                </a:lnTo>
                <a:cubicBezTo>
                  <a:pt x="140343" y="67141"/>
                  <a:pt x="139817" y="60934"/>
                  <a:pt x="138764" y="55074"/>
                </a:cubicBezTo>
                <a:cubicBezTo>
                  <a:pt x="137712" y="49214"/>
                  <a:pt x="136277" y="43748"/>
                  <a:pt x="134459" y="38677"/>
                </a:cubicBezTo>
                <a:cubicBezTo>
                  <a:pt x="132641" y="33606"/>
                  <a:pt x="130524" y="28978"/>
                  <a:pt x="128108" y="24792"/>
                </a:cubicBezTo>
                <a:cubicBezTo>
                  <a:pt x="125692" y="20606"/>
                  <a:pt x="123121" y="16863"/>
                  <a:pt x="120394" y="13562"/>
                </a:cubicBezTo>
                <a:cubicBezTo>
                  <a:pt x="117668" y="10309"/>
                  <a:pt x="114869" y="7535"/>
                  <a:pt x="111999" y="5238"/>
                </a:cubicBezTo>
                <a:cubicBezTo>
                  <a:pt x="109128" y="2942"/>
                  <a:pt x="106330" y="1196"/>
                  <a:pt x="103603" y="0"/>
                </a:cubicBezTo>
                <a:lnTo>
                  <a:pt x="99800" y="10692"/>
                </a:lnTo>
                <a:cubicBezTo>
                  <a:pt x="101235" y="11792"/>
                  <a:pt x="102682" y="13120"/>
                  <a:pt x="104141" y="14674"/>
                </a:cubicBezTo>
                <a:cubicBezTo>
                  <a:pt x="105600" y="16229"/>
                  <a:pt x="107024" y="17987"/>
                  <a:pt x="108411" y="19949"/>
                </a:cubicBezTo>
                <a:cubicBezTo>
                  <a:pt x="110468" y="22915"/>
                  <a:pt x="112417" y="26431"/>
                  <a:pt x="114259" y="30497"/>
                </a:cubicBezTo>
                <a:cubicBezTo>
                  <a:pt x="116101" y="34563"/>
                  <a:pt x="117668" y="39156"/>
                  <a:pt x="118959" y="44274"/>
                </a:cubicBezTo>
                <a:cubicBezTo>
                  <a:pt x="119964" y="48388"/>
                  <a:pt x="120765" y="52885"/>
                  <a:pt x="121363" y="57765"/>
                </a:cubicBezTo>
                <a:cubicBezTo>
                  <a:pt x="121961" y="62644"/>
                  <a:pt x="122260" y="67906"/>
                  <a:pt x="122260" y="73551"/>
                </a:cubicBezTo>
                <a:lnTo>
                  <a:pt x="122260" y="75417"/>
                </a:lnTo>
                <a:cubicBezTo>
                  <a:pt x="122260" y="81205"/>
                  <a:pt x="121961" y="86587"/>
                  <a:pt x="121363" y="91562"/>
                </a:cubicBezTo>
                <a:cubicBezTo>
                  <a:pt x="120765" y="96538"/>
                  <a:pt x="119964" y="101082"/>
                  <a:pt x="118959" y="105196"/>
                </a:cubicBezTo>
                <a:cubicBezTo>
                  <a:pt x="117763" y="109693"/>
                  <a:pt x="116388" y="113759"/>
                  <a:pt x="114833" y="117395"/>
                </a:cubicBezTo>
                <a:cubicBezTo>
                  <a:pt x="113278" y="121031"/>
                  <a:pt x="111568" y="124284"/>
                  <a:pt x="109703" y="127154"/>
                </a:cubicBezTo>
                <a:cubicBezTo>
                  <a:pt x="108124" y="129594"/>
                  <a:pt x="106497" y="131735"/>
                  <a:pt x="104823" y="133576"/>
                </a:cubicBezTo>
                <a:cubicBezTo>
                  <a:pt x="103149" y="135418"/>
                  <a:pt x="101474" y="136961"/>
                  <a:pt x="99800" y="138205"/>
                </a:cubicBezTo>
                <a:lnTo>
                  <a:pt x="103603" y="148968"/>
                </a:lnTo>
                <a:cubicBezTo>
                  <a:pt x="106330" y="147772"/>
                  <a:pt x="109128" y="146026"/>
                  <a:pt x="111999" y="143730"/>
                </a:cubicBezTo>
                <a:cubicBezTo>
                  <a:pt x="114869" y="141434"/>
                  <a:pt x="117668" y="138635"/>
                  <a:pt x="120394" y="135335"/>
                </a:cubicBezTo>
                <a:cubicBezTo>
                  <a:pt x="123121" y="132082"/>
                  <a:pt x="125692" y="128362"/>
                  <a:pt x="128108" y="124176"/>
                </a:cubicBezTo>
                <a:cubicBezTo>
                  <a:pt x="130524" y="119990"/>
                  <a:pt x="132641" y="115362"/>
                  <a:pt x="134459" y="110291"/>
                </a:cubicBezTo>
                <a:cubicBezTo>
                  <a:pt x="136277" y="105220"/>
                  <a:pt x="137712" y="99755"/>
                  <a:pt x="138764" y="93895"/>
                </a:cubicBezTo>
                <a:cubicBezTo>
                  <a:pt x="139817" y="88034"/>
                  <a:pt x="140343" y="81827"/>
                  <a:pt x="140343" y="75274"/>
                </a:cubicBezTo>
                <a:close/>
                <a:moveTo>
                  <a:pt x="190057" y="73695"/>
                </a:moveTo>
                <a:lnTo>
                  <a:pt x="190057" y="75274"/>
                </a:lnTo>
                <a:cubicBezTo>
                  <a:pt x="190057" y="82067"/>
                  <a:pt x="190571" y="88429"/>
                  <a:pt x="191599" y="94361"/>
                </a:cubicBezTo>
                <a:cubicBezTo>
                  <a:pt x="192628" y="100293"/>
                  <a:pt x="194027" y="105770"/>
                  <a:pt x="195797" y="110793"/>
                </a:cubicBezTo>
                <a:cubicBezTo>
                  <a:pt x="197567" y="115864"/>
                  <a:pt x="199636" y="120481"/>
                  <a:pt x="202004" y="124643"/>
                </a:cubicBezTo>
                <a:cubicBezTo>
                  <a:pt x="204372" y="128805"/>
                  <a:pt x="206872" y="132464"/>
                  <a:pt x="209503" y="135622"/>
                </a:cubicBezTo>
                <a:cubicBezTo>
                  <a:pt x="212134" y="138827"/>
                  <a:pt x="214849" y="141554"/>
                  <a:pt x="217647" y="143802"/>
                </a:cubicBezTo>
                <a:cubicBezTo>
                  <a:pt x="220446" y="146050"/>
                  <a:pt x="223161" y="147772"/>
                  <a:pt x="225792" y="148968"/>
                </a:cubicBezTo>
                <a:lnTo>
                  <a:pt x="229667" y="138205"/>
                </a:lnTo>
                <a:cubicBezTo>
                  <a:pt x="227801" y="136770"/>
                  <a:pt x="225911" y="134976"/>
                  <a:pt x="223998" y="132823"/>
                </a:cubicBezTo>
                <a:cubicBezTo>
                  <a:pt x="222084" y="130670"/>
                  <a:pt x="220266" y="128135"/>
                  <a:pt x="218544" y="125217"/>
                </a:cubicBezTo>
                <a:cubicBezTo>
                  <a:pt x="216918" y="122538"/>
                  <a:pt x="215399" y="119404"/>
                  <a:pt x="213988" y="115817"/>
                </a:cubicBezTo>
                <a:cubicBezTo>
                  <a:pt x="212576" y="112229"/>
                  <a:pt x="211345" y="108330"/>
                  <a:pt x="210292" y="104120"/>
                </a:cubicBezTo>
                <a:cubicBezTo>
                  <a:pt x="209527" y="101106"/>
                  <a:pt x="208821" y="97064"/>
                  <a:pt x="208175" y="91993"/>
                </a:cubicBezTo>
                <a:cubicBezTo>
                  <a:pt x="207530" y="86922"/>
                  <a:pt x="207207" y="81397"/>
                  <a:pt x="207207" y="75417"/>
                </a:cubicBezTo>
                <a:lnTo>
                  <a:pt x="207207" y="73551"/>
                </a:lnTo>
                <a:cubicBezTo>
                  <a:pt x="207207" y="67476"/>
                  <a:pt x="207541" y="61855"/>
                  <a:pt x="208211" y="56688"/>
                </a:cubicBezTo>
                <a:cubicBezTo>
                  <a:pt x="208881" y="51522"/>
                  <a:pt x="209766" y="46810"/>
                  <a:pt x="210866" y="42552"/>
                </a:cubicBezTo>
                <a:cubicBezTo>
                  <a:pt x="212110" y="38151"/>
                  <a:pt x="213557" y="34085"/>
                  <a:pt x="215208" y="30353"/>
                </a:cubicBezTo>
                <a:cubicBezTo>
                  <a:pt x="216858" y="26622"/>
                  <a:pt x="218640" y="23393"/>
                  <a:pt x="220553" y="20666"/>
                </a:cubicBezTo>
                <a:cubicBezTo>
                  <a:pt x="222036" y="18561"/>
                  <a:pt x="223543" y="16696"/>
                  <a:pt x="225074" y="15069"/>
                </a:cubicBezTo>
                <a:cubicBezTo>
                  <a:pt x="226605" y="13443"/>
                  <a:pt x="228136" y="12055"/>
                  <a:pt x="229667" y="10907"/>
                </a:cubicBezTo>
                <a:lnTo>
                  <a:pt x="225792" y="0"/>
                </a:lnTo>
                <a:cubicBezTo>
                  <a:pt x="223161" y="1196"/>
                  <a:pt x="220446" y="2906"/>
                  <a:pt x="217647" y="5131"/>
                </a:cubicBezTo>
                <a:cubicBezTo>
                  <a:pt x="214849" y="7355"/>
                  <a:pt x="212134" y="10070"/>
                  <a:pt x="209503" y="13275"/>
                </a:cubicBezTo>
                <a:cubicBezTo>
                  <a:pt x="206872" y="16480"/>
                  <a:pt x="204372" y="20164"/>
                  <a:pt x="202004" y="24326"/>
                </a:cubicBezTo>
                <a:cubicBezTo>
                  <a:pt x="199636" y="28488"/>
                  <a:pt x="197567" y="33080"/>
                  <a:pt x="195797" y="38103"/>
                </a:cubicBezTo>
                <a:cubicBezTo>
                  <a:pt x="194027" y="43174"/>
                  <a:pt x="192628" y="48687"/>
                  <a:pt x="191599" y="54643"/>
                </a:cubicBezTo>
                <a:cubicBezTo>
                  <a:pt x="190571" y="60599"/>
                  <a:pt x="190057" y="66950"/>
                  <a:pt x="190057" y="73695"/>
                </a:cubicBezTo>
                <a:close/>
                <a:moveTo>
                  <a:pt x="312101" y="116175"/>
                </a:moveTo>
                <a:lnTo>
                  <a:pt x="332337" y="116175"/>
                </a:lnTo>
                <a:lnTo>
                  <a:pt x="332337" y="114955"/>
                </a:lnTo>
                <a:cubicBezTo>
                  <a:pt x="331332" y="112994"/>
                  <a:pt x="330567" y="110650"/>
                  <a:pt x="330041" y="107923"/>
                </a:cubicBezTo>
                <a:cubicBezTo>
                  <a:pt x="329515" y="105196"/>
                  <a:pt x="329251" y="101752"/>
                  <a:pt x="329251" y="97590"/>
                </a:cubicBezTo>
                <a:lnTo>
                  <a:pt x="329251" y="64295"/>
                </a:lnTo>
                <a:cubicBezTo>
                  <a:pt x="329251" y="59798"/>
                  <a:pt x="328414" y="55839"/>
                  <a:pt x="326740" y="52419"/>
                </a:cubicBezTo>
                <a:cubicBezTo>
                  <a:pt x="325066" y="48998"/>
                  <a:pt x="322745" y="46164"/>
                  <a:pt x="319779" y="43916"/>
                </a:cubicBezTo>
                <a:cubicBezTo>
                  <a:pt x="316813" y="41667"/>
                  <a:pt x="313309" y="39969"/>
                  <a:pt x="309267" y="38821"/>
                </a:cubicBezTo>
                <a:cubicBezTo>
                  <a:pt x="305225" y="37673"/>
                  <a:pt x="300859" y="37099"/>
                  <a:pt x="296171" y="37099"/>
                </a:cubicBezTo>
                <a:cubicBezTo>
                  <a:pt x="290957" y="37099"/>
                  <a:pt x="286329" y="37756"/>
                  <a:pt x="282286" y="39072"/>
                </a:cubicBezTo>
                <a:cubicBezTo>
                  <a:pt x="278244" y="40387"/>
                  <a:pt x="274835" y="42169"/>
                  <a:pt x="272061" y="44418"/>
                </a:cubicBezTo>
                <a:cubicBezTo>
                  <a:pt x="269238" y="46666"/>
                  <a:pt x="267098" y="49273"/>
                  <a:pt x="265638" y="52239"/>
                </a:cubicBezTo>
                <a:cubicBezTo>
                  <a:pt x="264179" y="55205"/>
                  <a:pt x="263450" y="58339"/>
                  <a:pt x="263450" y="61640"/>
                </a:cubicBezTo>
                <a:lnTo>
                  <a:pt x="283398" y="61640"/>
                </a:lnTo>
                <a:cubicBezTo>
                  <a:pt x="283398" y="60252"/>
                  <a:pt x="283602" y="58985"/>
                  <a:pt x="284008" y="57836"/>
                </a:cubicBezTo>
                <a:cubicBezTo>
                  <a:pt x="284415" y="56688"/>
                  <a:pt x="285049" y="55708"/>
                  <a:pt x="285910" y="54894"/>
                </a:cubicBezTo>
                <a:cubicBezTo>
                  <a:pt x="286867" y="53986"/>
                  <a:pt x="288110" y="53280"/>
                  <a:pt x="289641" y="52778"/>
                </a:cubicBezTo>
                <a:cubicBezTo>
                  <a:pt x="291172" y="52275"/>
                  <a:pt x="292990" y="52024"/>
                  <a:pt x="295095" y="52024"/>
                </a:cubicBezTo>
                <a:cubicBezTo>
                  <a:pt x="297487" y="52024"/>
                  <a:pt x="299580" y="52323"/>
                  <a:pt x="301374" y="52921"/>
                </a:cubicBezTo>
                <a:cubicBezTo>
                  <a:pt x="303168" y="53519"/>
                  <a:pt x="304663" y="54368"/>
                  <a:pt x="305858" y="55468"/>
                </a:cubicBezTo>
                <a:cubicBezTo>
                  <a:pt x="307007" y="56521"/>
                  <a:pt x="307868" y="57777"/>
                  <a:pt x="308442" y="59236"/>
                </a:cubicBezTo>
                <a:cubicBezTo>
                  <a:pt x="309016" y="60695"/>
                  <a:pt x="309303" y="62333"/>
                  <a:pt x="309303" y="64151"/>
                </a:cubicBezTo>
                <a:lnTo>
                  <a:pt x="309303" y="68744"/>
                </a:lnTo>
                <a:lnTo>
                  <a:pt x="298180" y="68744"/>
                </a:lnTo>
                <a:cubicBezTo>
                  <a:pt x="292440" y="68744"/>
                  <a:pt x="287357" y="69258"/>
                  <a:pt x="282932" y="70286"/>
                </a:cubicBezTo>
                <a:cubicBezTo>
                  <a:pt x="278507" y="71315"/>
                  <a:pt x="274788" y="72810"/>
                  <a:pt x="271774" y="74771"/>
                </a:cubicBezTo>
                <a:cubicBezTo>
                  <a:pt x="268425" y="76924"/>
                  <a:pt x="265914" y="79663"/>
                  <a:pt x="264239" y="82987"/>
                </a:cubicBezTo>
                <a:cubicBezTo>
                  <a:pt x="262565" y="86312"/>
                  <a:pt x="261728" y="90127"/>
                  <a:pt x="261728" y="94433"/>
                </a:cubicBezTo>
                <a:cubicBezTo>
                  <a:pt x="261728" y="97781"/>
                  <a:pt x="262397" y="100879"/>
                  <a:pt x="263737" y="103725"/>
                </a:cubicBezTo>
                <a:cubicBezTo>
                  <a:pt x="265076" y="106572"/>
                  <a:pt x="266942" y="109023"/>
                  <a:pt x="269334" y="111081"/>
                </a:cubicBezTo>
                <a:cubicBezTo>
                  <a:pt x="271726" y="113138"/>
                  <a:pt x="274584" y="114740"/>
                  <a:pt x="277909" y="115888"/>
                </a:cubicBezTo>
                <a:cubicBezTo>
                  <a:pt x="281234" y="117036"/>
                  <a:pt x="284881" y="117610"/>
                  <a:pt x="288852" y="117610"/>
                </a:cubicBezTo>
                <a:cubicBezTo>
                  <a:pt x="291292" y="117610"/>
                  <a:pt x="293564" y="117383"/>
                  <a:pt x="295669" y="116929"/>
                </a:cubicBezTo>
                <a:cubicBezTo>
                  <a:pt x="297774" y="116474"/>
                  <a:pt x="299711" y="115840"/>
                  <a:pt x="301481" y="115027"/>
                </a:cubicBezTo>
                <a:cubicBezTo>
                  <a:pt x="303203" y="114262"/>
                  <a:pt x="304782" y="113353"/>
                  <a:pt x="306217" y="112300"/>
                </a:cubicBezTo>
                <a:cubicBezTo>
                  <a:pt x="307652" y="111248"/>
                  <a:pt x="308920" y="110124"/>
                  <a:pt x="310020" y="108928"/>
                </a:cubicBezTo>
                <a:cubicBezTo>
                  <a:pt x="310260" y="110315"/>
                  <a:pt x="310547" y="111631"/>
                  <a:pt x="310882" y="112874"/>
                </a:cubicBezTo>
                <a:cubicBezTo>
                  <a:pt x="311216" y="114118"/>
                  <a:pt x="311623" y="115219"/>
                  <a:pt x="312101" y="116175"/>
                </a:cubicBezTo>
                <a:moveTo>
                  <a:pt x="293086" y="102183"/>
                </a:moveTo>
                <a:cubicBezTo>
                  <a:pt x="291220" y="102183"/>
                  <a:pt x="289582" y="101955"/>
                  <a:pt x="288170" y="101501"/>
                </a:cubicBezTo>
                <a:cubicBezTo>
                  <a:pt x="286759" y="101046"/>
                  <a:pt x="285575" y="100436"/>
                  <a:pt x="284618" y="99671"/>
                </a:cubicBezTo>
                <a:cubicBezTo>
                  <a:pt x="283662" y="98858"/>
                  <a:pt x="282932" y="97865"/>
                  <a:pt x="282430" y="96693"/>
                </a:cubicBezTo>
                <a:cubicBezTo>
                  <a:pt x="281927" y="95521"/>
                  <a:pt x="281676" y="94241"/>
                  <a:pt x="281676" y="92854"/>
                </a:cubicBezTo>
                <a:cubicBezTo>
                  <a:pt x="281676" y="91084"/>
                  <a:pt x="282011" y="89446"/>
                  <a:pt x="282681" y="87939"/>
                </a:cubicBezTo>
                <a:cubicBezTo>
                  <a:pt x="283351" y="86432"/>
                  <a:pt x="284379" y="85128"/>
                  <a:pt x="285766" y="84028"/>
                </a:cubicBezTo>
                <a:cubicBezTo>
                  <a:pt x="287154" y="82976"/>
                  <a:pt x="288948" y="82150"/>
                  <a:pt x="291148" y="81552"/>
                </a:cubicBezTo>
                <a:cubicBezTo>
                  <a:pt x="293349" y="80954"/>
                  <a:pt x="296004" y="80655"/>
                  <a:pt x="299113" y="80655"/>
                </a:cubicBezTo>
                <a:lnTo>
                  <a:pt x="309303" y="80655"/>
                </a:lnTo>
                <a:lnTo>
                  <a:pt x="309303" y="94002"/>
                </a:lnTo>
                <a:cubicBezTo>
                  <a:pt x="308729" y="95007"/>
                  <a:pt x="307939" y="95999"/>
                  <a:pt x="306935" y="96980"/>
                </a:cubicBezTo>
                <a:cubicBezTo>
                  <a:pt x="305930" y="97961"/>
                  <a:pt x="304734" y="98834"/>
                  <a:pt x="303347" y="99599"/>
                </a:cubicBezTo>
                <a:cubicBezTo>
                  <a:pt x="301960" y="100365"/>
                  <a:pt x="300405" y="100987"/>
                  <a:pt x="298683" y="101465"/>
                </a:cubicBezTo>
                <a:cubicBezTo>
                  <a:pt x="296961" y="101943"/>
                  <a:pt x="295095" y="102183"/>
                  <a:pt x="293086" y="102183"/>
                </a:cubicBezTo>
                <a:close/>
                <a:moveTo>
                  <a:pt x="400636" y="116175"/>
                </a:moveTo>
                <a:lnTo>
                  <a:pt x="400636" y="11696"/>
                </a:lnTo>
                <a:lnTo>
                  <a:pt x="399559" y="11696"/>
                </a:lnTo>
                <a:lnTo>
                  <a:pt x="354065" y="28129"/>
                </a:lnTo>
                <a:lnTo>
                  <a:pt x="354065" y="45494"/>
                </a:lnTo>
                <a:lnTo>
                  <a:pt x="380472" y="36022"/>
                </a:lnTo>
                <a:lnTo>
                  <a:pt x="380472" y="116175"/>
                </a:lnTo>
                <a:lnTo>
                  <a:pt x="400636" y="116175"/>
                </a:lnTo>
                <a:close/>
                <a:moveTo>
                  <a:pt x="570457" y="57908"/>
                </a:moveTo>
                <a:lnTo>
                  <a:pt x="570457" y="29636"/>
                </a:lnTo>
                <a:lnTo>
                  <a:pt x="551441" y="29636"/>
                </a:lnTo>
                <a:lnTo>
                  <a:pt x="551441" y="57908"/>
                </a:lnTo>
                <a:lnTo>
                  <a:pt x="525106" y="57908"/>
                </a:lnTo>
                <a:lnTo>
                  <a:pt x="525106" y="76135"/>
                </a:lnTo>
                <a:lnTo>
                  <a:pt x="551441" y="76135"/>
                </a:lnTo>
                <a:lnTo>
                  <a:pt x="551441" y="105699"/>
                </a:lnTo>
                <a:lnTo>
                  <a:pt x="570457" y="105699"/>
                </a:lnTo>
                <a:lnTo>
                  <a:pt x="570457" y="76135"/>
                </a:lnTo>
                <a:lnTo>
                  <a:pt x="596720" y="76135"/>
                </a:lnTo>
                <a:lnTo>
                  <a:pt x="596720" y="57908"/>
                </a:lnTo>
                <a:lnTo>
                  <a:pt x="570457" y="57908"/>
                </a:ln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8008D1-7768-4218-A685-5D93F250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98" y="1367875"/>
            <a:ext cx="176327" cy="193759"/>
          </a:xfrm>
          <a:custGeom xmlns:a="http://schemas.openxmlformats.org/drawingml/2006/main">
            <a:pathLst>
              <a:path w="176327" h="193759">
                <a:moveTo>
                  <a:pt x="0" y="0"/>
                </a:moveTo>
                <a:lnTo>
                  <a:pt x="176327" y="0"/>
                </a:lnTo>
                <a:lnTo>
                  <a:pt x="176327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28">
            <a:extLst xmlns:a="http://schemas.openxmlformats.org/drawingml/2006/main">
              <a:ext uri="{FF2B5EF4-FFF2-40B4-BE49-F238E27FC236}">
                <a16:creationId xmlns:a16="http://schemas.microsoft.com/office/drawing/2014/main" id="{329F2896-79A8-4E77-8DA6-66DBE7C9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0321" y="1415906"/>
            <a:ext cx="161081" cy="107349"/>
          </a:xfrm>
          <a:custGeom xmlns:a="http://schemas.openxmlformats.org/drawingml/2006/main">
            <a:pathLst>
              <a:path w="161081" h="107349">
                <a:moveTo>
                  <a:pt x="73408" y="105914"/>
                </a:moveTo>
                <a:lnTo>
                  <a:pt x="73408" y="89912"/>
                </a:lnTo>
                <a:lnTo>
                  <a:pt x="27555" y="89912"/>
                </a:lnTo>
                <a:lnTo>
                  <a:pt x="47216" y="69102"/>
                </a:lnTo>
                <a:cubicBezTo>
                  <a:pt x="50613" y="65610"/>
                  <a:pt x="53698" y="62273"/>
                  <a:pt x="56473" y="59092"/>
                </a:cubicBezTo>
                <a:cubicBezTo>
                  <a:pt x="59248" y="55911"/>
                  <a:pt x="61640" y="52790"/>
                  <a:pt x="63649" y="49728"/>
                </a:cubicBezTo>
                <a:cubicBezTo>
                  <a:pt x="65610" y="46666"/>
                  <a:pt x="67129" y="43569"/>
                  <a:pt x="68205" y="40435"/>
                </a:cubicBezTo>
                <a:cubicBezTo>
                  <a:pt x="69282" y="37302"/>
                  <a:pt x="69820" y="34013"/>
                  <a:pt x="69820" y="30569"/>
                </a:cubicBezTo>
                <a:cubicBezTo>
                  <a:pt x="69820" y="26024"/>
                  <a:pt x="69102" y="21874"/>
                  <a:pt x="67667" y="18119"/>
                </a:cubicBezTo>
                <a:cubicBezTo>
                  <a:pt x="66232" y="14363"/>
                  <a:pt x="64151" y="11146"/>
                  <a:pt x="61424" y="8467"/>
                </a:cubicBezTo>
                <a:cubicBezTo>
                  <a:pt x="58650" y="5788"/>
                  <a:pt x="55217" y="3707"/>
                  <a:pt x="51127" y="2224"/>
                </a:cubicBezTo>
                <a:cubicBezTo>
                  <a:pt x="47037" y="741"/>
                  <a:pt x="42337" y="0"/>
                  <a:pt x="37027" y="0"/>
                </a:cubicBezTo>
                <a:cubicBezTo>
                  <a:pt x="31478" y="0"/>
                  <a:pt x="26419" y="897"/>
                  <a:pt x="21850" y="2691"/>
                </a:cubicBezTo>
                <a:cubicBezTo>
                  <a:pt x="17282" y="4485"/>
                  <a:pt x="13395" y="6937"/>
                  <a:pt x="10190" y="10046"/>
                </a:cubicBezTo>
                <a:cubicBezTo>
                  <a:pt x="6937" y="13156"/>
                  <a:pt x="4425" y="16779"/>
                  <a:pt x="2655" y="20917"/>
                </a:cubicBezTo>
                <a:cubicBezTo>
                  <a:pt x="885" y="25055"/>
                  <a:pt x="0" y="29444"/>
                  <a:pt x="0" y="34085"/>
                </a:cubicBezTo>
                <a:lnTo>
                  <a:pt x="20020" y="34085"/>
                </a:lnTo>
                <a:cubicBezTo>
                  <a:pt x="20020" y="31262"/>
                  <a:pt x="20379" y="28751"/>
                  <a:pt x="21097" y="26550"/>
                </a:cubicBezTo>
                <a:cubicBezTo>
                  <a:pt x="21814" y="24350"/>
                  <a:pt x="22867" y="22508"/>
                  <a:pt x="24254" y="21025"/>
                </a:cubicBezTo>
                <a:cubicBezTo>
                  <a:pt x="25593" y="19590"/>
                  <a:pt x="27280" y="18501"/>
                  <a:pt x="29313" y="17760"/>
                </a:cubicBezTo>
                <a:cubicBezTo>
                  <a:pt x="31346" y="17018"/>
                  <a:pt x="33702" y="16648"/>
                  <a:pt x="36381" y="16648"/>
                </a:cubicBezTo>
                <a:cubicBezTo>
                  <a:pt x="38438" y="16648"/>
                  <a:pt x="40316" y="16983"/>
                  <a:pt x="42014" y="17652"/>
                </a:cubicBezTo>
                <a:cubicBezTo>
                  <a:pt x="43712" y="18322"/>
                  <a:pt x="45183" y="19279"/>
                  <a:pt x="46427" y="20523"/>
                </a:cubicBezTo>
                <a:cubicBezTo>
                  <a:pt x="47623" y="21814"/>
                  <a:pt x="48556" y="23369"/>
                  <a:pt x="49226" y="25187"/>
                </a:cubicBezTo>
                <a:cubicBezTo>
                  <a:pt x="49895" y="27005"/>
                  <a:pt x="50230" y="29086"/>
                  <a:pt x="50230" y="31430"/>
                </a:cubicBezTo>
                <a:cubicBezTo>
                  <a:pt x="50230" y="33008"/>
                  <a:pt x="49979" y="34635"/>
                  <a:pt x="49477" y="36309"/>
                </a:cubicBezTo>
                <a:cubicBezTo>
                  <a:pt x="48974" y="37984"/>
                  <a:pt x="48173" y="39778"/>
                  <a:pt x="47073" y="41691"/>
                </a:cubicBezTo>
                <a:cubicBezTo>
                  <a:pt x="45925" y="43652"/>
                  <a:pt x="44442" y="45805"/>
                  <a:pt x="42624" y="48149"/>
                </a:cubicBezTo>
                <a:cubicBezTo>
                  <a:pt x="40806" y="50493"/>
                  <a:pt x="38582" y="53100"/>
                  <a:pt x="35950" y="55971"/>
                </a:cubicBezTo>
                <a:lnTo>
                  <a:pt x="2153" y="92280"/>
                </a:lnTo>
                <a:lnTo>
                  <a:pt x="2153" y="105914"/>
                </a:lnTo>
                <a:lnTo>
                  <a:pt x="73408" y="105914"/>
                </a:lnTo>
                <a:close/>
                <a:moveTo>
                  <a:pt x="158857" y="29205"/>
                </a:moveTo>
                <a:cubicBezTo>
                  <a:pt x="158857" y="24469"/>
                  <a:pt x="158031" y="20295"/>
                  <a:pt x="156381" y="16684"/>
                </a:cubicBezTo>
                <a:cubicBezTo>
                  <a:pt x="154731" y="13072"/>
                  <a:pt x="152446" y="10022"/>
                  <a:pt x="149528" y="7535"/>
                </a:cubicBezTo>
                <a:cubicBezTo>
                  <a:pt x="146562" y="5047"/>
                  <a:pt x="143070" y="3169"/>
                  <a:pt x="139052" y="1902"/>
                </a:cubicBezTo>
                <a:cubicBezTo>
                  <a:pt x="135033" y="634"/>
                  <a:pt x="130656" y="0"/>
                  <a:pt x="125920" y="0"/>
                </a:cubicBezTo>
                <a:cubicBezTo>
                  <a:pt x="121184" y="0"/>
                  <a:pt x="116819" y="634"/>
                  <a:pt x="112824" y="1902"/>
                </a:cubicBezTo>
                <a:cubicBezTo>
                  <a:pt x="108830" y="3169"/>
                  <a:pt x="105397" y="5047"/>
                  <a:pt x="102527" y="7535"/>
                </a:cubicBezTo>
                <a:cubicBezTo>
                  <a:pt x="99609" y="10022"/>
                  <a:pt x="97337" y="13072"/>
                  <a:pt x="95710" y="16684"/>
                </a:cubicBezTo>
                <a:cubicBezTo>
                  <a:pt x="94084" y="20295"/>
                  <a:pt x="93270" y="24469"/>
                  <a:pt x="93270" y="29205"/>
                </a:cubicBezTo>
                <a:cubicBezTo>
                  <a:pt x="93270" y="31789"/>
                  <a:pt x="93617" y="34252"/>
                  <a:pt x="94311" y="36596"/>
                </a:cubicBezTo>
                <a:cubicBezTo>
                  <a:pt x="95005" y="38940"/>
                  <a:pt x="95997" y="41093"/>
                  <a:pt x="97289" y="43054"/>
                </a:cubicBezTo>
                <a:cubicBezTo>
                  <a:pt x="98485" y="44920"/>
                  <a:pt x="99956" y="46618"/>
                  <a:pt x="101702" y="48149"/>
                </a:cubicBezTo>
                <a:cubicBezTo>
                  <a:pt x="103448" y="49680"/>
                  <a:pt x="105397" y="50996"/>
                  <a:pt x="107550" y="52096"/>
                </a:cubicBezTo>
                <a:cubicBezTo>
                  <a:pt x="105015" y="53292"/>
                  <a:pt x="102730" y="54739"/>
                  <a:pt x="100697" y="56437"/>
                </a:cubicBezTo>
                <a:cubicBezTo>
                  <a:pt x="98664" y="58135"/>
                  <a:pt x="96930" y="60037"/>
                  <a:pt x="95495" y="62142"/>
                </a:cubicBezTo>
                <a:cubicBezTo>
                  <a:pt x="94060" y="64295"/>
                  <a:pt x="92947" y="66651"/>
                  <a:pt x="92158" y="69210"/>
                </a:cubicBezTo>
                <a:cubicBezTo>
                  <a:pt x="91369" y="71769"/>
                  <a:pt x="90974" y="74484"/>
                  <a:pt x="90974" y="77355"/>
                </a:cubicBezTo>
                <a:cubicBezTo>
                  <a:pt x="90974" y="82282"/>
                  <a:pt x="91871" y="86611"/>
                  <a:pt x="93665" y="90343"/>
                </a:cubicBezTo>
                <a:cubicBezTo>
                  <a:pt x="95459" y="94074"/>
                  <a:pt x="97935" y="97183"/>
                  <a:pt x="101092" y="99671"/>
                </a:cubicBezTo>
                <a:cubicBezTo>
                  <a:pt x="104249" y="102207"/>
                  <a:pt x="107969" y="104120"/>
                  <a:pt x="112250" y="105412"/>
                </a:cubicBezTo>
                <a:cubicBezTo>
                  <a:pt x="116532" y="106703"/>
                  <a:pt x="121160" y="107349"/>
                  <a:pt x="126135" y="107349"/>
                </a:cubicBezTo>
                <a:cubicBezTo>
                  <a:pt x="131063" y="107349"/>
                  <a:pt x="135655" y="106703"/>
                  <a:pt x="139913" y="105412"/>
                </a:cubicBezTo>
                <a:cubicBezTo>
                  <a:pt x="144170" y="104120"/>
                  <a:pt x="147878" y="102207"/>
                  <a:pt x="151035" y="99671"/>
                </a:cubicBezTo>
                <a:cubicBezTo>
                  <a:pt x="154145" y="97183"/>
                  <a:pt x="156596" y="94074"/>
                  <a:pt x="158390" y="90343"/>
                </a:cubicBezTo>
                <a:cubicBezTo>
                  <a:pt x="160184" y="86611"/>
                  <a:pt x="161081" y="82282"/>
                  <a:pt x="161081" y="77355"/>
                </a:cubicBezTo>
                <a:cubicBezTo>
                  <a:pt x="161081" y="73623"/>
                  <a:pt x="160435" y="70179"/>
                  <a:pt x="159144" y="67021"/>
                </a:cubicBezTo>
                <a:cubicBezTo>
                  <a:pt x="157852" y="63864"/>
                  <a:pt x="156058" y="61089"/>
                  <a:pt x="153762" y="58698"/>
                </a:cubicBezTo>
                <a:cubicBezTo>
                  <a:pt x="152518" y="57358"/>
                  <a:pt x="151107" y="56150"/>
                  <a:pt x="149528" y="55074"/>
                </a:cubicBezTo>
                <a:cubicBezTo>
                  <a:pt x="147950" y="53997"/>
                  <a:pt x="146275" y="53029"/>
                  <a:pt x="144505" y="52168"/>
                </a:cubicBezTo>
                <a:cubicBezTo>
                  <a:pt x="146467" y="51163"/>
                  <a:pt x="148249" y="49979"/>
                  <a:pt x="149851" y="48616"/>
                </a:cubicBezTo>
                <a:cubicBezTo>
                  <a:pt x="151454" y="47252"/>
                  <a:pt x="152853" y="45781"/>
                  <a:pt x="154049" y="44203"/>
                </a:cubicBezTo>
                <a:cubicBezTo>
                  <a:pt x="155580" y="42098"/>
                  <a:pt x="156764" y="39789"/>
                  <a:pt x="157601" y="37278"/>
                </a:cubicBezTo>
                <a:cubicBezTo>
                  <a:pt x="158438" y="34766"/>
                  <a:pt x="158857" y="32076"/>
                  <a:pt x="158857" y="29205"/>
                </a:cubicBezTo>
                <a:moveTo>
                  <a:pt x="141061" y="75991"/>
                </a:moveTo>
                <a:cubicBezTo>
                  <a:pt x="141061" y="78383"/>
                  <a:pt x="140690" y="80524"/>
                  <a:pt x="139949" y="82413"/>
                </a:cubicBezTo>
                <a:cubicBezTo>
                  <a:pt x="139207" y="84303"/>
                  <a:pt x="138191" y="85918"/>
                  <a:pt x="136899" y="87257"/>
                </a:cubicBezTo>
                <a:cubicBezTo>
                  <a:pt x="135559" y="88597"/>
                  <a:pt x="133981" y="89613"/>
                  <a:pt x="132163" y="90307"/>
                </a:cubicBezTo>
                <a:cubicBezTo>
                  <a:pt x="130345" y="91000"/>
                  <a:pt x="128336" y="91347"/>
                  <a:pt x="126135" y="91347"/>
                </a:cubicBezTo>
                <a:cubicBezTo>
                  <a:pt x="123887" y="91347"/>
                  <a:pt x="121854" y="91024"/>
                  <a:pt x="120036" y="90378"/>
                </a:cubicBezTo>
                <a:cubicBezTo>
                  <a:pt x="118218" y="89733"/>
                  <a:pt x="116663" y="88788"/>
                  <a:pt x="115372" y="87544"/>
                </a:cubicBezTo>
                <a:cubicBezTo>
                  <a:pt x="113984" y="86252"/>
                  <a:pt x="112908" y="84626"/>
                  <a:pt x="112143" y="82665"/>
                </a:cubicBezTo>
                <a:cubicBezTo>
                  <a:pt x="111377" y="80703"/>
                  <a:pt x="110994" y="78479"/>
                  <a:pt x="110994" y="75991"/>
                </a:cubicBezTo>
                <a:cubicBezTo>
                  <a:pt x="110994" y="73599"/>
                  <a:pt x="111353" y="71446"/>
                  <a:pt x="112071" y="69533"/>
                </a:cubicBezTo>
                <a:cubicBezTo>
                  <a:pt x="112788" y="67619"/>
                  <a:pt x="113793" y="65969"/>
                  <a:pt x="115085" y="64582"/>
                </a:cubicBezTo>
                <a:cubicBezTo>
                  <a:pt x="116376" y="63242"/>
                  <a:pt x="117943" y="62214"/>
                  <a:pt x="119785" y="61496"/>
                </a:cubicBezTo>
                <a:cubicBezTo>
                  <a:pt x="121627" y="60779"/>
                  <a:pt x="123696" y="60420"/>
                  <a:pt x="125992" y="60420"/>
                </a:cubicBezTo>
                <a:cubicBezTo>
                  <a:pt x="128288" y="60420"/>
                  <a:pt x="130357" y="60779"/>
                  <a:pt x="132199" y="61496"/>
                </a:cubicBezTo>
                <a:cubicBezTo>
                  <a:pt x="134041" y="62214"/>
                  <a:pt x="135631" y="63242"/>
                  <a:pt x="136971" y="64582"/>
                </a:cubicBezTo>
                <a:cubicBezTo>
                  <a:pt x="138262" y="65969"/>
                  <a:pt x="139267" y="67619"/>
                  <a:pt x="139984" y="69533"/>
                </a:cubicBezTo>
                <a:cubicBezTo>
                  <a:pt x="140702" y="71446"/>
                  <a:pt x="141061" y="73599"/>
                  <a:pt x="141061" y="75991"/>
                </a:cubicBezTo>
                <a:moveTo>
                  <a:pt x="138980" y="30138"/>
                </a:moveTo>
                <a:cubicBezTo>
                  <a:pt x="138980" y="32243"/>
                  <a:pt x="138681" y="34168"/>
                  <a:pt x="138083" y="35915"/>
                </a:cubicBezTo>
                <a:cubicBezTo>
                  <a:pt x="137485" y="37661"/>
                  <a:pt x="136636" y="39156"/>
                  <a:pt x="135535" y="40399"/>
                </a:cubicBezTo>
                <a:cubicBezTo>
                  <a:pt x="134435" y="41643"/>
                  <a:pt x="133096" y="42612"/>
                  <a:pt x="131517" y="43306"/>
                </a:cubicBezTo>
                <a:cubicBezTo>
                  <a:pt x="129938" y="43999"/>
                  <a:pt x="128144" y="44346"/>
                  <a:pt x="126135" y="44346"/>
                </a:cubicBezTo>
                <a:cubicBezTo>
                  <a:pt x="124126" y="44346"/>
                  <a:pt x="122320" y="43999"/>
                  <a:pt x="120718" y="43306"/>
                </a:cubicBezTo>
                <a:cubicBezTo>
                  <a:pt x="119115" y="42612"/>
                  <a:pt x="117764" y="41643"/>
                  <a:pt x="116663" y="40399"/>
                </a:cubicBezTo>
                <a:cubicBezTo>
                  <a:pt x="115515" y="39156"/>
                  <a:pt x="114654" y="37661"/>
                  <a:pt x="114080" y="35915"/>
                </a:cubicBezTo>
                <a:cubicBezTo>
                  <a:pt x="113506" y="34168"/>
                  <a:pt x="113219" y="32219"/>
                  <a:pt x="113219" y="30066"/>
                </a:cubicBezTo>
                <a:cubicBezTo>
                  <a:pt x="113219" y="27961"/>
                  <a:pt x="113494" y="26036"/>
                  <a:pt x="114044" y="24290"/>
                </a:cubicBezTo>
                <a:cubicBezTo>
                  <a:pt x="114594" y="22544"/>
                  <a:pt x="115419" y="21073"/>
                  <a:pt x="116520" y="19877"/>
                </a:cubicBezTo>
                <a:cubicBezTo>
                  <a:pt x="117572" y="18681"/>
                  <a:pt x="118888" y="17760"/>
                  <a:pt x="120466" y="17114"/>
                </a:cubicBezTo>
                <a:cubicBezTo>
                  <a:pt x="122045" y="16468"/>
                  <a:pt x="123863" y="16145"/>
                  <a:pt x="125920" y="16145"/>
                </a:cubicBezTo>
                <a:cubicBezTo>
                  <a:pt x="127929" y="16145"/>
                  <a:pt x="129735" y="16480"/>
                  <a:pt x="131338" y="17150"/>
                </a:cubicBezTo>
                <a:cubicBezTo>
                  <a:pt x="132940" y="17820"/>
                  <a:pt x="134316" y="18753"/>
                  <a:pt x="135464" y="19949"/>
                </a:cubicBezTo>
                <a:cubicBezTo>
                  <a:pt x="136564" y="21192"/>
                  <a:pt x="137425" y="22675"/>
                  <a:pt x="138047" y="24398"/>
                </a:cubicBezTo>
                <a:cubicBezTo>
                  <a:pt x="138669" y="26120"/>
                  <a:pt x="138980" y="28033"/>
                  <a:pt x="138980" y="30138"/>
                </a:cubicBezTo>
                <a:close/>
              </a:path>
            </a:pathLst>
          </a:custGeom>
          <a:solidFill xmlns:a="http://schemas.openxmlformats.org/drawingml/2006/main">
            <a:srgbClr val="C53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0E63D0-FF6A-41A4-8166-20515ABF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625" y="1367875"/>
            <a:ext cx="88163" cy="193759"/>
          </a:xfrm>
          <a:custGeom xmlns:a="http://schemas.openxmlformats.org/drawingml/2006/main">
            <a:pathLst>
              <a:path w="88163" h="193759">
                <a:moveTo>
                  <a:pt x="0" y="0"/>
                </a:moveTo>
                <a:lnTo>
                  <a:pt x="88163" y="0"/>
                </a:lnTo>
                <a:lnTo>
                  <a:pt x="88163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)==">
            <a:extLst xmlns:a="http://schemas.openxmlformats.org/drawingml/2006/main">
              <a:ext uri="{FF2B5EF4-FFF2-40B4-BE49-F238E27FC236}">
                <a16:creationId xmlns:a16="http://schemas.microsoft.com/office/drawing/2014/main" id="{A93C9057-64AB-4B6D-AAC4-C6012193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4301" y="1405645"/>
            <a:ext cx="321059" cy="148968"/>
          </a:xfrm>
          <a:custGeom xmlns:a="http://schemas.openxmlformats.org/drawingml/2006/main">
            <a:pathLst>
              <a:path w="321059" h="148968">
                <a:moveTo>
                  <a:pt x="40543" y="75274"/>
                </a:moveTo>
                <a:lnTo>
                  <a:pt x="40543" y="73695"/>
                </a:lnTo>
                <a:cubicBezTo>
                  <a:pt x="40543" y="67141"/>
                  <a:pt x="40017" y="60934"/>
                  <a:pt x="38964" y="55074"/>
                </a:cubicBezTo>
                <a:cubicBezTo>
                  <a:pt x="37912" y="49214"/>
                  <a:pt x="36477" y="43748"/>
                  <a:pt x="34659" y="38677"/>
                </a:cubicBezTo>
                <a:cubicBezTo>
                  <a:pt x="32841" y="33606"/>
                  <a:pt x="30724" y="28978"/>
                  <a:pt x="28308" y="24792"/>
                </a:cubicBezTo>
                <a:cubicBezTo>
                  <a:pt x="25892" y="20606"/>
                  <a:pt x="23321" y="16863"/>
                  <a:pt x="20594" y="13562"/>
                </a:cubicBezTo>
                <a:cubicBezTo>
                  <a:pt x="17868" y="10309"/>
                  <a:pt x="15069" y="7535"/>
                  <a:pt x="12199" y="5238"/>
                </a:cubicBezTo>
                <a:cubicBezTo>
                  <a:pt x="9328" y="2942"/>
                  <a:pt x="6530" y="1196"/>
                  <a:pt x="3803" y="0"/>
                </a:cubicBezTo>
                <a:lnTo>
                  <a:pt x="0" y="10692"/>
                </a:lnTo>
                <a:cubicBezTo>
                  <a:pt x="1435" y="11792"/>
                  <a:pt x="2882" y="13120"/>
                  <a:pt x="4341" y="14674"/>
                </a:cubicBezTo>
                <a:cubicBezTo>
                  <a:pt x="5800" y="16229"/>
                  <a:pt x="7224" y="17987"/>
                  <a:pt x="8611" y="19949"/>
                </a:cubicBezTo>
                <a:cubicBezTo>
                  <a:pt x="10668" y="22915"/>
                  <a:pt x="12617" y="26431"/>
                  <a:pt x="14459" y="30497"/>
                </a:cubicBezTo>
                <a:cubicBezTo>
                  <a:pt x="16301" y="34563"/>
                  <a:pt x="17868" y="39156"/>
                  <a:pt x="19159" y="44274"/>
                </a:cubicBezTo>
                <a:cubicBezTo>
                  <a:pt x="20164" y="48388"/>
                  <a:pt x="20965" y="52885"/>
                  <a:pt x="21563" y="57765"/>
                </a:cubicBezTo>
                <a:cubicBezTo>
                  <a:pt x="22161" y="62644"/>
                  <a:pt x="22460" y="67906"/>
                  <a:pt x="22460" y="73551"/>
                </a:cubicBezTo>
                <a:lnTo>
                  <a:pt x="22460" y="75417"/>
                </a:lnTo>
                <a:cubicBezTo>
                  <a:pt x="22460" y="81205"/>
                  <a:pt x="22161" y="86587"/>
                  <a:pt x="21563" y="91562"/>
                </a:cubicBezTo>
                <a:cubicBezTo>
                  <a:pt x="20965" y="96538"/>
                  <a:pt x="20164" y="101082"/>
                  <a:pt x="19159" y="105196"/>
                </a:cubicBezTo>
                <a:cubicBezTo>
                  <a:pt x="17963" y="109693"/>
                  <a:pt x="16588" y="113759"/>
                  <a:pt x="15033" y="117395"/>
                </a:cubicBezTo>
                <a:cubicBezTo>
                  <a:pt x="13478" y="121031"/>
                  <a:pt x="11768" y="124284"/>
                  <a:pt x="9903" y="127154"/>
                </a:cubicBezTo>
                <a:cubicBezTo>
                  <a:pt x="8324" y="129594"/>
                  <a:pt x="6697" y="131735"/>
                  <a:pt x="5023" y="133576"/>
                </a:cubicBezTo>
                <a:cubicBezTo>
                  <a:pt x="3349" y="135418"/>
                  <a:pt x="1674" y="136961"/>
                  <a:pt x="0" y="138205"/>
                </a:cubicBezTo>
                <a:lnTo>
                  <a:pt x="3803" y="148968"/>
                </a:lnTo>
                <a:cubicBezTo>
                  <a:pt x="6530" y="147772"/>
                  <a:pt x="9328" y="146026"/>
                  <a:pt x="12199" y="143730"/>
                </a:cubicBezTo>
                <a:cubicBezTo>
                  <a:pt x="15069" y="141434"/>
                  <a:pt x="17868" y="138635"/>
                  <a:pt x="20594" y="135335"/>
                </a:cubicBezTo>
                <a:cubicBezTo>
                  <a:pt x="23321" y="132082"/>
                  <a:pt x="25892" y="128362"/>
                  <a:pt x="28308" y="124176"/>
                </a:cubicBezTo>
                <a:cubicBezTo>
                  <a:pt x="30724" y="119990"/>
                  <a:pt x="32841" y="115362"/>
                  <a:pt x="34659" y="110291"/>
                </a:cubicBezTo>
                <a:cubicBezTo>
                  <a:pt x="36477" y="105220"/>
                  <a:pt x="37912" y="99755"/>
                  <a:pt x="38964" y="93895"/>
                </a:cubicBezTo>
                <a:cubicBezTo>
                  <a:pt x="40017" y="88034"/>
                  <a:pt x="40543" y="81827"/>
                  <a:pt x="40543" y="75274"/>
                </a:cubicBezTo>
                <a:close/>
                <a:moveTo>
                  <a:pt x="232884" y="64725"/>
                </a:moveTo>
                <a:lnTo>
                  <a:pt x="232884" y="48365"/>
                </a:lnTo>
                <a:lnTo>
                  <a:pt x="165002" y="48365"/>
                </a:lnTo>
                <a:lnTo>
                  <a:pt x="165002" y="64725"/>
                </a:lnTo>
                <a:lnTo>
                  <a:pt x="232884" y="64725"/>
                </a:lnTo>
                <a:moveTo>
                  <a:pt x="232884" y="95653"/>
                </a:moveTo>
                <a:lnTo>
                  <a:pt x="232884" y="79364"/>
                </a:lnTo>
                <a:lnTo>
                  <a:pt x="165002" y="79364"/>
                </a:lnTo>
                <a:lnTo>
                  <a:pt x="165002" y="95653"/>
                </a:lnTo>
                <a:lnTo>
                  <a:pt x="232884" y="95653"/>
                </a:lnTo>
                <a:close/>
                <a:moveTo>
                  <a:pt x="321059" y="64725"/>
                </a:moveTo>
                <a:lnTo>
                  <a:pt x="321059" y="48365"/>
                </a:lnTo>
                <a:lnTo>
                  <a:pt x="253177" y="48365"/>
                </a:lnTo>
                <a:lnTo>
                  <a:pt x="253177" y="64725"/>
                </a:lnTo>
                <a:lnTo>
                  <a:pt x="321059" y="64725"/>
                </a:lnTo>
                <a:moveTo>
                  <a:pt x="321059" y="95653"/>
                </a:moveTo>
                <a:lnTo>
                  <a:pt x="321059" y="79364"/>
                </a:lnTo>
                <a:lnTo>
                  <a:pt x="253177" y="79364"/>
                </a:lnTo>
                <a:lnTo>
                  <a:pt x="253177" y="95653"/>
                </a:lnTo>
                <a:lnTo>
                  <a:pt x="321059" y="95653"/>
                </a:ln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1">
            <a:extLst xmlns:a="http://schemas.openxmlformats.org/drawingml/2006/main">
              <a:ext uri="{FF2B5EF4-FFF2-40B4-BE49-F238E27FC236}">
                <a16:creationId xmlns:a16="http://schemas.microsoft.com/office/drawing/2014/main" id="{E5694CFC-3057-47C5-9120-17E1FD48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857" y="1417342"/>
            <a:ext cx="46571" cy="104479"/>
          </a:xfrm>
          <a:custGeom xmlns:a="http://schemas.openxmlformats.org/drawingml/2006/main">
            <a:pathLst>
              <a:path w="46571" h="104479">
                <a:moveTo>
                  <a:pt x="46571" y="104479"/>
                </a:moveTo>
                <a:lnTo>
                  <a:pt x="46571" y="0"/>
                </a:lnTo>
                <a:lnTo>
                  <a:pt x="45494" y="0"/>
                </a:lnTo>
                <a:lnTo>
                  <a:pt x="0" y="16432"/>
                </a:lnTo>
                <a:lnTo>
                  <a:pt x="0" y="33798"/>
                </a:lnTo>
                <a:lnTo>
                  <a:pt x="26407" y="24326"/>
                </a:lnTo>
                <a:lnTo>
                  <a:pt x="26407" y="104479"/>
                </a:lnTo>
                <a:lnTo>
                  <a:pt x="46571" y="104479"/>
                </a:lnTo>
                <a:close/>
              </a:path>
            </a:pathLst>
          </a:custGeom>
          <a:solidFill xmlns:a="http://schemas.openxmlformats.org/drawingml/2006/main">
            <a:srgbClr val="C53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){">
            <a:extLst xmlns:a="http://schemas.openxmlformats.org/drawingml/2006/main">
              <a:ext uri="{FF2B5EF4-FFF2-40B4-BE49-F238E27FC236}">
                <a16:creationId xmlns:a16="http://schemas.microsoft.com/office/drawing/2014/main" id="{00569F55-C6D6-4BAE-B2F7-9E856C45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3281" y="1405645"/>
            <a:ext cx="135392" cy="148968"/>
          </a:xfrm>
          <a:custGeom xmlns:a="http://schemas.openxmlformats.org/drawingml/2006/main">
            <a:pathLst>
              <a:path w="135392" h="148968">
                <a:moveTo>
                  <a:pt x="40543" y="75274"/>
                </a:moveTo>
                <a:lnTo>
                  <a:pt x="40543" y="73695"/>
                </a:lnTo>
                <a:cubicBezTo>
                  <a:pt x="40543" y="67141"/>
                  <a:pt x="40017" y="60934"/>
                  <a:pt x="38964" y="55074"/>
                </a:cubicBezTo>
                <a:cubicBezTo>
                  <a:pt x="37912" y="49214"/>
                  <a:pt x="36477" y="43748"/>
                  <a:pt x="34659" y="38677"/>
                </a:cubicBezTo>
                <a:cubicBezTo>
                  <a:pt x="32841" y="33606"/>
                  <a:pt x="30724" y="28978"/>
                  <a:pt x="28308" y="24792"/>
                </a:cubicBezTo>
                <a:cubicBezTo>
                  <a:pt x="25892" y="20606"/>
                  <a:pt x="23321" y="16863"/>
                  <a:pt x="20594" y="13562"/>
                </a:cubicBezTo>
                <a:cubicBezTo>
                  <a:pt x="17868" y="10309"/>
                  <a:pt x="15069" y="7535"/>
                  <a:pt x="12199" y="5238"/>
                </a:cubicBezTo>
                <a:cubicBezTo>
                  <a:pt x="9328" y="2942"/>
                  <a:pt x="6530" y="1196"/>
                  <a:pt x="3803" y="0"/>
                </a:cubicBezTo>
                <a:lnTo>
                  <a:pt x="0" y="10692"/>
                </a:lnTo>
                <a:cubicBezTo>
                  <a:pt x="1435" y="11792"/>
                  <a:pt x="2882" y="13120"/>
                  <a:pt x="4341" y="14674"/>
                </a:cubicBezTo>
                <a:cubicBezTo>
                  <a:pt x="5800" y="16229"/>
                  <a:pt x="7224" y="17987"/>
                  <a:pt x="8611" y="19949"/>
                </a:cubicBezTo>
                <a:cubicBezTo>
                  <a:pt x="10668" y="22915"/>
                  <a:pt x="12617" y="26431"/>
                  <a:pt x="14459" y="30497"/>
                </a:cubicBezTo>
                <a:cubicBezTo>
                  <a:pt x="16301" y="34563"/>
                  <a:pt x="17868" y="39156"/>
                  <a:pt x="19159" y="44274"/>
                </a:cubicBezTo>
                <a:cubicBezTo>
                  <a:pt x="20164" y="48388"/>
                  <a:pt x="20965" y="52885"/>
                  <a:pt x="21563" y="57765"/>
                </a:cubicBezTo>
                <a:cubicBezTo>
                  <a:pt x="22161" y="62644"/>
                  <a:pt x="22460" y="67906"/>
                  <a:pt x="22460" y="73551"/>
                </a:cubicBezTo>
                <a:lnTo>
                  <a:pt x="22460" y="75417"/>
                </a:lnTo>
                <a:cubicBezTo>
                  <a:pt x="22460" y="81205"/>
                  <a:pt x="22161" y="86587"/>
                  <a:pt x="21563" y="91562"/>
                </a:cubicBezTo>
                <a:cubicBezTo>
                  <a:pt x="20965" y="96538"/>
                  <a:pt x="20164" y="101082"/>
                  <a:pt x="19159" y="105196"/>
                </a:cubicBezTo>
                <a:cubicBezTo>
                  <a:pt x="17963" y="109693"/>
                  <a:pt x="16588" y="113759"/>
                  <a:pt x="15033" y="117395"/>
                </a:cubicBezTo>
                <a:cubicBezTo>
                  <a:pt x="13478" y="121031"/>
                  <a:pt x="11768" y="124284"/>
                  <a:pt x="9903" y="127154"/>
                </a:cubicBezTo>
                <a:cubicBezTo>
                  <a:pt x="8324" y="129594"/>
                  <a:pt x="6697" y="131735"/>
                  <a:pt x="5023" y="133576"/>
                </a:cubicBezTo>
                <a:cubicBezTo>
                  <a:pt x="3349" y="135418"/>
                  <a:pt x="1674" y="136961"/>
                  <a:pt x="0" y="138205"/>
                </a:cubicBezTo>
                <a:lnTo>
                  <a:pt x="3803" y="148968"/>
                </a:lnTo>
                <a:cubicBezTo>
                  <a:pt x="6530" y="147772"/>
                  <a:pt x="9328" y="146026"/>
                  <a:pt x="12199" y="143730"/>
                </a:cubicBezTo>
                <a:cubicBezTo>
                  <a:pt x="15069" y="141434"/>
                  <a:pt x="17868" y="138635"/>
                  <a:pt x="20594" y="135335"/>
                </a:cubicBezTo>
                <a:cubicBezTo>
                  <a:pt x="23321" y="132082"/>
                  <a:pt x="25892" y="128362"/>
                  <a:pt x="28308" y="124176"/>
                </a:cubicBezTo>
                <a:cubicBezTo>
                  <a:pt x="30724" y="119990"/>
                  <a:pt x="32841" y="115362"/>
                  <a:pt x="34659" y="110291"/>
                </a:cubicBezTo>
                <a:cubicBezTo>
                  <a:pt x="36477" y="105220"/>
                  <a:pt x="37912" y="99755"/>
                  <a:pt x="38964" y="93895"/>
                </a:cubicBezTo>
                <a:cubicBezTo>
                  <a:pt x="40017" y="88034"/>
                  <a:pt x="40543" y="81827"/>
                  <a:pt x="40543" y="75274"/>
                </a:cubicBezTo>
                <a:close/>
                <a:moveTo>
                  <a:pt x="132952" y="142008"/>
                </a:moveTo>
                <a:lnTo>
                  <a:pt x="135392" y="130670"/>
                </a:lnTo>
                <a:cubicBezTo>
                  <a:pt x="133000" y="130766"/>
                  <a:pt x="131050" y="130156"/>
                  <a:pt x="129543" y="128840"/>
                </a:cubicBezTo>
                <a:cubicBezTo>
                  <a:pt x="128037" y="127525"/>
                  <a:pt x="126853" y="125791"/>
                  <a:pt x="125991" y="123638"/>
                </a:cubicBezTo>
                <a:cubicBezTo>
                  <a:pt x="125130" y="121485"/>
                  <a:pt x="124544" y="119081"/>
                  <a:pt x="124233" y="116426"/>
                </a:cubicBezTo>
                <a:cubicBezTo>
                  <a:pt x="123922" y="113771"/>
                  <a:pt x="123767" y="111152"/>
                  <a:pt x="123767" y="108569"/>
                </a:cubicBezTo>
                <a:lnTo>
                  <a:pt x="123767" y="96873"/>
                </a:lnTo>
                <a:cubicBezTo>
                  <a:pt x="123767" y="91180"/>
                  <a:pt x="122380" y="86157"/>
                  <a:pt x="119605" y="81803"/>
                </a:cubicBezTo>
                <a:cubicBezTo>
                  <a:pt x="116830" y="77450"/>
                  <a:pt x="112477" y="74125"/>
                  <a:pt x="106545" y="71829"/>
                </a:cubicBezTo>
                <a:cubicBezTo>
                  <a:pt x="112429" y="69533"/>
                  <a:pt x="116771" y="66184"/>
                  <a:pt x="119569" y="61783"/>
                </a:cubicBezTo>
                <a:cubicBezTo>
                  <a:pt x="122368" y="57382"/>
                  <a:pt x="123767" y="52335"/>
                  <a:pt x="123767" y="46642"/>
                </a:cubicBezTo>
                <a:lnTo>
                  <a:pt x="123767" y="34946"/>
                </a:lnTo>
                <a:cubicBezTo>
                  <a:pt x="123767" y="32363"/>
                  <a:pt x="123827" y="29743"/>
                  <a:pt x="123946" y="27088"/>
                </a:cubicBezTo>
                <a:cubicBezTo>
                  <a:pt x="124066" y="24433"/>
                  <a:pt x="124485" y="22030"/>
                  <a:pt x="125202" y="19877"/>
                </a:cubicBezTo>
                <a:cubicBezTo>
                  <a:pt x="125920" y="17724"/>
                  <a:pt x="127068" y="15990"/>
                  <a:pt x="128646" y="14674"/>
                </a:cubicBezTo>
                <a:cubicBezTo>
                  <a:pt x="130225" y="13359"/>
                  <a:pt x="132474" y="12749"/>
                  <a:pt x="135392" y="12845"/>
                </a:cubicBezTo>
                <a:lnTo>
                  <a:pt x="132952" y="1579"/>
                </a:lnTo>
                <a:cubicBezTo>
                  <a:pt x="128312" y="1579"/>
                  <a:pt x="124317" y="2464"/>
                  <a:pt x="120968" y="4234"/>
                </a:cubicBezTo>
                <a:cubicBezTo>
                  <a:pt x="117620" y="6004"/>
                  <a:pt x="114917" y="8276"/>
                  <a:pt x="112860" y="11051"/>
                </a:cubicBezTo>
                <a:cubicBezTo>
                  <a:pt x="110372" y="14256"/>
                  <a:pt x="108554" y="18023"/>
                  <a:pt x="107406" y="22352"/>
                </a:cubicBezTo>
                <a:cubicBezTo>
                  <a:pt x="106258" y="26682"/>
                  <a:pt x="105684" y="30880"/>
                  <a:pt x="105684" y="34946"/>
                </a:cubicBezTo>
                <a:lnTo>
                  <a:pt x="105684" y="46642"/>
                </a:lnTo>
                <a:cubicBezTo>
                  <a:pt x="105684" y="53101"/>
                  <a:pt x="104201" y="57717"/>
                  <a:pt x="101235" y="60492"/>
                </a:cubicBezTo>
                <a:cubicBezTo>
                  <a:pt x="98269" y="63266"/>
                  <a:pt x="93748" y="64653"/>
                  <a:pt x="87673" y="64653"/>
                </a:cubicBezTo>
                <a:lnTo>
                  <a:pt x="87673" y="79005"/>
                </a:lnTo>
                <a:cubicBezTo>
                  <a:pt x="93748" y="79005"/>
                  <a:pt x="98269" y="80392"/>
                  <a:pt x="101235" y="83167"/>
                </a:cubicBezTo>
                <a:cubicBezTo>
                  <a:pt x="104201" y="85941"/>
                  <a:pt x="105684" y="90510"/>
                  <a:pt x="105684" y="96873"/>
                </a:cubicBezTo>
                <a:lnTo>
                  <a:pt x="105684" y="108569"/>
                </a:lnTo>
                <a:cubicBezTo>
                  <a:pt x="105684" y="112348"/>
                  <a:pt x="106198" y="116211"/>
                  <a:pt x="107227" y="120158"/>
                </a:cubicBezTo>
                <a:cubicBezTo>
                  <a:pt x="108255" y="124104"/>
                  <a:pt x="109918" y="127728"/>
                  <a:pt x="112214" y="131029"/>
                </a:cubicBezTo>
                <a:cubicBezTo>
                  <a:pt x="114367" y="134186"/>
                  <a:pt x="117177" y="136806"/>
                  <a:pt x="120646" y="138887"/>
                </a:cubicBezTo>
                <a:cubicBezTo>
                  <a:pt x="124114" y="140967"/>
                  <a:pt x="128216" y="142008"/>
                  <a:pt x="132952" y="142008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B93FA-D33F-415D-891D-11E80F11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827" y="1557091"/>
            <a:ext cx="1498778" cy="176351"/>
          </a:xfrm>
          <a:custGeom xmlns:a="http://schemas.openxmlformats.org/drawingml/2006/main">
            <a:pathLst>
              <a:path w="1498778" h="176351">
                <a:moveTo>
                  <a:pt x="0" y="0"/>
                </a:moveTo>
                <a:lnTo>
                  <a:pt x="1498778" y="0"/>
                </a:lnTo>
                <a:lnTo>
                  <a:pt x="1498778" y="176351"/>
                </a:lnTo>
                <a:lnTo>
                  <a:pt x="0" y="176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dest=*">
            <a:extLst xmlns:a="http://schemas.openxmlformats.org/drawingml/2006/main">
              <a:ext uri="{FF2B5EF4-FFF2-40B4-BE49-F238E27FC236}">
                <a16:creationId xmlns:a16="http://schemas.microsoft.com/office/drawing/2014/main" id="{690C684B-216A-4EE3-9CC7-67A2B93C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581" y="1587952"/>
            <a:ext cx="693650" cy="111726"/>
          </a:xfrm>
          <a:custGeom xmlns:a="http://schemas.openxmlformats.org/drawingml/2006/main">
            <a:pathLst>
              <a:path w="693650" h="111726">
                <a:moveTo>
                  <a:pt x="0" y="70825"/>
                </a:moveTo>
                <a:lnTo>
                  <a:pt x="0" y="72331"/>
                </a:lnTo>
                <a:cubicBezTo>
                  <a:pt x="0" y="77976"/>
                  <a:pt x="694" y="83203"/>
                  <a:pt x="2081" y="88010"/>
                </a:cubicBezTo>
                <a:cubicBezTo>
                  <a:pt x="3468" y="92818"/>
                  <a:pt x="5477" y="96968"/>
                  <a:pt x="8109" y="100460"/>
                </a:cubicBezTo>
                <a:cubicBezTo>
                  <a:pt x="10692" y="103953"/>
                  <a:pt x="13861" y="106691"/>
                  <a:pt x="17616" y="108677"/>
                </a:cubicBezTo>
                <a:cubicBezTo>
                  <a:pt x="21372" y="110662"/>
                  <a:pt x="25617" y="111655"/>
                  <a:pt x="30353" y="111655"/>
                </a:cubicBezTo>
                <a:cubicBezTo>
                  <a:pt x="34707" y="111655"/>
                  <a:pt x="38534" y="110817"/>
                  <a:pt x="41835" y="109143"/>
                </a:cubicBezTo>
                <a:cubicBezTo>
                  <a:pt x="45135" y="107469"/>
                  <a:pt x="48006" y="105125"/>
                  <a:pt x="50445" y="102111"/>
                </a:cubicBezTo>
                <a:lnTo>
                  <a:pt x="51450" y="110219"/>
                </a:lnTo>
                <a:lnTo>
                  <a:pt x="69461" y="110219"/>
                </a:lnTo>
                <a:lnTo>
                  <a:pt x="69461" y="0"/>
                </a:lnTo>
                <a:lnTo>
                  <a:pt x="49441" y="0"/>
                </a:lnTo>
                <a:lnTo>
                  <a:pt x="49441" y="39538"/>
                </a:lnTo>
                <a:cubicBezTo>
                  <a:pt x="47049" y="36859"/>
                  <a:pt x="44310" y="34790"/>
                  <a:pt x="41225" y="33331"/>
                </a:cubicBezTo>
                <a:cubicBezTo>
                  <a:pt x="38139" y="31872"/>
                  <a:pt x="34563" y="31143"/>
                  <a:pt x="30497" y="31143"/>
                </a:cubicBezTo>
                <a:cubicBezTo>
                  <a:pt x="25665" y="31143"/>
                  <a:pt x="21372" y="32099"/>
                  <a:pt x="17616" y="34013"/>
                </a:cubicBezTo>
                <a:cubicBezTo>
                  <a:pt x="13861" y="35927"/>
                  <a:pt x="10668" y="38629"/>
                  <a:pt x="8037" y="42122"/>
                </a:cubicBezTo>
                <a:cubicBezTo>
                  <a:pt x="5406" y="45614"/>
                  <a:pt x="3408" y="49800"/>
                  <a:pt x="2045" y="54679"/>
                </a:cubicBezTo>
                <a:cubicBezTo>
                  <a:pt x="682" y="59559"/>
                  <a:pt x="0" y="64940"/>
                  <a:pt x="0" y="70825"/>
                </a:cubicBezTo>
                <a:moveTo>
                  <a:pt x="19949" y="72331"/>
                </a:moveTo>
                <a:lnTo>
                  <a:pt x="19949" y="70825"/>
                </a:lnTo>
                <a:cubicBezTo>
                  <a:pt x="19949" y="67572"/>
                  <a:pt x="20236" y="64522"/>
                  <a:pt x="20810" y="61676"/>
                </a:cubicBezTo>
                <a:cubicBezTo>
                  <a:pt x="21384" y="58829"/>
                  <a:pt x="22293" y="56330"/>
                  <a:pt x="23536" y="54177"/>
                </a:cubicBezTo>
                <a:cubicBezTo>
                  <a:pt x="24780" y="52072"/>
                  <a:pt x="26395" y="50410"/>
                  <a:pt x="28380" y="49190"/>
                </a:cubicBezTo>
                <a:cubicBezTo>
                  <a:pt x="30365" y="47970"/>
                  <a:pt x="32769" y="47360"/>
                  <a:pt x="35592" y="47360"/>
                </a:cubicBezTo>
                <a:cubicBezTo>
                  <a:pt x="38988" y="47360"/>
                  <a:pt x="41811" y="48089"/>
                  <a:pt x="44059" y="49549"/>
                </a:cubicBezTo>
                <a:cubicBezTo>
                  <a:pt x="46307" y="51008"/>
                  <a:pt x="48101" y="53053"/>
                  <a:pt x="49441" y="55684"/>
                </a:cubicBezTo>
                <a:lnTo>
                  <a:pt x="49441" y="87114"/>
                </a:lnTo>
                <a:cubicBezTo>
                  <a:pt x="48101" y="89697"/>
                  <a:pt x="46296" y="91730"/>
                  <a:pt x="44023" y="93213"/>
                </a:cubicBezTo>
                <a:cubicBezTo>
                  <a:pt x="41751" y="94696"/>
                  <a:pt x="38893" y="95437"/>
                  <a:pt x="35448" y="95437"/>
                </a:cubicBezTo>
                <a:cubicBezTo>
                  <a:pt x="32626" y="95437"/>
                  <a:pt x="30234" y="94839"/>
                  <a:pt x="28272" y="93643"/>
                </a:cubicBezTo>
                <a:cubicBezTo>
                  <a:pt x="26311" y="92447"/>
                  <a:pt x="24708" y="90797"/>
                  <a:pt x="23465" y="88692"/>
                </a:cubicBezTo>
                <a:cubicBezTo>
                  <a:pt x="22221" y="86635"/>
                  <a:pt x="21324" y="84207"/>
                  <a:pt x="20774" y="81409"/>
                </a:cubicBezTo>
                <a:cubicBezTo>
                  <a:pt x="20224" y="78610"/>
                  <a:pt x="19949" y="75584"/>
                  <a:pt x="19949" y="72331"/>
                </a:cubicBezTo>
                <a:close/>
                <a:moveTo>
                  <a:pt x="127929" y="111655"/>
                </a:moveTo>
                <a:cubicBezTo>
                  <a:pt x="135440" y="111655"/>
                  <a:pt x="141946" y="110195"/>
                  <a:pt x="147447" y="107277"/>
                </a:cubicBezTo>
                <a:cubicBezTo>
                  <a:pt x="152949" y="104359"/>
                  <a:pt x="156967" y="101106"/>
                  <a:pt x="159503" y="97518"/>
                </a:cubicBezTo>
                <a:lnTo>
                  <a:pt x="149528" y="86755"/>
                </a:lnTo>
                <a:cubicBezTo>
                  <a:pt x="147232" y="89721"/>
                  <a:pt x="144242" y="91945"/>
                  <a:pt x="140559" y="93428"/>
                </a:cubicBezTo>
                <a:cubicBezTo>
                  <a:pt x="136875" y="94911"/>
                  <a:pt x="133072" y="95653"/>
                  <a:pt x="129149" y="95653"/>
                </a:cubicBezTo>
                <a:cubicBezTo>
                  <a:pt x="126374" y="95653"/>
                  <a:pt x="123815" y="95222"/>
                  <a:pt x="121471" y="94361"/>
                </a:cubicBezTo>
                <a:cubicBezTo>
                  <a:pt x="119127" y="93500"/>
                  <a:pt x="117046" y="92280"/>
                  <a:pt x="115228" y="90701"/>
                </a:cubicBezTo>
                <a:cubicBezTo>
                  <a:pt x="113458" y="89171"/>
                  <a:pt x="112047" y="87460"/>
                  <a:pt x="110994" y="85571"/>
                </a:cubicBezTo>
                <a:cubicBezTo>
                  <a:pt x="109942" y="83681"/>
                  <a:pt x="109081" y="81182"/>
                  <a:pt x="108411" y="78072"/>
                </a:cubicBezTo>
                <a:lnTo>
                  <a:pt x="108411" y="77857"/>
                </a:lnTo>
                <a:lnTo>
                  <a:pt x="161081" y="77857"/>
                </a:lnTo>
                <a:lnTo>
                  <a:pt x="161081" y="69389"/>
                </a:lnTo>
                <a:cubicBezTo>
                  <a:pt x="161081" y="63697"/>
                  <a:pt x="160292" y="58494"/>
                  <a:pt x="158713" y="53782"/>
                </a:cubicBezTo>
                <a:cubicBezTo>
                  <a:pt x="157135" y="49070"/>
                  <a:pt x="154838" y="45040"/>
                  <a:pt x="151824" y="41691"/>
                </a:cubicBezTo>
                <a:cubicBezTo>
                  <a:pt x="148763" y="38342"/>
                  <a:pt x="145043" y="35747"/>
                  <a:pt x="140666" y="33905"/>
                </a:cubicBezTo>
                <a:cubicBezTo>
                  <a:pt x="136289" y="32064"/>
                  <a:pt x="131302" y="31143"/>
                  <a:pt x="125705" y="31143"/>
                </a:cubicBezTo>
                <a:cubicBezTo>
                  <a:pt x="120299" y="31143"/>
                  <a:pt x="115300" y="32123"/>
                  <a:pt x="110707" y="34085"/>
                </a:cubicBezTo>
                <a:cubicBezTo>
                  <a:pt x="106115" y="36046"/>
                  <a:pt x="102144" y="38797"/>
                  <a:pt x="98796" y="42337"/>
                </a:cubicBezTo>
                <a:cubicBezTo>
                  <a:pt x="95447" y="45877"/>
                  <a:pt x="92840" y="50099"/>
                  <a:pt x="90974" y="55002"/>
                </a:cubicBezTo>
                <a:cubicBezTo>
                  <a:pt x="89108" y="59905"/>
                  <a:pt x="88176" y="65323"/>
                  <a:pt x="88176" y="71255"/>
                </a:cubicBezTo>
                <a:lnTo>
                  <a:pt x="88176" y="74125"/>
                </a:lnTo>
                <a:cubicBezTo>
                  <a:pt x="88176" y="79340"/>
                  <a:pt x="89120" y="84231"/>
                  <a:pt x="91010" y="88800"/>
                </a:cubicBezTo>
                <a:cubicBezTo>
                  <a:pt x="92900" y="93368"/>
                  <a:pt x="95591" y="97327"/>
                  <a:pt x="99083" y="100676"/>
                </a:cubicBezTo>
                <a:cubicBezTo>
                  <a:pt x="102575" y="104072"/>
                  <a:pt x="106761" y="106751"/>
                  <a:pt x="111640" y="108713"/>
                </a:cubicBezTo>
                <a:cubicBezTo>
                  <a:pt x="116520" y="110674"/>
                  <a:pt x="121949" y="111655"/>
                  <a:pt x="127929" y="111655"/>
                </a:cubicBezTo>
                <a:moveTo>
                  <a:pt x="125561" y="47288"/>
                </a:moveTo>
                <a:cubicBezTo>
                  <a:pt x="128097" y="47288"/>
                  <a:pt x="130333" y="47683"/>
                  <a:pt x="132271" y="48472"/>
                </a:cubicBezTo>
                <a:cubicBezTo>
                  <a:pt x="134208" y="49261"/>
                  <a:pt x="135846" y="50326"/>
                  <a:pt x="137186" y="51665"/>
                </a:cubicBezTo>
                <a:cubicBezTo>
                  <a:pt x="138525" y="53053"/>
                  <a:pt x="139578" y="54679"/>
                  <a:pt x="140343" y="56545"/>
                </a:cubicBezTo>
                <a:cubicBezTo>
                  <a:pt x="141109" y="58411"/>
                  <a:pt x="141491" y="60396"/>
                  <a:pt x="141491" y="62501"/>
                </a:cubicBezTo>
                <a:lnTo>
                  <a:pt x="141491" y="64079"/>
                </a:lnTo>
                <a:lnTo>
                  <a:pt x="108770" y="64079"/>
                </a:lnTo>
                <a:cubicBezTo>
                  <a:pt x="109248" y="61544"/>
                  <a:pt x="109966" y="59248"/>
                  <a:pt x="110923" y="57191"/>
                </a:cubicBezTo>
                <a:cubicBezTo>
                  <a:pt x="111879" y="55134"/>
                  <a:pt x="113075" y="53364"/>
                  <a:pt x="114511" y="51881"/>
                </a:cubicBezTo>
                <a:cubicBezTo>
                  <a:pt x="115898" y="50398"/>
                  <a:pt x="117524" y="49261"/>
                  <a:pt x="119390" y="48472"/>
                </a:cubicBezTo>
                <a:cubicBezTo>
                  <a:pt x="121256" y="47683"/>
                  <a:pt x="123313" y="47288"/>
                  <a:pt x="125561" y="47288"/>
                </a:cubicBezTo>
                <a:close/>
                <a:moveTo>
                  <a:pt x="228519" y="88907"/>
                </a:moveTo>
                <a:cubicBezTo>
                  <a:pt x="228519" y="90103"/>
                  <a:pt x="228220" y="91204"/>
                  <a:pt x="227622" y="92208"/>
                </a:cubicBezTo>
                <a:cubicBezTo>
                  <a:pt x="227024" y="93213"/>
                  <a:pt x="226127" y="94098"/>
                  <a:pt x="224931" y="94863"/>
                </a:cubicBezTo>
                <a:cubicBezTo>
                  <a:pt x="223687" y="95629"/>
                  <a:pt x="222096" y="96239"/>
                  <a:pt x="220159" y="96693"/>
                </a:cubicBezTo>
                <a:cubicBezTo>
                  <a:pt x="218221" y="97148"/>
                  <a:pt x="215961" y="97375"/>
                  <a:pt x="213378" y="97375"/>
                </a:cubicBezTo>
                <a:cubicBezTo>
                  <a:pt x="211225" y="97375"/>
                  <a:pt x="209132" y="97160"/>
                  <a:pt x="207099" y="96729"/>
                </a:cubicBezTo>
                <a:cubicBezTo>
                  <a:pt x="205066" y="96298"/>
                  <a:pt x="203260" y="95605"/>
                  <a:pt x="201681" y="94648"/>
                </a:cubicBezTo>
                <a:cubicBezTo>
                  <a:pt x="200103" y="93739"/>
                  <a:pt x="198811" y="92531"/>
                  <a:pt x="197806" y="91024"/>
                </a:cubicBezTo>
                <a:cubicBezTo>
                  <a:pt x="196802" y="89517"/>
                  <a:pt x="196228" y="87712"/>
                  <a:pt x="196084" y="85607"/>
                </a:cubicBezTo>
                <a:lnTo>
                  <a:pt x="177069" y="85607"/>
                </a:lnTo>
                <a:cubicBezTo>
                  <a:pt x="177069" y="88764"/>
                  <a:pt x="177846" y="91909"/>
                  <a:pt x="179401" y="95043"/>
                </a:cubicBezTo>
                <a:cubicBezTo>
                  <a:pt x="180955" y="98176"/>
                  <a:pt x="183240" y="100963"/>
                  <a:pt x="186253" y="103402"/>
                </a:cubicBezTo>
                <a:cubicBezTo>
                  <a:pt x="189267" y="105890"/>
                  <a:pt x="193011" y="107899"/>
                  <a:pt x="197483" y="109430"/>
                </a:cubicBezTo>
                <a:cubicBezTo>
                  <a:pt x="201956" y="110961"/>
                  <a:pt x="207111" y="111726"/>
                  <a:pt x="212947" y="111726"/>
                </a:cubicBezTo>
                <a:cubicBezTo>
                  <a:pt x="218257" y="111726"/>
                  <a:pt x="223065" y="111140"/>
                  <a:pt x="227370" y="109968"/>
                </a:cubicBezTo>
                <a:cubicBezTo>
                  <a:pt x="231676" y="108796"/>
                  <a:pt x="235359" y="107158"/>
                  <a:pt x="238421" y="105053"/>
                </a:cubicBezTo>
                <a:cubicBezTo>
                  <a:pt x="241435" y="102948"/>
                  <a:pt x="243767" y="100448"/>
                  <a:pt x="245417" y="97554"/>
                </a:cubicBezTo>
                <a:cubicBezTo>
                  <a:pt x="247068" y="94660"/>
                  <a:pt x="247893" y="91491"/>
                  <a:pt x="247893" y="88046"/>
                </a:cubicBezTo>
                <a:cubicBezTo>
                  <a:pt x="247893" y="84315"/>
                  <a:pt x="247068" y="81098"/>
                  <a:pt x="245417" y="78395"/>
                </a:cubicBezTo>
                <a:cubicBezTo>
                  <a:pt x="243767" y="75692"/>
                  <a:pt x="241483" y="73384"/>
                  <a:pt x="238565" y="71470"/>
                </a:cubicBezTo>
                <a:cubicBezTo>
                  <a:pt x="235646" y="69605"/>
                  <a:pt x="232178" y="68074"/>
                  <a:pt x="228160" y="66878"/>
                </a:cubicBezTo>
                <a:cubicBezTo>
                  <a:pt x="224141" y="65682"/>
                  <a:pt x="219788" y="64701"/>
                  <a:pt x="215100" y="63936"/>
                </a:cubicBezTo>
                <a:cubicBezTo>
                  <a:pt x="211847" y="63457"/>
                  <a:pt x="209168" y="62895"/>
                  <a:pt x="207063" y="62250"/>
                </a:cubicBezTo>
                <a:cubicBezTo>
                  <a:pt x="204958" y="61604"/>
                  <a:pt x="203308" y="60874"/>
                  <a:pt x="202112" y="60061"/>
                </a:cubicBezTo>
                <a:cubicBezTo>
                  <a:pt x="200868" y="59296"/>
                  <a:pt x="200007" y="58423"/>
                  <a:pt x="199529" y="57442"/>
                </a:cubicBezTo>
                <a:cubicBezTo>
                  <a:pt x="199050" y="56461"/>
                  <a:pt x="198811" y="55397"/>
                  <a:pt x="198811" y="54249"/>
                </a:cubicBezTo>
                <a:cubicBezTo>
                  <a:pt x="198811" y="53101"/>
                  <a:pt x="199086" y="52012"/>
                  <a:pt x="199636" y="50984"/>
                </a:cubicBezTo>
                <a:cubicBezTo>
                  <a:pt x="200186" y="49955"/>
                  <a:pt x="200988" y="49058"/>
                  <a:pt x="202040" y="48293"/>
                </a:cubicBezTo>
                <a:cubicBezTo>
                  <a:pt x="203188" y="47432"/>
                  <a:pt x="204671" y="46762"/>
                  <a:pt x="206489" y="46284"/>
                </a:cubicBezTo>
                <a:cubicBezTo>
                  <a:pt x="208307" y="45805"/>
                  <a:pt x="210436" y="45566"/>
                  <a:pt x="212875" y="45566"/>
                </a:cubicBezTo>
                <a:cubicBezTo>
                  <a:pt x="215746" y="45566"/>
                  <a:pt x="218197" y="45925"/>
                  <a:pt x="220231" y="46642"/>
                </a:cubicBezTo>
                <a:cubicBezTo>
                  <a:pt x="222264" y="47360"/>
                  <a:pt x="223878" y="48317"/>
                  <a:pt x="225074" y="49513"/>
                </a:cubicBezTo>
                <a:cubicBezTo>
                  <a:pt x="225935" y="50422"/>
                  <a:pt x="226581" y="51438"/>
                  <a:pt x="227012" y="52562"/>
                </a:cubicBezTo>
                <a:cubicBezTo>
                  <a:pt x="227442" y="53687"/>
                  <a:pt x="227657" y="54894"/>
                  <a:pt x="227657" y="56186"/>
                </a:cubicBezTo>
                <a:lnTo>
                  <a:pt x="247606" y="56186"/>
                </a:lnTo>
                <a:cubicBezTo>
                  <a:pt x="247606" y="52598"/>
                  <a:pt x="246817" y="49273"/>
                  <a:pt x="245238" y="46212"/>
                </a:cubicBezTo>
                <a:cubicBezTo>
                  <a:pt x="243659" y="43150"/>
                  <a:pt x="241387" y="40495"/>
                  <a:pt x="238421" y="38247"/>
                </a:cubicBezTo>
                <a:cubicBezTo>
                  <a:pt x="235407" y="36046"/>
                  <a:pt x="231748" y="34312"/>
                  <a:pt x="227442" y="33044"/>
                </a:cubicBezTo>
                <a:cubicBezTo>
                  <a:pt x="223137" y="31777"/>
                  <a:pt x="218281" y="31143"/>
                  <a:pt x="212875" y="31143"/>
                </a:cubicBezTo>
                <a:cubicBezTo>
                  <a:pt x="207709" y="31143"/>
                  <a:pt x="203069" y="31789"/>
                  <a:pt x="198955" y="33080"/>
                </a:cubicBezTo>
                <a:cubicBezTo>
                  <a:pt x="194840" y="34372"/>
                  <a:pt x="191348" y="36118"/>
                  <a:pt x="188478" y="38318"/>
                </a:cubicBezTo>
                <a:cubicBezTo>
                  <a:pt x="185608" y="40519"/>
                  <a:pt x="183407" y="43078"/>
                  <a:pt x="181876" y="45997"/>
                </a:cubicBezTo>
                <a:cubicBezTo>
                  <a:pt x="180345" y="48915"/>
                  <a:pt x="179580" y="51976"/>
                  <a:pt x="179580" y="55181"/>
                </a:cubicBezTo>
                <a:cubicBezTo>
                  <a:pt x="179580" y="58482"/>
                  <a:pt x="180333" y="61400"/>
                  <a:pt x="181840" y="63936"/>
                </a:cubicBezTo>
                <a:cubicBezTo>
                  <a:pt x="183347" y="66471"/>
                  <a:pt x="185440" y="68696"/>
                  <a:pt x="188119" y="70609"/>
                </a:cubicBezTo>
                <a:cubicBezTo>
                  <a:pt x="190798" y="72571"/>
                  <a:pt x="194015" y="74233"/>
                  <a:pt x="197771" y="75596"/>
                </a:cubicBezTo>
                <a:cubicBezTo>
                  <a:pt x="201526" y="76960"/>
                  <a:pt x="205676" y="78096"/>
                  <a:pt x="210220" y="79005"/>
                </a:cubicBezTo>
                <a:cubicBezTo>
                  <a:pt x="213808" y="79675"/>
                  <a:pt x="216774" y="80344"/>
                  <a:pt x="219118" y="81014"/>
                </a:cubicBezTo>
                <a:cubicBezTo>
                  <a:pt x="221462" y="81684"/>
                  <a:pt x="223352" y="82401"/>
                  <a:pt x="224787" y="83167"/>
                </a:cubicBezTo>
                <a:cubicBezTo>
                  <a:pt x="226175" y="83980"/>
                  <a:pt x="227143" y="84841"/>
                  <a:pt x="227693" y="85750"/>
                </a:cubicBezTo>
                <a:cubicBezTo>
                  <a:pt x="228244" y="86659"/>
                  <a:pt x="228519" y="87712"/>
                  <a:pt x="228519" y="88907"/>
                </a:cubicBezTo>
                <a:close/>
                <a:moveTo>
                  <a:pt x="303204" y="13562"/>
                </a:moveTo>
                <a:lnTo>
                  <a:pt x="283255" y="13562"/>
                </a:lnTo>
                <a:lnTo>
                  <a:pt x="283255" y="32578"/>
                </a:lnTo>
                <a:lnTo>
                  <a:pt x="265531" y="32578"/>
                </a:lnTo>
                <a:lnTo>
                  <a:pt x="265531" y="47288"/>
                </a:lnTo>
                <a:lnTo>
                  <a:pt x="283255" y="47288"/>
                </a:lnTo>
                <a:lnTo>
                  <a:pt x="283255" y="82593"/>
                </a:lnTo>
                <a:cubicBezTo>
                  <a:pt x="283255" y="87712"/>
                  <a:pt x="283925" y="92101"/>
                  <a:pt x="285265" y="95760"/>
                </a:cubicBezTo>
                <a:cubicBezTo>
                  <a:pt x="286604" y="99420"/>
                  <a:pt x="288518" y="102422"/>
                  <a:pt x="291005" y="104766"/>
                </a:cubicBezTo>
                <a:cubicBezTo>
                  <a:pt x="293445" y="107158"/>
                  <a:pt x="296399" y="108916"/>
                  <a:pt x="299867" y="110040"/>
                </a:cubicBezTo>
                <a:cubicBezTo>
                  <a:pt x="303336" y="111164"/>
                  <a:pt x="307199" y="111726"/>
                  <a:pt x="311456" y="111726"/>
                </a:cubicBezTo>
                <a:cubicBezTo>
                  <a:pt x="313657" y="111726"/>
                  <a:pt x="315893" y="111619"/>
                  <a:pt x="318165" y="111403"/>
                </a:cubicBezTo>
                <a:cubicBezTo>
                  <a:pt x="320438" y="111188"/>
                  <a:pt x="322626" y="110889"/>
                  <a:pt x="324731" y="110506"/>
                </a:cubicBezTo>
                <a:cubicBezTo>
                  <a:pt x="326836" y="110124"/>
                  <a:pt x="328821" y="109633"/>
                  <a:pt x="330687" y="109035"/>
                </a:cubicBezTo>
                <a:cubicBezTo>
                  <a:pt x="332553" y="108437"/>
                  <a:pt x="334179" y="107732"/>
                  <a:pt x="335567" y="106919"/>
                </a:cubicBezTo>
                <a:lnTo>
                  <a:pt x="333629" y="93213"/>
                </a:lnTo>
                <a:cubicBezTo>
                  <a:pt x="332720" y="93452"/>
                  <a:pt x="331632" y="93691"/>
                  <a:pt x="330364" y="93930"/>
                </a:cubicBezTo>
                <a:cubicBezTo>
                  <a:pt x="329097" y="94170"/>
                  <a:pt x="327745" y="94385"/>
                  <a:pt x="326310" y="94576"/>
                </a:cubicBezTo>
                <a:cubicBezTo>
                  <a:pt x="324827" y="94815"/>
                  <a:pt x="323284" y="95007"/>
                  <a:pt x="321682" y="95150"/>
                </a:cubicBezTo>
                <a:cubicBezTo>
                  <a:pt x="320079" y="95294"/>
                  <a:pt x="318512" y="95366"/>
                  <a:pt x="316981" y="95366"/>
                </a:cubicBezTo>
                <a:cubicBezTo>
                  <a:pt x="314877" y="95366"/>
                  <a:pt x="312975" y="95126"/>
                  <a:pt x="311277" y="94648"/>
                </a:cubicBezTo>
                <a:cubicBezTo>
                  <a:pt x="309579" y="94170"/>
                  <a:pt x="308131" y="93356"/>
                  <a:pt x="306935" y="92208"/>
                </a:cubicBezTo>
                <a:cubicBezTo>
                  <a:pt x="305739" y="91108"/>
                  <a:pt x="304819" y="89613"/>
                  <a:pt x="304173" y="87723"/>
                </a:cubicBezTo>
                <a:cubicBezTo>
                  <a:pt x="303527" y="85834"/>
                  <a:pt x="303204" y="83478"/>
                  <a:pt x="303204" y="80655"/>
                </a:cubicBezTo>
                <a:lnTo>
                  <a:pt x="303204" y="47288"/>
                </a:lnTo>
                <a:lnTo>
                  <a:pt x="332194" y="47288"/>
                </a:lnTo>
                <a:lnTo>
                  <a:pt x="332194" y="32578"/>
                </a:lnTo>
                <a:lnTo>
                  <a:pt x="303204" y="32578"/>
                </a:lnTo>
                <a:lnTo>
                  <a:pt x="303204" y="13562"/>
                </a:lnTo>
                <a:close/>
                <a:moveTo>
                  <a:pt x="512061" y="58769"/>
                </a:moveTo>
                <a:lnTo>
                  <a:pt x="512061" y="42409"/>
                </a:lnTo>
                <a:lnTo>
                  <a:pt x="444179" y="42409"/>
                </a:lnTo>
                <a:lnTo>
                  <a:pt x="444179" y="58769"/>
                </a:lnTo>
                <a:lnTo>
                  <a:pt x="512061" y="58769"/>
                </a:lnTo>
                <a:moveTo>
                  <a:pt x="512061" y="89697"/>
                </a:moveTo>
                <a:lnTo>
                  <a:pt x="512061" y="73408"/>
                </a:lnTo>
                <a:lnTo>
                  <a:pt x="444179" y="73408"/>
                </a:lnTo>
                <a:lnTo>
                  <a:pt x="444179" y="89697"/>
                </a:lnTo>
                <a:lnTo>
                  <a:pt x="512061" y="89697"/>
                </a:lnTo>
                <a:close/>
                <a:moveTo>
                  <a:pt x="648371" y="46355"/>
                </a:moveTo>
                <a:lnTo>
                  <a:pt x="628423" y="69820"/>
                </a:lnTo>
                <a:lnTo>
                  <a:pt x="641267" y="78646"/>
                </a:lnTo>
                <a:lnTo>
                  <a:pt x="656408" y="52742"/>
                </a:lnTo>
                <a:lnTo>
                  <a:pt x="671549" y="79435"/>
                </a:lnTo>
                <a:lnTo>
                  <a:pt x="684322" y="70179"/>
                </a:lnTo>
                <a:lnTo>
                  <a:pt x="665091" y="47001"/>
                </a:lnTo>
                <a:lnTo>
                  <a:pt x="693650" y="40471"/>
                </a:lnTo>
                <a:lnTo>
                  <a:pt x="688914" y="25474"/>
                </a:lnTo>
                <a:lnTo>
                  <a:pt x="662221" y="37170"/>
                </a:lnTo>
                <a:lnTo>
                  <a:pt x="665019" y="5741"/>
                </a:lnTo>
                <a:lnTo>
                  <a:pt x="649304" y="5741"/>
                </a:lnTo>
                <a:lnTo>
                  <a:pt x="651887" y="36668"/>
                </a:lnTo>
                <a:lnTo>
                  <a:pt x="624978" y="24756"/>
                </a:lnTo>
                <a:lnTo>
                  <a:pt x="620242" y="39467"/>
                </a:lnTo>
                <a:lnTo>
                  <a:pt x="648371" y="46355"/>
                </a:ln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4C4E7-D46C-462B-AC14-8837D2F4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827" y="1544226"/>
            <a:ext cx="88163" cy="193759"/>
          </a:xfrm>
          <a:custGeom xmlns:a="http://schemas.openxmlformats.org/drawingml/2006/main">
            <a:pathLst>
              <a:path w="88163" h="193759">
                <a:moveTo>
                  <a:pt x="0" y="0"/>
                </a:moveTo>
                <a:lnTo>
                  <a:pt x="88163" y="0"/>
                </a:lnTo>
                <a:lnTo>
                  <a:pt x="88163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(">
            <a:extLst xmlns:a="http://schemas.openxmlformats.org/drawingml/2006/main">
              <a:ext uri="{FF2B5EF4-FFF2-40B4-BE49-F238E27FC236}">
                <a16:creationId xmlns:a16="http://schemas.microsoft.com/office/drawing/2014/main" id="{F376FE80-2980-48AB-B9E4-9C65612C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584" y="1581996"/>
            <a:ext cx="39610" cy="148968"/>
          </a:xfrm>
          <a:custGeom xmlns:a="http://schemas.openxmlformats.org/drawingml/2006/main">
            <a:pathLst>
              <a:path w="39610" h="148968">
                <a:moveTo>
                  <a:pt x="0" y="73695"/>
                </a:moveTo>
                <a:lnTo>
                  <a:pt x="0" y="75274"/>
                </a:lnTo>
                <a:cubicBezTo>
                  <a:pt x="0" y="82067"/>
                  <a:pt x="514" y="88429"/>
                  <a:pt x="1543" y="94361"/>
                </a:cubicBezTo>
                <a:cubicBezTo>
                  <a:pt x="2571" y="100293"/>
                  <a:pt x="3971" y="105770"/>
                  <a:pt x="5741" y="110793"/>
                </a:cubicBezTo>
                <a:cubicBezTo>
                  <a:pt x="7511" y="115864"/>
                  <a:pt x="9580" y="120481"/>
                  <a:pt x="11948" y="124643"/>
                </a:cubicBezTo>
                <a:cubicBezTo>
                  <a:pt x="14316" y="128805"/>
                  <a:pt x="16815" y="132464"/>
                  <a:pt x="19446" y="135622"/>
                </a:cubicBezTo>
                <a:cubicBezTo>
                  <a:pt x="22077" y="138827"/>
                  <a:pt x="24792" y="141554"/>
                  <a:pt x="27591" y="143802"/>
                </a:cubicBezTo>
                <a:cubicBezTo>
                  <a:pt x="30389" y="146050"/>
                  <a:pt x="33104" y="147772"/>
                  <a:pt x="35735" y="148968"/>
                </a:cubicBezTo>
                <a:lnTo>
                  <a:pt x="39610" y="138205"/>
                </a:lnTo>
                <a:cubicBezTo>
                  <a:pt x="37744" y="136770"/>
                  <a:pt x="35855" y="134976"/>
                  <a:pt x="33941" y="132823"/>
                </a:cubicBezTo>
                <a:cubicBezTo>
                  <a:pt x="32028" y="130670"/>
                  <a:pt x="30210" y="128135"/>
                  <a:pt x="28488" y="125217"/>
                </a:cubicBezTo>
                <a:cubicBezTo>
                  <a:pt x="26861" y="122538"/>
                  <a:pt x="25342" y="119404"/>
                  <a:pt x="23931" y="115817"/>
                </a:cubicBezTo>
                <a:cubicBezTo>
                  <a:pt x="22520" y="112229"/>
                  <a:pt x="21288" y="108330"/>
                  <a:pt x="20236" y="104120"/>
                </a:cubicBezTo>
                <a:cubicBezTo>
                  <a:pt x="19470" y="101106"/>
                  <a:pt x="18765" y="97064"/>
                  <a:pt x="18119" y="91993"/>
                </a:cubicBezTo>
                <a:cubicBezTo>
                  <a:pt x="17473" y="86922"/>
                  <a:pt x="17150" y="81397"/>
                  <a:pt x="17150" y="75417"/>
                </a:cubicBezTo>
                <a:lnTo>
                  <a:pt x="17150" y="73551"/>
                </a:lnTo>
                <a:cubicBezTo>
                  <a:pt x="17150" y="67476"/>
                  <a:pt x="17485" y="61855"/>
                  <a:pt x="18155" y="56688"/>
                </a:cubicBezTo>
                <a:cubicBezTo>
                  <a:pt x="18824" y="51522"/>
                  <a:pt x="19709" y="46810"/>
                  <a:pt x="20810" y="42552"/>
                </a:cubicBezTo>
                <a:cubicBezTo>
                  <a:pt x="22053" y="38151"/>
                  <a:pt x="23501" y="34085"/>
                  <a:pt x="25151" y="30353"/>
                </a:cubicBezTo>
                <a:cubicBezTo>
                  <a:pt x="26801" y="26622"/>
                  <a:pt x="28583" y="23393"/>
                  <a:pt x="30497" y="20666"/>
                </a:cubicBezTo>
                <a:cubicBezTo>
                  <a:pt x="31980" y="18561"/>
                  <a:pt x="33487" y="16696"/>
                  <a:pt x="35018" y="15069"/>
                </a:cubicBezTo>
                <a:cubicBezTo>
                  <a:pt x="36548" y="13443"/>
                  <a:pt x="38079" y="12055"/>
                  <a:pt x="39610" y="10907"/>
                </a:cubicBezTo>
                <a:lnTo>
                  <a:pt x="35735" y="0"/>
                </a:lnTo>
                <a:cubicBezTo>
                  <a:pt x="33104" y="1196"/>
                  <a:pt x="30389" y="2906"/>
                  <a:pt x="27591" y="5131"/>
                </a:cubicBezTo>
                <a:cubicBezTo>
                  <a:pt x="24792" y="7355"/>
                  <a:pt x="22077" y="10070"/>
                  <a:pt x="19446" y="13275"/>
                </a:cubicBezTo>
                <a:cubicBezTo>
                  <a:pt x="16815" y="16480"/>
                  <a:pt x="14316" y="20164"/>
                  <a:pt x="11948" y="24326"/>
                </a:cubicBezTo>
                <a:cubicBezTo>
                  <a:pt x="9580" y="28488"/>
                  <a:pt x="7511" y="33080"/>
                  <a:pt x="5741" y="38103"/>
                </a:cubicBezTo>
                <a:cubicBezTo>
                  <a:pt x="3971" y="43174"/>
                  <a:pt x="2571" y="48687"/>
                  <a:pt x="1543" y="54643"/>
                </a:cubicBezTo>
                <a:cubicBezTo>
                  <a:pt x="514" y="60599"/>
                  <a:pt x="0" y="66950"/>
                  <a:pt x="0" y="73695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E7C521-8D13-4DD5-9A1E-13B62968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991" y="1544226"/>
            <a:ext cx="352654" cy="193759"/>
          </a:xfrm>
          <a:custGeom xmlns:a="http://schemas.openxmlformats.org/drawingml/2006/main">
            <a:pathLst>
              <a:path w="352654" h="193759">
                <a:moveTo>
                  <a:pt x="0" y="0"/>
                </a:moveTo>
                <a:lnTo>
                  <a:pt x="352654" y="0"/>
                </a:lnTo>
                <a:lnTo>
                  <a:pt x="352654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void">
            <a:extLst xmlns:a="http://schemas.openxmlformats.org/drawingml/2006/main">
              <a:ext uri="{FF2B5EF4-FFF2-40B4-BE49-F238E27FC236}">
                <a16:creationId xmlns:a16="http://schemas.microsoft.com/office/drawing/2014/main" id="{73BBCDAF-D15D-4F8A-AEC9-375A643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157" y="1587952"/>
            <a:ext cx="336858" cy="111726"/>
          </a:xfrm>
          <a:custGeom xmlns:a="http://schemas.openxmlformats.org/drawingml/2006/main">
            <a:pathLst>
              <a:path w="336858" h="111726">
                <a:moveTo>
                  <a:pt x="29636" y="110219"/>
                </a:moveTo>
                <a:lnTo>
                  <a:pt x="48365" y="110219"/>
                </a:lnTo>
                <a:lnTo>
                  <a:pt x="77857" y="32578"/>
                </a:lnTo>
                <a:lnTo>
                  <a:pt x="57047" y="32578"/>
                </a:lnTo>
                <a:lnTo>
                  <a:pt x="40041" y="87329"/>
                </a:lnTo>
                <a:lnTo>
                  <a:pt x="38964" y="92782"/>
                </a:lnTo>
                <a:lnTo>
                  <a:pt x="37888" y="87329"/>
                </a:lnTo>
                <a:lnTo>
                  <a:pt x="20810" y="32578"/>
                </a:lnTo>
                <a:lnTo>
                  <a:pt x="0" y="32578"/>
                </a:lnTo>
                <a:lnTo>
                  <a:pt x="29636" y="110219"/>
                </a:lnTo>
                <a:close/>
                <a:moveTo>
                  <a:pt x="90400" y="70681"/>
                </a:moveTo>
                <a:lnTo>
                  <a:pt x="90400" y="72188"/>
                </a:lnTo>
                <a:cubicBezTo>
                  <a:pt x="90400" y="77881"/>
                  <a:pt x="91213" y="83131"/>
                  <a:pt x="92840" y="87939"/>
                </a:cubicBezTo>
                <a:cubicBezTo>
                  <a:pt x="94466" y="92746"/>
                  <a:pt x="96858" y="96920"/>
                  <a:pt x="100016" y="100460"/>
                </a:cubicBezTo>
                <a:cubicBezTo>
                  <a:pt x="103125" y="104000"/>
                  <a:pt x="106964" y="106763"/>
                  <a:pt x="111533" y="108748"/>
                </a:cubicBezTo>
                <a:cubicBezTo>
                  <a:pt x="116101" y="110734"/>
                  <a:pt x="121304" y="111726"/>
                  <a:pt x="127140" y="111726"/>
                </a:cubicBezTo>
                <a:cubicBezTo>
                  <a:pt x="132928" y="111726"/>
                  <a:pt x="138095" y="110734"/>
                  <a:pt x="142639" y="108748"/>
                </a:cubicBezTo>
                <a:cubicBezTo>
                  <a:pt x="147184" y="106763"/>
                  <a:pt x="151011" y="104000"/>
                  <a:pt x="154121" y="100460"/>
                </a:cubicBezTo>
                <a:cubicBezTo>
                  <a:pt x="157230" y="96920"/>
                  <a:pt x="159598" y="92746"/>
                  <a:pt x="161225" y="87939"/>
                </a:cubicBezTo>
                <a:cubicBezTo>
                  <a:pt x="162851" y="83131"/>
                  <a:pt x="163664" y="77881"/>
                  <a:pt x="163664" y="72188"/>
                </a:cubicBezTo>
                <a:lnTo>
                  <a:pt x="163664" y="70681"/>
                </a:lnTo>
                <a:cubicBezTo>
                  <a:pt x="163664" y="65036"/>
                  <a:pt x="162851" y="59810"/>
                  <a:pt x="161225" y="55002"/>
                </a:cubicBezTo>
                <a:cubicBezTo>
                  <a:pt x="159598" y="50194"/>
                  <a:pt x="157230" y="46020"/>
                  <a:pt x="154121" y="42480"/>
                </a:cubicBezTo>
                <a:cubicBezTo>
                  <a:pt x="150963" y="38940"/>
                  <a:pt x="147112" y="36166"/>
                  <a:pt x="142568" y="34157"/>
                </a:cubicBezTo>
                <a:cubicBezTo>
                  <a:pt x="138023" y="32147"/>
                  <a:pt x="132833" y="31143"/>
                  <a:pt x="126996" y="31143"/>
                </a:cubicBezTo>
                <a:cubicBezTo>
                  <a:pt x="121160" y="31143"/>
                  <a:pt x="115982" y="32147"/>
                  <a:pt x="111461" y="34157"/>
                </a:cubicBezTo>
                <a:cubicBezTo>
                  <a:pt x="106940" y="36166"/>
                  <a:pt x="103125" y="38940"/>
                  <a:pt x="100016" y="42480"/>
                </a:cubicBezTo>
                <a:cubicBezTo>
                  <a:pt x="96858" y="46020"/>
                  <a:pt x="94466" y="50194"/>
                  <a:pt x="92840" y="55002"/>
                </a:cubicBezTo>
                <a:cubicBezTo>
                  <a:pt x="91213" y="59810"/>
                  <a:pt x="90400" y="65036"/>
                  <a:pt x="90400" y="70681"/>
                </a:cubicBezTo>
                <a:moveTo>
                  <a:pt x="110349" y="72188"/>
                </a:moveTo>
                <a:lnTo>
                  <a:pt x="110349" y="70681"/>
                </a:lnTo>
                <a:cubicBezTo>
                  <a:pt x="110349" y="67524"/>
                  <a:pt x="110660" y="64534"/>
                  <a:pt x="111281" y="61711"/>
                </a:cubicBezTo>
                <a:cubicBezTo>
                  <a:pt x="111903" y="58889"/>
                  <a:pt x="112884" y="56401"/>
                  <a:pt x="114224" y="54249"/>
                </a:cubicBezTo>
                <a:cubicBezTo>
                  <a:pt x="115563" y="52096"/>
                  <a:pt x="117285" y="50398"/>
                  <a:pt x="119390" y="49154"/>
                </a:cubicBezTo>
                <a:cubicBezTo>
                  <a:pt x="121495" y="47910"/>
                  <a:pt x="124030" y="47288"/>
                  <a:pt x="126996" y="47288"/>
                </a:cubicBezTo>
                <a:cubicBezTo>
                  <a:pt x="130010" y="47288"/>
                  <a:pt x="132570" y="47910"/>
                  <a:pt x="134674" y="49154"/>
                </a:cubicBezTo>
                <a:cubicBezTo>
                  <a:pt x="136779" y="50398"/>
                  <a:pt x="138501" y="52096"/>
                  <a:pt x="139841" y="54249"/>
                </a:cubicBezTo>
                <a:cubicBezTo>
                  <a:pt x="141133" y="56401"/>
                  <a:pt x="142089" y="58889"/>
                  <a:pt x="142711" y="61711"/>
                </a:cubicBezTo>
                <a:cubicBezTo>
                  <a:pt x="143333" y="64534"/>
                  <a:pt x="143644" y="67524"/>
                  <a:pt x="143644" y="70681"/>
                </a:cubicBezTo>
                <a:lnTo>
                  <a:pt x="143644" y="72188"/>
                </a:lnTo>
                <a:cubicBezTo>
                  <a:pt x="143644" y="75441"/>
                  <a:pt x="143333" y="78491"/>
                  <a:pt x="142711" y="81337"/>
                </a:cubicBezTo>
                <a:cubicBezTo>
                  <a:pt x="142089" y="84183"/>
                  <a:pt x="141133" y="86659"/>
                  <a:pt x="139841" y="88764"/>
                </a:cubicBezTo>
                <a:cubicBezTo>
                  <a:pt x="138501" y="90917"/>
                  <a:pt x="136779" y="92615"/>
                  <a:pt x="134674" y="93859"/>
                </a:cubicBezTo>
                <a:cubicBezTo>
                  <a:pt x="132570" y="95103"/>
                  <a:pt x="130058" y="95724"/>
                  <a:pt x="127140" y="95724"/>
                </a:cubicBezTo>
                <a:cubicBezTo>
                  <a:pt x="124126" y="95724"/>
                  <a:pt x="121555" y="95103"/>
                  <a:pt x="119426" y="93859"/>
                </a:cubicBezTo>
                <a:cubicBezTo>
                  <a:pt x="117297" y="92615"/>
                  <a:pt x="115563" y="90917"/>
                  <a:pt x="114224" y="88764"/>
                </a:cubicBezTo>
                <a:cubicBezTo>
                  <a:pt x="112884" y="86659"/>
                  <a:pt x="111903" y="84183"/>
                  <a:pt x="111281" y="81337"/>
                </a:cubicBezTo>
                <a:cubicBezTo>
                  <a:pt x="110660" y="78491"/>
                  <a:pt x="110349" y="75441"/>
                  <a:pt x="110349" y="72188"/>
                </a:cubicBezTo>
                <a:close/>
                <a:moveTo>
                  <a:pt x="186612" y="32578"/>
                </a:moveTo>
                <a:lnTo>
                  <a:pt x="186612" y="48867"/>
                </a:lnTo>
                <a:lnTo>
                  <a:pt x="208714" y="48867"/>
                </a:lnTo>
                <a:lnTo>
                  <a:pt x="208714" y="94002"/>
                </a:lnTo>
                <a:lnTo>
                  <a:pt x="186612" y="94002"/>
                </a:lnTo>
                <a:lnTo>
                  <a:pt x="186612" y="110219"/>
                </a:lnTo>
                <a:lnTo>
                  <a:pt x="249902" y="110219"/>
                </a:lnTo>
                <a:lnTo>
                  <a:pt x="249902" y="94002"/>
                </a:lnTo>
                <a:lnTo>
                  <a:pt x="228877" y="94002"/>
                </a:lnTo>
                <a:lnTo>
                  <a:pt x="228877" y="32578"/>
                </a:lnTo>
                <a:lnTo>
                  <a:pt x="186612" y="32578"/>
                </a:lnTo>
                <a:moveTo>
                  <a:pt x="207278" y="12701"/>
                </a:moveTo>
                <a:cubicBezTo>
                  <a:pt x="207278" y="14232"/>
                  <a:pt x="207553" y="15655"/>
                  <a:pt x="208104" y="16971"/>
                </a:cubicBezTo>
                <a:cubicBezTo>
                  <a:pt x="208654" y="18286"/>
                  <a:pt x="209431" y="19398"/>
                  <a:pt x="210436" y="20307"/>
                </a:cubicBezTo>
                <a:cubicBezTo>
                  <a:pt x="211440" y="21264"/>
                  <a:pt x="212648" y="22006"/>
                  <a:pt x="214059" y="22532"/>
                </a:cubicBezTo>
                <a:cubicBezTo>
                  <a:pt x="215471" y="23058"/>
                  <a:pt x="217037" y="23321"/>
                  <a:pt x="218760" y="23321"/>
                </a:cubicBezTo>
                <a:cubicBezTo>
                  <a:pt x="222300" y="23321"/>
                  <a:pt x="225110" y="22329"/>
                  <a:pt x="227191" y="20343"/>
                </a:cubicBezTo>
                <a:cubicBezTo>
                  <a:pt x="229272" y="18358"/>
                  <a:pt x="230312" y="15811"/>
                  <a:pt x="230312" y="12701"/>
                </a:cubicBezTo>
                <a:cubicBezTo>
                  <a:pt x="230312" y="9592"/>
                  <a:pt x="229272" y="7044"/>
                  <a:pt x="227191" y="5059"/>
                </a:cubicBezTo>
                <a:cubicBezTo>
                  <a:pt x="225110" y="3074"/>
                  <a:pt x="222300" y="2081"/>
                  <a:pt x="218760" y="2081"/>
                </a:cubicBezTo>
                <a:cubicBezTo>
                  <a:pt x="217037" y="2081"/>
                  <a:pt x="215471" y="2344"/>
                  <a:pt x="214059" y="2870"/>
                </a:cubicBezTo>
                <a:cubicBezTo>
                  <a:pt x="212648" y="3397"/>
                  <a:pt x="211440" y="4114"/>
                  <a:pt x="210436" y="5023"/>
                </a:cubicBezTo>
                <a:cubicBezTo>
                  <a:pt x="209431" y="5980"/>
                  <a:pt x="208654" y="7116"/>
                  <a:pt x="208104" y="8431"/>
                </a:cubicBezTo>
                <a:cubicBezTo>
                  <a:pt x="207553" y="9747"/>
                  <a:pt x="207278" y="11170"/>
                  <a:pt x="207278" y="12701"/>
                </a:cubicBezTo>
                <a:close/>
                <a:moveTo>
                  <a:pt x="267397" y="70825"/>
                </a:moveTo>
                <a:lnTo>
                  <a:pt x="267397" y="72331"/>
                </a:lnTo>
                <a:cubicBezTo>
                  <a:pt x="267397" y="77976"/>
                  <a:pt x="268090" y="83203"/>
                  <a:pt x="269478" y="88010"/>
                </a:cubicBezTo>
                <a:cubicBezTo>
                  <a:pt x="270865" y="92818"/>
                  <a:pt x="272874" y="96968"/>
                  <a:pt x="275505" y="100460"/>
                </a:cubicBezTo>
                <a:cubicBezTo>
                  <a:pt x="278089" y="103953"/>
                  <a:pt x="281258" y="106691"/>
                  <a:pt x="285013" y="108677"/>
                </a:cubicBezTo>
                <a:cubicBezTo>
                  <a:pt x="288769" y="110662"/>
                  <a:pt x="293014" y="111655"/>
                  <a:pt x="297750" y="111655"/>
                </a:cubicBezTo>
                <a:cubicBezTo>
                  <a:pt x="302103" y="111655"/>
                  <a:pt x="305931" y="110817"/>
                  <a:pt x="309231" y="109143"/>
                </a:cubicBezTo>
                <a:cubicBezTo>
                  <a:pt x="312532" y="107469"/>
                  <a:pt x="315403" y="105125"/>
                  <a:pt x="317842" y="102111"/>
                </a:cubicBezTo>
                <a:lnTo>
                  <a:pt x="318847" y="110219"/>
                </a:lnTo>
                <a:lnTo>
                  <a:pt x="336858" y="110219"/>
                </a:lnTo>
                <a:lnTo>
                  <a:pt x="336858" y="0"/>
                </a:lnTo>
                <a:lnTo>
                  <a:pt x="316838" y="0"/>
                </a:lnTo>
                <a:lnTo>
                  <a:pt x="316838" y="39538"/>
                </a:lnTo>
                <a:cubicBezTo>
                  <a:pt x="314446" y="36859"/>
                  <a:pt x="311707" y="34790"/>
                  <a:pt x="308621" y="33331"/>
                </a:cubicBezTo>
                <a:cubicBezTo>
                  <a:pt x="305536" y="31872"/>
                  <a:pt x="301960" y="31143"/>
                  <a:pt x="297894" y="31143"/>
                </a:cubicBezTo>
                <a:cubicBezTo>
                  <a:pt x="293062" y="31143"/>
                  <a:pt x="288769" y="32099"/>
                  <a:pt x="285013" y="34013"/>
                </a:cubicBezTo>
                <a:cubicBezTo>
                  <a:pt x="281258" y="35927"/>
                  <a:pt x="278065" y="38629"/>
                  <a:pt x="275434" y="42122"/>
                </a:cubicBezTo>
                <a:cubicBezTo>
                  <a:pt x="272803" y="45614"/>
                  <a:pt x="270805" y="49800"/>
                  <a:pt x="269442" y="54679"/>
                </a:cubicBezTo>
                <a:cubicBezTo>
                  <a:pt x="268078" y="59559"/>
                  <a:pt x="267397" y="64940"/>
                  <a:pt x="267397" y="70825"/>
                </a:cubicBezTo>
                <a:moveTo>
                  <a:pt x="287345" y="72331"/>
                </a:moveTo>
                <a:lnTo>
                  <a:pt x="287345" y="70825"/>
                </a:lnTo>
                <a:cubicBezTo>
                  <a:pt x="287345" y="67572"/>
                  <a:pt x="287632" y="64522"/>
                  <a:pt x="288206" y="61676"/>
                </a:cubicBezTo>
                <a:cubicBezTo>
                  <a:pt x="288781" y="58829"/>
                  <a:pt x="289689" y="56330"/>
                  <a:pt x="290933" y="54177"/>
                </a:cubicBezTo>
                <a:cubicBezTo>
                  <a:pt x="292177" y="52072"/>
                  <a:pt x="293792" y="50410"/>
                  <a:pt x="295777" y="49190"/>
                </a:cubicBezTo>
                <a:cubicBezTo>
                  <a:pt x="297762" y="47970"/>
                  <a:pt x="300166" y="47360"/>
                  <a:pt x="302988" y="47360"/>
                </a:cubicBezTo>
                <a:cubicBezTo>
                  <a:pt x="306385" y="47360"/>
                  <a:pt x="309207" y="48089"/>
                  <a:pt x="311456" y="49549"/>
                </a:cubicBezTo>
                <a:cubicBezTo>
                  <a:pt x="313704" y="51008"/>
                  <a:pt x="315498" y="53053"/>
                  <a:pt x="316838" y="55684"/>
                </a:cubicBezTo>
                <a:lnTo>
                  <a:pt x="316838" y="87114"/>
                </a:lnTo>
                <a:cubicBezTo>
                  <a:pt x="315498" y="89697"/>
                  <a:pt x="313692" y="91730"/>
                  <a:pt x="311420" y="93213"/>
                </a:cubicBezTo>
                <a:cubicBezTo>
                  <a:pt x="309148" y="94696"/>
                  <a:pt x="306289" y="95437"/>
                  <a:pt x="302845" y="95437"/>
                </a:cubicBezTo>
                <a:cubicBezTo>
                  <a:pt x="300023" y="95437"/>
                  <a:pt x="297631" y="94839"/>
                  <a:pt x="295669" y="93643"/>
                </a:cubicBezTo>
                <a:cubicBezTo>
                  <a:pt x="293708" y="92447"/>
                  <a:pt x="292105" y="90797"/>
                  <a:pt x="290861" y="88692"/>
                </a:cubicBezTo>
                <a:cubicBezTo>
                  <a:pt x="289618" y="86635"/>
                  <a:pt x="288721" y="84207"/>
                  <a:pt x="288171" y="81409"/>
                </a:cubicBezTo>
                <a:cubicBezTo>
                  <a:pt x="287620" y="78610"/>
                  <a:pt x="287345" y="75584"/>
                  <a:pt x="287345" y="72331"/>
                </a:cubicBezTo>
                <a:close/>
              </a:path>
            </a:pathLst>
          </a:custGeom>
          <a:solidFill xmlns:a="http://schemas.openxmlformats.org/drawingml/2006/main">
            <a:srgbClr val="3F51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00243D-6A6A-474B-A70D-E4CC60F0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645" y="1544226"/>
            <a:ext cx="881634" cy="193759"/>
          </a:xfrm>
          <a:custGeom xmlns:a="http://schemas.openxmlformats.org/drawingml/2006/main">
            <a:pathLst>
              <a:path w="881634" h="193759">
                <a:moveTo>
                  <a:pt x="0" y="0"/>
                </a:moveTo>
                <a:lnTo>
                  <a:pt x="881634" y="0"/>
                </a:lnTo>
                <a:lnTo>
                  <a:pt x="881634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**)(a1+">
            <a:extLst xmlns:a="http://schemas.openxmlformats.org/drawingml/2006/main">
              <a:ext uri="{FF2B5EF4-FFF2-40B4-BE49-F238E27FC236}">
                <a16:creationId xmlns:a16="http://schemas.microsoft.com/office/drawing/2014/main" id="{33C63159-6B8B-4663-B587-75334665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871" y="1581996"/>
            <a:ext cx="684895" cy="148968"/>
          </a:xfrm>
          <a:custGeom xmlns:a="http://schemas.openxmlformats.org/drawingml/2006/main">
            <a:pathLst>
              <a:path w="684895" h="148968">
                <a:moveTo>
                  <a:pt x="28129" y="52311"/>
                </a:moveTo>
                <a:lnTo>
                  <a:pt x="8180" y="75776"/>
                </a:lnTo>
                <a:lnTo>
                  <a:pt x="21025" y="84602"/>
                </a:lnTo>
                <a:lnTo>
                  <a:pt x="36166" y="58698"/>
                </a:lnTo>
                <a:lnTo>
                  <a:pt x="51307" y="85391"/>
                </a:lnTo>
                <a:lnTo>
                  <a:pt x="64079" y="76135"/>
                </a:lnTo>
                <a:lnTo>
                  <a:pt x="44848" y="52957"/>
                </a:lnTo>
                <a:lnTo>
                  <a:pt x="73408" y="46427"/>
                </a:lnTo>
                <a:lnTo>
                  <a:pt x="68672" y="31430"/>
                </a:lnTo>
                <a:lnTo>
                  <a:pt x="41978" y="43126"/>
                </a:lnTo>
                <a:lnTo>
                  <a:pt x="44777" y="11696"/>
                </a:lnTo>
                <a:lnTo>
                  <a:pt x="29062" y="11696"/>
                </a:lnTo>
                <a:lnTo>
                  <a:pt x="31645" y="42624"/>
                </a:lnTo>
                <a:lnTo>
                  <a:pt x="4736" y="30712"/>
                </a:lnTo>
                <a:lnTo>
                  <a:pt x="0" y="45422"/>
                </a:lnTo>
                <a:lnTo>
                  <a:pt x="28129" y="52311"/>
                </a:lnTo>
                <a:close/>
                <a:moveTo>
                  <a:pt x="116304" y="52311"/>
                </a:moveTo>
                <a:lnTo>
                  <a:pt x="96356" y="75776"/>
                </a:lnTo>
                <a:lnTo>
                  <a:pt x="109200" y="84602"/>
                </a:lnTo>
                <a:lnTo>
                  <a:pt x="124341" y="58698"/>
                </a:lnTo>
                <a:lnTo>
                  <a:pt x="139482" y="85391"/>
                </a:lnTo>
                <a:lnTo>
                  <a:pt x="152255" y="76135"/>
                </a:lnTo>
                <a:lnTo>
                  <a:pt x="133024" y="52957"/>
                </a:lnTo>
                <a:lnTo>
                  <a:pt x="161583" y="46427"/>
                </a:lnTo>
                <a:lnTo>
                  <a:pt x="156847" y="31430"/>
                </a:lnTo>
                <a:lnTo>
                  <a:pt x="130153" y="43126"/>
                </a:lnTo>
                <a:lnTo>
                  <a:pt x="132952" y="11696"/>
                </a:lnTo>
                <a:lnTo>
                  <a:pt x="117237" y="11696"/>
                </a:lnTo>
                <a:lnTo>
                  <a:pt x="119820" y="42624"/>
                </a:lnTo>
                <a:lnTo>
                  <a:pt x="92911" y="30712"/>
                </a:lnTo>
                <a:lnTo>
                  <a:pt x="88175" y="45422"/>
                </a:lnTo>
                <a:lnTo>
                  <a:pt x="116304" y="52311"/>
                </a:lnTo>
                <a:close/>
                <a:moveTo>
                  <a:pt x="228518" y="75274"/>
                </a:moveTo>
                <a:lnTo>
                  <a:pt x="228518" y="73695"/>
                </a:lnTo>
                <a:cubicBezTo>
                  <a:pt x="228518" y="67141"/>
                  <a:pt x="227992" y="60934"/>
                  <a:pt x="226940" y="55074"/>
                </a:cubicBezTo>
                <a:cubicBezTo>
                  <a:pt x="225887" y="49214"/>
                  <a:pt x="224452" y="43748"/>
                  <a:pt x="222634" y="38677"/>
                </a:cubicBezTo>
                <a:cubicBezTo>
                  <a:pt x="220816" y="33606"/>
                  <a:pt x="218699" y="28978"/>
                  <a:pt x="216284" y="24792"/>
                </a:cubicBezTo>
                <a:cubicBezTo>
                  <a:pt x="213868" y="20606"/>
                  <a:pt x="211296" y="16863"/>
                  <a:pt x="208570" y="13562"/>
                </a:cubicBezTo>
                <a:cubicBezTo>
                  <a:pt x="205843" y="10309"/>
                  <a:pt x="203044" y="7535"/>
                  <a:pt x="200174" y="5238"/>
                </a:cubicBezTo>
                <a:cubicBezTo>
                  <a:pt x="197304" y="2942"/>
                  <a:pt x="194505" y="1196"/>
                  <a:pt x="191778" y="0"/>
                </a:cubicBezTo>
                <a:lnTo>
                  <a:pt x="187975" y="10692"/>
                </a:lnTo>
                <a:cubicBezTo>
                  <a:pt x="189410" y="11792"/>
                  <a:pt x="190858" y="13120"/>
                  <a:pt x="192317" y="14674"/>
                </a:cubicBezTo>
                <a:cubicBezTo>
                  <a:pt x="193776" y="16229"/>
                  <a:pt x="195199" y="17987"/>
                  <a:pt x="196586" y="19949"/>
                </a:cubicBezTo>
                <a:cubicBezTo>
                  <a:pt x="198643" y="22915"/>
                  <a:pt x="200593" y="26431"/>
                  <a:pt x="202434" y="30497"/>
                </a:cubicBezTo>
                <a:cubicBezTo>
                  <a:pt x="204276" y="34563"/>
                  <a:pt x="205843" y="39156"/>
                  <a:pt x="207135" y="44274"/>
                </a:cubicBezTo>
                <a:cubicBezTo>
                  <a:pt x="208139" y="48388"/>
                  <a:pt x="208940" y="52885"/>
                  <a:pt x="209538" y="57765"/>
                </a:cubicBezTo>
                <a:cubicBezTo>
                  <a:pt x="210136" y="62644"/>
                  <a:pt x="210435" y="67906"/>
                  <a:pt x="210435" y="73551"/>
                </a:cubicBezTo>
                <a:lnTo>
                  <a:pt x="210435" y="75417"/>
                </a:lnTo>
                <a:cubicBezTo>
                  <a:pt x="210435" y="81205"/>
                  <a:pt x="210136" y="86587"/>
                  <a:pt x="209538" y="91562"/>
                </a:cubicBezTo>
                <a:cubicBezTo>
                  <a:pt x="208940" y="96538"/>
                  <a:pt x="208139" y="101082"/>
                  <a:pt x="207135" y="105196"/>
                </a:cubicBezTo>
                <a:cubicBezTo>
                  <a:pt x="205939" y="109693"/>
                  <a:pt x="204563" y="113759"/>
                  <a:pt x="203009" y="117395"/>
                </a:cubicBezTo>
                <a:cubicBezTo>
                  <a:pt x="201454" y="121031"/>
                  <a:pt x="199744" y="124284"/>
                  <a:pt x="197878" y="127154"/>
                </a:cubicBezTo>
                <a:cubicBezTo>
                  <a:pt x="196299" y="129594"/>
                  <a:pt x="194673" y="131735"/>
                  <a:pt x="192998" y="133576"/>
                </a:cubicBezTo>
                <a:cubicBezTo>
                  <a:pt x="191324" y="135418"/>
                  <a:pt x="189650" y="136961"/>
                  <a:pt x="187975" y="138205"/>
                </a:cubicBezTo>
                <a:lnTo>
                  <a:pt x="191778" y="148968"/>
                </a:lnTo>
                <a:cubicBezTo>
                  <a:pt x="194505" y="147772"/>
                  <a:pt x="197304" y="146026"/>
                  <a:pt x="200174" y="143730"/>
                </a:cubicBezTo>
                <a:cubicBezTo>
                  <a:pt x="203044" y="141434"/>
                  <a:pt x="205843" y="138635"/>
                  <a:pt x="208570" y="135335"/>
                </a:cubicBezTo>
                <a:cubicBezTo>
                  <a:pt x="211296" y="132082"/>
                  <a:pt x="213868" y="128362"/>
                  <a:pt x="216284" y="124176"/>
                </a:cubicBezTo>
                <a:cubicBezTo>
                  <a:pt x="218699" y="119990"/>
                  <a:pt x="220816" y="115362"/>
                  <a:pt x="222634" y="110291"/>
                </a:cubicBezTo>
                <a:cubicBezTo>
                  <a:pt x="224452" y="105220"/>
                  <a:pt x="225887" y="99755"/>
                  <a:pt x="226940" y="93895"/>
                </a:cubicBezTo>
                <a:cubicBezTo>
                  <a:pt x="227992" y="88034"/>
                  <a:pt x="228518" y="81827"/>
                  <a:pt x="228518" y="75274"/>
                </a:cubicBezTo>
                <a:close/>
                <a:moveTo>
                  <a:pt x="278232" y="73695"/>
                </a:moveTo>
                <a:lnTo>
                  <a:pt x="278232" y="75274"/>
                </a:lnTo>
                <a:cubicBezTo>
                  <a:pt x="278232" y="82067"/>
                  <a:pt x="278746" y="88429"/>
                  <a:pt x="279775" y="94361"/>
                </a:cubicBezTo>
                <a:cubicBezTo>
                  <a:pt x="280803" y="100293"/>
                  <a:pt x="282202" y="105770"/>
                  <a:pt x="283972" y="110793"/>
                </a:cubicBezTo>
                <a:cubicBezTo>
                  <a:pt x="285742" y="115864"/>
                  <a:pt x="287811" y="120481"/>
                  <a:pt x="290179" y="124643"/>
                </a:cubicBezTo>
                <a:cubicBezTo>
                  <a:pt x="292547" y="128805"/>
                  <a:pt x="295047" y="132464"/>
                  <a:pt x="297678" y="135622"/>
                </a:cubicBezTo>
                <a:cubicBezTo>
                  <a:pt x="300309" y="138827"/>
                  <a:pt x="303024" y="141554"/>
                  <a:pt x="305823" y="143802"/>
                </a:cubicBezTo>
                <a:cubicBezTo>
                  <a:pt x="308621" y="146050"/>
                  <a:pt x="311336" y="147772"/>
                  <a:pt x="313967" y="148968"/>
                </a:cubicBezTo>
                <a:lnTo>
                  <a:pt x="317842" y="138205"/>
                </a:lnTo>
                <a:cubicBezTo>
                  <a:pt x="315976" y="136770"/>
                  <a:pt x="314087" y="134976"/>
                  <a:pt x="312173" y="132823"/>
                </a:cubicBezTo>
                <a:cubicBezTo>
                  <a:pt x="310260" y="130670"/>
                  <a:pt x="308442" y="128135"/>
                  <a:pt x="306720" y="125217"/>
                </a:cubicBezTo>
                <a:cubicBezTo>
                  <a:pt x="305093" y="122538"/>
                  <a:pt x="303574" y="119404"/>
                  <a:pt x="302163" y="115817"/>
                </a:cubicBezTo>
                <a:cubicBezTo>
                  <a:pt x="300752" y="112229"/>
                  <a:pt x="299520" y="108330"/>
                  <a:pt x="298467" y="104120"/>
                </a:cubicBezTo>
                <a:cubicBezTo>
                  <a:pt x="297702" y="101106"/>
                  <a:pt x="296996" y="97064"/>
                  <a:pt x="296351" y="91993"/>
                </a:cubicBezTo>
                <a:cubicBezTo>
                  <a:pt x="295705" y="86922"/>
                  <a:pt x="295382" y="81397"/>
                  <a:pt x="295382" y="75417"/>
                </a:cubicBezTo>
                <a:lnTo>
                  <a:pt x="295382" y="73551"/>
                </a:lnTo>
                <a:cubicBezTo>
                  <a:pt x="295382" y="67476"/>
                  <a:pt x="295717" y="61855"/>
                  <a:pt x="296387" y="56688"/>
                </a:cubicBezTo>
                <a:cubicBezTo>
                  <a:pt x="297056" y="51522"/>
                  <a:pt x="297941" y="46810"/>
                  <a:pt x="299042" y="42552"/>
                </a:cubicBezTo>
                <a:cubicBezTo>
                  <a:pt x="300285" y="38151"/>
                  <a:pt x="301732" y="34085"/>
                  <a:pt x="303383" y="30353"/>
                </a:cubicBezTo>
                <a:cubicBezTo>
                  <a:pt x="305033" y="26622"/>
                  <a:pt x="306815" y="23393"/>
                  <a:pt x="308729" y="20666"/>
                </a:cubicBezTo>
                <a:cubicBezTo>
                  <a:pt x="310212" y="18561"/>
                  <a:pt x="311719" y="16696"/>
                  <a:pt x="313250" y="15069"/>
                </a:cubicBezTo>
                <a:cubicBezTo>
                  <a:pt x="314780" y="13443"/>
                  <a:pt x="316311" y="12055"/>
                  <a:pt x="317842" y="10907"/>
                </a:cubicBezTo>
                <a:lnTo>
                  <a:pt x="313967" y="0"/>
                </a:lnTo>
                <a:cubicBezTo>
                  <a:pt x="311336" y="1196"/>
                  <a:pt x="308621" y="2906"/>
                  <a:pt x="305823" y="5131"/>
                </a:cubicBezTo>
                <a:cubicBezTo>
                  <a:pt x="303024" y="7355"/>
                  <a:pt x="300309" y="10070"/>
                  <a:pt x="297678" y="13275"/>
                </a:cubicBezTo>
                <a:cubicBezTo>
                  <a:pt x="295047" y="16480"/>
                  <a:pt x="292547" y="20164"/>
                  <a:pt x="290179" y="24326"/>
                </a:cubicBezTo>
                <a:cubicBezTo>
                  <a:pt x="287811" y="28488"/>
                  <a:pt x="285742" y="33080"/>
                  <a:pt x="283972" y="38103"/>
                </a:cubicBezTo>
                <a:cubicBezTo>
                  <a:pt x="282202" y="43174"/>
                  <a:pt x="280803" y="48687"/>
                  <a:pt x="279775" y="54643"/>
                </a:cubicBezTo>
                <a:cubicBezTo>
                  <a:pt x="278746" y="60599"/>
                  <a:pt x="278232" y="66950"/>
                  <a:pt x="278232" y="73695"/>
                </a:cubicBezTo>
                <a:close/>
                <a:moveTo>
                  <a:pt x="400277" y="116175"/>
                </a:moveTo>
                <a:lnTo>
                  <a:pt x="420512" y="116175"/>
                </a:lnTo>
                <a:lnTo>
                  <a:pt x="420512" y="114955"/>
                </a:lnTo>
                <a:cubicBezTo>
                  <a:pt x="419508" y="112994"/>
                  <a:pt x="418742" y="110650"/>
                  <a:pt x="418216" y="107923"/>
                </a:cubicBezTo>
                <a:cubicBezTo>
                  <a:pt x="417690" y="105196"/>
                  <a:pt x="417427" y="101752"/>
                  <a:pt x="417427" y="97590"/>
                </a:cubicBezTo>
                <a:lnTo>
                  <a:pt x="417427" y="64295"/>
                </a:lnTo>
                <a:cubicBezTo>
                  <a:pt x="417427" y="59798"/>
                  <a:pt x="416590" y="55839"/>
                  <a:pt x="414915" y="52419"/>
                </a:cubicBezTo>
                <a:cubicBezTo>
                  <a:pt x="413241" y="48998"/>
                  <a:pt x="410921" y="46164"/>
                  <a:pt x="407955" y="43916"/>
                </a:cubicBezTo>
                <a:cubicBezTo>
                  <a:pt x="404989" y="41667"/>
                  <a:pt x="401485" y="39969"/>
                  <a:pt x="397442" y="38821"/>
                </a:cubicBezTo>
                <a:cubicBezTo>
                  <a:pt x="393400" y="37673"/>
                  <a:pt x="389035" y="37099"/>
                  <a:pt x="384347" y="37099"/>
                </a:cubicBezTo>
                <a:cubicBezTo>
                  <a:pt x="379132" y="37099"/>
                  <a:pt x="374504" y="37756"/>
                  <a:pt x="370461" y="39072"/>
                </a:cubicBezTo>
                <a:cubicBezTo>
                  <a:pt x="366419" y="40387"/>
                  <a:pt x="363011" y="42169"/>
                  <a:pt x="360236" y="44418"/>
                </a:cubicBezTo>
                <a:cubicBezTo>
                  <a:pt x="357414" y="46666"/>
                  <a:pt x="355273" y="49273"/>
                  <a:pt x="353814" y="52239"/>
                </a:cubicBezTo>
                <a:cubicBezTo>
                  <a:pt x="352355" y="55205"/>
                  <a:pt x="351625" y="58339"/>
                  <a:pt x="351625" y="61640"/>
                </a:cubicBezTo>
                <a:lnTo>
                  <a:pt x="371574" y="61640"/>
                </a:lnTo>
                <a:cubicBezTo>
                  <a:pt x="371574" y="60252"/>
                  <a:pt x="371777" y="58985"/>
                  <a:pt x="372184" y="57836"/>
                </a:cubicBezTo>
                <a:cubicBezTo>
                  <a:pt x="372590" y="56688"/>
                  <a:pt x="373224" y="55708"/>
                  <a:pt x="374085" y="54894"/>
                </a:cubicBezTo>
                <a:cubicBezTo>
                  <a:pt x="375042" y="53986"/>
                  <a:pt x="376286" y="53280"/>
                  <a:pt x="377817" y="52778"/>
                </a:cubicBezTo>
                <a:cubicBezTo>
                  <a:pt x="379347" y="52275"/>
                  <a:pt x="381165" y="52024"/>
                  <a:pt x="383270" y="52024"/>
                </a:cubicBezTo>
                <a:cubicBezTo>
                  <a:pt x="385662" y="52024"/>
                  <a:pt x="387755" y="52323"/>
                  <a:pt x="389549" y="52921"/>
                </a:cubicBezTo>
                <a:cubicBezTo>
                  <a:pt x="391343" y="53519"/>
                  <a:pt x="392838" y="54368"/>
                  <a:pt x="394034" y="55468"/>
                </a:cubicBezTo>
                <a:cubicBezTo>
                  <a:pt x="395182" y="56521"/>
                  <a:pt x="396043" y="57777"/>
                  <a:pt x="396617" y="59236"/>
                </a:cubicBezTo>
                <a:cubicBezTo>
                  <a:pt x="397191" y="60695"/>
                  <a:pt x="397478" y="62333"/>
                  <a:pt x="397478" y="64151"/>
                </a:cubicBezTo>
                <a:lnTo>
                  <a:pt x="397478" y="68744"/>
                </a:lnTo>
                <a:lnTo>
                  <a:pt x="386356" y="68744"/>
                </a:lnTo>
                <a:cubicBezTo>
                  <a:pt x="380615" y="68744"/>
                  <a:pt x="375532" y="69258"/>
                  <a:pt x="371107" y="70286"/>
                </a:cubicBezTo>
                <a:cubicBezTo>
                  <a:pt x="366682" y="71315"/>
                  <a:pt x="362963" y="72810"/>
                  <a:pt x="359949" y="74771"/>
                </a:cubicBezTo>
                <a:cubicBezTo>
                  <a:pt x="356600" y="76924"/>
                  <a:pt x="354089" y="79663"/>
                  <a:pt x="352414" y="82987"/>
                </a:cubicBezTo>
                <a:cubicBezTo>
                  <a:pt x="350740" y="86312"/>
                  <a:pt x="349903" y="90127"/>
                  <a:pt x="349903" y="94433"/>
                </a:cubicBezTo>
                <a:cubicBezTo>
                  <a:pt x="349903" y="97781"/>
                  <a:pt x="350573" y="100879"/>
                  <a:pt x="351912" y="103725"/>
                </a:cubicBezTo>
                <a:cubicBezTo>
                  <a:pt x="353252" y="106572"/>
                  <a:pt x="355117" y="109023"/>
                  <a:pt x="357509" y="111081"/>
                </a:cubicBezTo>
                <a:cubicBezTo>
                  <a:pt x="359901" y="113138"/>
                  <a:pt x="362760" y="114740"/>
                  <a:pt x="366084" y="115888"/>
                </a:cubicBezTo>
                <a:cubicBezTo>
                  <a:pt x="369409" y="117036"/>
                  <a:pt x="373057" y="117610"/>
                  <a:pt x="377027" y="117610"/>
                </a:cubicBezTo>
                <a:cubicBezTo>
                  <a:pt x="379467" y="117610"/>
                  <a:pt x="381739" y="117383"/>
                  <a:pt x="383844" y="116929"/>
                </a:cubicBezTo>
                <a:cubicBezTo>
                  <a:pt x="385949" y="116474"/>
                  <a:pt x="387887" y="115840"/>
                  <a:pt x="389657" y="115027"/>
                </a:cubicBezTo>
                <a:cubicBezTo>
                  <a:pt x="391379" y="114262"/>
                  <a:pt x="392957" y="113353"/>
                  <a:pt x="394393" y="112300"/>
                </a:cubicBezTo>
                <a:cubicBezTo>
                  <a:pt x="395828" y="111248"/>
                  <a:pt x="397095" y="110124"/>
                  <a:pt x="398196" y="108928"/>
                </a:cubicBezTo>
                <a:cubicBezTo>
                  <a:pt x="398435" y="110315"/>
                  <a:pt x="398722" y="111631"/>
                  <a:pt x="399057" y="112874"/>
                </a:cubicBezTo>
                <a:cubicBezTo>
                  <a:pt x="399392" y="114118"/>
                  <a:pt x="399798" y="115219"/>
                  <a:pt x="400277" y="116175"/>
                </a:cubicBezTo>
                <a:moveTo>
                  <a:pt x="381261" y="102183"/>
                </a:moveTo>
                <a:cubicBezTo>
                  <a:pt x="379395" y="102183"/>
                  <a:pt x="377757" y="101955"/>
                  <a:pt x="376346" y="101501"/>
                </a:cubicBezTo>
                <a:cubicBezTo>
                  <a:pt x="374934" y="101046"/>
                  <a:pt x="373750" y="100436"/>
                  <a:pt x="372794" y="99671"/>
                </a:cubicBezTo>
                <a:cubicBezTo>
                  <a:pt x="371837" y="98858"/>
                  <a:pt x="371107" y="97865"/>
                  <a:pt x="370605" y="96693"/>
                </a:cubicBezTo>
                <a:cubicBezTo>
                  <a:pt x="370103" y="95521"/>
                  <a:pt x="369852" y="94241"/>
                  <a:pt x="369852" y="92854"/>
                </a:cubicBezTo>
                <a:cubicBezTo>
                  <a:pt x="369852" y="91084"/>
                  <a:pt x="370186" y="89446"/>
                  <a:pt x="370856" y="87939"/>
                </a:cubicBezTo>
                <a:cubicBezTo>
                  <a:pt x="371526" y="86432"/>
                  <a:pt x="372554" y="85128"/>
                  <a:pt x="373942" y="84028"/>
                </a:cubicBezTo>
                <a:cubicBezTo>
                  <a:pt x="375329" y="82976"/>
                  <a:pt x="377123" y="82150"/>
                  <a:pt x="379324" y="81552"/>
                </a:cubicBezTo>
                <a:cubicBezTo>
                  <a:pt x="381524" y="80954"/>
                  <a:pt x="384179" y="80655"/>
                  <a:pt x="387289" y="80655"/>
                </a:cubicBezTo>
                <a:lnTo>
                  <a:pt x="397478" y="80655"/>
                </a:lnTo>
                <a:lnTo>
                  <a:pt x="397478" y="94002"/>
                </a:lnTo>
                <a:cubicBezTo>
                  <a:pt x="396904" y="95007"/>
                  <a:pt x="396115" y="95999"/>
                  <a:pt x="395110" y="96980"/>
                </a:cubicBezTo>
                <a:cubicBezTo>
                  <a:pt x="394106" y="97961"/>
                  <a:pt x="392910" y="98834"/>
                  <a:pt x="391522" y="99599"/>
                </a:cubicBezTo>
                <a:cubicBezTo>
                  <a:pt x="390135" y="100365"/>
                  <a:pt x="388580" y="100987"/>
                  <a:pt x="386858" y="101465"/>
                </a:cubicBezTo>
                <a:cubicBezTo>
                  <a:pt x="385136" y="101943"/>
                  <a:pt x="383270" y="102183"/>
                  <a:pt x="381261" y="102183"/>
                </a:cubicBezTo>
                <a:close/>
                <a:moveTo>
                  <a:pt x="488811" y="116175"/>
                </a:moveTo>
                <a:lnTo>
                  <a:pt x="488811" y="11696"/>
                </a:lnTo>
                <a:lnTo>
                  <a:pt x="487735" y="11696"/>
                </a:lnTo>
                <a:lnTo>
                  <a:pt x="442240" y="28129"/>
                </a:lnTo>
                <a:lnTo>
                  <a:pt x="442240" y="45494"/>
                </a:lnTo>
                <a:lnTo>
                  <a:pt x="468647" y="36022"/>
                </a:lnTo>
                <a:lnTo>
                  <a:pt x="468647" y="116175"/>
                </a:lnTo>
                <a:lnTo>
                  <a:pt x="488811" y="116175"/>
                </a:lnTo>
                <a:close/>
                <a:moveTo>
                  <a:pt x="658632" y="57908"/>
                </a:moveTo>
                <a:lnTo>
                  <a:pt x="658632" y="29636"/>
                </a:lnTo>
                <a:lnTo>
                  <a:pt x="639616" y="29636"/>
                </a:lnTo>
                <a:lnTo>
                  <a:pt x="639616" y="57908"/>
                </a:lnTo>
                <a:lnTo>
                  <a:pt x="613281" y="57908"/>
                </a:lnTo>
                <a:lnTo>
                  <a:pt x="613281" y="76135"/>
                </a:lnTo>
                <a:lnTo>
                  <a:pt x="639616" y="76135"/>
                </a:lnTo>
                <a:lnTo>
                  <a:pt x="639616" y="105699"/>
                </a:lnTo>
                <a:lnTo>
                  <a:pt x="658632" y="105699"/>
                </a:lnTo>
                <a:lnTo>
                  <a:pt x="658632" y="76135"/>
                </a:lnTo>
                <a:lnTo>
                  <a:pt x="684895" y="76135"/>
                </a:lnTo>
                <a:lnTo>
                  <a:pt x="684895" y="57908"/>
                </a:lnTo>
                <a:lnTo>
                  <a:pt x="658632" y="57908"/>
                </a:ln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A79B91-871D-4AFA-B112-FDF6A11F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279" y="1544226"/>
            <a:ext cx="88163" cy="193759"/>
          </a:xfrm>
          <a:custGeom xmlns:a="http://schemas.openxmlformats.org/drawingml/2006/main">
            <a:pathLst>
              <a:path w="88163" h="193759">
                <a:moveTo>
                  <a:pt x="0" y="0"/>
                </a:moveTo>
                <a:lnTo>
                  <a:pt x="88163" y="0"/>
                </a:lnTo>
                <a:lnTo>
                  <a:pt x="88163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8">
            <a:extLst xmlns:a="http://schemas.openxmlformats.org/drawingml/2006/main">
              <a:ext uri="{FF2B5EF4-FFF2-40B4-BE49-F238E27FC236}">
                <a16:creationId xmlns:a16="http://schemas.microsoft.com/office/drawing/2014/main" id="{09294B64-D7BA-4983-BDBD-FB419FDC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100" y="1592258"/>
            <a:ext cx="70107" cy="107349"/>
          </a:xfrm>
          <a:custGeom xmlns:a="http://schemas.openxmlformats.org/drawingml/2006/main">
            <a:pathLst>
              <a:path w="70107" h="107349">
                <a:moveTo>
                  <a:pt x="67883" y="29205"/>
                </a:moveTo>
                <a:cubicBezTo>
                  <a:pt x="67883" y="24469"/>
                  <a:pt x="67057" y="20295"/>
                  <a:pt x="65407" y="16684"/>
                </a:cubicBezTo>
                <a:cubicBezTo>
                  <a:pt x="63756" y="13072"/>
                  <a:pt x="61472" y="10022"/>
                  <a:pt x="58554" y="7535"/>
                </a:cubicBezTo>
                <a:cubicBezTo>
                  <a:pt x="55588" y="5047"/>
                  <a:pt x="52096" y="3169"/>
                  <a:pt x="48077" y="1902"/>
                </a:cubicBezTo>
                <a:cubicBezTo>
                  <a:pt x="44059" y="634"/>
                  <a:pt x="39682" y="0"/>
                  <a:pt x="34946" y="0"/>
                </a:cubicBezTo>
                <a:cubicBezTo>
                  <a:pt x="30210" y="0"/>
                  <a:pt x="25845" y="634"/>
                  <a:pt x="21850" y="1902"/>
                </a:cubicBezTo>
                <a:cubicBezTo>
                  <a:pt x="17856" y="3169"/>
                  <a:pt x="14423" y="5047"/>
                  <a:pt x="11553" y="7535"/>
                </a:cubicBezTo>
                <a:cubicBezTo>
                  <a:pt x="8635" y="10022"/>
                  <a:pt x="6362" y="13072"/>
                  <a:pt x="4736" y="16684"/>
                </a:cubicBezTo>
                <a:cubicBezTo>
                  <a:pt x="3109" y="20295"/>
                  <a:pt x="2296" y="24469"/>
                  <a:pt x="2296" y="29205"/>
                </a:cubicBezTo>
                <a:cubicBezTo>
                  <a:pt x="2296" y="31789"/>
                  <a:pt x="2643" y="34252"/>
                  <a:pt x="3337" y="36596"/>
                </a:cubicBezTo>
                <a:cubicBezTo>
                  <a:pt x="4030" y="38940"/>
                  <a:pt x="5023" y="41093"/>
                  <a:pt x="6315" y="43054"/>
                </a:cubicBezTo>
                <a:cubicBezTo>
                  <a:pt x="7511" y="44920"/>
                  <a:pt x="8982" y="46618"/>
                  <a:pt x="10728" y="48149"/>
                </a:cubicBezTo>
                <a:cubicBezTo>
                  <a:pt x="12474" y="49680"/>
                  <a:pt x="14423" y="50996"/>
                  <a:pt x="16576" y="52096"/>
                </a:cubicBezTo>
                <a:cubicBezTo>
                  <a:pt x="14041" y="53292"/>
                  <a:pt x="11756" y="54739"/>
                  <a:pt x="9723" y="56437"/>
                </a:cubicBezTo>
                <a:cubicBezTo>
                  <a:pt x="7690" y="58135"/>
                  <a:pt x="5956" y="60037"/>
                  <a:pt x="4521" y="62142"/>
                </a:cubicBezTo>
                <a:cubicBezTo>
                  <a:pt x="3086" y="64295"/>
                  <a:pt x="1973" y="66651"/>
                  <a:pt x="1184" y="69210"/>
                </a:cubicBezTo>
                <a:cubicBezTo>
                  <a:pt x="395" y="71769"/>
                  <a:pt x="0" y="74484"/>
                  <a:pt x="0" y="77355"/>
                </a:cubicBezTo>
                <a:cubicBezTo>
                  <a:pt x="0" y="82282"/>
                  <a:pt x="897" y="86611"/>
                  <a:pt x="2691" y="90343"/>
                </a:cubicBezTo>
                <a:cubicBezTo>
                  <a:pt x="4485" y="94074"/>
                  <a:pt x="6960" y="97183"/>
                  <a:pt x="10118" y="99671"/>
                </a:cubicBezTo>
                <a:cubicBezTo>
                  <a:pt x="13275" y="102207"/>
                  <a:pt x="16995" y="104120"/>
                  <a:pt x="21276" y="105412"/>
                </a:cubicBezTo>
                <a:cubicBezTo>
                  <a:pt x="25558" y="106703"/>
                  <a:pt x="30186" y="107349"/>
                  <a:pt x="35161" y="107349"/>
                </a:cubicBezTo>
                <a:cubicBezTo>
                  <a:pt x="40088" y="107349"/>
                  <a:pt x="44681" y="106703"/>
                  <a:pt x="48939" y="105412"/>
                </a:cubicBezTo>
                <a:cubicBezTo>
                  <a:pt x="53196" y="104120"/>
                  <a:pt x="56904" y="102207"/>
                  <a:pt x="60061" y="99671"/>
                </a:cubicBezTo>
                <a:cubicBezTo>
                  <a:pt x="63170" y="97183"/>
                  <a:pt x="65622" y="94074"/>
                  <a:pt x="67416" y="90343"/>
                </a:cubicBezTo>
                <a:cubicBezTo>
                  <a:pt x="69210" y="86611"/>
                  <a:pt x="70107" y="82282"/>
                  <a:pt x="70107" y="77355"/>
                </a:cubicBezTo>
                <a:cubicBezTo>
                  <a:pt x="70107" y="73623"/>
                  <a:pt x="69461" y="70179"/>
                  <a:pt x="68170" y="67021"/>
                </a:cubicBezTo>
                <a:cubicBezTo>
                  <a:pt x="66878" y="63864"/>
                  <a:pt x="65084" y="61089"/>
                  <a:pt x="62788" y="58698"/>
                </a:cubicBezTo>
                <a:cubicBezTo>
                  <a:pt x="61544" y="57358"/>
                  <a:pt x="60133" y="56150"/>
                  <a:pt x="58554" y="55074"/>
                </a:cubicBezTo>
                <a:cubicBezTo>
                  <a:pt x="56975" y="53997"/>
                  <a:pt x="55301" y="53029"/>
                  <a:pt x="53531" y="52168"/>
                </a:cubicBezTo>
                <a:cubicBezTo>
                  <a:pt x="55492" y="51163"/>
                  <a:pt x="57274" y="49979"/>
                  <a:pt x="58877" y="48616"/>
                </a:cubicBezTo>
                <a:cubicBezTo>
                  <a:pt x="60480" y="47252"/>
                  <a:pt x="61879" y="45781"/>
                  <a:pt x="63075" y="44203"/>
                </a:cubicBezTo>
                <a:cubicBezTo>
                  <a:pt x="64606" y="42098"/>
                  <a:pt x="65790" y="39789"/>
                  <a:pt x="66627" y="37278"/>
                </a:cubicBezTo>
                <a:cubicBezTo>
                  <a:pt x="67464" y="34766"/>
                  <a:pt x="67883" y="32076"/>
                  <a:pt x="67883" y="29205"/>
                </a:cubicBezTo>
                <a:moveTo>
                  <a:pt x="50087" y="75991"/>
                </a:moveTo>
                <a:cubicBezTo>
                  <a:pt x="50087" y="78383"/>
                  <a:pt x="49716" y="80524"/>
                  <a:pt x="48974" y="82413"/>
                </a:cubicBezTo>
                <a:cubicBezTo>
                  <a:pt x="48233" y="84303"/>
                  <a:pt x="47216" y="85918"/>
                  <a:pt x="45925" y="87257"/>
                </a:cubicBezTo>
                <a:cubicBezTo>
                  <a:pt x="44585" y="88597"/>
                  <a:pt x="43007" y="89613"/>
                  <a:pt x="41189" y="90307"/>
                </a:cubicBezTo>
                <a:cubicBezTo>
                  <a:pt x="39371" y="91000"/>
                  <a:pt x="37362" y="91347"/>
                  <a:pt x="35161" y="91347"/>
                </a:cubicBezTo>
                <a:cubicBezTo>
                  <a:pt x="32913" y="91347"/>
                  <a:pt x="30880" y="91024"/>
                  <a:pt x="29062" y="90378"/>
                </a:cubicBezTo>
                <a:cubicBezTo>
                  <a:pt x="27244" y="89733"/>
                  <a:pt x="25689" y="88788"/>
                  <a:pt x="24398" y="87544"/>
                </a:cubicBezTo>
                <a:cubicBezTo>
                  <a:pt x="23010" y="86252"/>
                  <a:pt x="21934" y="84626"/>
                  <a:pt x="21168" y="82665"/>
                </a:cubicBezTo>
                <a:cubicBezTo>
                  <a:pt x="20403" y="80703"/>
                  <a:pt x="20020" y="78479"/>
                  <a:pt x="20020" y="75991"/>
                </a:cubicBezTo>
                <a:cubicBezTo>
                  <a:pt x="20020" y="73599"/>
                  <a:pt x="20379" y="71446"/>
                  <a:pt x="21097" y="69533"/>
                </a:cubicBezTo>
                <a:cubicBezTo>
                  <a:pt x="21814" y="67619"/>
                  <a:pt x="22819" y="65969"/>
                  <a:pt x="24110" y="64582"/>
                </a:cubicBezTo>
                <a:cubicBezTo>
                  <a:pt x="25402" y="63242"/>
                  <a:pt x="26969" y="62214"/>
                  <a:pt x="28811" y="61496"/>
                </a:cubicBezTo>
                <a:cubicBezTo>
                  <a:pt x="30652" y="60779"/>
                  <a:pt x="32721" y="60420"/>
                  <a:pt x="35018" y="60420"/>
                </a:cubicBezTo>
                <a:cubicBezTo>
                  <a:pt x="37314" y="60420"/>
                  <a:pt x="39383" y="60779"/>
                  <a:pt x="41225" y="61496"/>
                </a:cubicBezTo>
                <a:cubicBezTo>
                  <a:pt x="43066" y="62214"/>
                  <a:pt x="44657" y="63242"/>
                  <a:pt x="45997" y="64582"/>
                </a:cubicBezTo>
                <a:cubicBezTo>
                  <a:pt x="47288" y="65969"/>
                  <a:pt x="48293" y="67619"/>
                  <a:pt x="49010" y="69533"/>
                </a:cubicBezTo>
                <a:cubicBezTo>
                  <a:pt x="49728" y="71446"/>
                  <a:pt x="50087" y="73599"/>
                  <a:pt x="50087" y="75991"/>
                </a:cubicBezTo>
                <a:moveTo>
                  <a:pt x="48006" y="30138"/>
                </a:moveTo>
                <a:cubicBezTo>
                  <a:pt x="48006" y="32243"/>
                  <a:pt x="47707" y="34168"/>
                  <a:pt x="47109" y="35915"/>
                </a:cubicBezTo>
                <a:cubicBezTo>
                  <a:pt x="46511" y="37661"/>
                  <a:pt x="45662" y="39156"/>
                  <a:pt x="44561" y="40399"/>
                </a:cubicBezTo>
                <a:cubicBezTo>
                  <a:pt x="43461" y="41643"/>
                  <a:pt x="42122" y="42612"/>
                  <a:pt x="40543" y="43306"/>
                </a:cubicBezTo>
                <a:cubicBezTo>
                  <a:pt x="38964" y="43999"/>
                  <a:pt x="37170" y="44346"/>
                  <a:pt x="35161" y="44346"/>
                </a:cubicBezTo>
                <a:cubicBezTo>
                  <a:pt x="33152" y="44346"/>
                  <a:pt x="31346" y="43999"/>
                  <a:pt x="29743" y="43306"/>
                </a:cubicBezTo>
                <a:cubicBezTo>
                  <a:pt x="28141" y="42612"/>
                  <a:pt x="26789" y="41643"/>
                  <a:pt x="25689" y="40399"/>
                </a:cubicBezTo>
                <a:cubicBezTo>
                  <a:pt x="24541" y="39156"/>
                  <a:pt x="23680" y="37661"/>
                  <a:pt x="23106" y="35915"/>
                </a:cubicBezTo>
                <a:cubicBezTo>
                  <a:pt x="22532" y="34168"/>
                  <a:pt x="22245" y="32219"/>
                  <a:pt x="22245" y="30066"/>
                </a:cubicBezTo>
                <a:cubicBezTo>
                  <a:pt x="22245" y="27961"/>
                  <a:pt x="22520" y="26036"/>
                  <a:pt x="23070" y="24290"/>
                </a:cubicBezTo>
                <a:cubicBezTo>
                  <a:pt x="23620" y="22544"/>
                  <a:pt x="24445" y="21073"/>
                  <a:pt x="25546" y="19877"/>
                </a:cubicBezTo>
                <a:cubicBezTo>
                  <a:pt x="26598" y="18681"/>
                  <a:pt x="27914" y="17760"/>
                  <a:pt x="29492" y="17114"/>
                </a:cubicBezTo>
                <a:cubicBezTo>
                  <a:pt x="31071" y="16468"/>
                  <a:pt x="32889" y="16145"/>
                  <a:pt x="34946" y="16145"/>
                </a:cubicBezTo>
                <a:cubicBezTo>
                  <a:pt x="36955" y="16145"/>
                  <a:pt x="38761" y="16480"/>
                  <a:pt x="40364" y="17150"/>
                </a:cubicBezTo>
                <a:cubicBezTo>
                  <a:pt x="41966" y="17820"/>
                  <a:pt x="43341" y="18753"/>
                  <a:pt x="44490" y="19949"/>
                </a:cubicBezTo>
                <a:cubicBezTo>
                  <a:pt x="45590" y="21192"/>
                  <a:pt x="46451" y="22675"/>
                  <a:pt x="47073" y="24398"/>
                </a:cubicBezTo>
                <a:cubicBezTo>
                  <a:pt x="47695" y="26120"/>
                  <a:pt x="48006" y="28033"/>
                  <a:pt x="48006" y="30138"/>
                </a:cubicBezTo>
                <a:close/>
              </a:path>
            </a:pathLst>
          </a:custGeom>
          <a:solidFill xmlns:a="http://schemas.openxmlformats.org/drawingml/2006/main">
            <a:srgbClr val="C53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D46A35-B862-4E3E-8E02-273F9D53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2442" y="1544226"/>
            <a:ext cx="88163" cy="193759"/>
          </a:xfrm>
          <a:custGeom xmlns:a="http://schemas.openxmlformats.org/drawingml/2006/main">
            <a:pathLst>
              <a:path w="88163" h="193759">
                <a:moveTo>
                  <a:pt x="0" y="0"/>
                </a:moveTo>
                <a:lnTo>
                  <a:pt x="88163" y="0"/>
                </a:lnTo>
                <a:lnTo>
                  <a:pt x="88163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);">
            <a:extLst xmlns:a="http://schemas.openxmlformats.org/drawingml/2006/main">
              <a:ext uri="{FF2B5EF4-FFF2-40B4-BE49-F238E27FC236}">
                <a16:creationId xmlns:a16="http://schemas.microsoft.com/office/drawing/2014/main" id="{90EBF9D6-D8BB-4519-9585-B8294A44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118" y="1581996"/>
            <a:ext cx="127271" cy="148968"/>
          </a:xfrm>
          <a:custGeom xmlns:a="http://schemas.openxmlformats.org/drawingml/2006/main">
            <a:pathLst>
              <a:path w="127271" h="148968">
                <a:moveTo>
                  <a:pt x="40543" y="75274"/>
                </a:moveTo>
                <a:lnTo>
                  <a:pt x="40543" y="73695"/>
                </a:lnTo>
                <a:cubicBezTo>
                  <a:pt x="40543" y="67141"/>
                  <a:pt x="40017" y="60934"/>
                  <a:pt x="38964" y="55074"/>
                </a:cubicBezTo>
                <a:cubicBezTo>
                  <a:pt x="37912" y="49214"/>
                  <a:pt x="36477" y="43748"/>
                  <a:pt x="34659" y="38677"/>
                </a:cubicBezTo>
                <a:cubicBezTo>
                  <a:pt x="32841" y="33606"/>
                  <a:pt x="30724" y="28978"/>
                  <a:pt x="28308" y="24792"/>
                </a:cubicBezTo>
                <a:cubicBezTo>
                  <a:pt x="25892" y="20606"/>
                  <a:pt x="23321" y="16863"/>
                  <a:pt x="20594" y="13562"/>
                </a:cubicBezTo>
                <a:cubicBezTo>
                  <a:pt x="17868" y="10309"/>
                  <a:pt x="15069" y="7535"/>
                  <a:pt x="12199" y="5238"/>
                </a:cubicBezTo>
                <a:cubicBezTo>
                  <a:pt x="9328" y="2942"/>
                  <a:pt x="6530" y="1196"/>
                  <a:pt x="3803" y="0"/>
                </a:cubicBezTo>
                <a:lnTo>
                  <a:pt x="0" y="10692"/>
                </a:lnTo>
                <a:cubicBezTo>
                  <a:pt x="1435" y="11792"/>
                  <a:pt x="2882" y="13120"/>
                  <a:pt x="4341" y="14674"/>
                </a:cubicBezTo>
                <a:cubicBezTo>
                  <a:pt x="5800" y="16229"/>
                  <a:pt x="7224" y="17987"/>
                  <a:pt x="8611" y="19949"/>
                </a:cubicBezTo>
                <a:cubicBezTo>
                  <a:pt x="10668" y="22915"/>
                  <a:pt x="12617" y="26431"/>
                  <a:pt x="14459" y="30497"/>
                </a:cubicBezTo>
                <a:cubicBezTo>
                  <a:pt x="16301" y="34563"/>
                  <a:pt x="17868" y="39156"/>
                  <a:pt x="19159" y="44274"/>
                </a:cubicBezTo>
                <a:cubicBezTo>
                  <a:pt x="20164" y="48388"/>
                  <a:pt x="20965" y="52885"/>
                  <a:pt x="21563" y="57765"/>
                </a:cubicBezTo>
                <a:cubicBezTo>
                  <a:pt x="22161" y="62644"/>
                  <a:pt x="22460" y="67906"/>
                  <a:pt x="22460" y="73551"/>
                </a:cubicBezTo>
                <a:lnTo>
                  <a:pt x="22460" y="75417"/>
                </a:lnTo>
                <a:cubicBezTo>
                  <a:pt x="22460" y="81205"/>
                  <a:pt x="22161" y="86587"/>
                  <a:pt x="21563" y="91562"/>
                </a:cubicBezTo>
                <a:cubicBezTo>
                  <a:pt x="20965" y="96538"/>
                  <a:pt x="20164" y="101082"/>
                  <a:pt x="19159" y="105196"/>
                </a:cubicBezTo>
                <a:cubicBezTo>
                  <a:pt x="17963" y="109693"/>
                  <a:pt x="16588" y="113759"/>
                  <a:pt x="15033" y="117395"/>
                </a:cubicBezTo>
                <a:cubicBezTo>
                  <a:pt x="13478" y="121031"/>
                  <a:pt x="11768" y="124284"/>
                  <a:pt x="9903" y="127154"/>
                </a:cubicBezTo>
                <a:cubicBezTo>
                  <a:pt x="8324" y="129594"/>
                  <a:pt x="6697" y="131735"/>
                  <a:pt x="5023" y="133576"/>
                </a:cubicBezTo>
                <a:cubicBezTo>
                  <a:pt x="3349" y="135418"/>
                  <a:pt x="1674" y="136961"/>
                  <a:pt x="0" y="138205"/>
                </a:cubicBezTo>
                <a:lnTo>
                  <a:pt x="3803" y="148968"/>
                </a:lnTo>
                <a:cubicBezTo>
                  <a:pt x="6530" y="147772"/>
                  <a:pt x="9328" y="146026"/>
                  <a:pt x="12199" y="143730"/>
                </a:cubicBezTo>
                <a:cubicBezTo>
                  <a:pt x="15069" y="141434"/>
                  <a:pt x="17868" y="138635"/>
                  <a:pt x="20594" y="135335"/>
                </a:cubicBezTo>
                <a:cubicBezTo>
                  <a:pt x="23321" y="132082"/>
                  <a:pt x="25892" y="128362"/>
                  <a:pt x="28308" y="124176"/>
                </a:cubicBezTo>
                <a:cubicBezTo>
                  <a:pt x="30724" y="119990"/>
                  <a:pt x="32841" y="115362"/>
                  <a:pt x="34659" y="110291"/>
                </a:cubicBezTo>
                <a:cubicBezTo>
                  <a:pt x="36477" y="105220"/>
                  <a:pt x="37912" y="99755"/>
                  <a:pt x="38964" y="93895"/>
                </a:cubicBezTo>
                <a:cubicBezTo>
                  <a:pt x="40017" y="88034"/>
                  <a:pt x="40543" y="81827"/>
                  <a:pt x="40543" y="75274"/>
                </a:cubicBezTo>
                <a:close/>
                <a:moveTo>
                  <a:pt x="99572" y="45351"/>
                </a:moveTo>
                <a:cubicBezTo>
                  <a:pt x="99572" y="49034"/>
                  <a:pt x="100816" y="52120"/>
                  <a:pt x="103304" y="54607"/>
                </a:cubicBezTo>
                <a:cubicBezTo>
                  <a:pt x="105791" y="57095"/>
                  <a:pt x="109164" y="58339"/>
                  <a:pt x="113422" y="58339"/>
                </a:cubicBezTo>
                <a:cubicBezTo>
                  <a:pt x="117631" y="58339"/>
                  <a:pt x="120992" y="57107"/>
                  <a:pt x="123504" y="54643"/>
                </a:cubicBezTo>
                <a:cubicBezTo>
                  <a:pt x="126015" y="52180"/>
                  <a:pt x="127271" y="49082"/>
                  <a:pt x="127271" y="45351"/>
                </a:cubicBezTo>
                <a:cubicBezTo>
                  <a:pt x="127271" y="41619"/>
                  <a:pt x="126039" y="38486"/>
                  <a:pt x="123575" y="35950"/>
                </a:cubicBezTo>
                <a:cubicBezTo>
                  <a:pt x="121112" y="33415"/>
                  <a:pt x="117727" y="32147"/>
                  <a:pt x="113422" y="32147"/>
                </a:cubicBezTo>
                <a:cubicBezTo>
                  <a:pt x="109068" y="32147"/>
                  <a:pt x="105672" y="33427"/>
                  <a:pt x="103232" y="35986"/>
                </a:cubicBezTo>
                <a:cubicBezTo>
                  <a:pt x="100792" y="38546"/>
                  <a:pt x="99572" y="41667"/>
                  <a:pt x="99572" y="45351"/>
                </a:cubicBezTo>
                <a:moveTo>
                  <a:pt x="121889" y="114597"/>
                </a:moveTo>
                <a:lnTo>
                  <a:pt x="121961" y="98738"/>
                </a:lnTo>
                <a:lnTo>
                  <a:pt x="103232" y="98738"/>
                </a:lnTo>
                <a:lnTo>
                  <a:pt x="103232" y="115529"/>
                </a:lnTo>
                <a:cubicBezTo>
                  <a:pt x="103232" y="120792"/>
                  <a:pt x="102610" y="125300"/>
                  <a:pt x="101366" y="129056"/>
                </a:cubicBezTo>
                <a:cubicBezTo>
                  <a:pt x="100123" y="132811"/>
                  <a:pt x="98592" y="136411"/>
                  <a:pt x="96774" y="139855"/>
                </a:cubicBezTo>
                <a:lnTo>
                  <a:pt x="107322" y="145309"/>
                </a:lnTo>
                <a:cubicBezTo>
                  <a:pt x="111628" y="141482"/>
                  <a:pt x="115132" y="136770"/>
                  <a:pt x="117835" y="131173"/>
                </a:cubicBezTo>
                <a:cubicBezTo>
                  <a:pt x="120538" y="125576"/>
                  <a:pt x="121889" y="120050"/>
                  <a:pt x="121889" y="114597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v4=v3*a2;">
            <a:extLst xmlns:a="http://schemas.openxmlformats.org/drawingml/2006/main">
              <a:ext uri="{FF2B5EF4-FFF2-40B4-BE49-F238E27FC236}">
                <a16:creationId xmlns:a16="http://schemas.microsoft.com/office/drawing/2014/main" id="{20C882E0-7D55-468A-A5EC-00869190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710" y="1768609"/>
            <a:ext cx="1114723" cy="135047"/>
          </a:xfrm>
          <a:custGeom xmlns:a="http://schemas.openxmlformats.org/drawingml/2006/main">
            <a:pathLst>
              <a:path w="1114723" h="135047">
                <a:moveTo>
                  <a:pt x="29636" y="105914"/>
                </a:moveTo>
                <a:lnTo>
                  <a:pt x="48365" y="105914"/>
                </a:lnTo>
                <a:lnTo>
                  <a:pt x="77857" y="28272"/>
                </a:lnTo>
                <a:lnTo>
                  <a:pt x="57047" y="28272"/>
                </a:lnTo>
                <a:lnTo>
                  <a:pt x="40041" y="83023"/>
                </a:lnTo>
                <a:lnTo>
                  <a:pt x="38964" y="88477"/>
                </a:lnTo>
                <a:lnTo>
                  <a:pt x="37888" y="83023"/>
                </a:lnTo>
                <a:lnTo>
                  <a:pt x="20810" y="28272"/>
                </a:lnTo>
                <a:lnTo>
                  <a:pt x="0" y="28272"/>
                </a:lnTo>
                <a:lnTo>
                  <a:pt x="29636" y="105914"/>
                </a:lnTo>
                <a:close/>
                <a:moveTo>
                  <a:pt x="151394" y="67093"/>
                </a:moveTo>
                <a:lnTo>
                  <a:pt x="151394" y="1435"/>
                </a:lnTo>
                <a:lnTo>
                  <a:pt x="131158" y="1435"/>
                </a:lnTo>
                <a:lnTo>
                  <a:pt x="87243" y="70753"/>
                </a:lnTo>
                <a:lnTo>
                  <a:pt x="88032" y="83239"/>
                </a:lnTo>
                <a:lnTo>
                  <a:pt x="131445" y="83239"/>
                </a:lnTo>
                <a:lnTo>
                  <a:pt x="131445" y="105914"/>
                </a:lnTo>
                <a:lnTo>
                  <a:pt x="151394" y="105914"/>
                </a:lnTo>
                <a:lnTo>
                  <a:pt x="151394" y="83239"/>
                </a:lnTo>
                <a:lnTo>
                  <a:pt x="163521" y="83239"/>
                </a:lnTo>
                <a:lnTo>
                  <a:pt x="163521" y="67093"/>
                </a:lnTo>
                <a:lnTo>
                  <a:pt x="151394" y="67093"/>
                </a:lnTo>
                <a:moveTo>
                  <a:pt x="106833" y="67093"/>
                </a:moveTo>
                <a:lnTo>
                  <a:pt x="129508" y="31717"/>
                </a:lnTo>
                <a:lnTo>
                  <a:pt x="131445" y="28272"/>
                </a:lnTo>
                <a:lnTo>
                  <a:pt x="131445" y="67093"/>
                </a:lnTo>
                <a:lnTo>
                  <a:pt x="106833" y="67093"/>
                </a:lnTo>
                <a:close/>
                <a:moveTo>
                  <a:pt x="338580" y="54464"/>
                </a:moveTo>
                <a:lnTo>
                  <a:pt x="338580" y="38103"/>
                </a:lnTo>
                <a:lnTo>
                  <a:pt x="270698" y="38103"/>
                </a:lnTo>
                <a:lnTo>
                  <a:pt x="270698" y="54464"/>
                </a:lnTo>
                <a:lnTo>
                  <a:pt x="338580" y="54464"/>
                </a:lnTo>
                <a:moveTo>
                  <a:pt x="338580" y="85391"/>
                </a:moveTo>
                <a:lnTo>
                  <a:pt x="338580" y="69102"/>
                </a:lnTo>
                <a:lnTo>
                  <a:pt x="270698" y="69102"/>
                </a:lnTo>
                <a:lnTo>
                  <a:pt x="270698" y="85391"/>
                </a:lnTo>
                <a:lnTo>
                  <a:pt x="338580" y="85391"/>
                </a:lnTo>
                <a:close/>
                <a:moveTo>
                  <a:pt x="470514" y="105914"/>
                </a:moveTo>
                <a:lnTo>
                  <a:pt x="489242" y="105914"/>
                </a:lnTo>
                <a:lnTo>
                  <a:pt x="518735" y="28272"/>
                </a:lnTo>
                <a:lnTo>
                  <a:pt x="497925" y="28272"/>
                </a:lnTo>
                <a:lnTo>
                  <a:pt x="480918" y="83023"/>
                </a:lnTo>
                <a:lnTo>
                  <a:pt x="479842" y="88477"/>
                </a:lnTo>
                <a:lnTo>
                  <a:pt x="478766" y="83023"/>
                </a:lnTo>
                <a:lnTo>
                  <a:pt x="461687" y="28272"/>
                </a:lnTo>
                <a:lnTo>
                  <a:pt x="440878" y="28272"/>
                </a:lnTo>
                <a:lnTo>
                  <a:pt x="470514" y="105914"/>
                </a:lnTo>
                <a:close/>
                <a:moveTo>
                  <a:pt x="554097" y="44920"/>
                </a:moveTo>
                <a:lnTo>
                  <a:pt x="554097" y="60420"/>
                </a:lnTo>
                <a:lnTo>
                  <a:pt x="564932" y="60420"/>
                </a:lnTo>
                <a:cubicBezTo>
                  <a:pt x="567659" y="60420"/>
                  <a:pt x="570111" y="60731"/>
                  <a:pt x="572287" y="61353"/>
                </a:cubicBezTo>
                <a:cubicBezTo>
                  <a:pt x="574464" y="61974"/>
                  <a:pt x="576341" y="62931"/>
                  <a:pt x="577920" y="64223"/>
                </a:cubicBezTo>
                <a:cubicBezTo>
                  <a:pt x="579451" y="65515"/>
                  <a:pt x="580623" y="67165"/>
                  <a:pt x="581436" y="69174"/>
                </a:cubicBezTo>
                <a:cubicBezTo>
                  <a:pt x="582249" y="71183"/>
                  <a:pt x="582656" y="73599"/>
                  <a:pt x="582656" y="76422"/>
                </a:cubicBezTo>
                <a:cubicBezTo>
                  <a:pt x="582656" y="78670"/>
                  <a:pt x="582309" y="80703"/>
                  <a:pt x="581616" y="82521"/>
                </a:cubicBezTo>
                <a:cubicBezTo>
                  <a:pt x="580922" y="84339"/>
                  <a:pt x="579905" y="85870"/>
                  <a:pt x="578566" y="87114"/>
                </a:cubicBezTo>
                <a:cubicBezTo>
                  <a:pt x="577179" y="88501"/>
                  <a:pt x="575456" y="89553"/>
                  <a:pt x="573399" y="90271"/>
                </a:cubicBezTo>
                <a:cubicBezTo>
                  <a:pt x="571342" y="90988"/>
                  <a:pt x="569022" y="91347"/>
                  <a:pt x="566439" y="91347"/>
                </a:cubicBezTo>
                <a:cubicBezTo>
                  <a:pt x="564143" y="91347"/>
                  <a:pt x="562038" y="91000"/>
                  <a:pt x="560124" y="90307"/>
                </a:cubicBezTo>
                <a:cubicBezTo>
                  <a:pt x="558211" y="89613"/>
                  <a:pt x="556560" y="88644"/>
                  <a:pt x="555173" y="87401"/>
                </a:cubicBezTo>
                <a:cubicBezTo>
                  <a:pt x="553738" y="86205"/>
                  <a:pt x="552638" y="84757"/>
                  <a:pt x="551872" y="83059"/>
                </a:cubicBezTo>
                <a:cubicBezTo>
                  <a:pt x="551107" y="81361"/>
                  <a:pt x="550724" y="79507"/>
                  <a:pt x="550724" y="77498"/>
                </a:cubicBezTo>
                <a:lnTo>
                  <a:pt x="530775" y="77498"/>
                </a:lnTo>
                <a:cubicBezTo>
                  <a:pt x="530775" y="82569"/>
                  <a:pt x="531768" y="86970"/>
                  <a:pt x="533753" y="90701"/>
                </a:cubicBezTo>
                <a:cubicBezTo>
                  <a:pt x="535739" y="94433"/>
                  <a:pt x="538382" y="97518"/>
                  <a:pt x="541683" y="99958"/>
                </a:cubicBezTo>
                <a:cubicBezTo>
                  <a:pt x="544983" y="102446"/>
                  <a:pt x="548751" y="104299"/>
                  <a:pt x="552984" y="105519"/>
                </a:cubicBezTo>
                <a:cubicBezTo>
                  <a:pt x="557218" y="106739"/>
                  <a:pt x="561559" y="107349"/>
                  <a:pt x="566008" y="107349"/>
                </a:cubicBezTo>
                <a:cubicBezTo>
                  <a:pt x="571175" y="107349"/>
                  <a:pt x="575995" y="106667"/>
                  <a:pt x="580467" y="105304"/>
                </a:cubicBezTo>
                <a:cubicBezTo>
                  <a:pt x="584940" y="103941"/>
                  <a:pt x="588803" y="101943"/>
                  <a:pt x="592056" y="99312"/>
                </a:cubicBezTo>
                <a:cubicBezTo>
                  <a:pt x="595309" y="96729"/>
                  <a:pt x="597869" y="93524"/>
                  <a:pt x="599734" y="89697"/>
                </a:cubicBezTo>
                <a:cubicBezTo>
                  <a:pt x="601600" y="85870"/>
                  <a:pt x="602533" y="81516"/>
                  <a:pt x="602533" y="76637"/>
                </a:cubicBezTo>
                <a:cubicBezTo>
                  <a:pt x="602533" y="73862"/>
                  <a:pt x="602198" y="71231"/>
                  <a:pt x="601528" y="68744"/>
                </a:cubicBezTo>
                <a:cubicBezTo>
                  <a:pt x="600859" y="66256"/>
                  <a:pt x="599830" y="63960"/>
                  <a:pt x="598443" y="61855"/>
                </a:cubicBezTo>
                <a:cubicBezTo>
                  <a:pt x="597055" y="59798"/>
                  <a:pt x="595297" y="57956"/>
                  <a:pt x="593169" y="56330"/>
                </a:cubicBezTo>
                <a:cubicBezTo>
                  <a:pt x="591040" y="54703"/>
                  <a:pt x="588516" y="53364"/>
                  <a:pt x="585598" y="52311"/>
                </a:cubicBezTo>
                <a:cubicBezTo>
                  <a:pt x="588086" y="51115"/>
                  <a:pt x="590286" y="49692"/>
                  <a:pt x="592200" y="48042"/>
                </a:cubicBezTo>
                <a:cubicBezTo>
                  <a:pt x="594113" y="46391"/>
                  <a:pt x="595716" y="44585"/>
                  <a:pt x="597008" y="42624"/>
                </a:cubicBezTo>
                <a:cubicBezTo>
                  <a:pt x="598299" y="40663"/>
                  <a:pt x="599280" y="38594"/>
                  <a:pt x="599950" y="36417"/>
                </a:cubicBezTo>
                <a:cubicBezTo>
                  <a:pt x="600619" y="34240"/>
                  <a:pt x="600954" y="32028"/>
                  <a:pt x="600954" y="29779"/>
                </a:cubicBezTo>
                <a:cubicBezTo>
                  <a:pt x="600954" y="24900"/>
                  <a:pt x="600105" y="20606"/>
                  <a:pt x="598407" y="16899"/>
                </a:cubicBezTo>
                <a:cubicBezTo>
                  <a:pt x="596709" y="13191"/>
                  <a:pt x="594329" y="10070"/>
                  <a:pt x="591267" y="7535"/>
                </a:cubicBezTo>
                <a:cubicBezTo>
                  <a:pt x="588205" y="5047"/>
                  <a:pt x="584522" y="3169"/>
                  <a:pt x="580216" y="1902"/>
                </a:cubicBezTo>
                <a:cubicBezTo>
                  <a:pt x="575911" y="634"/>
                  <a:pt x="571175" y="0"/>
                  <a:pt x="566008" y="0"/>
                </a:cubicBezTo>
                <a:cubicBezTo>
                  <a:pt x="561225" y="0"/>
                  <a:pt x="556764" y="694"/>
                  <a:pt x="552626" y="2081"/>
                </a:cubicBezTo>
                <a:cubicBezTo>
                  <a:pt x="548488" y="3468"/>
                  <a:pt x="544888" y="5406"/>
                  <a:pt x="541826" y="7893"/>
                </a:cubicBezTo>
                <a:cubicBezTo>
                  <a:pt x="538764" y="10429"/>
                  <a:pt x="536361" y="13443"/>
                  <a:pt x="534614" y="16935"/>
                </a:cubicBezTo>
                <a:cubicBezTo>
                  <a:pt x="532868" y="20427"/>
                  <a:pt x="531995" y="24302"/>
                  <a:pt x="531995" y="28559"/>
                </a:cubicBezTo>
                <a:lnTo>
                  <a:pt x="551944" y="28559"/>
                </a:lnTo>
                <a:cubicBezTo>
                  <a:pt x="551944" y="26646"/>
                  <a:pt x="552327" y="24924"/>
                  <a:pt x="553092" y="23393"/>
                </a:cubicBezTo>
                <a:cubicBezTo>
                  <a:pt x="553857" y="21862"/>
                  <a:pt x="554910" y="20547"/>
                  <a:pt x="556249" y="19446"/>
                </a:cubicBezTo>
                <a:cubicBezTo>
                  <a:pt x="557541" y="18394"/>
                  <a:pt x="559060" y="17581"/>
                  <a:pt x="560806" y="17007"/>
                </a:cubicBezTo>
                <a:cubicBezTo>
                  <a:pt x="562552" y="16432"/>
                  <a:pt x="564430" y="16145"/>
                  <a:pt x="566439" y="16145"/>
                </a:cubicBezTo>
                <a:cubicBezTo>
                  <a:pt x="568879" y="16145"/>
                  <a:pt x="571019" y="16480"/>
                  <a:pt x="572861" y="17150"/>
                </a:cubicBezTo>
                <a:cubicBezTo>
                  <a:pt x="574703" y="17820"/>
                  <a:pt x="576222" y="18753"/>
                  <a:pt x="577418" y="19949"/>
                </a:cubicBezTo>
                <a:cubicBezTo>
                  <a:pt x="578614" y="21192"/>
                  <a:pt x="579511" y="22663"/>
                  <a:pt x="580109" y="24362"/>
                </a:cubicBezTo>
                <a:cubicBezTo>
                  <a:pt x="580707" y="26060"/>
                  <a:pt x="581006" y="27938"/>
                  <a:pt x="581006" y="29995"/>
                </a:cubicBezTo>
                <a:cubicBezTo>
                  <a:pt x="581006" y="32099"/>
                  <a:pt x="580707" y="34049"/>
                  <a:pt x="580109" y="35843"/>
                </a:cubicBezTo>
                <a:cubicBezTo>
                  <a:pt x="579511" y="37637"/>
                  <a:pt x="578614" y="39156"/>
                  <a:pt x="577418" y="40399"/>
                </a:cubicBezTo>
                <a:cubicBezTo>
                  <a:pt x="576126" y="41835"/>
                  <a:pt x="574440" y="42947"/>
                  <a:pt x="572359" y="43736"/>
                </a:cubicBezTo>
                <a:cubicBezTo>
                  <a:pt x="570278" y="44525"/>
                  <a:pt x="567802" y="44920"/>
                  <a:pt x="564932" y="44920"/>
                </a:cubicBezTo>
                <a:lnTo>
                  <a:pt x="554097" y="44920"/>
                </a:lnTo>
                <a:close/>
                <a:moveTo>
                  <a:pt x="739418" y="42050"/>
                </a:moveTo>
                <a:lnTo>
                  <a:pt x="719469" y="65515"/>
                </a:lnTo>
                <a:lnTo>
                  <a:pt x="732314" y="74341"/>
                </a:lnTo>
                <a:lnTo>
                  <a:pt x="747454" y="48436"/>
                </a:lnTo>
                <a:lnTo>
                  <a:pt x="762595" y="75130"/>
                </a:lnTo>
                <a:lnTo>
                  <a:pt x="775368" y="65873"/>
                </a:lnTo>
                <a:lnTo>
                  <a:pt x="756137" y="42696"/>
                </a:lnTo>
                <a:lnTo>
                  <a:pt x="784696" y="36166"/>
                </a:lnTo>
                <a:lnTo>
                  <a:pt x="779960" y="21168"/>
                </a:lnTo>
                <a:lnTo>
                  <a:pt x="753267" y="32865"/>
                </a:lnTo>
                <a:lnTo>
                  <a:pt x="756065" y="1435"/>
                </a:lnTo>
                <a:lnTo>
                  <a:pt x="740350" y="1435"/>
                </a:lnTo>
                <a:lnTo>
                  <a:pt x="742934" y="32363"/>
                </a:lnTo>
                <a:lnTo>
                  <a:pt x="716025" y="20451"/>
                </a:lnTo>
                <a:lnTo>
                  <a:pt x="711289" y="35161"/>
                </a:lnTo>
                <a:lnTo>
                  <a:pt x="739418" y="42050"/>
                </a:lnTo>
                <a:close/>
                <a:moveTo>
                  <a:pt x="935215" y="105914"/>
                </a:moveTo>
                <a:lnTo>
                  <a:pt x="955450" y="105914"/>
                </a:lnTo>
                <a:lnTo>
                  <a:pt x="955450" y="104694"/>
                </a:lnTo>
                <a:cubicBezTo>
                  <a:pt x="954446" y="102733"/>
                  <a:pt x="953680" y="100389"/>
                  <a:pt x="953154" y="97662"/>
                </a:cubicBezTo>
                <a:cubicBezTo>
                  <a:pt x="952628" y="94935"/>
                  <a:pt x="952365" y="91491"/>
                  <a:pt x="952365" y="87329"/>
                </a:cubicBezTo>
                <a:lnTo>
                  <a:pt x="952365" y="54033"/>
                </a:lnTo>
                <a:cubicBezTo>
                  <a:pt x="952365" y="49537"/>
                  <a:pt x="951528" y="45578"/>
                  <a:pt x="949853" y="42157"/>
                </a:cubicBezTo>
                <a:cubicBezTo>
                  <a:pt x="948179" y="38737"/>
                  <a:pt x="945859" y="35903"/>
                  <a:pt x="942893" y="33654"/>
                </a:cubicBezTo>
                <a:cubicBezTo>
                  <a:pt x="939927" y="31406"/>
                  <a:pt x="936423" y="29708"/>
                  <a:pt x="932380" y="28559"/>
                </a:cubicBezTo>
                <a:cubicBezTo>
                  <a:pt x="928338" y="27411"/>
                  <a:pt x="923973" y="26837"/>
                  <a:pt x="919285" y="26837"/>
                </a:cubicBezTo>
                <a:cubicBezTo>
                  <a:pt x="914070" y="26837"/>
                  <a:pt x="909442" y="27495"/>
                  <a:pt x="905399" y="28811"/>
                </a:cubicBezTo>
                <a:cubicBezTo>
                  <a:pt x="901357" y="30126"/>
                  <a:pt x="897949" y="31908"/>
                  <a:pt x="895174" y="34157"/>
                </a:cubicBezTo>
                <a:cubicBezTo>
                  <a:pt x="892352" y="36405"/>
                  <a:pt x="890211" y="39012"/>
                  <a:pt x="888752" y="41978"/>
                </a:cubicBezTo>
                <a:cubicBezTo>
                  <a:pt x="887293" y="44944"/>
                  <a:pt x="886563" y="48077"/>
                  <a:pt x="886563" y="51378"/>
                </a:cubicBezTo>
                <a:lnTo>
                  <a:pt x="906512" y="51378"/>
                </a:lnTo>
                <a:cubicBezTo>
                  <a:pt x="906512" y="49991"/>
                  <a:pt x="906715" y="48723"/>
                  <a:pt x="907122" y="47575"/>
                </a:cubicBezTo>
                <a:cubicBezTo>
                  <a:pt x="907528" y="46427"/>
                  <a:pt x="908162" y="45446"/>
                  <a:pt x="909023" y="44633"/>
                </a:cubicBezTo>
                <a:cubicBezTo>
                  <a:pt x="909980" y="43724"/>
                  <a:pt x="911224" y="43019"/>
                  <a:pt x="912755" y="42516"/>
                </a:cubicBezTo>
                <a:cubicBezTo>
                  <a:pt x="914285" y="42014"/>
                  <a:pt x="916103" y="41763"/>
                  <a:pt x="918208" y="41763"/>
                </a:cubicBezTo>
                <a:cubicBezTo>
                  <a:pt x="920600" y="41763"/>
                  <a:pt x="922693" y="42062"/>
                  <a:pt x="924487" y="42660"/>
                </a:cubicBezTo>
                <a:cubicBezTo>
                  <a:pt x="926281" y="43258"/>
                  <a:pt x="927776" y="44107"/>
                  <a:pt x="928972" y="45207"/>
                </a:cubicBezTo>
                <a:cubicBezTo>
                  <a:pt x="930120" y="46260"/>
                  <a:pt x="930981" y="47515"/>
                  <a:pt x="931555" y="48974"/>
                </a:cubicBezTo>
                <a:cubicBezTo>
                  <a:pt x="932129" y="50434"/>
                  <a:pt x="932416" y="52072"/>
                  <a:pt x="932416" y="53890"/>
                </a:cubicBezTo>
                <a:lnTo>
                  <a:pt x="932416" y="58482"/>
                </a:lnTo>
                <a:lnTo>
                  <a:pt x="921294" y="58482"/>
                </a:lnTo>
                <a:cubicBezTo>
                  <a:pt x="915553" y="58482"/>
                  <a:pt x="910470" y="58997"/>
                  <a:pt x="906045" y="60025"/>
                </a:cubicBezTo>
                <a:cubicBezTo>
                  <a:pt x="901620" y="61054"/>
                  <a:pt x="897901" y="62549"/>
                  <a:pt x="894887" y="64510"/>
                </a:cubicBezTo>
                <a:cubicBezTo>
                  <a:pt x="891538" y="66663"/>
                  <a:pt x="889027" y="69401"/>
                  <a:pt x="887352" y="72726"/>
                </a:cubicBezTo>
                <a:cubicBezTo>
                  <a:pt x="885678" y="76051"/>
                  <a:pt x="884841" y="79866"/>
                  <a:pt x="884841" y="84171"/>
                </a:cubicBezTo>
                <a:cubicBezTo>
                  <a:pt x="884841" y="87520"/>
                  <a:pt x="885511" y="90618"/>
                  <a:pt x="886850" y="93464"/>
                </a:cubicBezTo>
                <a:cubicBezTo>
                  <a:pt x="888190" y="96310"/>
                  <a:pt x="890055" y="98762"/>
                  <a:pt x="892447" y="100819"/>
                </a:cubicBezTo>
                <a:cubicBezTo>
                  <a:pt x="894839" y="102876"/>
                  <a:pt x="897697" y="104479"/>
                  <a:pt x="901022" y="105627"/>
                </a:cubicBezTo>
                <a:cubicBezTo>
                  <a:pt x="904347" y="106775"/>
                  <a:pt x="907995" y="107349"/>
                  <a:pt x="911965" y="107349"/>
                </a:cubicBezTo>
                <a:cubicBezTo>
                  <a:pt x="914405" y="107349"/>
                  <a:pt x="916677" y="107122"/>
                  <a:pt x="918782" y="106667"/>
                </a:cubicBezTo>
                <a:cubicBezTo>
                  <a:pt x="920887" y="106213"/>
                  <a:pt x="922825" y="105579"/>
                  <a:pt x="924595" y="104766"/>
                </a:cubicBezTo>
                <a:cubicBezTo>
                  <a:pt x="926317" y="104000"/>
                  <a:pt x="927895" y="103092"/>
                  <a:pt x="929331" y="102039"/>
                </a:cubicBezTo>
                <a:cubicBezTo>
                  <a:pt x="930766" y="100987"/>
                  <a:pt x="932033" y="99862"/>
                  <a:pt x="933134" y="98666"/>
                </a:cubicBezTo>
                <a:cubicBezTo>
                  <a:pt x="933373" y="100054"/>
                  <a:pt x="933660" y="101369"/>
                  <a:pt x="933995" y="102613"/>
                </a:cubicBezTo>
                <a:cubicBezTo>
                  <a:pt x="934330" y="103857"/>
                  <a:pt x="934736" y="104957"/>
                  <a:pt x="935215" y="105914"/>
                </a:cubicBezTo>
                <a:moveTo>
                  <a:pt x="916199" y="91921"/>
                </a:moveTo>
                <a:cubicBezTo>
                  <a:pt x="914333" y="91921"/>
                  <a:pt x="912695" y="91694"/>
                  <a:pt x="911284" y="91240"/>
                </a:cubicBezTo>
                <a:cubicBezTo>
                  <a:pt x="909872" y="90785"/>
                  <a:pt x="908688" y="90175"/>
                  <a:pt x="907732" y="89410"/>
                </a:cubicBezTo>
                <a:cubicBezTo>
                  <a:pt x="906775" y="88597"/>
                  <a:pt x="906045" y="87604"/>
                  <a:pt x="905543" y="86432"/>
                </a:cubicBezTo>
                <a:cubicBezTo>
                  <a:pt x="905041" y="85260"/>
                  <a:pt x="904790" y="83980"/>
                  <a:pt x="904790" y="82593"/>
                </a:cubicBezTo>
                <a:cubicBezTo>
                  <a:pt x="904790" y="80823"/>
                  <a:pt x="905124" y="79184"/>
                  <a:pt x="905794" y="77677"/>
                </a:cubicBezTo>
                <a:cubicBezTo>
                  <a:pt x="906464" y="76171"/>
                  <a:pt x="907492" y="74867"/>
                  <a:pt x="908880" y="73767"/>
                </a:cubicBezTo>
                <a:cubicBezTo>
                  <a:pt x="910267" y="72714"/>
                  <a:pt x="912061" y="71889"/>
                  <a:pt x="914261" y="71291"/>
                </a:cubicBezTo>
                <a:cubicBezTo>
                  <a:pt x="916462" y="70693"/>
                  <a:pt x="919117" y="70394"/>
                  <a:pt x="922227" y="70394"/>
                </a:cubicBezTo>
                <a:lnTo>
                  <a:pt x="932416" y="70394"/>
                </a:lnTo>
                <a:lnTo>
                  <a:pt x="932416" y="83741"/>
                </a:lnTo>
                <a:cubicBezTo>
                  <a:pt x="931842" y="84746"/>
                  <a:pt x="931053" y="85738"/>
                  <a:pt x="930048" y="86719"/>
                </a:cubicBezTo>
                <a:cubicBezTo>
                  <a:pt x="929044" y="87700"/>
                  <a:pt x="927848" y="88573"/>
                  <a:pt x="926460" y="89338"/>
                </a:cubicBezTo>
                <a:cubicBezTo>
                  <a:pt x="925073" y="90103"/>
                  <a:pt x="923518" y="90725"/>
                  <a:pt x="921796" y="91204"/>
                </a:cubicBezTo>
                <a:cubicBezTo>
                  <a:pt x="920074" y="91682"/>
                  <a:pt x="918208" y="91921"/>
                  <a:pt x="916199" y="91921"/>
                </a:cubicBezTo>
                <a:close/>
                <a:moveTo>
                  <a:pt x="1043195" y="105914"/>
                </a:moveTo>
                <a:lnTo>
                  <a:pt x="1043195" y="89912"/>
                </a:lnTo>
                <a:lnTo>
                  <a:pt x="997342" y="89912"/>
                </a:lnTo>
                <a:lnTo>
                  <a:pt x="1017004" y="69102"/>
                </a:lnTo>
                <a:cubicBezTo>
                  <a:pt x="1020400" y="65610"/>
                  <a:pt x="1023486" y="62273"/>
                  <a:pt x="1026261" y="59092"/>
                </a:cubicBezTo>
                <a:cubicBezTo>
                  <a:pt x="1029035" y="55911"/>
                  <a:pt x="1031427" y="52790"/>
                  <a:pt x="1033436" y="49728"/>
                </a:cubicBezTo>
                <a:cubicBezTo>
                  <a:pt x="1035398" y="46666"/>
                  <a:pt x="1036917" y="43569"/>
                  <a:pt x="1037993" y="40435"/>
                </a:cubicBezTo>
                <a:cubicBezTo>
                  <a:pt x="1039069" y="37302"/>
                  <a:pt x="1039607" y="34013"/>
                  <a:pt x="1039607" y="30569"/>
                </a:cubicBezTo>
                <a:cubicBezTo>
                  <a:pt x="1039607" y="26024"/>
                  <a:pt x="1038890" y="21874"/>
                  <a:pt x="1037455" y="18119"/>
                </a:cubicBezTo>
                <a:cubicBezTo>
                  <a:pt x="1036020" y="14363"/>
                  <a:pt x="1033939" y="11146"/>
                  <a:pt x="1031212" y="8467"/>
                </a:cubicBezTo>
                <a:cubicBezTo>
                  <a:pt x="1028437" y="5788"/>
                  <a:pt x="1025005" y="3707"/>
                  <a:pt x="1020915" y="2224"/>
                </a:cubicBezTo>
                <a:cubicBezTo>
                  <a:pt x="1016824" y="741"/>
                  <a:pt x="1012124" y="0"/>
                  <a:pt x="1006814" y="0"/>
                </a:cubicBezTo>
                <a:cubicBezTo>
                  <a:pt x="1001265" y="0"/>
                  <a:pt x="996206" y="897"/>
                  <a:pt x="991638" y="2691"/>
                </a:cubicBezTo>
                <a:cubicBezTo>
                  <a:pt x="987069" y="4485"/>
                  <a:pt x="983182" y="6937"/>
                  <a:pt x="979977" y="10046"/>
                </a:cubicBezTo>
                <a:cubicBezTo>
                  <a:pt x="976724" y="13156"/>
                  <a:pt x="974212" y="16779"/>
                  <a:pt x="972442" y="20917"/>
                </a:cubicBezTo>
                <a:cubicBezTo>
                  <a:pt x="970672" y="25055"/>
                  <a:pt x="969787" y="29444"/>
                  <a:pt x="969787" y="34085"/>
                </a:cubicBezTo>
                <a:lnTo>
                  <a:pt x="989808" y="34085"/>
                </a:lnTo>
                <a:cubicBezTo>
                  <a:pt x="989808" y="31262"/>
                  <a:pt x="990167" y="28751"/>
                  <a:pt x="990884" y="26550"/>
                </a:cubicBezTo>
                <a:cubicBezTo>
                  <a:pt x="991602" y="24350"/>
                  <a:pt x="992654" y="22508"/>
                  <a:pt x="994041" y="21025"/>
                </a:cubicBezTo>
                <a:cubicBezTo>
                  <a:pt x="995381" y="19590"/>
                  <a:pt x="997067" y="18501"/>
                  <a:pt x="999100" y="17760"/>
                </a:cubicBezTo>
                <a:cubicBezTo>
                  <a:pt x="1001133" y="17018"/>
                  <a:pt x="1003490" y="16648"/>
                  <a:pt x="1006168" y="16648"/>
                </a:cubicBezTo>
                <a:cubicBezTo>
                  <a:pt x="1008226" y="16648"/>
                  <a:pt x="1010103" y="16983"/>
                  <a:pt x="1011801" y="17652"/>
                </a:cubicBezTo>
                <a:cubicBezTo>
                  <a:pt x="1013500" y="18322"/>
                  <a:pt x="1014971" y="19279"/>
                  <a:pt x="1016215" y="20523"/>
                </a:cubicBezTo>
                <a:cubicBezTo>
                  <a:pt x="1017410" y="21814"/>
                  <a:pt x="1018343" y="23369"/>
                  <a:pt x="1019013" y="25187"/>
                </a:cubicBezTo>
                <a:cubicBezTo>
                  <a:pt x="1019683" y="27005"/>
                  <a:pt x="1020018" y="29086"/>
                  <a:pt x="1020018" y="31430"/>
                </a:cubicBezTo>
                <a:cubicBezTo>
                  <a:pt x="1020018" y="33008"/>
                  <a:pt x="1019767" y="34635"/>
                  <a:pt x="1019264" y="36309"/>
                </a:cubicBezTo>
                <a:cubicBezTo>
                  <a:pt x="1018762" y="37984"/>
                  <a:pt x="1017961" y="39778"/>
                  <a:pt x="1016860" y="41691"/>
                </a:cubicBezTo>
                <a:cubicBezTo>
                  <a:pt x="1015712" y="43652"/>
                  <a:pt x="1014229" y="45805"/>
                  <a:pt x="1012411" y="48149"/>
                </a:cubicBezTo>
                <a:cubicBezTo>
                  <a:pt x="1010594" y="50493"/>
                  <a:pt x="1008369" y="53100"/>
                  <a:pt x="1005738" y="55971"/>
                </a:cubicBezTo>
                <a:lnTo>
                  <a:pt x="971940" y="92280"/>
                </a:lnTo>
                <a:lnTo>
                  <a:pt x="971940" y="105914"/>
                </a:lnTo>
                <a:lnTo>
                  <a:pt x="1043195" y="105914"/>
                </a:lnTo>
                <a:close/>
                <a:moveTo>
                  <a:pt x="1087025" y="35089"/>
                </a:moveTo>
                <a:cubicBezTo>
                  <a:pt x="1087025" y="38773"/>
                  <a:pt x="1088269" y="41858"/>
                  <a:pt x="1090756" y="44346"/>
                </a:cubicBezTo>
                <a:cubicBezTo>
                  <a:pt x="1093244" y="46834"/>
                  <a:pt x="1096616" y="48077"/>
                  <a:pt x="1100874" y="48077"/>
                </a:cubicBezTo>
                <a:cubicBezTo>
                  <a:pt x="1105084" y="48077"/>
                  <a:pt x="1108444" y="46846"/>
                  <a:pt x="1110956" y="44382"/>
                </a:cubicBezTo>
                <a:cubicBezTo>
                  <a:pt x="1113467" y="41918"/>
                  <a:pt x="1114723" y="38821"/>
                  <a:pt x="1114723" y="35089"/>
                </a:cubicBezTo>
                <a:cubicBezTo>
                  <a:pt x="1114723" y="31358"/>
                  <a:pt x="1113491" y="28225"/>
                  <a:pt x="1111028" y="25689"/>
                </a:cubicBezTo>
                <a:cubicBezTo>
                  <a:pt x="1108564" y="23154"/>
                  <a:pt x="1105179" y="21886"/>
                  <a:pt x="1100874" y="21886"/>
                </a:cubicBezTo>
                <a:cubicBezTo>
                  <a:pt x="1096521" y="21886"/>
                  <a:pt x="1093124" y="23166"/>
                  <a:pt x="1090684" y="25725"/>
                </a:cubicBezTo>
                <a:cubicBezTo>
                  <a:pt x="1088245" y="28284"/>
                  <a:pt x="1087025" y="31406"/>
                  <a:pt x="1087025" y="35089"/>
                </a:cubicBezTo>
                <a:moveTo>
                  <a:pt x="1109341" y="104335"/>
                </a:moveTo>
                <a:lnTo>
                  <a:pt x="1109413" y="88477"/>
                </a:lnTo>
                <a:lnTo>
                  <a:pt x="1090684" y="88477"/>
                </a:lnTo>
                <a:lnTo>
                  <a:pt x="1090684" y="105268"/>
                </a:lnTo>
                <a:cubicBezTo>
                  <a:pt x="1090684" y="110530"/>
                  <a:pt x="1090063" y="115039"/>
                  <a:pt x="1088819" y="118794"/>
                </a:cubicBezTo>
                <a:cubicBezTo>
                  <a:pt x="1087575" y="122550"/>
                  <a:pt x="1086044" y="126150"/>
                  <a:pt x="1084226" y="129594"/>
                </a:cubicBezTo>
                <a:lnTo>
                  <a:pt x="1094775" y="135047"/>
                </a:lnTo>
                <a:cubicBezTo>
                  <a:pt x="1099080" y="131220"/>
                  <a:pt x="1102584" y="126508"/>
                  <a:pt x="1105287" y="120911"/>
                </a:cubicBezTo>
                <a:cubicBezTo>
                  <a:pt x="1107990" y="115314"/>
                  <a:pt x="1109341" y="109789"/>
                  <a:pt x="1109341" y="104335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sub_406BB9(v4);">
            <a:extLst xmlns:a="http://schemas.openxmlformats.org/drawingml/2006/main">
              <a:ext uri="{FF2B5EF4-FFF2-40B4-BE49-F238E27FC236}">
                <a16:creationId xmlns:a16="http://schemas.microsoft.com/office/drawing/2014/main" id="{7DCD2E87-215B-4E3F-BDFE-ECA0CC99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298" y="1934698"/>
            <a:ext cx="1287486" cy="148968"/>
          </a:xfrm>
          <a:custGeom xmlns:a="http://schemas.openxmlformats.org/drawingml/2006/main">
            <a:pathLst>
              <a:path w="1287486" h="148968">
                <a:moveTo>
                  <a:pt x="51450" y="94863"/>
                </a:moveTo>
                <a:cubicBezTo>
                  <a:pt x="51450" y="96059"/>
                  <a:pt x="51151" y="97160"/>
                  <a:pt x="50553" y="98164"/>
                </a:cubicBezTo>
                <a:cubicBezTo>
                  <a:pt x="49955" y="99169"/>
                  <a:pt x="49058" y="100054"/>
                  <a:pt x="47862" y="100819"/>
                </a:cubicBezTo>
                <a:cubicBezTo>
                  <a:pt x="46618" y="101585"/>
                  <a:pt x="45028" y="102195"/>
                  <a:pt x="43090" y="102649"/>
                </a:cubicBezTo>
                <a:cubicBezTo>
                  <a:pt x="41153" y="103103"/>
                  <a:pt x="38893" y="103331"/>
                  <a:pt x="36309" y="103331"/>
                </a:cubicBezTo>
                <a:cubicBezTo>
                  <a:pt x="34157" y="103331"/>
                  <a:pt x="32064" y="103115"/>
                  <a:pt x="30030" y="102685"/>
                </a:cubicBezTo>
                <a:cubicBezTo>
                  <a:pt x="27997" y="102254"/>
                  <a:pt x="26191" y="101561"/>
                  <a:pt x="24613" y="100604"/>
                </a:cubicBezTo>
                <a:cubicBezTo>
                  <a:pt x="23034" y="99695"/>
                  <a:pt x="21743" y="98487"/>
                  <a:pt x="20738" y="96980"/>
                </a:cubicBezTo>
                <a:cubicBezTo>
                  <a:pt x="19733" y="95473"/>
                  <a:pt x="19159" y="93667"/>
                  <a:pt x="19016" y="91562"/>
                </a:cubicBezTo>
                <a:lnTo>
                  <a:pt x="0" y="91562"/>
                </a:lnTo>
                <a:cubicBezTo>
                  <a:pt x="0" y="94720"/>
                  <a:pt x="777" y="97865"/>
                  <a:pt x="2332" y="100999"/>
                </a:cubicBezTo>
                <a:cubicBezTo>
                  <a:pt x="3887" y="104132"/>
                  <a:pt x="6171" y="106919"/>
                  <a:pt x="9185" y="109358"/>
                </a:cubicBezTo>
                <a:cubicBezTo>
                  <a:pt x="12199" y="111846"/>
                  <a:pt x="15942" y="113855"/>
                  <a:pt x="20415" y="115386"/>
                </a:cubicBezTo>
                <a:cubicBezTo>
                  <a:pt x="24888" y="116917"/>
                  <a:pt x="30042" y="117682"/>
                  <a:pt x="35879" y="117682"/>
                </a:cubicBezTo>
                <a:cubicBezTo>
                  <a:pt x="41189" y="117682"/>
                  <a:pt x="45997" y="117096"/>
                  <a:pt x="50302" y="115924"/>
                </a:cubicBezTo>
                <a:cubicBezTo>
                  <a:pt x="54607" y="114752"/>
                  <a:pt x="58291" y="113114"/>
                  <a:pt x="61353" y="111009"/>
                </a:cubicBezTo>
                <a:cubicBezTo>
                  <a:pt x="64366" y="108904"/>
                  <a:pt x="66699" y="106404"/>
                  <a:pt x="68349" y="103510"/>
                </a:cubicBezTo>
                <a:cubicBezTo>
                  <a:pt x="69999" y="100616"/>
                  <a:pt x="70825" y="97447"/>
                  <a:pt x="70825" y="94002"/>
                </a:cubicBezTo>
                <a:cubicBezTo>
                  <a:pt x="70825" y="90271"/>
                  <a:pt x="69999" y="87054"/>
                  <a:pt x="68349" y="84351"/>
                </a:cubicBezTo>
                <a:cubicBezTo>
                  <a:pt x="66699" y="81648"/>
                  <a:pt x="64414" y="79340"/>
                  <a:pt x="61496" y="77426"/>
                </a:cubicBezTo>
                <a:cubicBezTo>
                  <a:pt x="58578" y="75561"/>
                  <a:pt x="55110" y="74030"/>
                  <a:pt x="51091" y="72834"/>
                </a:cubicBezTo>
                <a:cubicBezTo>
                  <a:pt x="47073" y="71638"/>
                  <a:pt x="42720" y="70657"/>
                  <a:pt x="38031" y="69892"/>
                </a:cubicBezTo>
                <a:cubicBezTo>
                  <a:pt x="34778" y="69413"/>
                  <a:pt x="32099" y="68851"/>
                  <a:pt x="29995" y="68205"/>
                </a:cubicBezTo>
                <a:cubicBezTo>
                  <a:pt x="27890" y="67560"/>
                  <a:pt x="26239" y="66830"/>
                  <a:pt x="25043" y="66017"/>
                </a:cubicBezTo>
                <a:cubicBezTo>
                  <a:pt x="23800" y="65251"/>
                  <a:pt x="22938" y="64378"/>
                  <a:pt x="22460" y="63398"/>
                </a:cubicBezTo>
                <a:cubicBezTo>
                  <a:pt x="21982" y="62417"/>
                  <a:pt x="21743" y="61353"/>
                  <a:pt x="21743" y="60204"/>
                </a:cubicBezTo>
                <a:cubicBezTo>
                  <a:pt x="21743" y="59056"/>
                  <a:pt x="22018" y="57968"/>
                  <a:pt x="22568" y="56940"/>
                </a:cubicBezTo>
                <a:cubicBezTo>
                  <a:pt x="23118" y="55911"/>
                  <a:pt x="23919" y="55014"/>
                  <a:pt x="24972" y="54249"/>
                </a:cubicBezTo>
                <a:cubicBezTo>
                  <a:pt x="26120" y="53388"/>
                  <a:pt x="27603" y="52718"/>
                  <a:pt x="29421" y="52239"/>
                </a:cubicBezTo>
                <a:cubicBezTo>
                  <a:pt x="31238" y="51761"/>
                  <a:pt x="33367" y="51522"/>
                  <a:pt x="35807" y="51522"/>
                </a:cubicBezTo>
                <a:cubicBezTo>
                  <a:pt x="38677" y="51522"/>
                  <a:pt x="41129" y="51881"/>
                  <a:pt x="43162" y="52598"/>
                </a:cubicBezTo>
                <a:cubicBezTo>
                  <a:pt x="45195" y="53316"/>
                  <a:pt x="46810" y="54273"/>
                  <a:pt x="48006" y="55468"/>
                </a:cubicBezTo>
                <a:cubicBezTo>
                  <a:pt x="48867" y="56377"/>
                  <a:pt x="49513" y="57394"/>
                  <a:pt x="49943" y="58518"/>
                </a:cubicBezTo>
                <a:cubicBezTo>
                  <a:pt x="50374" y="59642"/>
                  <a:pt x="50589" y="60850"/>
                  <a:pt x="50589" y="62142"/>
                </a:cubicBezTo>
                <a:lnTo>
                  <a:pt x="70538" y="62142"/>
                </a:lnTo>
                <a:cubicBezTo>
                  <a:pt x="70538" y="58554"/>
                  <a:pt x="69748" y="55229"/>
                  <a:pt x="68170" y="52168"/>
                </a:cubicBezTo>
                <a:cubicBezTo>
                  <a:pt x="66591" y="49106"/>
                  <a:pt x="64319" y="46451"/>
                  <a:pt x="61353" y="44203"/>
                </a:cubicBezTo>
                <a:cubicBezTo>
                  <a:pt x="58339" y="42002"/>
                  <a:pt x="54679" y="40268"/>
                  <a:pt x="50374" y="39000"/>
                </a:cubicBezTo>
                <a:cubicBezTo>
                  <a:pt x="46068" y="37732"/>
                  <a:pt x="41213" y="37099"/>
                  <a:pt x="35807" y="37099"/>
                </a:cubicBezTo>
                <a:cubicBezTo>
                  <a:pt x="30640" y="37099"/>
                  <a:pt x="26000" y="37744"/>
                  <a:pt x="21886" y="39036"/>
                </a:cubicBezTo>
                <a:cubicBezTo>
                  <a:pt x="17772" y="40328"/>
                  <a:pt x="14280" y="42074"/>
                  <a:pt x="11409" y="44274"/>
                </a:cubicBezTo>
                <a:cubicBezTo>
                  <a:pt x="8539" y="46475"/>
                  <a:pt x="6339" y="49034"/>
                  <a:pt x="4808" y="51952"/>
                </a:cubicBezTo>
                <a:cubicBezTo>
                  <a:pt x="3277" y="54871"/>
                  <a:pt x="2512" y="57932"/>
                  <a:pt x="2512" y="61137"/>
                </a:cubicBezTo>
                <a:cubicBezTo>
                  <a:pt x="2512" y="64438"/>
                  <a:pt x="3265" y="67356"/>
                  <a:pt x="4772" y="69892"/>
                </a:cubicBezTo>
                <a:cubicBezTo>
                  <a:pt x="6279" y="72427"/>
                  <a:pt x="8372" y="74652"/>
                  <a:pt x="11051" y="76565"/>
                </a:cubicBezTo>
                <a:cubicBezTo>
                  <a:pt x="13730" y="78527"/>
                  <a:pt x="16947" y="80189"/>
                  <a:pt x="20702" y="81552"/>
                </a:cubicBezTo>
                <a:cubicBezTo>
                  <a:pt x="24457" y="82916"/>
                  <a:pt x="28607" y="84052"/>
                  <a:pt x="33152" y="84961"/>
                </a:cubicBezTo>
                <a:cubicBezTo>
                  <a:pt x="36740" y="85631"/>
                  <a:pt x="39706" y="86300"/>
                  <a:pt x="42050" y="86970"/>
                </a:cubicBezTo>
                <a:cubicBezTo>
                  <a:pt x="44394" y="87640"/>
                  <a:pt x="46284" y="88357"/>
                  <a:pt x="47719" y="89123"/>
                </a:cubicBezTo>
                <a:cubicBezTo>
                  <a:pt x="49106" y="89936"/>
                  <a:pt x="50075" y="90797"/>
                  <a:pt x="50625" y="91706"/>
                </a:cubicBezTo>
                <a:cubicBezTo>
                  <a:pt x="51175" y="92615"/>
                  <a:pt x="51450" y="93667"/>
                  <a:pt x="51450" y="94863"/>
                </a:cubicBezTo>
                <a:close/>
                <a:moveTo>
                  <a:pt x="140200" y="116175"/>
                </a:moveTo>
                <a:lnTo>
                  <a:pt x="158283" y="116175"/>
                </a:lnTo>
                <a:lnTo>
                  <a:pt x="158283" y="38534"/>
                </a:lnTo>
                <a:lnTo>
                  <a:pt x="138262" y="38534"/>
                </a:lnTo>
                <a:lnTo>
                  <a:pt x="138262" y="92998"/>
                </a:lnTo>
                <a:cubicBezTo>
                  <a:pt x="137640" y="94241"/>
                  <a:pt x="136899" y="95366"/>
                  <a:pt x="136038" y="96370"/>
                </a:cubicBezTo>
                <a:cubicBezTo>
                  <a:pt x="135177" y="97375"/>
                  <a:pt x="134196" y="98236"/>
                  <a:pt x="133096" y="98954"/>
                </a:cubicBezTo>
                <a:cubicBezTo>
                  <a:pt x="131804" y="99767"/>
                  <a:pt x="130309" y="100389"/>
                  <a:pt x="128611" y="100819"/>
                </a:cubicBezTo>
                <a:cubicBezTo>
                  <a:pt x="126913" y="101250"/>
                  <a:pt x="125011" y="101465"/>
                  <a:pt x="122906" y="101465"/>
                </a:cubicBezTo>
                <a:cubicBezTo>
                  <a:pt x="120562" y="101465"/>
                  <a:pt x="118577" y="101178"/>
                  <a:pt x="116950" y="100604"/>
                </a:cubicBezTo>
                <a:cubicBezTo>
                  <a:pt x="115324" y="100030"/>
                  <a:pt x="114008" y="99073"/>
                  <a:pt x="113004" y="97734"/>
                </a:cubicBezTo>
                <a:cubicBezTo>
                  <a:pt x="111999" y="96442"/>
                  <a:pt x="111270" y="94720"/>
                  <a:pt x="110815" y="92567"/>
                </a:cubicBezTo>
                <a:cubicBezTo>
                  <a:pt x="110361" y="90414"/>
                  <a:pt x="110133" y="87759"/>
                  <a:pt x="110133" y="84602"/>
                </a:cubicBezTo>
                <a:lnTo>
                  <a:pt x="110133" y="38534"/>
                </a:lnTo>
                <a:lnTo>
                  <a:pt x="90185" y="38534"/>
                </a:lnTo>
                <a:lnTo>
                  <a:pt x="90185" y="84459"/>
                </a:lnTo>
                <a:cubicBezTo>
                  <a:pt x="90185" y="90343"/>
                  <a:pt x="90843" y="95378"/>
                  <a:pt x="92158" y="99563"/>
                </a:cubicBezTo>
                <a:cubicBezTo>
                  <a:pt x="93474" y="103749"/>
                  <a:pt x="95327" y="107182"/>
                  <a:pt x="97719" y="109861"/>
                </a:cubicBezTo>
                <a:cubicBezTo>
                  <a:pt x="100111" y="112587"/>
                  <a:pt x="102982" y="114573"/>
                  <a:pt x="106330" y="115817"/>
                </a:cubicBezTo>
                <a:cubicBezTo>
                  <a:pt x="109679" y="117060"/>
                  <a:pt x="113362" y="117682"/>
                  <a:pt x="117381" y="117682"/>
                </a:cubicBezTo>
                <a:cubicBezTo>
                  <a:pt x="121782" y="117682"/>
                  <a:pt x="125836" y="116582"/>
                  <a:pt x="129544" y="114381"/>
                </a:cubicBezTo>
                <a:cubicBezTo>
                  <a:pt x="133251" y="112181"/>
                  <a:pt x="136421" y="109143"/>
                  <a:pt x="139052" y="105268"/>
                </a:cubicBezTo>
                <a:lnTo>
                  <a:pt x="140200" y="116175"/>
                </a:lnTo>
                <a:close/>
                <a:moveTo>
                  <a:pt x="247678" y="78144"/>
                </a:moveTo>
                <a:lnTo>
                  <a:pt x="247678" y="76637"/>
                </a:lnTo>
                <a:cubicBezTo>
                  <a:pt x="247678" y="71949"/>
                  <a:pt x="247259" y="67548"/>
                  <a:pt x="246422" y="63434"/>
                </a:cubicBezTo>
                <a:cubicBezTo>
                  <a:pt x="245585" y="59319"/>
                  <a:pt x="244305" y="55612"/>
                  <a:pt x="242583" y="52311"/>
                </a:cubicBezTo>
                <a:cubicBezTo>
                  <a:pt x="241483" y="50254"/>
                  <a:pt x="240215" y="48353"/>
                  <a:pt x="238780" y="46606"/>
                </a:cubicBezTo>
                <a:cubicBezTo>
                  <a:pt x="237345" y="44860"/>
                  <a:pt x="235742" y="43365"/>
                  <a:pt x="233972" y="42122"/>
                </a:cubicBezTo>
                <a:cubicBezTo>
                  <a:pt x="231772" y="40495"/>
                  <a:pt x="229272" y="39251"/>
                  <a:pt x="226473" y="38390"/>
                </a:cubicBezTo>
                <a:cubicBezTo>
                  <a:pt x="223675" y="37529"/>
                  <a:pt x="220601" y="37099"/>
                  <a:pt x="217253" y="37099"/>
                </a:cubicBezTo>
                <a:cubicBezTo>
                  <a:pt x="214813" y="37099"/>
                  <a:pt x="212553" y="37350"/>
                  <a:pt x="210472" y="37852"/>
                </a:cubicBezTo>
                <a:cubicBezTo>
                  <a:pt x="208391" y="38354"/>
                  <a:pt x="206465" y="39108"/>
                  <a:pt x="204695" y="40112"/>
                </a:cubicBezTo>
                <a:cubicBezTo>
                  <a:pt x="203451" y="40782"/>
                  <a:pt x="202279" y="41583"/>
                  <a:pt x="201179" y="42516"/>
                </a:cubicBezTo>
                <a:cubicBezTo>
                  <a:pt x="200079" y="43449"/>
                  <a:pt x="199050" y="44466"/>
                  <a:pt x="198093" y="45566"/>
                </a:cubicBezTo>
                <a:lnTo>
                  <a:pt x="198093" y="5956"/>
                </a:lnTo>
                <a:lnTo>
                  <a:pt x="178145" y="5956"/>
                </a:lnTo>
                <a:lnTo>
                  <a:pt x="178145" y="116175"/>
                </a:lnTo>
                <a:lnTo>
                  <a:pt x="196084" y="116175"/>
                </a:lnTo>
                <a:lnTo>
                  <a:pt x="197017" y="107923"/>
                </a:lnTo>
                <a:cubicBezTo>
                  <a:pt x="197830" y="108976"/>
                  <a:pt x="198691" y="109944"/>
                  <a:pt x="199600" y="110829"/>
                </a:cubicBezTo>
                <a:cubicBezTo>
                  <a:pt x="200509" y="111714"/>
                  <a:pt x="201490" y="112516"/>
                  <a:pt x="202542" y="113233"/>
                </a:cubicBezTo>
                <a:cubicBezTo>
                  <a:pt x="204504" y="114668"/>
                  <a:pt x="206716" y="115757"/>
                  <a:pt x="209180" y="116498"/>
                </a:cubicBezTo>
                <a:cubicBezTo>
                  <a:pt x="211644" y="117240"/>
                  <a:pt x="214382" y="117610"/>
                  <a:pt x="217396" y="117610"/>
                </a:cubicBezTo>
                <a:cubicBezTo>
                  <a:pt x="220697" y="117610"/>
                  <a:pt x="223723" y="117192"/>
                  <a:pt x="226473" y="116355"/>
                </a:cubicBezTo>
                <a:cubicBezTo>
                  <a:pt x="229224" y="115518"/>
                  <a:pt x="231700" y="114310"/>
                  <a:pt x="233900" y="112731"/>
                </a:cubicBezTo>
                <a:cubicBezTo>
                  <a:pt x="236340" y="111057"/>
                  <a:pt x="238457" y="108952"/>
                  <a:pt x="240251" y="106416"/>
                </a:cubicBezTo>
                <a:cubicBezTo>
                  <a:pt x="242045" y="103881"/>
                  <a:pt x="243492" y="101058"/>
                  <a:pt x="244592" y="97949"/>
                </a:cubicBezTo>
                <a:cubicBezTo>
                  <a:pt x="245597" y="95126"/>
                  <a:pt x="246362" y="92053"/>
                  <a:pt x="246888" y="88728"/>
                </a:cubicBezTo>
                <a:cubicBezTo>
                  <a:pt x="247415" y="85403"/>
                  <a:pt x="247678" y="81875"/>
                  <a:pt x="247678" y="78144"/>
                </a:cubicBezTo>
                <a:moveTo>
                  <a:pt x="227729" y="76637"/>
                </a:moveTo>
                <a:lnTo>
                  <a:pt x="227729" y="78144"/>
                </a:lnTo>
                <a:cubicBezTo>
                  <a:pt x="227729" y="80153"/>
                  <a:pt x="227646" y="82091"/>
                  <a:pt x="227478" y="83956"/>
                </a:cubicBezTo>
                <a:cubicBezTo>
                  <a:pt x="227311" y="85822"/>
                  <a:pt x="227036" y="87544"/>
                  <a:pt x="226653" y="89123"/>
                </a:cubicBezTo>
                <a:cubicBezTo>
                  <a:pt x="226175" y="91275"/>
                  <a:pt x="225469" y="93201"/>
                  <a:pt x="224536" y="94899"/>
                </a:cubicBezTo>
                <a:cubicBezTo>
                  <a:pt x="223603" y="96597"/>
                  <a:pt x="222395" y="97973"/>
                  <a:pt x="220912" y="99025"/>
                </a:cubicBezTo>
                <a:cubicBezTo>
                  <a:pt x="219860" y="99791"/>
                  <a:pt x="218616" y="100389"/>
                  <a:pt x="217181" y="100819"/>
                </a:cubicBezTo>
                <a:cubicBezTo>
                  <a:pt x="215746" y="101250"/>
                  <a:pt x="214143" y="101465"/>
                  <a:pt x="212373" y="101465"/>
                </a:cubicBezTo>
                <a:cubicBezTo>
                  <a:pt x="210316" y="101465"/>
                  <a:pt x="208486" y="101226"/>
                  <a:pt x="206884" y="100747"/>
                </a:cubicBezTo>
                <a:cubicBezTo>
                  <a:pt x="205281" y="100269"/>
                  <a:pt x="203882" y="99575"/>
                  <a:pt x="202686" y="98666"/>
                </a:cubicBezTo>
                <a:cubicBezTo>
                  <a:pt x="201681" y="97949"/>
                  <a:pt x="200808" y="97100"/>
                  <a:pt x="200067" y="96119"/>
                </a:cubicBezTo>
                <a:cubicBezTo>
                  <a:pt x="199325" y="95138"/>
                  <a:pt x="198667" y="94050"/>
                  <a:pt x="198093" y="92854"/>
                </a:cubicBezTo>
                <a:lnTo>
                  <a:pt x="198093" y="61927"/>
                </a:lnTo>
                <a:cubicBezTo>
                  <a:pt x="198524" y="61018"/>
                  <a:pt x="199002" y="60169"/>
                  <a:pt x="199529" y="59379"/>
                </a:cubicBezTo>
                <a:cubicBezTo>
                  <a:pt x="200055" y="58590"/>
                  <a:pt x="200629" y="57884"/>
                  <a:pt x="201251" y="57262"/>
                </a:cubicBezTo>
                <a:cubicBezTo>
                  <a:pt x="202542" y="55971"/>
                  <a:pt x="204097" y="54990"/>
                  <a:pt x="205915" y="54320"/>
                </a:cubicBezTo>
                <a:cubicBezTo>
                  <a:pt x="207733" y="53651"/>
                  <a:pt x="209838" y="53316"/>
                  <a:pt x="212230" y="53316"/>
                </a:cubicBezTo>
                <a:cubicBezTo>
                  <a:pt x="214000" y="53316"/>
                  <a:pt x="215578" y="53519"/>
                  <a:pt x="216966" y="53926"/>
                </a:cubicBezTo>
                <a:cubicBezTo>
                  <a:pt x="218353" y="54332"/>
                  <a:pt x="219597" y="54942"/>
                  <a:pt x="220697" y="55756"/>
                </a:cubicBezTo>
                <a:cubicBezTo>
                  <a:pt x="222371" y="57047"/>
                  <a:pt x="223627" y="58470"/>
                  <a:pt x="224464" y="60025"/>
                </a:cubicBezTo>
                <a:cubicBezTo>
                  <a:pt x="225301" y="61580"/>
                  <a:pt x="225983" y="63338"/>
                  <a:pt x="226509" y="65299"/>
                </a:cubicBezTo>
                <a:cubicBezTo>
                  <a:pt x="226940" y="66974"/>
                  <a:pt x="227251" y="68768"/>
                  <a:pt x="227442" y="70681"/>
                </a:cubicBezTo>
                <a:cubicBezTo>
                  <a:pt x="227634" y="72595"/>
                  <a:pt x="227729" y="74580"/>
                  <a:pt x="227729" y="76637"/>
                </a:cubicBezTo>
                <a:close/>
                <a:moveTo>
                  <a:pt x="331835" y="131747"/>
                </a:moveTo>
                <a:lnTo>
                  <a:pt x="331835" y="116175"/>
                </a:lnTo>
                <a:lnTo>
                  <a:pt x="266392" y="116175"/>
                </a:lnTo>
                <a:lnTo>
                  <a:pt x="266392" y="131747"/>
                </a:lnTo>
                <a:lnTo>
                  <a:pt x="331835" y="131747"/>
                </a:lnTo>
                <a:close/>
                <a:moveTo>
                  <a:pt x="412333" y="77355"/>
                </a:moveTo>
                <a:lnTo>
                  <a:pt x="412333" y="11696"/>
                </a:lnTo>
                <a:lnTo>
                  <a:pt x="392097" y="11696"/>
                </a:lnTo>
                <a:lnTo>
                  <a:pt x="348182" y="81014"/>
                </a:lnTo>
                <a:lnTo>
                  <a:pt x="348971" y="93500"/>
                </a:lnTo>
                <a:lnTo>
                  <a:pt x="392384" y="93500"/>
                </a:lnTo>
                <a:lnTo>
                  <a:pt x="392384" y="116175"/>
                </a:lnTo>
                <a:lnTo>
                  <a:pt x="412333" y="116175"/>
                </a:lnTo>
                <a:lnTo>
                  <a:pt x="412333" y="93500"/>
                </a:lnTo>
                <a:lnTo>
                  <a:pt x="424460" y="93500"/>
                </a:lnTo>
                <a:lnTo>
                  <a:pt x="424460" y="77355"/>
                </a:lnTo>
                <a:lnTo>
                  <a:pt x="412333" y="77355"/>
                </a:lnTo>
                <a:moveTo>
                  <a:pt x="367771" y="77355"/>
                </a:moveTo>
                <a:lnTo>
                  <a:pt x="390447" y="41978"/>
                </a:lnTo>
                <a:lnTo>
                  <a:pt x="392384" y="38534"/>
                </a:lnTo>
                <a:lnTo>
                  <a:pt x="392384" y="77355"/>
                </a:lnTo>
                <a:lnTo>
                  <a:pt x="367771" y="77355"/>
                </a:lnTo>
                <a:close/>
                <a:moveTo>
                  <a:pt x="510267" y="76422"/>
                </a:moveTo>
                <a:lnTo>
                  <a:pt x="510267" y="51450"/>
                </a:lnTo>
                <a:cubicBezTo>
                  <a:pt x="510267" y="44705"/>
                  <a:pt x="509478" y="38761"/>
                  <a:pt x="507899" y="33618"/>
                </a:cubicBezTo>
                <a:cubicBezTo>
                  <a:pt x="506320" y="28476"/>
                  <a:pt x="504072" y="24158"/>
                  <a:pt x="501154" y="20666"/>
                </a:cubicBezTo>
                <a:cubicBezTo>
                  <a:pt x="498188" y="17222"/>
                  <a:pt x="494600" y="14615"/>
                  <a:pt x="490390" y="12845"/>
                </a:cubicBezTo>
                <a:cubicBezTo>
                  <a:pt x="486181" y="11075"/>
                  <a:pt x="481445" y="10190"/>
                  <a:pt x="476182" y="10190"/>
                </a:cubicBezTo>
                <a:cubicBezTo>
                  <a:pt x="470968" y="10190"/>
                  <a:pt x="466268" y="11075"/>
                  <a:pt x="462082" y="12845"/>
                </a:cubicBezTo>
                <a:cubicBezTo>
                  <a:pt x="457896" y="14615"/>
                  <a:pt x="454344" y="17222"/>
                  <a:pt x="451426" y="20666"/>
                </a:cubicBezTo>
                <a:cubicBezTo>
                  <a:pt x="448460" y="24158"/>
                  <a:pt x="446188" y="28476"/>
                  <a:pt x="444609" y="33618"/>
                </a:cubicBezTo>
                <a:cubicBezTo>
                  <a:pt x="443030" y="38761"/>
                  <a:pt x="442241" y="44705"/>
                  <a:pt x="442241" y="51450"/>
                </a:cubicBezTo>
                <a:lnTo>
                  <a:pt x="442241" y="76422"/>
                </a:lnTo>
                <a:cubicBezTo>
                  <a:pt x="442241" y="83167"/>
                  <a:pt x="443042" y="89111"/>
                  <a:pt x="444645" y="94253"/>
                </a:cubicBezTo>
                <a:cubicBezTo>
                  <a:pt x="446248" y="99396"/>
                  <a:pt x="448532" y="103689"/>
                  <a:pt x="451498" y="107134"/>
                </a:cubicBezTo>
                <a:cubicBezTo>
                  <a:pt x="454416" y="110626"/>
                  <a:pt x="457980" y="113257"/>
                  <a:pt x="462190" y="115027"/>
                </a:cubicBezTo>
                <a:cubicBezTo>
                  <a:pt x="466399" y="116797"/>
                  <a:pt x="471112" y="117682"/>
                  <a:pt x="476326" y="117682"/>
                </a:cubicBezTo>
                <a:cubicBezTo>
                  <a:pt x="481588" y="117682"/>
                  <a:pt x="486324" y="116797"/>
                  <a:pt x="490534" y="115027"/>
                </a:cubicBezTo>
                <a:cubicBezTo>
                  <a:pt x="494744" y="113257"/>
                  <a:pt x="498308" y="110626"/>
                  <a:pt x="501226" y="107134"/>
                </a:cubicBezTo>
                <a:cubicBezTo>
                  <a:pt x="504144" y="103689"/>
                  <a:pt x="506380" y="99396"/>
                  <a:pt x="507935" y="94253"/>
                </a:cubicBezTo>
                <a:cubicBezTo>
                  <a:pt x="509490" y="89111"/>
                  <a:pt x="510267" y="83167"/>
                  <a:pt x="510267" y="76422"/>
                </a:cubicBezTo>
                <a:moveTo>
                  <a:pt x="462333" y="67811"/>
                </a:moveTo>
                <a:cubicBezTo>
                  <a:pt x="462333" y="66328"/>
                  <a:pt x="462333" y="65204"/>
                  <a:pt x="462333" y="64438"/>
                </a:cubicBezTo>
                <a:cubicBezTo>
                  <a:pt x="462333" y="63673"/>
                  <a:pt x="462333" y="62142"/>
                  <a:pt x="462333" y="59846"/>
                </a:cubicBezTo>
                <a:lnTo>
                  <a:pt x="462333" y="48293"/>
                </a:lnTo>
                <a:cubicBezTo>
                  <a:pt x="462333" y="44418"/>
                  <a:pt x="462632" y="41069"/>
                  <a:pt x="463230" y="38247"/>
                </a:cubicBezTo>
                <a:cubicBezTo>
                  <a:pt x="463828" y="35424"/>
                  <a:pt x="464749" y="33128"/>
                  <a:pt x="465993" y="31358"/>
                </a:cubicBezTo>
                <a:cubicBezTo>
                  <a:pt x="467141" y="29684"/>
                  <a:pt x="468564" y="28428"/>
                  <a:pt x="470262" y="27591"/>
                </a:cubicBezTo>
                <a:cubicBezTo>
                  <a:pt x="471961" y="26754"/>
                  <a:pt x="473934" y="26335"/>
                  <a:pt x="476182" y="26335"/>
                </a:cubicBezTo>
                <a:cubicBezTo>
                  <a:pt x="478192" y="26335"/>
                  <a:pt x="479997" y="26658"/>
                  <a:pt x="481600" y="27304"/>
                </a:cubicBezTo>
                <a:cubicBezTo>
                  <a:pt x="483203" y="27950"/>
                  <a:pt x="484554" y="28942"/>
                  <a:pt x="485654" y="30282"/>
                </a:cubicBezTo>
                <a:cubicBezTo>
                  <a:pt x="487089" y="31956"/>
                  <a:pt x="488178" y="34192"/>
                  <a:pt x="488919" y="36991"/>
                </a:cubicBezTo>
                <a:cubicBezTo>
                  <a:pt x="489661" y="39789"/>
                  <a:pt x="490079" y="43150"/>
                  <a:pt x="490175" y="47073"/>
                </a:cubicBezTo>
                <a:lnTo>
                  <a:pt x="462333" y="67811"/>
                </a:lnTo>
                <a:moveTo>
                  <a:pt x="490175" y="79435"/>
                </a:moveTo>
                <a:cubicBezTo>
                  <a:pt x="490175" y="83310"/>
                  <a:pt x="489876" y="86671"/>
                  <a:pt x="489278" y="89517"/>
                </a:cubicBezTo>
                <a:cubicBezTo>
                  <a:pt x="488680" y="92364"/>
                  <a:pt x="487783" y="94696"/>
                  <a:pt x="486587" y="96514"/>
                </a:cubicBezTo>
                <a:cubicBezTo>
                  <a:pt x="485439" y="98236"/>
                  <a:pt x="484004" y="99516"/>
                  <a:pt x="482282" y="100353"/>
                </a:cubicBezTo>
                <a:cubicBezTo>
                  <a:pt x="480560" y="101190"/>
                  <a:pt x="478574" y="101609"/>
                  <a:pt x="476326" y="101609"/>
                </a:cubicBezTo>
                <a:cubicBezTo>
                  <a:pt x="473886" y="101609"/>
                  <a:pt x="471781" y="101130"/>
                  <a:pt x="470011" y="100173"/>
                </a:cubicBezTo>
                <a:cubicBezTo>
                  <a:pt x="468241" y="99217"/>
                  <a:pt x="466782" y="97758"/>
                  <a:pt x="465634" y="95796"/>
                </a:cubicBezTo>
                <a:cubicBezTo>
                  <a:pt x="464629" y="94170"/>
                  <a:pt x="463852" y="92137"/>
                  <a:pt x="463302" y="89697"/>
                </a:cubicBezTo>
                <a:cubicBezTo>
                  <a:pt x="462752" y="87257"/>
                  <a:pt x="462429" y="84459"/>
                  <a:pt x="462333" y="81301"/>
                </a:cubicBezTo>
                <a:lnTo>
                  <a:pt x="490175" y="60635"/>
                </a:lnTo>
                <a:cubicBezTo>
                  <a:pt x="490175" y="62022"/>
                  <a:pt x="490175" y="63087"/>
                  <a:pt x="490175" y="63828"/>
                </a:cubicBezTo>
                <a:cubicBezTo>
                  <a:pt x="490175" y="64570"/>
                  <a:pt x="490175" y="65730"/>
                  <a:pt x="490175" y="67308"/>
                </a:cubicBezTo>
                <a:lnTo>
                  <a:pt x="490175" y="79435"/>
                </a:lnTo>
                <a:close/>
                <a:moveTo>
                  <a:pt x="583374" y="10835"/>
                </a:moveTo>
                <a:lnTo>
                  <a:pt x="580719" y="10835"/>
                </a:lnTo>
                <a:cubicBezTo>
                  <a:pt x="572060" y="10835"/>
                  <a:pt x="564430" y="12282"/>
                  <a:pt x="557828" y="15177"/>
                </a:cubicBezTo>
                <a:cubicBezTo>
                  <a:pt x="551226" y="18071"/>
                  <a:pt x="545701" y="22077"/>
                  <a:pt x="541252" y="27196"/>
                </a:cubicBezTo>
                <a:cubicBezTo>
                  <a:pt x="536803" y="32363"/>
                  <a:pt x="533454" y="38474"/>
                  <a:pt x="531206" y="45530"/>
                </a:cubicBezTo>
                <a:cubicBezTo>
                  <a:pt x="528958" y="52586"/>
                  <a:pt x="527833" y="60252"/>
                  <a:pt x="527833" y="68528"/>
                </a:cubicBezTo>
                <a:lnTo>
                  <a:pt x="527833" y="76206"/>
                </a:lnTo>
                <a:cubicBezTo>
                  <a:pt x="527833" y="82186"/>
                  <a:pt x="528683" y="87700"/>
                  <a:pt x="530381" y="92746"/>
                </a:cubicBezTo>
                <a:cubicBezTo>
                  <a:pt x="532079" y="97793"/>
                  <a:pt x="534507" y="102159"/>
                  <a:pt x="537664" y="105842"/>
                </a:cubicBezTo>
                <a:cubicBezTo>
                  <a:pt x="540774" y="109526"/>
                  <a:pt x="544577" y="112408"/>
                  <a:pt x="549074" y="114489"/>
                </a:cubicBezTo>
                <a:cubicBezTo>
                  <a:pt x="553570" y="116570"/>
                  <a:pt x="558617" y="117610"/>
                  <a:pt x="564214" y="117610"/>
                </a:cubicBezTo>
                <a:cubicBezTo>
                  <a:pt x="569572" y="117610"/>
                  <a:pt x="574404" y="116690"/>
                  <a:pt x="578709" y="114848"/>
                </a:cubicBezTo>
                <a:cubicBezTo>
                  <a:pt x="583015" y="113006"/>
                  <a:pt x="586675" y="110483"/>
                  <a:pt x="589688" y="107277"/>
                </a:cubicBezTo>
                <a:cubicBezTo>
                  <a:pt x="592702" y="104072"/>
                  <a:pt x="595022" y="100293"/>
                  <a:pt x="596649" y="95940"/>
                </a:cubicBezTo>
                <a:cubicBezTo>
                  <a:pt x="598275" y="91586"/>
                  <a:pt x="599089" y="86874"/>
                  <a:pt x="599089" y="81803"/>
                </a:cubicBezTo>
                <a:cubicBezTo>
                  <a:pt x="599089" y="77067"/>
                  <a:pt x="598479" y="72559"/>
                  <a:pt x="597259" y="68277"/>
                </a:cubicBezTo>
                <a:cubicBezTo>
                  <a:pt x="596039" y="63996"/>
                  <a:pt x="594185" y="60228"/>
                  <a:pt x="591698" y="56975"/>
                </a:cubicBezTo>
                <a:cubicBezTo>
                  <a:pt x="589210" y="53770"/>
                  <a:pt x="586112" y="51223"/>
                  <a:pt x="582405" y="49333"/>
                </a:cubicBezTo>
                <a:cubicBezTo>
                  <a:pt x="578697" y="47444"/>
                  <a:pt x="574356" y="46499"/>
                  <a:pt x="569381" y="46499"/>
                </a:cubicBezTo>
                <a:cubicBezTo>
                  <a:pt x="566941" y="46499"/>
                  <a:pt x="564669" y="46786"/>
                  <a:pt x="562564" y="47360"/>
                </a:cubicBezTo>
                <a:cubicBezTo>
                  <a:pt x="560459" y="47934"/>
                  <a:pt x="558522" y="48675"/>
                  <a:pt x="556752" y="49584"/>
                </a:cubicBezTo>
                <a:cubicBezTo>
                  <a:pt x="554934" y="50541"/>
                  <a:pt x="553307" y="51606"/>
                  <a:pt x="551872" y="52778"/>
                </a:cubicBezTo>
                <a:cubicBezTo>
                  <a:pt x="550437" y="53950"/>
                  <a:pt x="549169" y="55134"/>
                  <a:pt x="548069" y="56330"/>
                </a:cubicBezTo>
                <a:cubicBezTo>
                  <a:pt x="548500" y="51976"/>
                  <a:pt x="549540" y="48030"/>
                  <a:pt x="551190" y="44490"/>
                </a:cubicBezTo>
                <a:cubicBezTo>
                  <a:pt x="552841" y="40950"/>
                  <a:pt x="555101" y="37912"/>
                  <a:pt x="557972" y="35376"/>
                </a:cubicBezTo>
                <a:cubicBezTo>
                  <a:pt x="560794" y="32841"/>
                  <a:pt x="564226" y="30880"/>
                  <a:pt x="568269" y="29492"/>
                </a:cubicBezTo>
                <a:cubicBezTo>
                  <a:pt x="572311" y="28105"/>
                  <a:pt x="576963" y="27411"/>
                  <a:pt x="582226" y="27411"/>
                </a:cubicBezTo>
                <a:lnTo>
                  <a:pt x="583374" y="27411"/>
                </a:lnTo>
                <a:lnTo>
                  <a:pt x="583374" y="10835"/>
                </a:lnTo>
                <a:moveTo>
                  <a:pt x="563569" y="62501"/>
                </a:moveTo>
                <a:cubicBezTo>
                  <a:pt x="566056" y="62501"/>
                  <a:pt x="568269" y="62991"/>
                  <a:pt x="570206" y="63972"/>
                </a:cubicBezTo>
                <a:cubicBezTo>
                  <a:pt x="572144" y="64952"/>
                  <a:pt x="573782" y="66304"/>
                  <a:pt x="575122" y="68026"/>
                </a:cubicBezTo>
                <a:cubicBezTo>
                  <a:pt x="576461" y="69796"/>
                  <a:pt x="577490" y="71877"/>
                  <a:pt x="578207" y="74269"/>
                </a:cubicBezTo>
                <a:cubicBezTo>
                  <a:pt x="578925" y="76661"/>
                  <a:pt x="579284" y="79268"/>
                  <a:pt x="579284" y="82091"/>
                </a:cubicBezTo>
                <a:cubicBezTo>
                  <a:pt x="579284" y="84913"/>
                  <a:pt x="578925" y="87508"/>
                  <a:pt x="578207" y="89876"/>
                </a:cubicBezTo>
                <a:cubicBezTo>
                  <a:pt x="577490" y="92244"/>
                  <a:pt x="576461" y="94289"/>
                  <a:pt x="575122" y="96011"/>
                </a:cubicBezTo>
                <a:cubicBezTo>
                  <a:pt x="573782" y="97734"/>
                  <a:pt x="572156" y="99085"/>
                  <a:pt x="570242" y="100066"/>
                </a:cubicBezTo>
                <a:cubicBezTo>
                  <a:pt x="568329" y="101046"/>
                  <a:pt x="566200" y="101537"/>
                  <a:pt x="563856" y="101537"/>
                </a:cubicBezTo>
                <a:cubicBezTo>
                  <a:pt x="561559" y="101537"/>
                  <a:pt x="559431" y="101058"/>
                  <a:pt x="557469" y="100102"/>
                </a:cubicBezTo>
                <a:cubicBezTo>
                  <a:pt x="555508" y="99145"/>
                  <a:pt x="553810" y="97710"/>
                  <a:pt x="552374" y="95796"/>
                </a:cubicBezTo>
                <a:cubicBezTo>
                  <a:pt x="550939" y="93930"/>
                  <a:pt x="549827" y="91562"/>
                  <a:pt x="549038" y="88692"/>
                </a:cubicBezTo>
                <a:cubicBezTo>
                  <a:pt x="548248" y="85822"/>
                  <a:pt x="547854" y="82473"/>
                  <a:pt x="547854" y="78646"/>
                </a:cubicBezTo>
                <a:lnTo>
                  <a:pt x="547854" y="72762"/>
                </a:lnTo>
                <a:cubicBezTo>
                  <a:pt x="548523" y="71327"/>
                  <a:pt x="549349" y="70011"/>
                  <a:pt x="550329" y="68815"/>
                </a:cubicBezTo>
                <a:cubicBezTo>
                  <a:pt x="551310" y="67619"/>
                  <a:pt x="552398" y="66567"/>
                  <a:pt x="553594" y="65658"/>
                </a:cubicBezTo>
                <a:cubicBezTo>
                  <a:pt x="554982" y="64653"/>
                  <a:pt x="556512" y="63876"/>
                  <a:pt x="558187" y="63326"/>
                </a:cubicBezTo>
                <a:cubicBezTo>
                  <a:pt x="559861" y="62776"/>
                  <a:pt x="561655" y="62501"/>
                  <a:pt x="563569" y="62501"/>
                </a:cubicBezTo>
                <a:close/>
                <a:moveTo>
                  <a:pt x="617731" y="116175"/>
                </a:moveTo>
                <a:lnTo>
                  <a:pt x="655834" y="116175"/>
                </a:lnTo>
                <a:cubicBezTo>
                  <a:pt x="661575" y="116175"/>
                  <a:pt x="666741" y="115529"/>
                  <a:pt x="671334" y="114238"/>
                </a:cubicBezTo>
                <a:cubicBezTo>
                  <a:pt x="675926" y="112946"/>
                  <a:pt x="679825" y="111009"/>
                  <a:pt x="683030" y="108425"/>
                </a:cubicBezTo>
                <a:cubicBezTo>
                  <a:pt x="686235" y="105842"/>
                  <a:pt x="688699" y="102637"/>
                  <a:pt x="690421" y="98810"/>
                </a:cubicBezTo>
                <a:cubicBezTo>
                  <a:pt x="692143" y="94983"/>
                  <a:pt x="693004" y="90558"/>
                  <a:pt x="693004" y="85535"/>
                </a:cubicBezTo>
                <a:cubicBezTo>
                  <a:pt x="693004" y="82904"/>
                  <a:pt x="692658" y="80356"/>
                  <a:pt x="691964" y="77893"/>
                </a:cubicBezTo>
                <a:cubicBezTo>
                  <a:pt x="691270" y="75429"/>
                  <a:pt x="690206" y="73145"/>
                  <a:pt x="688771" y="71040"/>
                </a:cubicBezTo>
                <a:cubicBezTo>
                  <a:pt x="687383" y="69078"/>
                  <a:pt x="685673" y="67356"/>
                  <a:pt x="683640" y="65873"/>
                </a:cubicBezTo>
                <a:cubicBezTo>
                  <a:pt x="681607" y="64390"/>
                  <a:pt x="678868" y="63170"/>
                  <a:pt x="675424" y="62214"/>
                </a:cubicBezTo>
                <a:lnTo>
                  <a:pt x="675424" y="62142"/>
                </a:lnTo>
                <a:cubicBezTo>
                  <a:pt x="677194" y="61472"/>
                  <a:pt x="678808" y="60659"/>
                  <a:pt x="680268" y="59702"/>
                </a:cubicBezTo>
                <a:cubicBezTo>
                  <a:pt x="681727" y="58745"/>
                  <a:pt x="683030" y="57693"/>
                  <a:pt x="684178" y="56545"/>
                </a:cubicBezTo>
                <a:cubicBezTo>
                  <a:pt x="686283" y="54440"/>
                  <a:pt x="687874" y="51988"/>
                  <a:pt x="688950" y="49190"/>
                </a:cubicBezTo>
                <a:cubicBezTo>
                  <a:pt x="690027" y="46391"/>
                  <a:pt x="690589" y="43413"/>
                  <a:pt x="690636" y="40256"/>
                </a:cubicBezTo>
                <a:cubicBezTo>
                  <a:pt x="690636" y="35376"/>
                  <a:pt x="689739" y="31143"/>
                  <a:pt x="687946" y="27555"/>
                </a:cubicBezTo>
                <a:cubicBezTo>
                  <a:pt x="686152" y="23967"/>
                  <a:pt x="683604" y="21001"/>
                  <a:pt x="680303" y="18657"/>
                </a:cubicBezTo>
                <a:cubicBezTo>
                  <a:pt x="677003" y="16313"/>
                  <a:pt x="673020" y="14567"/>
                  <a:pt x="668356" y="13419"/>
                </a:cubicBezTo>
                <a:cubicBezTo>
                  <a:pt x="663692" y="12271"/>
                  <a:pt x="658513" y="11696"/>
                  <a:pt x="652820" y="11696"/>
                </a:cubicBezTo>
                <a:lnTo>
                  <a:pt x="617731" y="11696"/>
                </a:lnTo>
                <a:lnTo>
                  <a:pt x="617731" y="116175"/>
                </a:lnTo>
                <a:moveTo>
                  <a:pt x="637967" y="70107"/>
                </a:moveTo>
                <a:lnTo>
                  <a:pt x="656767" y="70107"/>
                </a:lnTo>
                <a:cubicBezTo>
                  <a:pt x="659589" y="70155"/>
                  <a:pt x="662029" y="70538"/>
                  <a:pt x="664086" y="71255"/>
                </a:cubicBezTo>
                <a:cubicBezTo>
                  <a:pt x="666143" y="71973"/>
                  <a:pt x="667818" y="73001"/>
                  <a:pt x="669109" y="74341"/>
                </a:cubicBezTo>
                <a:cubicBezTo>
                  <a:pt x="670401" y="75632"/>
                  <a:pt x="671346" y="77211"/>
                  <a:pt x="671944" y="79077"/>
                </a:cubicBezTo>
                <a:cubicBezTo>
                  <a:pt x="672542" y="80942"/>
                  <a:pt x="672841" y="83047"/>
                  <a:pt x="672841" y="85391"/>
                </a:cubicBezTo>
                <a:cubicBezTo>
                  <a:pt x="672841" y="87640"/>
                  <a:pt x="672446" y="89673"/>
                  <a:pt x="671657" y="91491"/>
                </a:cubicBezTo>
                <a:cubicBezTo>
                  <a:pt x="670867" y="93309"/>
                  <a:pt x="669707" y="94863"/>
                  <a:pt x="668176" y="96155"/>
                </a:cubicBezTo>
                <a:cubicBezTo>
                  <a:pt x="666789" y="97303"/>
                  <a:pt x="665055" y="98212"/>
                  <a:pt x="662974" y="98882"/>
                </a:cubicBezTo>
                <a:cubicBezTo>
                  <a:pt x="660893" y="99551"/>
                  <a:pt x="658537" y="99886"/>
                  <a:pt x="655906" y="99886"/>
                </a:cubicBezTo>
                <a:lnTo>
                  <a:pt x="637967" y="99886"/>
                </a:lnTo>
                <a:lnTo>
                  <a:pt x="637967" y="70107"/>
                </a:lnTo>
                <a:moveTo>
                  <a:pt x="637967" y="55540"/>
                </a:moveTo>
                <a:lnTo>
                  <a:pt x="637967" y="28129"/>
                </a:lnTo>
                <a:lnTo>
                  <a:pt x="652892" y="28129"/>
                </a:lnTo>
                <a:cubicBezTo>
                  <a:pt x="656145" y="28177"/>
                  <a:pt x="658979" y="28536"/>
                  <a:pt x="661395" y="29205"/>
                </a:cubicBezTo>
                <a:cubicBezTo>
                  <a:pt x="663811" y="29875"/>
                  <a:pt x="665737" y="30951"/>
                  <a:pt x="667172" y="32434"/>
                </a:cubicBezTo>
                <a:cubicBezTo>
                  <a:pt x="668272" y="33487"/>
                  <a:pt x="669097" y="34802"/>
                  <a:pt x="669647" y="36381"/>
                </a:cubicBezTo>
                <a:cubicBezTo>
                  <a:pt x="670198" y="37960"/>
                  <a:pt x="670473" y="39801"/>
                  <a:pt x="670473" y="41906"/>
                </a:cubicBezTo>
                <a:cubicBezTo>
                  <a:pt x="670473" y="43916"/>
                  <a:pt x="670150" y="45709"/>
                  <a:pt x="669504" y="47288"/>
                </a:cubicBezTo>
                <a:cubicBezTo>
                  <a:pt x="668858" y="48867"/>
                  <a:pt x="667937" y="50206"/>
                  <a:pt x="666741" y="51307"/>
                </a:cubicBezTo>
                <a:cubicBezTo>
                  <a:pt x="665306" y="52694"/>
                  <a:pt x="663416" y="53734"/>
                  <a:pt x="661072" y="54428"/>
                </a:cubicBezTo>
                <a:cubicBezTo>
                  <a:pt x="658728" y="55122"/>
                  <a:pt x="656025" y="55492"/>
                  <a:pt x="652964" y="55540"/>
                </a:cubicBezTo>
                <a:lnTo>
                  <a:pt x="637967" y="55540"/>
                </a:lnTo>
                <a:close/>
                <a:moveTo>
                  <a:pt x="705907" y="116175"/>
                </a:moveTo>
                <a:lnTo>
                  <a:pt x="744010" y="116175"/>
                </a:lnTo>
                <a:cubicBezTo>
                  <a:pt x="749751" y="116175"/>
                  <a:pt x="754917" y="115529"/>
                  <a:pt x="759510" y="114238"/>
                </a:cubicBezTo>
                <a:cubicBezTo>
                  <a:pt x="764102" y="112946"/>
                  <a:pt x="768001" y="111009"/>
                  <a:pt x="771206" y="108425"/>
                </a:cubicBezTo>
                <a:cubicBezTo>
                  <a:pt x="774411" y="105842"/>
                  <a:pt x="776875" y="102637"/>
                  <a:pt x="778597" y="98810"/>
                </a:cubicBezTo>
                <a:cubicBezTo>
                  <a:pt x="780319" y="94983"/>
                  <a:pt x="781180" y="90558"/>
                  <a:pt x="781180" y="85535"/>
                </a:cubicBezTo>
                <a:cubicBezTo>
                  <a:pt x="781180" y="82904"/>
                  <a:pt x="780834" y="80356"/>
                  <a:pt x="780140" y="77893"/>
                </a:cubicBezTo>
                <a:cubicBezTo>
                  <a:pt x="779446" y="75429"/>
                  <a:pt x="778382" y="73145"/>
                  <a:pt x="776947" y="71040"/>
                </a:cubicBezTo>
                <a:cubicBezTo>
                  <a:pt x="775559" y="69078"/>
                  <a:pt x="773849" y="67356"/>
                  <a:pt x="771816" y="65873"/>
                </a:cubicBezTo>
                <a:cubicBezTo>
                  <a:pt x="769783" y="64390"/>
                  <a:pt x="767044" y="63170"/>
                  <a:pt x="763600" y="62214"/>
                </a:cubicBezTo>
                <a:lnTo>
                  <a:pt x="763600" y="62142"/>
                </a:lnTo>
                <a:cubicBezTo>
                  <a:pt x="765370" y="61472"/>
                  <a:pt x="766984" y="60659"/>
                  <a:pt x="768443" y="59702"/>
                </a:cubicBezTo>
                <a:cubicBezTo>
                  <a:pt x="769902" y="58745"/>
                  <a:pt x="771206" y="57693"/>
                  <a:pt x="772354" y="56545"/>
                </a:cubicBezTo>
                <a:cubicBezTo>
                  <a:pt x="774459" y="54440"/>
                  <a:pt x="776050" y="51988"/>
                  <a:pt x="777126" y="49190"/>
                </a:cubicBezTo>
                <a:cubicBezTo>
                  <a:pt x="778202" y="46391"/>
                  <a:pt x="778765" y="43413"/>
                  <a:pt x="778812" y="40256"/>
                </a:cubicBezTo>
                <a:cubicBezTo>
                  <a:pt x="778812" y="35376"/>
                  <a:pt x="777915" y="31143"/>
                  <a:pt x="776121" y="27555"/>
                </a:cubicBezTo>
                <a:cubicBezTo>
                  <a:pt x="774327" y="23967"/>
                  <a:pt x="771780" y="21001"/>
                  <a:pt x="768479" y="18657"/>
                </a:cubicBezTo>
                <a:cubicBezTo>
                  <a:pt x="765178" y="16313"/>
                  <a:pt x="761196" y="14567"/>
                  <a:pt x="756532" y="13419"/>
                </a:cubicBezTo>
                <a:cubicBezTo>
                  <a:pt x="751867" y="12271"/>
                  <a:pt x="746689" y="11696"/>
                  <a:pt x="740996" y="11696"/>
                </a:cubicBezTo>
                <a:lnTo>
                  <a:pt x="705907" y="11696"/>
                </a:lnTo>
                <a:lnTo>
                  <a:pt x="705907" y="116175"/>
                </a:lnTo>
                <a:moveTo>
                  <a:pt x="726142" y="70107"/>
                </a:moveTo>
                <a:lnTo>
                  <a:pt x="744943" y="70107"/>
                </a:lnTo>
                <a:cubicBezTo>
                  <a:pt x="747765" y="70155"/>
                  <a:pt x="750205" y="70538"/>
                  <a:pt x="752262" y="71255"/>
                </a:cubicBezTo>
                <a:cubicBezTo>
                  <a:pt x="754319" y="71973"/>
                  <a:pt x="755993" y="73001"/>
                  <a:pt x="757285" y="74341"/>
                </a:cubicBezTo>
                <a:cubicBezTo>
                  <a:pt x="758577" y="75632"/>
                  <a:pt x="759522" y="77211"/>
                  <a:pt x="760120" y="79077"/>
                </a:cubicBezTo>
                <a:cubicBezTo>
                  <a:pt x="760718" y="80942"/>
                  <a:pt x="761016" y="83047"/>
                  <a:pt x="761016" y="85391"/>
                </a:cubicBezTo>
                <a:cubicBezTo>
                  <a:pt x="761016" y="87640"/>
                  <a:pt x="760622" y="89673"/>
                  <a:pt x="759832" y="91491"/>
                </a:cubicBezTo>
                <a:cubicBezTo>
                  <a:pt x="759043" y="93309"/>
                  <a:pt x="757883" y="94863"/>
                  <a:pt x="756352" y="96155"/>
                </a:cubicBezTo>
                <a:cubicBezTo>
                  <a:pt x="754965" y="97303"/>
                  <a:pt x="753231" y="98212"/>
                  <a:pt x="751150" y="98882"/>
                </a:cubicBezTo>
                <a:cubicBezTo>
                  <a:pt x="749069" y="99551"/>
                  <a:pt x="746713" y="99886"/>
                  <a:pt x="744082" y="99886"/>
                </a:cubicBezTo>
                <a:lnTo>
                  <a:pt x="726142" y="99886"/>
                </a:lnTo>
                <a:lnTo>
                  <a:pt x="726142" y="70107"/>
                </a:lnTo>
                <a:moveTo>
                  <a:pt x="726142" y="55540"/>
                </a:moveTo>
                <a:lnTo>
                  <a:pt x="726142" y="28129"/>
                </a:lnTo>
                <a:lnTo>
                  <a:pt x="741068" y="28129"/>
                </a:lnTo>
                <a:cubicBezTo>
                  <a:pt x="744321" y="28177"/>
                  <a:pt x="747155" y="28536"/>
                  <a:pt x="749571" y="29205"/>
                </a:cubicBezTo>
                <a:cubicBezTo>
                  <a:pt x="751987" y="29875"/>
                  <a:pt x="753913" y="30951"/>
                  <a:pt x="755348" y="32434"/>
                </a:cubicBezTo>
                <a:cubicBezTo>
                  <a:pt x="756448" y="33487"/>
                  <a:pt x="757273" y="34802"/>
                  <a:pt x="757823" y="36381"/>
                </a:cubicBezTo>
                <a:cubicBezTo>
                  <a:pt x="758373" y="37960"/>
                  <a:pt x="758648" y="39801"/>
                  <a:pt x="758648" y="41906"/>
                </a:cubicBezTo>
                <a:cubicBezTo>
                  <a:pt x="758648" y="43916"/>
                  <a:pt x="758326" y="45709"/>
                  <a:pt x="757680" y="47288"/>
                </a:cubicBezTo>
                <a:cubicBezTo>
                  <a:pt x="757034" y="48867"/>
                  <a:pt x="756113" y="50206"/>
                  <a:pt x="754917" y="51307"/>
                </a:cubicBezTo>
                <a:cubicBezTo>
                  <a:pt x="753482" y="52694"/>
                  <a:pt x="751592" y="53734"/>
                  <a:pt x="749248" y="54428"/>
                </a:cubicBezTo>
                <a:cubicBezTo>
                  <a:pt x="746904" y="55122"/>
                  <a:pt x="744201" y="55492"/>
                  <a:pt x="741140" y="55540"/>
                </a:cubicBezTo>
                <a:lnTo>
                  <a:pt x="726142" y="55540"/>
                </a:lnTo>
                <a:close/>
                <a:moveTo>
                  <a:pt x="808649" y="100317"/>
                </a:moveTo>
                <a:lnTo>
                  <a:pt x="807286" y="100317"/>
                </a:lnTo>
                <a:lnTo>
                  <a:pt x="807286" y="117036"/>
                </a:lnTo>
                <a:lnTo>
                  <a:pt x="808793" y="117036"/>
                </a:lnTo>
                <a:cubicBezTo>
                  <a:pt x="818025" y="117036"/>
                  <a:pt x="825967" y="115613"/>
                  <a:pt x="832616" y="112767"/>
                </a:cubicBezTo>
                <a:cubicBezTo>
                  <a:pt x="839266" y="109920"/>
                  <a:pt x="844743" y="105938"/>
                  <a:pt x="849049" y="100819"/>
                </a:cubicBezTo>
                <a:cubicBezTo>
                  <a:pt x="853354" y="95748"/>
                  <a:pt x="856535" y="89721"/>
                  <a:pt x="858592" y="82736"/>
                </a:cubicBezTo>
                <a:cubicBezTo>
                  <a:pt x="860649" y="75752"/>
                  <a:pt x="861678" y="68098"/>
                  <a:pt x="861678" y="59774"/>
                </a:cubicBezTo>
                <a:lnTo>
                  <a:pt x="861678" y="52885"/>
                </a:lnTo>
                <a:cubicBezTo>
                  <a:pt x="861678" y="46666"/>
                  <a:pt x="860877" y="40950"/>
                  <a:pt x="859274" y="35735"/>
                </a:cubicBezTo>
                <a:cubicBezTo>
                  <a:pt x="857671" y="30521"/>
                  <a:pt x="855363" y="26024"/>
                  <a:pt x="852349" y="22245"/>
                </a:cubicBezTo>
                <a:cubicBezTo>
                  <a:pt x="849288" y="18466"/>
                  <a:pt x="845580" y="15524"/>
                  <a:pt x="841227" y="13419"/>
                </a:cubicBezTo>
                <a:cubicBezTo>
                  <a:pt x="836874" y="11314"/>
                  <a:pt x="831970" y="10261"/>
                  <a:pt x="826517" y="10261"/>
                </a:cubicBezTo>
                <a:cubicBezTo>
                  <a:pt x="821159" y="10261"/>
                  <a:pt x="816339" y="11230"/>
                  <a:pt x="812058" y="13167"/>
                </a:cubicBezTo>
                <a:cubicBezTo>
                  <a:pt x="807776" y="15105"/>
                  <a:pt x="804128" y="17748"/>
                  <a:pt x="801115" y="21097"/>
                </a:cubicBezTo>
                <a:cubicBezTo>
                  <a:pt x="798101" y="24445"/>
                  <a:pt x="795793" y="28356"/>
                  <a:pt x="794190" y="32829"/>
                </a:cubicBezTo>
                <a:cubicBezTo>
                  <a:pt x="792587" y="37302"/>
                  <a:pt x="791786" y="42074"/>
                  <a:pt x="791786" y="47145"/>
                </a:cubicBezTo>
                <a:cubicBezTo>
                  <a:pt x="791786" y="52072"/>
                  <a:pt x="792444" y="56676"/>
                  <a:pt x="793759" y="60958"/>
                </a:cubicBezTo>
                <a:cubicBezTo>
                  <a:pt x="795075" y="65239"/>
                  <a:pt x="797024" y="68959"/>
                  <a:pt x="799608" y="72116"/>
                </a:cubicBezTo>
                <a:cubicBezTo>
                  <a:pt x="802143" y="75274"/>
                  <a:pt x="805300" y="77761"/>
                  <a:pt x="809080" y="79579"/>
                </a:cubicBezTo>
                <a:cubicBezTo>
                  <a:pt x="812859" y="81397"/>
                  <a:pt x="817236" y="82306"/>
                  <a:pt x="822211" y="82306"/>
                </a:cubicBezTo>
                <a:cubicBezTo>
                  <a:pt x="824555" y="82306"/>
                  <a:pt x="826708" y="82102"/>
                  <a:pt x="828669" y="81696"/>
                </a:cubicBezTo>
                <a:cubicBezTo>
                  <a:pt x="830631" y="81289"/>
                  <a:pt x="832401" y="80727"/>
                  <a:pt x="833980" y="80010"/>
                </a:cubicBezTo>
                <a:cubicBezTo>
                  <a:pt x="835462" y="79388"/>
                  <a:pt x="836826" y="78646"/>
                  <a:pt x="838070" y="77785"/>
                </a:cubicBezTo>
                <a:cubicBezTo>
                  <a:pt x="839313" y="76924"/>
                  <a:pt x="840438" y="75991"/>
                  <a:pt x="841442" y="74987"/>
                </a:cubicBezTo>
                <a:lnTo>
                  <a:pt x="841442" y="75417"/>
                </a:lnTo>
                <a:cubicBezTo>
                  <a:pt x="840964" y="79244"/>
                  <a:pt x="839995" y="82700"/>
                  <a:pt x="838536" y="85786"/>
                </a:cubicBezTo>
                <a:cubicBezTo>
                  <a:pt x="837077" y="88872"/>
                  <a:pt x="835056" y="91467"/>
                  <a:pt x="832473" y="93572"/>
                </a:cubicBezTo>
                <a:cubicBezTo>
                  <a:pt x="829794" y="95772"/>
                  <a:pt x="826493" y="97447"/>
                  <a:pt x="822570" y="98595"/>
                </a:cubicBezTo>
                <a:cubicBezTo>
                  <a:pt x="818647" y="99743"/>
                  <a:pt x="814007" y="100317"/>
                  <a:pt x="808649" y="100317"/>
                </a:cubicBezTo>
                <a:moveTo>
                  <a:pt x="826947" y="66878"/>
                </a:moveTo>
                <a:cubicBezTo>
                  <a:pt x="824364" y="66878"/>
                  <a:pt x="822116" y="66340"/>
                  <a:pt x="820202" y="65263"/>
                </a:cubicBezTo>
                <a:cubicBezTo>
                  <a:pt x="818289" y="64187"/>
                  <a:pt x="816710" y="62740"/>
                  <a:pt x="815466" y="60922"/>
                </a:cubicBezTo>
                <a:cubicBezTo>
                  <a:pt x="814174" y="59104"/>
                  <a:pt x="813218" y="56975"/>
                  <a:pt x="812596" y="54536"/>
                </a:cubicBezTo>
                <a:cubicBezTo>
                  <a:pt x="811974" y="52096"/>
                  <a:pt x="811663" y="49537"/>
                  <a:pt x="811663" y="46858"/>
                </a:cubicBezTo>
                <a:cubicBezTo>
                  <a:pt x="811663" y="44179"/>
                  <a:pt x="811998" y="41607"/>
                  <a:pt x="812668" y="39144"/>
                </a:cubicBezTo>
                <a:cubicBezTo>
                  <a:pt x="813337" y="36680"/>
                  <a:pt x="814294" y="34491"/>
                  <a:pt x="815538" y="32578"/>
                </a:cubicBezTo>
                <a:cubicBezTo>
                  <a:pt x="816782" y="30712"/>
                  <a:pt x="818324" y="29217"/>
                  <a:pt x="820166" y="28093"/>
                </a:cubicBezTo>
                <a:cubicBezTo>
                  <a:pt x="822008" y="26969"/>
                  <a:pt x="824101" y="26407"/>
                  <a:pt x="826445" y="26407"/>
                </a:cubicBezTo>
                <a:cubicBezTo>
                  <a:pt x="828598" y="26407"/>
                  <a:pt x="830607" y="26885"/>
                  <a:pt x="832473" y="27842"/>
                </a:cubicBezTo>
                <a:cubicBezTo>
                  <a:pt x="834338" y="28799"/>
                  <a:pt x="835965" y="30234"/>
                  <a:pt x="837352" y="32147"/>
                </a:cubicBezTo>
                <a:cubicBezTo>
                  <a:pt x="838739" y="34061"/>
                  <a:pt x="839828" y="36453"/>
                  <a:pt x="840617" y="39323"/>
                </a:cubicBezTo>
                <a:cubicBezTo>
                  <a:pt x="841406" y="42193"/>
                  <a:pt x="841801" y="45542"/>
                  <a:pt x="841801" y="49369"/>
                </a:cubicBezTo>
                <a:lnTo>
                  <a:pt x="841801" y="56473"/>
                </a:lnTo>
                <a:cubicBezTo>
                  <a:pt x="841227" y="57956"/>
                  <a:pt x="840474" y="59331"/>
                  <a:pt x="839541" y="60599"/>
                </a:cubicBezTo>
                <a:cubicBezTo>
                  <a:pt x="838608" y="61867"/>
                  <a:pt x="837520" y="62955"/>
                  <a:pt x="836276" y="63864"/>
                </a:cubicBezTo>
                <a:cubicBezTo>
                  <a:pt x="834984" y="64821"/>
                  <a:pt x="833561" y="65562"/>
                  <a:pt x="832006" y="66089"/>
                </a:cubicBezTo>
                <a:cubicBezTo>
                  <a:pt x="830451" y="66615"/>
                  <a:pt x="828765" y="66878"/>
                  <a:pt x="826947" y="66878"/>
                </a:cubicBezTo>
                <a:close/>
                <a:moveTo>
                  <a:pt x="897757" y="73695"/>
                </a:moveTo>
                <a:lnTo>
                  <a:pt x="897757" y="75274"/>
                </a:lnTo>
                <a:cubicBezTo>
                  <a:pt x="897757" y="82067"/>
                  <a:pt x="898272" y="88429"/>
                  <a:pt x="899300" y="94361"/>
                </a:cubicBezTo>
                <a:cubicBezTo>
                  <a:pt x="900329" y="100293"/>
                  <a:pt x="901728" y="105770"/>
                  <a:pt x="903498" y="110793"/>
                </a:cubicBezTo>
                <a:cubicBezTo>
                  <a:pt x="905268" y="115864"/>
                  <a:pt x="907337" y="120481"/>
                  <a:pt x="909705" y="124643"/>
                </a:cubicBezTo>
                <a:cubicBezTo>
                  <a:pt x="912073" y="128805"/>
                  <a:pt x="914572" y="132464"/>
                  <a:pt x="917204" y="135622"/>
                </a:cubicBezTo>
                <a:cubicBezTo>
                  <a:pt x="919835" y="138827"/>
                  <a:pt x="922549" y="141554"/>
                  <a:pt x="925348" y="143802"/>
                </a:cubicBezTo>
                <a:cubicBezTo>
                  <a:pt x="928147" y="146050"/>
                  <a:pt x="930861" y="147772"/>
                  <a:pt x="933492" y="148968"/>
                </a:cubicBezTo>
                <a:lnTo>
                  <a:pt x="937367" y="138205"/>
                </a:lnTo>
                <a:cubicBezTo>
                  <a:pt x="935502" y="136770"/>
                  <a:pt x="933612" y="134976"/>
                  <a:pt x="931699" y="132823"/>
                </a:cubicBezTo>
                <a:cubicBezTo>
                  <a:pt x="929785" y="130670"/>
                  <a:pt x="927967" y="128135"/>
                  <a:pt x="926245" y="125217"/>
                </a:cubicBezTo>
                <a:cubicBezTo>
                  <a:pt x="924618" y="122538"/>
                  <a:pt x="923100" y="119404"/>
                  <a:pt x="921688" y="115817"/>
                </a:cubicBezTo>
                <a:cubicBezTo>
                  <a:pt x="920277" y="112229"/>
                  <a:pt x="919045" y="108330"/>
                  <a:pt x="917993" y="104120"/>
                </a:cubicBezTo>
                <a:cubicBezTo>
                  <a:pt x="917227" y="101106"/>
                  <a:pt x="916522" y="97064"/>
                  <a:pt x="915876" y="91993"/>
                </a:cubicBezTo>
                <a:cubicBezTo>
                  <a:pt x="915230" y="86922"/>
                  <a:pt x="914907" y="81397"/>
                  <a:pt x="914907" y="75417"/>
                </a:cubicBezTo>
                <a:lnTo>
                  <a:pt x="914907" y="73551"/>
                </a:lnTo>
                <a:cubicBezTo>
                  <a:pt x="914907" y="67476"/>
                  <a:pt x="915242" y="61855"/>
                  <a:pt x="915912" y="56688"/>
                </a:cubicBezTo>
                <a:cubicBezTo>
                  <a:pt x="916582" y="51522"/>
                  <a:pt x="917467" y="46810"/>
                  <a:pt x="918567" y="42552"/>
                </a:cubicBezTo>
                <a:cubicBezTo>
                  <a:pt x="919811" y="38151"/>
                  <a:pt x="921258" y="34085"/>
                  <a:pt x="922908" y="30353"/>
                </a:cubicBezTo>
                <a:cubicBezTo>
                  <a:pt x="924559" y="26622"/>
                  <a:pt x="926341" y="23393"/>
                  <a:pt x="928254" y="20666"/>
                </a:cubicBezTo>
                <a:cubicBezTo>
                  <a:pt x="929737" y="18561"/>
                  <a:pt x="931244" y="16696"/>
                  <a:pt x="932775" y="15069"/>
                </a:cubicBezTo>
                <a:cubicBezTo>
                  <a:pt x="934306" y="13443"/>
                  <a:pt x="935837" y="12055"/>
                  <a:pt x="937367" y="10907"/>
                </a:cubicBezTo>
                <a:lnTo>
                  <a:pt x="933492" y="0"/>
                </a:lnTo>
                <a:cubicBezTo>
                  <a:pt x="930861" y="1196"/>
                  <a:pt x="928147" y="2906"/>
                  <a:pt x="925348" y="5131"/>
                </a:cubicBezTo>
                <a:cubicBezTo>
                  <a:pt x="922549" y="7355"/>
                  <a:pt x="919835" y="10070"/>
                  <a:pt x="917204" y="13275"/>
                </a:cubicBezTo>
                <a:cubicBezTo>
                  <a:pt x="914572" y="16480"/>
                  <a:pt x="912073" y="20164"/>
                  <a:pt x="909705" y="24326"/>
                </a:cubicBezTo>
                <a:cubicBezTo>
                  <a:pt x="907337" y="28488"/>
                  <a:pt x="905268" y="33080"/>
                  <a:pt x="903498" y="38103"/>
                </a:cubicBezTo>
                <a:cubicBezTo>
                  <a:pt x="901728" y="43174"/>
                  <a:pt x="900329" y="48687"/>
                  <a:pt x="899300" y="54643"/>
                </a:cubicBezTo>
                <a:cubicBezTo>
                  <a:pt x="898272" y="60599"/>
                  <a:pt x="897757" y="66950"/>
                  <a:pt x="897757" y="73695"/>
                </a:cubicBezTo>
                <a:close/>
                <a:moveTo>
                  <a:pt x="995979" y="116175"/>
                </a:moveTo>
                <a:lnTo>
                  <a:pt x="1014708" y="116175"/>
                </a:lnTo>
                <a:lnTo>
                  <a:pt x="1044200" y="38534"/>
                </a:lnTo>
                <a:lnTo>
                  <a:pt x="1023390" y="38534"/>
                </a:lnTo>
                <a:lnTo>
                  <a:pt x="1006384" y="93285"/>
                </a:lnTo>
                <a:lnTo>
                  <a:pt x="1005307" y="98738"/>
                </a:lnTo>
                <a:lnTo>
                  <a:pt x="1004231" y="93285"/>
                </a:lnTo>
                <a:lnTo>
                  <a:pt x="987153" y="38534"/>
                </a:lnTo>
                <a:lnTo>
                  <a:pt x="966343" y="38534"/>
                </a:lnTo>
                <a:lnTo>
                  <a:pt x="995979" y="116175"/>
                </a:lnTo>
                <a:close/>
                <a:moveTo>
                  <a:pt x="1117737" y="77355"/>
                </a:moveTo>
                <a:lnTo>
                  <a:pt x="1117737" y="11696"/>
                </a:lnTo>
                <a:lnTo>
                  <a:pt x="1097501" y="11696"/>
                </a:lnTo>
                <a:lnTo>
                  <a:pt x="1053586" y="81014"/>
                </a:lnTo>
                <a:lnTo>
                  <a:pt x="1054375" y="93500"/>
                </a:lnTo>
                <a:lnTo>
                  <a:pt x="1097788" y="93500"/>
                </a:lnTo>
                <a:lnTo>
                  <a:pt x="1097788" y="116175"/>
                </a:lnTo>
                <a:lnTo>
                  <a:pt x="1117737" y="116175"/>
                </a:lnTo>
                <a:lnTo>
                  <a:pt x="1117737" y="93500"/>
                </a:lnTo>
                <a:lnTo>
                  <a:pt x="1129864" y="93500"/>
                </a:lnTo>
                <a:lnTo>
                  <a:pt x="1129864" y="77355"/>
                </a:lnTo>
                <a:lnTo>
                  <a:pt x="1117737" y="77355"/>
                </a:lnTo>
                <a:moveTo>
                  <a:pt x="1073176" y="77355"/>
                </a:moveTo>
                <a:lnTo>
                  <a:pt x="1095851" y="41978"/>
                </a:lnTo>
                <a:lnTo>
                  <a:pt x="1097788" y="38534"/>
                </a:lnTo>
                <a:lnTo>
                  <a:pt x="1097788" y="77355"/>
                </a:lnTo>
                <a:lnTo>
                  <a:pt x="1073176" y="77355"/>
                </a:lnTo>
                <a:close/>
                <a:moveTo>
                  <a:pt x="1200746" y="75274"/>
                </a:moveTo>
                <a:lnTo>
                  <a:pt x="1200746" y="73695"/>
                </a:lnTo>
                <a:cubicBezTo>
                  <a:pt x="1200746" y="67141"/>
                  <a:pt x="1200220" y="60934"/>
                  <a:pt x="1199167" y="55074"/>
                </a:cubicBezTo>
                <a:cubicBezTo>
                  <a:pt x="1198115" y="49214"/>
                  <a:pt x="1196680" y="43748"/>
                  <a:pt x="1194862" y="38677"/>
                </a:cubicBezTo>
                <a:cubicBezTo>
                  <a:pt x="1193044" y="33606"/>
                  <a:pt x="1190927" y="28978"/>
                  <a:pt x="1188511" y="24792"/>
                </a:cubicBezTo>
                <a:cubicBezTo>
                  <a:pt x="1186096" y="20606"/>
                  <a:pt x="1183524" y="16863"/>
                  <a:pt x="1180797" y="13562"/>
                </a:cubicBezTo>
                <a:cubicBezTo>
                  <a:pt x="1178071" y="10309"/>
                  <a:pt x="1175272" y="7535"/>
                  <a:pt x="1172402" y="5238"/>
                </a:cubicBezTo>
                <a:cubicBezTo>
                  <a:pt x="1169532" y="2942"/>
                  <a:pt x="1166733" y="1196"/>
                  <a:pt x="1164006" y="0"/>
                </a:cubicBezTo>
                <a:lnTo>
                  <a:pt x="1160203" y="10692"/>
                </a:lnTo>
                <a:cubicBezTo>
                  <a:pt x="1161638" y="11792"/>
                  <a:pt x="1163085" y="13120"/>
                  <a:pt x="1164544" y="14674"/>
                </a:cubicBezTo>
                <a:cubicBezTo>
                  <a:pt x="1166003" y="16229"/>
                  <a:pt x="1167427" y="17987"/>
                  <a:pt x="1168814" y="19949"/>
                </a:cubicBezTo>
                <a:cubicBezTo>
                  <a:pt x="1170871" y="22915"/>
                  <a:pt x="1172820" y="26431"/>
                  <a:pt x="1174662" y="30497"/>
                </a:cubicBezTo>
                <a:cubicBezTo>
                  <a:pt x="1176504" y="34563"/>
                  <a:pt x="1178071" y="39156"/>
                  <a:pt x="1179362" y="44274"/>
                </a:cubicBezTo>
                <a:cubicBezTo>
                  <a:pt x="1180367" y="48388"/>
                  <a:pt x="1181168" y="52885"/>
                  <a:pt x="1181766" y="57765"/>
                </a:cubicBezTo>
                <a:cubicBezTo>
                  <a:pt x="1182364" y="62644"/>
                  <a:pt x="1182663" y="67906"/>
                  <a:pt x="1182663" y="73551"/>
                </a:cubicBezTo>
                <a:lnTo>
                  <a:pt x="1182663" y="75417"/>
                </a:lnTo>
                <a:cubicBezTo>
                  <a:pt x="1182663" y="81205"/>
                  <a:pt x="1182364" y="86587"/>
                  <a:pt x="1181766" y="91562"/>
                </a:cubicBezTo>
                <a:cubicBezTo>
                  <a:pt x="1181168" y="96538"/>
                  <a:pt x="1180367" y="101082"/>
                  <a:pt x="1179362" y="105196"/>
                </a:cubicBezTo>
                <a:cubicBezTo>
                  <a:pt x="1178166" y="109693"/>
                  <a:pt x="1176791" y="113759"/>
                  <a:pt x="1175236" y="117395"/>
                </a:cubicBezTo>
                <a:cubicBezTo>
                  <a:pt x="1173682" y="121031"/>
                  <a:pt x="1171971" y="124284"/>
                  <a:pt x="1170106" y="127154"/>
                </a:cubicBezTo>
                <a:cubicBezTo>
                  <a:pt x="1168527" y="129594"/>
                  <a:pt x="1166900" y="131735"/>
                  <a:pt x="1165226" y="133576"/>
                </a:cubicBezTo>
                <a:cubicBezTo>
                  <a:pt x="1163552" y="135418"/>
                  <a:pt x="1161877" y="136961"/>
                  <a:pt x="1160203" y="138205"/>
                </a:cubicBezTo>
                <a:lnTo>
                  <a:pt x="1164006" y="148968"/>
                </a:lnTo>
                <a:cubicBezTo>
                  <a:pt x="1166733" y="147772"/>
                  <a:pt x="1169532" y="146026"/>
                  <a:pt x="1172402" y="143730"/>
                </a:cubicBezTo>
                <a:cubicBezTo>
                  <a:pt x="1175272" y="141434"/>
                  <a:pt x="1178071" y="138635"/>
                  <a:pt x="1180797" y="135335"/>
                </a:cubicBezTo>
                <a:cubicBezTo>
                  <a:pt x="1183524" y="132082"/>
                  <a:pt x="1186096" y="128362"/>
                  <a:pt x="1188511" y="124176"/>
                </a:cubicBezTo>
                <a:cubicBezTo>
                  <a:pt x="1190927" y="119990"/>
                  <a:pt x="1193044" y="115362"/>
                  <a:pt x="1194862" y="110291"/>
                </a:cubicBezTo>
                <a:cubicBezTo>
                  <a:pt x="1196680" y="105220"/>
                  <a:pt x="1198115" y="99755"/>
                  <a:pt x="1199167" y="93895"/>
                </a:cubicBezTo>
                <a:cubicBezTo>
                  <a:pt x="1200220" y="88034"/>
                  <a:pt x="1200746" y="81827"/>
                  <a:pt x="1200746" y="75274"/>
                </a:cubicBezTo>
                <a:close/>
                <a:moveTo>
                  <a:pt x="1259788" y="45351"/>
                </a:moveTo>
                <a:cubicBezTo>
                  <a:pt x="1259788" y="49034"/>
                  <a:pt x="1261032" y="52120"/>
                  <a:pt x="1263519" y="54607"/>
                </a:cubicBezTo>
                <a:cubicBezTo>
                  <a:pt x="1266007" y="57095"/>
                  <a:pt x="1269379" y="58339"/>
                  <a:pt x="1273637" y="58339"/>
                </a:cubicBezTo>
                <a:cubicBezTo>
                  <a:pt x="1277847" y="58339"/>
                  <a:pt x="1281207" y="57107"/>
                  <a:pt x="1283719" y="54643"/>
                </a:cubicBezTo>
                <a:cubicBezTo>
                  <a:pt x="1286230" y="52180"/>
                  <a:pt x="1287486" y="49082"/>
                  <a:pt x="1287486" y="45351"/>
                </a:cubicBezTo>
                <a:cubicBezTo>
                  <a:pt x="1287486" y="41619"/>
                  <a:pt x="1286254" y="38486"/>
                  <a:pt x="1283791" y="35950"/>
                </a:cubicBezTo>
                <a:cubicBezTo>
                  <a:pt x="1281327" y="33415"/>
                  <a:pt x="1277942" y="32147"/>
                  <a:pt x="1273637" y="32147"/>
                </a:cubicBezTo>
                <a:cubicBezTo>
                  <a:pt x="1269284" y="32147"/>
                  <a:pt x="1265887" y="33427"/>
                  <a:pt x="1263447" y="35986"/>
                </a:cubicBezTo>
                <a:cubicBezTo>
                  <a:pt x="1261008" y="38546"/>
                  <a:pt x="1259788" y="41667"/>
                  <a:pt x="1259788" y="45351"/>
                </a:cubicBezTo>
                <a:moveTo>
                  <a:pt x="1282104" y="114597"/>
                </a:moveTo>
                <a:lnTo>
                  <a:pt x="1282176" y="98738"/>
                </a:lnTo>
                <a:lnTo>
                  <a:pt x="1263447" y="98738"/>
                </a:lnTo>
                <a:lnTo>
                  <a:pt x="1263447" y="115529"/>
                </a:lnTo>
                <a:cubicBezTo>
                  <a:pt x="1263447" y="120792"/>
                  <a:pt x="1262826" y="125300"/>
                  <a:pt x="1261582" y="129056"/>
                </a:cubicBezTo>
                <a:cubicBezTo>
                  <a:pt x="1260338" y="132811"/>
                  <a:pt x="1258807" y="136411"/>
                  <a:pt x="1256989" y="139855"/>
                </a:cubicBezTo>
                <a:lnTo>
                  <a:pt x="1267538" y="145309"/>
                </a:lnTo>
                <a:cubicBezTo>
                  <a:pt x="1271843" y="141482"/>
                  <a:pt x="1275347" y="136770"/>
                  <a:pt x="1278050" y="131173"/>
                </a:cubicBezTo>
                <a:cubicBezTo>
                  <a:pt x="1280753" y="125576"/>
                  <a:pt x="1282104" y="120050"/>
                  <a:pt x="1282104" y="114597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}">
            <a:extLst xmlns:a="http://schemas.openxmlformats.org/drawingml/2006/main">
              <a:ext uri="{FF2B5EF4-FFF2-40B4-BE49-F238E27FC236}">
                <a16:creationId xmlns:a16="http://schemas.microsoft.com/office/drawing/2014/main" id="{8BB303DC-7AA3-4DFF-A81E-38E521FE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192" y="2112628"/>
            <a:ext cx="47719" cy="140429"/>
          </a:xfrm>
          <a:custGeom xmlns:a="http://schemas.openxmlformats.org/drawingml/2006/main">
            <a:pathLst>
              <a:path w="47719" h="140429">
                <a:moveTo>
                  <a:pt x="0" y="129092"/>
                </a:moveTo>
                <a:lnTo>
                  <a:pt x="2440" y="140429"/>
                </a:lnTo>
                <a:cubicBezTo>
                  <a:pt x="7176" y="140429"/>
                  <a:pt x="11278" y="139413"/>
                  <a:pt x="14746" y="137380"/>
                </a:cubicBezTo>
                <a:cubicBezTo>
                  <a:pt x="18214" y="135346"/>
                  <a:pt x="21025" y="132679"/>
                  <a:pt x="23178" y="129379"/>
                </a:cubicBezTo>
                <a:cubicBezTo>
                  <a:pt x="25330" y="126221"/>
                  <a:pt x="26957" y="122633"/>
                  <a:pt x="28057" y="118615"/>
                </a:cubicBezTo>
                <a:cubicBezTo>
                  <a:pt x="29157" y="114597"/>
                  <a:pt x="29708" y="110722"/>
                  <a:pt x="29708" y="106990"/>
                </a:cubicBezTo>
                <a:lnTo>
                  <a:pt x="29708" y="95294"/>
                </a:lnTo>
                <a:cubicBezTo>
                  <a:pt x="29708" y="93045"/>
                  <a:pt x="29887" y="91024"/>
                  <a:pt x="30246" y="89230"/>
                </a:cubicBezTo>
                <a:cubicBezTo>
                  <a:pt x="30605" y="87436"/>
                  <a:pt x="31143" y="85870"/>
                  <a:pt x="31860" y="84530"/>
                </a:cubicBezTo>
                <a:cubicBezTo>
                  <a:pt x="33200" y="82043"/>
                  <a:pt x="35185" y="80237"/>
                  <a:pt x="37816" y="79113"/>
                </a:cubicBezTo>
                <a:cubicBezTo>
                  <a:pt x="40447" y="77988"/>
                  <a:pt x="43748" y="77426"/>
                  <a:pt x="47719" y="77426"/>
                </a:cubicBezTo>
                <a:lnTo>
                  <a:pt x="47719" y="63075"/>
                </a:lnTo>
                <a:cubicBezTo>
                  <a:pt x="44179" y="63075"/>
                  <a:pt x="41153" y="62620"/>
                  <a:pt x="38641" y="61711"/>
                </a:cubicBezTo>
                <a:cubicBezTo>
                  <a:pt x="36130" y="60802"/>
                  <a:pt x="34180" y="59367"/>
                  <a:pt x="32793" y="57406"/>
                </a:cubicBezTo>
                <a:cubicBezTo>
                  <a:pt x="31741" y="55971"/>
                  <a:pt x="30963" y="54225"/>
                  <a:pt x="30461" y="52168"/>
                </a:cubicBezTo>
                <a:cubicBezTo>
                  <a:pt x="29959" y="50111"/>
                  <a:pt x="29708" y="47743"/>
                  <a:pt x="29708" y="45064"/>
                </a:cubicBezTo>
                <a:lnTo>
                  <a:pt x="29708" y="33367"/>
                </a:lnTo>
                <a:cubicBezTo>
                  <a:pt x="29708" y="29732"/>
                  <a:pt x="29265" y="25964"/>
                  <a:pt x="28380" y="22065"/>
                </a:cubicBezTo>
                <a:cubicBezTo>
                  <a:pt x="27495" y="18167"/>
                  <a:pt x="26000" y="14639"/>
                  <a:pt x="23895" y="11481"/>
                </a:cubicBezTo>
                <a:cubicBezTo>
                  <a:pt x="21695" y="7989"/>
                  <a:pt x="18848" y="5202"/>
                  <a:pt x="15356" y="3121"/>
                </a:cubicBezTo>
                <a:cubicBezTo>
                  <a:pt x="11864" y="1040"/>
                  <a:pt x="7558" y="0"/>
                  <a:pt x="2440" y="0"/>
                </a:cubicBezTo>
                <a:lnTo>
                  <a:pt x="0" y="11266"/>
                </a:lnTo>
                <a:cubicBezTo>
                  <a:pt x="2918" y="11170"/>
                  <a:pt x="5167" y="11780"/>
                  <a:pt x="6745" y="13096"/>
                </a:cubicBezTo>
                <a:cubicBezTo>
                  <a:pt x="8324" y="14411"/>
                  <a:pt x="9472" y="16145"/>
                  <a:pt x="10190" y="18298"/>
                </a:cubicBezTo>
                <a:cubicBezTo>
                  <a:pt x="10907" y="20451"/>
                  <a:pt x="11326" y="22855"/>
                  <a:pt x="11445" y="25510"/>
                </a:cubicBezTo>
                <a:cubicBezTo>
                  <a:pt x="11565" y="28165"/>
                  <a:pt x="11625" y="30784"/>
                  <a:pt x="11625" y="33367"/>
                </a:cubicBezTo>
                <a:lnTo>
                  <a:pt x="11625" y="45064"/>
                </a:lnTo>
                <a:cubicBezTo>
                  <a:pt x="11625" y="48365"/>
                  <a:pt x="12079" y="51486"/>
                  <a:pt x="12988" y="54428"/>
                </a:cubicBezTo>
                <a:cubicBezTo>
                  <a:pt x="13897" y="57370"/>
                  <a:pt x="15308" y="60037"/>
                  <a:pt x="17222" y="62429"/>
                </a:cubicBezTo>
                <a:cubicBezTo>
                  <a:pt x="18513" y="64055"/>
                  <a:pt x="20044" y="65538"/>
                  <a:pt x="21814" y="66878"/>
                </a:cubicBezTo>
                <a:cubicBezTo>
                  <a:pt x="23584" y="68217"/>
                  <a:pt x="25617" y="69366"/>
                  <a:pt x="27914" y="70322"/>
                </a:cubicBezTo>
                <a:cubicBezTo>
                  <a:pt x="25091" y="71518"/>
                  <a:pt x="22663" y="72965"/>
                  <a:pt x="20630" y="74664"/>
                </a:cubicBezTo>
                <a:cubicBezTo>
                  <a:pt x="18597" y="76362"/>
                  <a:pt x="16911" y="78287"/>
                  <a:pt x="15571" y="80440"/>
                </a:cubicBezTo>
                <a:cubicBezTo>
                  <a:pt x="14232" y="82593"/>
                  <a:pt x="13239" y="84913"/>
                  <a:pt x="12593" y="87401"/>
                </a:cubicBezTo>
                <a:cubicBezTo>
                  <a:pt x="11948" y="89888"/>
                  <a:pt x="11625" y="92519"/>
                  <a:pt x="11625" y="95294"/>
                </a:cubicBezTo>
                <a:lnTo>
                  <a:pt x="11625" y="106990"/>
                </a:lnTo>
                <a:cubicBezTo>
                  <a:pt x="11625" y="109574"/>
                  <a:pt x="11457" y="112193"/>
                  <a:pt x="11122" y="114848"/>
                </a:cubicBezTo>
                <a:cubicBezTo>
                  <a:pt x="10788" y="117503"/>
                  <a:pt x="10190" y="119907"/>
                  <a:pt x="9328" y="122059"/>
                </a:cubicBezTo>
                <a:cubicBezTo>
                  <a:pt x="8467" y="124212"/>
                  <a:pt x="7283" y="125946"/>
                  <a:pt x="5776" y="127262"/>
                </a:cubicBezTo>
                <a:cubicBezTo>
                  <a:pt x="4270" y="128577"/>
                  <a:pt x="2344" y="129187"/>
                  <a:pt x="0" y="129092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}">
            <a:extLst xmlns:a="http://schemas.openxmlformats.org/drawingml/2006/main">
              <a:ext uri="{FF2B5EF4-FFF2-40B4-BE49-F238E27FC236}">
                <a16:creationId xmlns:a16="http://schemas.microsoft.com/office/drawing/2014/main" id="{98690867-9A6F-4176-AE67-25DC39E4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16" y="2288979"/>
            <a:ext cx="47719" cy="140429"/>
          </a:xfrm>
          <a:custGeom xmlns:a="http://schemas.openxmlformats.org/drawingml/2006/main">
            <a:pathLst>
              <a:path w="47719" h="140429">
                <a:moveTo>
                  <a:pt x="0" y="129092"/>
                </a:moveTo>
                <a:lnTo>
                  <a:pt x="2440" y="140429"/>
                </a:lnTo>
                <a:cubicBezTo>
                  <a:pt x="7176" y="140429"/>
                  <a:pt x="11278" y="139413"/>
                  <a:pt x="14746" y="137380"/>
                </a:cubicBezTo>
                <a:cubicBezTo>
                  <a:pt x="18214" y="135346"/>
                  <a:pt x="21025" y="132679"/>
                  <a:pt x="23178" y="129379"/>
                </a:cubicBezTo>
                <a:cubicBezTo>
                  <a:pt x="25330" y="126221"/>
                  <a:pt x="26957" y="122633"/>
                  <a:pt x="28057" y="118615"/>
                </a:cubicBezTo>
                <a:cubicBezTo>
                  <a:pt x="29157" y="114597"/>
                  <a:pt x="29708" y="110722"/>
                  <a:pt x="29708" y="106990"/>
                </a:cubicBezTo>
                <a:lnTo>
                  <a:pt x="29708" y="95294"/>
                </a:lnTo>
                <a:cubicBezTo>
                  <a:pt x="29708" y="93045"/>
                  <a:pt x="29887" y="91024"/>
                  <a:pt x="30246" y="89230"/>
                </a:cubicBezTo>
                <a:cubicBezTo>
                  <a:pt x="30605" y="87436"/>
                  <a:pt x="31143" y="85870"/>
                  <a:pt x="31860" y="84530"/>
                </a:cubicBezTo>
                <a:cubicBezTo>
                  <a:pt x="33200" y="82043"/>
                  <a:pt x="35185" y="80237"/>
                  <a:pt x="37816" y="79113"/>
                </a:cubicBezTo>
                <a:cubicBezTo>
                  <a:pt x="40447" y="77988"/>
                  <a:pt x="43748" y="77426"/>
                  <a:pt x="47719" y="77426"/>
                </a:cubicBezTo>
                <a:lnTo>
                  <a:pt x="47719" y="63075"/>
                </a:lnTo>
                <a:cubicBezTo>
                  <a:pt x="44179" y="63075"/>
                  <a:pt x="41153" y="62620"/>
                  <a:pt x="38641" y="61711"/>
                </a:cubicBezTo>
                <a:cubicBezTo>
                  <a:pt x="36130" y="60802"/>
                  <a:pt x="34180" y="59367"/>
                  <a:pt x="32793" y="57406"/>
                </a:cubicBezTo>
                <a:cubicBezTo>
                  <a:pt x="31741" y="55971"/>
                  <a:pt x="30963" y="54225"/>
                  <a:pt x="30461" y="52168"/>
                </a:cubicBezTo>
                <a:cubicBezTo>
                  <a:pt x="29959" y="50111"/>
                  <a:pt x="29708" y="47743"/>
                  <a:pt x="29708" y="45064"/>
                </a:cubicBezTo>
                <a:lnTo>
                  <a:pt x="29708" y="33367"/>
                </a:lnTo>
                <a:cubicBezTo>
                  <a:pt x="29708" y="29732"/>
                  <a:pt x="29265" y="25964"/>
                  <a:pt x="28380" y="22065"/>
                </a:cubicBezTo>
                <a:cubicBezTo>
                  <a:pt x="27495" y="18167"/>
                  <a:pt x="26000" y="14639"/>
                  <a:pt x="23895" y="11481"/>
                </a:cubicBezTo>
                <a:cubicBezTo>
                  <a:pt x="21695" y="7989"/>
                  <a:pt x="18848" y="5202"/>
                  <a:pt x="15356" y="3121"/>
                </a:cubicBezTo>
                <a:cubicBezTo>
                  <a:pt x="11864" y="1040"/>
                  <a:pt x="7558" y="0"/>
                  <a:pt x="2440" y="0"/>
                </a:cubicBezTo>
                <a:lnTo>
                  <a:pt x="0" y="11266"/>
                </a:lnTo>
                <a:cubicBezTo>
                  <a:pt x="2918" y="11170"/>
                  <a:pt x="5167" y="11780"/>
                  <a:pt x="6745" y="13096"/>
                </a:cubicBezTo>
                <a:cubicBezTo>
                  <a:pt x="8324" y="14411"/>
                  <a:pt x="9472" y="16145"/>
                  <a:pt x="10190" y="18298"/>
                </a:cubicBezTo>
                <a:cubicBezTo>
                  <a:pt x="10907" y="20451"/>
                  <a:pt x="11326" y="22855"/>
                  <a:pt x="11445" y="25510"/>
                </a:cubicBezTo>
                <a:cubicBezTo>
                  <a:pt x="11565" y="28165"/>
                  <a:pt x="11625" y="30784"/>
                  <a:pt x="11625" y="33367"/>
                </a:cubicBezTo>
                <a:lnTo>
                  <a:pt x="11625" y="45064"/>
                </a:lnTo>
                <a:cubicBezTo>
                  <a:pt x="11625" y="48365"/>
                  <a:pt x="12079" y="51486"/>
                  <a:pt x="12988" y="54428"/>
                </a:cubicBezTo>
                <a:cubicBezTo>
                  <a:pt x="13897" y="57370"/>
                  <a:pt x="15308" y="60037"/>
                  <a:pt x="17222" y="62429"/>
                </a:cubicBezTo>
                <a:cubicBezTo>
                  <a:pt x="18513" y="64055"/>
                  <a:pt x="20044" y="65538"/>
                  <a:pt x="21814" y="66878"/>
                </a:cubicBezTo>
                <a:cubicBezTo>
                  <a:pt x="23584" y="68217"/>
                  <a:pt x="25617" y="69366"/>
                  <a:pt x="27914" y="70322"/>
                </a:cubicBezTo>
                <a:cubicBezTo>
                  <a:pt x="25091" y="71518"/>
                  <a:pt x="22663" y="72965"/>
                  <a:pt x="20630" y="74664"/>
                </a:cubicBezTo>
                <a:cubicBezTo>
                  <a:pt x="18597" y="76362"/>
                  <a:pt x="16911" y="78287"/>
                  <a:pt x="15571" y="80440"/>
                </a:cubicBezTo>
                <a:cubicBezTo>
                  <a:pt x="14232" y="82593"/>
                  <a:pt x="13239" y="84913"/>
                  <a:pt x="12593" y="87401"/>
                </a:cubicBezTo>
                <a:cubicBezTo>
                  <a:pt x="11948" y="89888"/>
                  <a:pt x="11625" y="92519"/>
                  <a:pt x="11625" y="95294"/>
                </a:cubicBezTo>
                <a:lnTo>
                  <a:pt x="11625" y="106990"/>
                </a:lnTo>
                <a:cubicBezTo>
                  <a:pt x="11625" y="109574"/>
                  <a:pt x="11457" y="112193"/>
                  <a:pt x="11122" y="114848"/>
                </a:cubicBezTo>
                <a:cubicBezTo>
                  <a:pt x="10788" y="117503"/>
                  <a:pt x="10190" y="119907"/>
                  <a:pt x="9328" y="122059"/>
                </a:cubicBezTo>
                <a:cubicBezTo>
                  <a:pt x="8467" y="124212"/>
                  <a:pt x="7283" y="125946"/>
                  <a:pt x="5776" y="127262"/>
                </a:cubicBezTo>
                <a:cubicBezTo>
                  <a:pt x="4270" y="128577"/>
                  <a:pt x="2344" y="129187"/>
                  <a:pt x="0" y="129092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4B1EE0-A983-47BC-B052-BDF6429D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63" y="422667"/>
            <a:ext cx="3023123" cy="2123743"/>
          </a:xfrm>
          <a:custGeom xmlns:a="http://schemas.openxmlformats.org/drawingml/2006/main">
            <a:pathLst>
              <a:path w="3023123" h="2123743">
                <a:moveTo>
                  <a:pt x="0" y="0"/>
                </a:moveTo>
                <a:lnTo>
                  <a:pt x="3023123" y="0"/>
                </a:lnTo>
                <a:lnTo>
                  <a:pt x="3023123" y="2123743"/>
                </a:lnTo>
                <a:lnTo>
                  <a:pt x="0" y="21237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void">
            <a:extLst xmlns:a="http://schemas.openxmlformats.org/drawingml/2006/main">
              <a:ext uri="{FF2B5EF4-FFF2-40B4-BE49-F238E27FC236}">
                <a16:creationId xmlns:a16="http://schemas.microsoft.com/office/drawing/2014/main" id="{4472F523-1119-4A9F-A26C-5A401E1D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35" y="529835"/>
            <a:ext cx="336858" cy="111726"/>
          </a:xfrm>
          <a:custGeom xmlns:a="http://schemas.openxmlformats.org/drawingml/2006/main">
            <a:pathLst>
              <a:path w="336858" h="111726">
                <a:moveTo>
                  <a:pt x="29636" y="110219"/>
                </a:moveTo>
                <a:lnTo>
                  <a:pt x="48365" y="110219"/>
                </a:lnTo>
                <a:lnTo>
                  <a:pt x="77857" y="32578"/>
                </a:lnTo>
                <a:lnTo>
                  <a:pt x="57047" y="32578"/>
                </a:lnTo>
                <a:lnTo>
                  <a:pt x="40041" y="87329"/>
                </a:lnTo>
                <a:lnTo>
                  <a:pt x="38964" y="92782"/>
                </a:lnTo>
                <a:lnTo>
                  <a:pt x="37888" y="87329"/>
                </a:lnTo>
                <a:lnTo>
                  <a:pt x="20810" y="32578"/>
                </a:lnTo>
                <a:lnTo>
                  <a:pt x="0" y="32578"/>
                </a:lnTo>
                <a:lnTo>
                  <a:pt x="29636" y="110219"/>
                </a:lnTo>
                <a:close/>
                <a:moveTo>
                  <a:pt x="90400" y="70681"/>
                </a:moveTo>
                <a:lnTo>
                  <a:pt x="90400" y="72188"/>
                </a:lnTo>
                <a:cubicBezTo>
                  <a:pt x="90400" y="77881"/>
                  <a:pt x="91213" y="83131"/>
                  <a:pt x="92840" y="87939"/>
                </a:cubicBezTo>
                <a:cubicBezTo>
                  <a:pt x="94466" y="92746"/>
                  <a:pt x="96858" y="96920"/>
                  <a:pt x="100016" y="100460"/>
                </a:cubicBezTo>
                <a:cubicBezTo>
                  <a:pt x="103125" y="104000"/>
                  <a:pt x="106964" y="106763"/>
                  <a:pt x="111533" y="108748"/>
                </a:cubicBezTo>
                <a:cubicBezTo>
                  <a:pt x="116101" y="110734"/>
                  <a:pt x="121304" y="111726"/>
                  <a:pt x="127140" y="111726"/>
                </a:cubicBezTo>
                <a:cubicBezTo>
                  <a:pt x="132928" y="111726"/>
                  <a:pt x="138095" y="110734"/>
                  <a:pt x="142639" y="108748"/>
                </a:cubicBezTo>
                <a:cubicBezTo>
                  <a:pt x="147184" y="106763"/>
                  <a:pt x="151011" y="104000"/>
                  <a:pt x="154121" y="100460"/>
                </a:cubicBezTo>
                <a:cubicBezTo>
                  <a:pt x="157230" y="96920"/>
                  <a:pt x="159598" y="92746"/>
                  <a:pt x="161225" y="87939"/>
                </a:cubicBezTo>
                <a:cubicBezTo>
                  <a:pt x="162851" y="83131"/>
                  <a:pt x="163664" y="77881"/>
                  <a:pt x="163664" y="72188"/>
                </a:cubicBezTo>
                <a:lnTo>
                  <a:pt x="163664" y="70681"/>
                </a:lnTo>
                <a:cubicBezTo>
                  <a:pt x="163664" y="65036"/>
                  <a:pt x="162851" y="59810"/>
                  <a:pt x="161225" y="55002"/>
                </a:cubicBezTo>
                <a:cubicBezTo>
                  <a:pt x="159598" y="50194"/>
                  <a:pt x="157230" y="46020"/>
                  <a:pt x="154121" y="42480"/>
                </a:cubicBezTo>
                <a:cubicBezTo>
                  <a:pt x="150963" y="38940"/>
                  <a:pt x="147112" y="36166"/>
                  <a:pt x="142568" y="34157"/>
                </a:cubicBezTo>
                <a:cubicBezTo>
                  <a:pt x="138023" y="32147"/>
                  <a:pt x="132833" y="31143"/>
                  <a:pt x="126996" y="31143"/>
                </a:cubicBezTo>
                <a:cubicBezTo>
                  <a:pt x="121160" y="31143"/>
                  <a:pt x="115982" y="32147"/>
                  <a:pt x="111461" y="34157"/>
                </a:cubicBezTo>
                <a:cubicBezTo>
                  <a:pt x="106940" y="36166"/>
                  <a:pt x="103125" y="38940"/>
                  <a:pt x="100016" y="42480"/>
                </a:cubicBezTo>
                <a:cubicBezTo>
                  <a:pt x="96858" y="46020"/>
                  <a:pt x="94466" y="50194"/>
                  <a:pt x="92840" y="55002"/>
                </a:cubicBezTo>
                <a:cubicBezTo>
                  <a:pt x="91213" y="59810"/>
                  <a:pt x="90400" y="65036"/>
                  <a:pt x="90400" y="70681"/>
                </a:cubicBezTo>
                <a:moveTo>
                  <a:pt x="110349" y="72188"/>
                </a:moveTo>
                <a:lnTo>
                  <a:pt x="110349" y="70681"/>
                </a:lnTo>
                <a:cubicBezTo>
                  <a:pt x="110349" y="67524"/>
                  <a:pt x="110660" y="64534"/>
                  <a:pt x="111281" y="61711"/>
                </a:cubicBezTo>
                <a:cubicBezTo>
                  <a:pt x="111903" y="58889"/>
                  <a:pt x="112884" y="56401"/>
                  <a:pt x="114223" y="54249"/>
                </a:cubicBezTo>
                <a:cubicBezTo>
                  <a:pt x="115563" y="52096"/>
                  <a:pt x="117285" y="50398"/>
                  <a:pt x="119390" y="49154"/>
                </a:cubicBezTo>
                <a:cubicBezTo>
                  <a:pt x="121495" y="47910"/>
                  <a:pt x="124030" y="47288"/>
                  <a:pt x="126996" y="47288"/>
                </a:cubicBezTo>
                <a:cubicBezTo>
                  <a:pt x="130010" y="47288"/>
                  <a:pt x="132569" y="47910"/>
                  <a:pt x="134674" y="49154"/>
                </a:cubicBezTo>
                <a:cubicBezTo>
                  <a:pt x="136779" y="50398"/>
                  <a:pt x="138501" y="52096"/>
                  <a:pt x="139841" y="54249"/>
                </a:cubicBezTo>
                <a:cubicBezTo>
                  <a:pt x="141133" y="56401"/>
                  <a:pt x="142089" y="58889"/>
                  <a:pt x="142711" y="61711"/>
                </a:cubicBezTo>
                <a:cubicBezTo>
                  <a:pt x="143333" y="64534"/>
                  <a:pt x="143644" y="67524"/>
                  <a:pt x="143644" y="70681"/>
                </a:cubicBezTo>
                <a:lnTo>
                  <a:pt x="143644" y="72188"/>
                </a:lnTo>
                <a:cubicBezTo>
                  <a:pt x="143644" y="75441"/>
                  <a:pt x="143333" y="78491"/>
                  <a:pt x="142711" y="81337"/>
                </a:cubicBezTo>
                <a:cubicBezTo>
                  <a:pt x="142089" y="84183"/>
                  <a:pt x="141133" y="86659"/>
                  <a:pt x="139841" y="88764"/>
                </a:cubicBezTo>
                <a:cubicBezTo>
                  <a:pt x="138501" y="90917"/>
                  <a:pt x="136779" y="92615"/>
                  <a:pt x="134674" y="93859"/>
                </a:cubicBezTo>
                <a:cubicBezTo>
                  <a:pt x="132569" y="95103"/>
                  <a:pt x="130058" y="95724"/>
                  <a:pt x="127140" y="95724"/>
                </a:cubicBezTo>
                <a:cubicBezTo>
                  <a:pt x="124126" y="95724"/>
                  <a:pt x="121555" y="95103"/>
                  <a:pt x="119426" y="93859"/>
                </a:cubicBezTo>
                <a:cubicBezTo>
                  <a:pt x="117297" y="92615"/>
                  <a:pt x="115563" y="90917"/>
                  <a:pt x="114223" y="88764"/>
                </a:cubicBezTo>
                <a:cubicBezTo>
                  <a:pt x="112884" y="86659"/>
                  <a:pt x="111903" y="84183"/>
                  <a:pt x="111281" y="81337"/>
                </a:cubicBezTo>
                <a:cubicBezTo>
                  <a:pt x="110660" y="78491"/>
                  <a:pt x="110349" y="75441"/>
                  <a:pt x="110349" y="72188"/>
                </a:cubicBezTo>
                <a:close/>
                <a:moveTo>
                  <a:pt x="186612" y="32578"/>
                </a:moveTo>
                <a:lnTo>
                  <a:pt x="186612" y="48867"/>
                </a:lnTo>
                <a:lnTo>
                  <a:pt x="208714" y="48867"/>
                </a:lnTo>
                <a:lnTo>
                  <a:pt x="208714" y="94002"/>
                </a:lnTo>
                <a:lnTo>
                  <a:pt x="186612" y="94002"/>
                </a:lnTo>
                <a:lnTo>
                  <a:pt x="186612" y="110219"/>
                </a:lnTo>
                <a:lnTo>
                  <a:pt x="249902" y="110219"/>
                </a:lnTo>
                <a:lnTo>
                  <a:pt x="249902" y="94002"/>
                </a:lnTo>
                <a:lnTo>
                  <a:pt x="228878" y="94002"/>
                </a:lnTo>
                <a:lnTo>
                  <a:pt x="228878" y="32578"/>
                </a:lnTo>
                <a:lnTo>
                  <a:pt x="186612" y="32578"/>
                </a:lnTo>
                <a:moveTo>
                  <a:pt x="207279" y="12701"/>
                </a:moveTo>
                <a:cubicBezTo>
                  <a:pt x="207279" y="14232"/>
                  <a:pt x="207554" y="15655"/>
                  <a:pt x="208104" y="16971"/>
                </a:cubicBezTo>
                <a:cubicBezTo>
                  <a:pt x="208654" y="18286"/>
                  <a:pt x="209431" y="19398"/>
                  <a:pt x="210436" y="20307"/>
                </a:cubicBezTo>
                <a:cubicBezTo>
                  <a:pt x="211440" y="21264"/>
                  <a:pt x="212648" y="22006"/>
                  <a:pt x="214060" y="22532"/>
                </a:cubicBezTo>
                <a:cubicBezTo>
                  <a:pt x="215471" y="23058"/>
                  <a:pt x="217038" y="23321"/>
                  <a:pt x="218760" y="23321"/>
                </a:cubicBezTo>
                <a:cubicBezTo>
                  <a:pt x="222300" y="23321"/>
                  <a:pt x="225110" y="22329"/>
                  <a:pt x="227191" y="20343"/>
                </a:cubicBezTo>
                <a:cubicBezTo>
                  <a:pt x="229272" y="18358"/>
                  <a:pt x="230313" y="15811"/>
                  <a:pt x="230313" y="12701"/>
                </a:cubicBezTo>
                <a:cubicBezTo>
                  <a:pt x="230313" y="9592"/>
                  <a:pt x="229272" y="7044"/>
                  <a:pt x="227191" y="5059"/>
                </a:cubicBezTo>
                <a:cubicBezTo>
                  <a:pt x="225110" y="3074"/>
                  <a:pt x="222300" y="2081"/>
                  <a:pt x="218760" y="2081"/>
                </a:cubicBezTo>
                <a:cubicBezTo>
                  <a:pt x="217038" y="2081"/>
                  <a:pt x="215471" y="2344"/>
                  <a:pt x="214060" y="2870"/>
                </a:cubicBezTo>
                <a:cubicBezTo>
                  <a:pt x="212648" y="3397"/>
                  <a:pt x="211440" y="4114"/>
                  <a:pt x="210436" y="5023"/>
                </a:cubicBezTo>
                <a:cubicBezTo>
                  <a:pt x="209431" y="5980"/>
                  <a:pt x="208654" y="7116"/>
                  <a:pt x="208104" y="8431"/>
                </a:cubicBezTo>
                <a:cubicBezTo>
                  <a:pt x="207554" y="9747"/>
                  <a:pt x="207279" y="11170"/>
                  <a:pt x="207279" y="12701"/>
                </a:cubicBezTo>
                <a:close/>
                <a:moveTo>
                  <a:pt x="267397" y="70825"/>
                </a:moveTo>
                <a:lnTo>
                  <a:pt x="267397" y="72331"/>
                </a:lnTo>
                <a:cubicBezTo>
                  <a:pt x="267397" y="77976"/>
                  <a:pt x="268091" y="83203"/>
                  <a:pt x="269478" y="88010"/>
                </a:cubicBezTo>
                <a:cubicBezTo>
                  <a:pt x="270865" y="92818"/>
                  <a:pt x="272874" y="96968"/>
                  <a:pt x="275506" y="100460"/>
                </a:cubicBezTo>
                <a:cubicBezTo>
                  <a:pt x="278089" y="103953"/>
                  <a:pt x="281258" y="106691"/>
                  <a:pt x="285013" y="108677"/>
                </a:cubicBezTo>
                <a:cubicBezTo>
                  <a:pt x="288769" y="110662"/>
                  <a:pt x="293014" y="111655"/>
                  <a:pt x="297750" y="111655"/>
                </a:cubicBezTo>
                <a:cubicBezTo>
                  <a:pt x="302104" y="111655"/>
                  <a:pt x="305931" y="110817"/>
                  <a:pt x="309232" y="109143"/>
                </a:cubicBezTo>
                <a:cubicBezTo>
                  <a:pt x="312532" y="107469"/>
                  <a:pt x="315403" y="105125"/>
                  <a:pt x="317842" y="102111"/>
                </a:cubicBezTo>
                <a:lnTo>
                  <a:pt x="318847" y="110219"/>
                </a:lnTo>
                <a:lnTo>
                  <a:pt x="336858" y="110219"/>
                </a:lnTo>
                <a:lnTo>
                  <a:pt x="336858" y="0"/>
                </a:lnTo>
                <a:lnTo>
                  <a:pt x="316838" y="0"/>
                </a:lnTo>
                <a:lnTo>
                  <a:pt x="316838" y="39538"/>
                </a:lnTo>
                <a:cubicBezTo>
                  <a:pt x="314446" y="36859"/>
                  <a:pt x="311707" y="34790"/>
                  <a:pt x="308622" y="33331"/>
                </a:cubicBezTo>
                <a:cubicBezTo>
                  <a:pt x="305536" y="31872"/>
                  <a:pt x="301960" y="31143"/>
                  <a:pt x="297894" y="31143"/>
                </a:cubicBezTo>
                <a:cubicBezTo>
                  <a:pt x="293062" y="31143"/>
                  <a:pt x="288769" y="32099"/>
                  <a:pt x="285013" y="34013"/>
                </a:cubicBezTo>
                <a:cubicBezTo>
                  <a:pt x="281258" y="35927"/>
                  <a:pt x="278065" y="38629"/>
                  <a:pt x="275434" y="42122"/>
                </a:cubicBezTo>
                <a:cubicBezTo>
                  <a:pt x="272803" y="45614"/>
                  <a:pt x="270805" y="49800"/>
                  <a:pt x="269442" y="54679"/>
                </a:cubicBezTo>
                <a:cubicBezTo>
                  <a:pt x="268079" y="59559"/>
                  <a:pt x="267397" y="64940"/>
                  <a:pt x="267397" y="70825"/>
                </a:cubicBezTo>
                <a:moveTo>
                  <a:pt x="287346" y="72331"/>
                </a:moveTo>
                <a:lnTo>
                  <a:pt x="287346" y="70825"/>
                </a:lnTo>
                <a:cubicBezTo>
                  <a:pt x="287346" y="67572"/>
                  <a:pt x="287633" y="64522"/>
                  <a:pt x="288207" y="61676"/>
                </a:cubicBezTo>
                <a:cubicBezTo>
                  <a:pt x="288781" y="58829"/>
                  <a:pt x="289690" y="56330"/>
                  <a:pt x="290933" y="54177"/>
                </a:cubicBezTo>
                <a:cubicBezTo>
                  <a:pt x="292177" y="52072"/>
                  <a:pt x="293792" y="50410"/>
                  <a:pt x="295777" y="49190"/>
                </a:cubicBezTo>
                <a:cubicBezTo>
                  <a:pt x="297762" y="47970"/>
                  <a:pt x="300166" y="47360"/>
                  <a:pt x="302989" y="47360"/>
                </a:cubicBezTo>
                <a:cubicBezTo>
                  <a:pt x="306385" y="47360"/>
                  <a:pt x="309208" y="48089"/>
                  <a:pt x="311456" y="49549"/>
                </a:cubicBezTo>
                <a:cubicBezTo>
                  <a:pt x="313704" y="51008"/>
                  <a:pt x="315498" y="53053"/>
                  <a:pt x="316838" y="55684"/>
                </a:cubicBezTo>
                <a:lnTo>
                  <a:pt x="316838" y="87114"/>
                </a:lnTo>
                <a:cubicBezTo>
                  <a:pt x="315498" y="89697"/>
                  <a:pt x="313692" y="91730"/>
                  <a:pt x="311420" y="93213"/>
                </a:cubicBezTo>
                <a:cubicBezTo>
                  <a:pt x="309148" y="94696"/>
                  <a:pt x="306289" y="95437"/>
                  <a:pt x="302845" y="95437"/>
                </a:cubicBezTo>
                <a:cubicBezTo>
                  <a:pt x="300023" y="95437"/>
                  <a:pt x="297631" y="94839"/>
                  <a:pt x="295669" y="93643"/>
                </a:cubicBezTo>
                <a:cubicBezTo>
                  <a:pt x="293708" y="92447"/>
                  <a:pt x="292105" y="90797"/>
                  <a:pt x="290862" y="88692"/>
                </a:cubicBezTo>
                <a:cubicBezTo>
                  <a:pt x="289618" y="86635"/>
                  <a:pt x="288721" y="84207"/>
                  <a:pt x="288171" y="81409"/>
                </a:cubicBezTo>
                <a:cubicBezTo>
                  <a:pt x="287621" y="78610"/>
                  <a:pt x="287346" y="75584"/>
                  <a:pt x="287346" y="72331"/>
                </a:cubicBezTo>
                <a:close/>
              </a:path>
            </a:pathLst>
          </a:custGeom>
          <a:solidFill xmlns:a="http://schemas.openxmlformats.org/drawingml/2006/main">
            <a:srgbClr val="3F51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ixp_pstrings">
            <a:extLst xmlns:a="http://schemas.openxmlformats.org/drawingml/2006/main">
              <a:ext uri="{FF2B5EF4-FFF2-40B4-BE49-F238E27FC236}">
                <a16:creationId xmlns:a16="http://schemas.microsoft.com/office/drawing/2014/main" id="{4CC954D6-8061-43EA-A48A-17D75B15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26" y="531916"/>
            <a:ext cx="1034082" cy="138707"/>
          </a:xfrm>
          <a:custGeom xmlns:a="http://schemas.openxmlformats.org/drawingml/2006/main">
            <a:pathLst>
              <a:path w="1034082" h="138707">
                <a:moveTo>
                  <a:pt x="0" y="30497"/>
                </a:moveTo>
                <a:lnTo>
                  <a:pt x="0" y="46786"/>
                </a:lnTo>
                <a:lnTo>
                  <a:pt x="22101" y="46786"/>
                </a:lnTo>
                <a:lnTo>
                  <a:pt x="22101" y="91921"/>
                </a:lnTo>
                <a:lnTo>
                  <a:pt x="0" y="91921"/>
                </a:lnTo>
                <a:lnTo>
                  <a:pt x="0" y="108138"/>
                </a:lnTo>
                <a:lnTo>
                  <a:pt x="63290" y="108138"/>
                </a:lnTo>
                <a:lnTo>
                  <a:pt x="63290" y="91921"/>
                </a:lnTo>
                <a:lnTo>
                  <a:pt x="42265" y="91921"/>
                </a:lnTo>
                <a:lnTo>
                  <a:pt x="42265" y="30497"/>
                </a:lnTo>
                <a:lnTo>
                  <a:pt x="0" y="30497"/>
                </a:lnTo>
                <a:moveTo>
                  <a:pt x="20666" y="10620"/>
                </a:moveTo>
                <a:cubicBezTo>
                  <a:pt x="20666" y="12151"/>
                  <a:pt x="20941" y="13574"/>
                  <a:pt x="21491" y="14890"/>
                </a:cubicBezTo>
                <a:cubicBezTo>
                  <a:pt x="22041" y="16205"/>
                  <a:pt x="22819" y="17317"/>
                  <a:pt x="23823" y="18226"/>
                </a:cubicBezTo>
                <a:cubicBezTo>
                  <a:pt x="24828" y="19183"/>
                  <a:pt x="26036" y="19925"/>
                  <a:pt x="27447" y="20451"/>
                </a:cubicBezTo>
                <a:cubicBezTo>
                  <a:pt x="28858" y="20977"/>
                  <a:pt x="30425" y="21240"/>
                  <a:pt x="32147" y="21240"/>
                </a:cubicBezTo>
                <a:cubicBezTo>
                  <a:pt x="35687" y="21240"/>
                  <a:pt x="38498" y="20248"/>
                  <a:pt x="40579" y="18262"/>
                </a:cubicBezTo>
                <a:cubicBezTo>
                  <a:pt x="42660" y="16277"/>
                  <a:pt x="43700" y="13730"/>
                  <a:pt x="43700" y="10620"/>
                </a:cubicBezTo>
                <a:cubicBezTo>
                  <a:pt x="43700" y="7511"/>
                  <a:pt x="42660" y="4963"/>
                  <a:pt x="40579" y="2978"/>
                </a:cubicBezTo>
                <a:cubicBezTo>
                  <a:pt x="38498" y="993"/>
                  <a:pt x="35687" y="0"/>
                  <a:pt x="32147" y="0"/>
                </a:cubicBezTo>
                <a:cubicBezTo>
                  <a:pt x="30425" y="0"/>
                  <a:pt x="28858" y="263"/>
                  <a:pt x="27447" y="789"/>
                </a:cubicBezTo>
                <a:cubicBezTo>
                  <a:pt x="26036" y="1316"/>
                  <a:pt x="24828" y="2033"/>
                  <a:pt x="23823" y="2942"/>
                </a:cubicBezTo>
                <a:cubicBezTo>
                  <a:pt x="22819" y="3899"/>
                  <a:pt x="22041" y="5035"/>
                  <a:pt x="21491" y="6351"/>
                </a:cubicBezTo>
                <a:cubicBezTo>
                  <a:pt x="20941" y="7666"/>
                  <a:pt x="20666" y="9089"/>
                  <a:pt x="20666" y="10620"/>
                </a:cubicBezTo>
                <a:close/>
                <a:moveTo>
                  <a:pt x="118385" y="54751"/>
                </a:moveTo>
                <a:lnTo>
                  <a:pt x="101594" y="30497"/>
                </a:lnTo>
                <a:lnTo>
                  <a:pt x="80139" y="30497"/>
                </a:lnTo>
                <a:lnTo>
                  <a:pt x="106115" y="68600"/>
                </a:lnTo>
                <a:lnTo>
                  <a:pt x="79134" y="108138"/>
                </a:lnTo>
                <a:lnTo>
                  <a:pt x="100733" y="108138"/>
                </a:lnTo>
                <a:lnTo>
                  <a:pt x="118457" y="82736"/>
                </a:lnTo>
                <a:lnTo>
                  <a:pt x="136325" y="108138"/>
                </a:lnTo>
                <a:lnTo>
                  <a:pt x="157852" y="108138"/>
                </a:lnTo>
                <a:lnTo>
                  <a:pt x="130871" y="68600"/>
                </a:lnTo>
                <a:lnTo>
                  <a:pt x="156919" y="30497"/>
                </a:lnTo>
                <a:lnTo>
                  <a:pt x="135464" y="30497"/>
                </a:lnTo>
                <a:lnTo>
                  <a:pt x="118385" y="54751"/>
                </a:lnTo>
                <a:close/>
                <a:moveTo>
                  <a:pt x="171328" y="137990"/>
                </a:moveTo>
                <a:lnTo>
                  <a:pt x="191277" y="137990"/>
                </a:lnTo>
                <a:lnTo>
                  <a:pt x="191277" y="101393"/>
                </a:lnTo>
                <a:cubicBezTo>
                  <a:pt x="192186" y="102398"/>
                  <a:pt x="193142" y="103307"/>
                  <a:pt x="194147" y="104120"/>
                </a:cubicBezTo>
                <a:cubicBezTo>
                  <a:pt x="195152" y="104933"/>
                  <a:pt x="196204" y="105675"/>
                  <a:pt x="197304" y="106345"/>
                </a:cubicBezTo>
                <a:cubicBezTo>
                  <a:pt x="199170" y="107397"/>
                  <a:pt x="201191" y="108198"/>
                  <a:pt x="203368" y="108748"/>
                </a:cubicBezTo>
                <a:cubicBezTo>
                  <a:pt x="205544" y="109299"/>
                  <a:pt x="207924" y="109574"/>
                  <a:pt x="210508" y="109574"/>
                </a:cubicBezTo>
                <a:cubicBezTo>
                  <a:pt x="215387" y="109574"/>
                  <a:pt x="219717" y="108569"/>
                  <a:pt x="223496" y="106560"/>
                </a:cubicBezTo>
                <a:cubicBezTo>
                  <a:pt x="227275" y="104551"/>
                  <a:pt x="230456" y="101776"/>
                  <a:pt x="233039" y="98236"/>
                </a:cubicBezTo>
                <a:cubicBezTo>
                  <a:pt x="235575" y="94744"/>
                  <a:pt x="237500" y="90582"/>
                  <a:pt x="238816" y="85750"/>
                </a:cubicBezTo>
                <a:cubicBezTo>
                  <a:pt x="240132" y="80918"/>
                  <a:pt x="240789" y="75680"/>
                  <a:pt x="240789" y="70035"/>
                </a:cubicBezTo>
                <a:lnTo>
                  <a:pt x="240789" y="68528"/>
                </a:lnTo>
                <a:cubicBezTo>
                  <a:pt x="240789" y="62644"/>
                  <a:pt x="240132" y="57274"/>
                  <a:pt x="238816" y="52419"/>
                </a:cubicBezTo>
                <a:cubicBezTo>
                  <a:pt x="237500" y="47563"/>
                  <a:pt x="235551" y="43389"/>
                  <a:pt x="232968" y="39897"/>
                </a:cubicBezTo>
                <a:cubicBezTo>
                  <a:pt x="230384" y="36453"/>
                  <a:pt x="227203" y="33786"/>
                  <a:pt x="223424" y="31896"/>
                </a:cubicBezTo>
                <a:cubicBezTo>
                  <a:pt x="219645" y="30007"/>
                  <a:pt x="215291" y="29062"/>
                  <a:pt x="210364" y="29062"/>
                </a:cubicBezTo>
                <a:cubicBezTo>
                  <a:pt x="207972" y="29062"/>
                  <a:pt x="205736" y="29313"/>
                  <a:pt x="203655" y="29815"/>
                </a:cubicBezTo>
                <a:cubicBezTo>
                  <a:pt x="201574" y="30318"/>
                  <a:pt x="199672" y="31023"/>
                  <a:pt x="197950" y="31932"/>
                </a:cubicBezTo>
                <a:cubicBezTo>
                  <a:pt x="196515" y="32697"/>
                  <a:pt x="195175" y="33594"/>
                  <a:pt x="193932" y="34623"/>
                </a:cubicBezTo>
                <a:cubicBezTo>
                  <a:pt x="192688" y="35651"/>
                  <a:pt x="191540" y="36812"/>
                  <a:pt x="190487" y="38103"/>
                </a:cubicBezTo>
                <a:lnTo>
                  <a:pt x="189770" y="30497"/>
                </a:lnTo>
                <a:lnTo>
                  <a:pt x="171328" y="30497"/>
                </a:lnTo>
                <a:lnTo>
                  <a:pt x="171328" y="137990"/>
                </a:lnTo>
                <a:moveTo>
                  <a:pt x="220841" y="68528"/>
                </a:moveTo>
                <a:lnTo>
                  <a:pt x="220841" y="70035"/>
                </a:lnTo>
                <a:cubicBezTo>
                  <a:pt x="220841" y="73240"/>
                  <a:pt x="220554" y="76266"/>
                  <a:pt x="219980" y="79113"/>
                </a:cubicBezTo>
                <a:cubicBezTo>
                  <a:pt x="219406" y="81959"/>
                  <a:pt x="218497" y="84459"/>
                  <a:pt x="217253" y="86611"/>
                </a:cubicBezTo>
                <a:cubicBezTo>
                  <a:pt x="216009" y="88764"/>
                  <a:pt x="214395" y="90462"/>
                  <a:pt x="212409" y="91706"/>
                </a:cubicBezTo>
                <a:cubicBezTo>
                  <a:pt x="210424" y="92950"/>
                  <a:pt x="208020" y="93572"/>
                  <a:pt x="205198" y="93572"/>
                </a:cubicBezTo>
                <a:cubicBezTo>
                  <a:pt x="203428" y="93572"/>
                  <a:pt x="201825" y="93392"/>
                  <a:pt x="200390" y="93034"/>
                </a:cubicBezTo>
                <a:cubicBezTo>
                  <a:pt x="198955" y="92675"/>
                  <a:pt x="197687" y="92160"/>
                  <a:pt x="196587" y="91491"/>
                </a:cubicBezTo>
                <a:cubicBezTo>
                  <a:pt x="195439" y="90773"/>
                  <a:pt x="194422" y="89912"/>
                  <a:pt x="193537" y="88907"/>
                </a:cubicBezTo>
                <a:cubicBezTo>
                  <a:pt x="192652" y="87903"/>
                  <a:pt x="191899" y="86779"/>
                  <a:pt x="191277" y="85535"/>
                </a:cubicBezTo>
                <a:lnTo>
                  <a:pt x="191277" y="53101"/>
                </a:lnTo>
                <a:cubicBezTo>
                  <a:pt x="191946" y="51761"/>
                  <a:pt x="192748" y="50589"/>
                  <a:pt x="193681" y="49584"/>
                </a:cubicBezTo>
                <a:cubicBezTo>
                  <a:pt x="194613" y="48580"/>
                  <a:pt x="195702" y="47743"/>
                  <a:pt x="196945" y="47073"/>
                </a:cubicBezTo>
                <a:cubicBezTo>
                  <a:pt x="198046" y="46499"/>
                  <a:pt x="199266" y="46056"/>
                  <a:pt x="200605" y="45745"/>
                </a:cubicBezTo>
                <a:cubicBezTo>
                  <a:pt x="201945" y="45434"/>
                  <a:pt x="203428" y="45279"/>
                  <a:pt x="205054" y="45279"/>
                </a:cubicBezTo>
                <a:cubicBezTo>
                  <a:pt x="207877" y="45279"/>
                  <a:pt x="210280" y="45877"/>
                  <a:pt x="212266" y="47073"/>
                </a:cubicBezTo>
                <a:cubicBezTo>
                  <a:pt x="214251" y="48269"/>
                  <a:pt x="215889" y="49895"/>
                  <a:pt x="217181" y="51952"/>
                </a:cubicBezTo>
                <a:cubicBezTo>
                  <a:pt x="218425" y="54057"/>
                  <a:pt x="219346" y="56533"/>
                  <a:pt x="219944" y="59379"/>
                </a:cubicBezTo>
                <a:cubicBezTo>
                  <a:pt x="220542" y="62226"/>
                  <a:pt x="220841" y="65275"/>
                  <a:pt x="220841" y="68528"/>
                </a:cubicBezTo>
                <a:close/>
                <a:moveTo>
                  <a:pt x="325162" y="123710"/>
                </a:moveTo>
                <a:lnTo>
                  <a:pt x="325162" y="108138"/>
                </a:lnTo>
                <a:lnTo>
                  <a:pt x="259719" y="108138"/>
                </a:lnTo>
                <a:lnTo>
                  <a:pt x="259719" y="123710"/>
                </a:lnTo>
                <a:lnTo>
                  <a:pt x="325162" y="123710"/>
                </a:lnTo>
                <a:close/>
                <a:moveTo>
                  <a:pt x="347679" y="137990"/>
                </a:moveTo>
                <a:lnTo>
                  <a:pt x="367628" y="137990"/>
                </a:lnTo>
                <a:lnTo>
                  <a:pt x="367628" y="101393"/>
                </a:lnTo>
                <a:cubicBezTo>
                  <a:pt x="368537" y="102398"/>
                  <a:pt x="369493" y="103307"/>
                  <a:pt x="370498" y="104120"/>
                </a:cubicBezTo>
                <a:cubicBezTo>
                  <a:pt x="371503" y="104933"/>
                  <a:pt x="372555" y="105675"/>
                  <a:pt x="373655" y="106345"/>
                </a:cubicBezTo>
                <a:cubicBezTo>
                  <a:pt x="375521" y="107397"/>
                  <a:pt x="377542" y="108198"/>
                  <a:pt x="379719" y="108748"/>
                </a:cubicBezTo>
                <a:cubicBezTo>
                  <a:pt x="381895" y="109299"/>
                  <a:pt x="384275" y="109574"/>
                  <a:pt x="386859" y="109574"/>
                </a:cubicBezTo>
                <a:cubicBezTo>
                  <a:pt x="391738" y="109574"/>
                  <a:pt x="396068" y="108569"/>
                  <a:pt x="399847" y="106560"/>
                </a:cubicBezTo>
                <a:cubicBezTo>
                  <a:pt x="403626" y="104551"/>
                  <a:pt x="406807" y="101776"/>
                  <a:pt x="409391" y="98236"/>
                </a:cubicBezTo>
                <a:cubicBezTo>
                  <a:pt x="411926" y="94744"/>
                  <a:pt x="413851" y="90582"/>
                  <a:pt x="415167" y="85750"/>
                </a:cubicBezTo>
                <a:cubicBezTo>
                  <a:pt x="416483" y="80918"/>
                  <a:pt x="417140" y="75680"/>
                  <a:pt x="417140" y="70035"/>
                </a:cubicBezTo>
                <a:lnTo>
                  <a:pt x="417140" y="68528"/>
                </a:lnTo>
                <a:cubicBezTo>
                  <a:pt x="417140" y="62644"/>
                  <a:pt x="416483" y="57274"/>
                  <a:pt x="415167" y="52419"/>
                </a:cubicBezTo>
                <a:cubicBezTo>
                  <a:pt x="413851" y="47563"/>
                  <a:pt x="411902" y="43389"/>
                  <a:pt x="409319" y="39897"/>
                </a:cubicBezTo>
                <a:cubicBezTo>
                  <a:pt x="406735" y="36453"/>
                  <a:pt x="403554" y="33786"/>
                  <a:pt x="399775" y="31896"/>
                </a:cubicBezTo>
                <a:cubicBezTo>
                  <a:pt x="395996" y="30007"/>
                  <a:pt x="391643" y="29062"/>
                  <a:pt x="386715" y="29062"/>
                </a:cubicBezTo>
                <a:cubicBezTo>
                  <a:pt x="384323" y="29062"/>
                  <a:pt x="382087" y="29313"/>
                  <a:pt x="380006" y="29815"/>
                </a:cubicBezTo>
                <a:cubicBezTo>
                  <a:pt x="377925" y="30318"/>
                  <a:pt x="376023" y="31023"/>
                  <a:pt x="374301" y="31932"/>
                </a:cubicBezTo>
                <a:cubicBezTo>
                  <a:pt x="372866" y="32697"/>
                  <a:pt x="371527" y="33594"/>
                  <a:pt x="370283" y="34623"/>
                </a:cubicBezTo>
                <a:cubicBezTo>
                  <a:pt x="369039" y="35651"/>
                  <a:pt x="367891" y="36812"/>
                  <a:pt x="366838" y="38103"/>
                </a:cubicBezTo>
                <a:lnTo>
                  <a:pt x="366121" y="30497"/>
                </a:lnTo>
                <a:lnTo>
                  <a:pt x="347679" y="30497"/>
                </a:lnTo>
                <a:lnTo>
                  <a:pt x="347679" y="137990"/>
                </a:lnTo>
                <a:moveTo>
                  <a:pt x="397192" y="68528"/>
                </a:moveTo>
                <a:lnTo>
                  <a:pt x="397192" y="70035"/>
                </a:lnTo>
                <a:cubicBezTo>
                  <a:pt x="397192" y="73240"/>
                  <a:pt x="396905" y="76266"/>
                  <a:pt x="396331" y="79113"/>
                </a:cubicBezTo>
                <a:cubicBezTo>
                  <a:pt x="395757" y="81959"/>
                  <a:pt x="394848" y="84459"/>
                  <a:pt x="393604" y="86611"/>
                </a:cubicBezTo>
                <a:cubicBezTo>
                  <a:pt x="392360" y="88764"/>
                  <a:pt x="390746" y="90462"/>
                  <a:pt x="388760" y="91706"/>
                </a:cubicBezTo>
                <a:cubicBezTo>
                  <a:pt x="386775" y="92950"/>
                  <a:pt x="384371" y="93572"/>
                  <a:pt x="381549" y="93572"/>
                </a:cubicBezTo>
                <a:cubicBezTo>
                  <a:pt x="379779" y="93572"/>
                  <a:pt x="378176" y="93392"/>
                  <a:pt x="376741" y="93034"/>
                </a:cubicBezTo>
                <a:cubicBezTo>
                  <a:pt x="375306" y="92675"/>
                  <a:pt x="374038" y="92160"/>
                  <a:pt x="372938" y="91491"/>
                </a:cubicBezTo>
                <a:cubicBezTo>
                  <a:pt x="371790" y="90773"/>
                  <a:pt x="370773" y="89912"/>
                  <a:pt x="369888" y="88907"/>
                </a:cubicBezTo>
                <a:cubicBezTo>
                  <a:pt x="369003" y="87903"/>
                  <a:pt x="368250" y="86779"/>
                  <a:pt x="367628" y="85535"/>
                </a:cubicBezTo>
                <a:lnTo>
                  <a:pt x="367628" y="53101"/>
                </a:lnTo>
                <a:cubicBezTo>
                  <a:pt x="368297" y="51761"/>
                  <a:pt x="369099" y="50589"/>
                  <a:pt x="370032" y="49584"/>
                </a:cubicBezTo>
                <a:cubicBezTo>
                  <a:pt x="370964" y="48580"/>
                  <a:pt x="372053" y="47743"/>
                  <a:pt x="373297" y="47073"/>
                </a:cubicBezTo>
                <a:cubicBezTo>
                  <a:pt x="374397" y="46499"/>
                  <a:pt x="375617" y="46056"/>
                  <a:pt x="376956" y="45745"/>
                </a:cubicBezTo>
                <a:cubicBezTo>
                  <a:pt x="378296" y="45434"/>
                  <a:pt x="379779" y="45279"/>
                  <a:pt x="381405" y="45279"/>
                </a:cubicBezTo>
                <a:cubicBezTo>
                  <a:pt x="384228" y="45279"/>
                  <a:pt x="386631" y="45877"/>
                  <a:pt x="388617" y="47073"/>
                </a:cubicBezTo>
                <a:cubicBezTo>
                  <a:pt x="390602" y="48269"/>
                  <a:pt x="392240" y="49895"/>
                  <a:pt x="393532" y="51952"/>
                </a:cubicBezTo>
                <a:cubicBezTo>
                  <a:pt x="394776" y="54057"/>
                  <a:pt x="395697" y="56533"/>
                  <a:pt x="396295" y="59379"/>
                </a:cubicBezTo>
                <a:cubicBezTo>
                  <a:pt x="396893" y="62226"/>
                  <a:pt x="397192" y="65275"/>
                  <a:pt x="397192" y="68528"/>
                </a:cubicBezTo>
                <a:close/>
                <a:moveTo>
                  <a:pt x="485654" y="86826"/>
                </a:moveTo>
                <a:cubicBezTo>
                  <a:pt x="485654" y="88022"/>
                  <a:pt x="485355" y="89123"/>
                  <a:pt x="484757" y="90127"/>
                </a:cubicBezTo>
                <a:cubicBezTo>
                  <a:pt x="484159" y="91132"/>
                  <a:pt x="483262" y="92017"/>
                  <a:pt x="482066" y="92782"/>
                </a:cubicBezTo>
                <a:cubicBezTo>
                  <a:pt x="480823" y="93548"/>
                  <a:pt x="479232" y="94158"/>
                  <a:pt x="477295" y="94612"/>
                </a:cubicBezTo>
                <a:cubicBezTo>
                  <a:pt x="475357" y="95067"/>
                  <a:pt x="473097" y="95294"/>
                  <a:pt x="470514" y="95294"/>
                </a:cubicBezTo>
                <a:cubicBezTo>
                  <a:pt x="468361" y="95294"/>
                  <a:pt x="466268" y="95079"/>
                  <a:pt x="464235" y="94648"/>
                </a:cubicBezTo>
                <a:cubicBezTo>
                  <a:pt x="462202" y="94218"/>
                  <a:pt x="460396" y="93524"/>
                  <a:pt x="458817" y="92567"/>
                </a:cubicBezTo>
                <a:cubicBezTo>
                  <a:pt x="457238" y="91658"/>
                  <a:pt x="455947" y="90450"/>
                  <a:pt x="454942" y="88943"/>
                </a:cubicBezTo>
                <a:cubicBezTo>
                  <a:pt x="453938" y="87436"/>
                  <a:pt x="453364" y="85631"/>
                  <a:pt x="453220" y="83526"/>
                </a:cubicBezTo>
                <a:lnTo>
                  <a:pt x="434204" y="83526"/>
                </a:lnTo>
                <a:cubicBezTo>
                  <a:pt x="434204" y="86683"/>
                  <a:pt x="434982" y="89828"/>
                  <a:pt x="436536" y="92962"/>
                </a:cubicBezTo>
                <a:cubicBezTo>
                  <a:pt x="438091" y="96095"/>
                  <a:pt x="440375" y="98882"/>
                  <a:pt x="443389" y="101322"/>
                </a:cubicBezTo>
                <a:cubicBezTo>
                  <a:pt x="446403" y="103809"/>
                  <a:pt x="450146" y="105818"/>
                  <a:pt x="454619" y="107349"/>
                </a:cubicBezTo>
                <a:cubicBezTo>
                  <a:pt x="459092" y="108880"/>
                  <a:pt x="464247" y="109645"/>
                  <a:pt x="470083" y="109645"/>
                </a:cubicBezTo>
                <a:cubicBezTo>
                  <a:pt x="475393" y="109645"/>
                  <a:pt x="480201" y="109059"/>
                  <a:pt x="484506" y="107887"/>
                </a:cubicBezTo>
                <a:cubicBezTo>
                  <a:pt x="488812" y="106715"/>
                  <a:pt x="492495" y="105077"/>
                  <a:pt x="495557" y="102972"/>
                </a:cubicBezTo>
                <a:cubicBezTo>
                  <a:pt x="498571" y="100867"/>
                  <a:pt x="500903" y="98367"/>
                  <a:pt x="502553" y="95473"/>
                </a:cubicBezTo>
                <a:cubicBezTo>
                  <a:pt x="504204" y="92579"/>
                  <a:pt x="505029" y="89410"/>
                  <a:pt x="505029" y="85965"/>
                </a:cubicBezTo>
                <a:cubicBezTo>
                  <a:pt x="505029" y="82234"/>
                  <a:pt x="504204" y="79017"/>
                  <a:pt x="502553" y="76314"/>
                </a:cubicBezTo>
                <a:cubicBezTo>
                  <a:pt x="500903" y="73611"/>
                  <a:pt x="498619" y="71303"/>
                  <a:pt x="495700" y="69389"/>
                </a:cubicBezTo>
                <a:cubicBezTo>
                  <a:pt x="492782" y="67524"/>
                  <a:pt x="489314" y="65993"/>
                  <a:pt x="485296" y="64797"/>
                </a:cubicBezTo>
                <a:cubicBezTo>
                  <a:pt x="481277" y="63601"/>
                  <a:pt x="476924" y="62620"/>
                  <a:pt x="472236" y="61855"/>
                </a:cubicBezTo>
                <a:cubicBezTo>
                  <a:pt x="468983" y="61377"/>
                  <a:pt x="466304" y="60814"/>
                  <a:pt x="464199" y="60169"/>
                </a:cubicBezTo>
                <a:cubicBezTo>
                  <a:pt x="462094" y="59523"/>
                  <a:pt x="460444" y="58793"/>
                  <a:pt x="459248" y="57980"/>
                </a:cubicBezTo>
                <a:cubicBezTo>
                  <a:pt x="458004" y="57215"/>
                  <a:pt x="457143" y="56342"/>
                  <a:pt x="456664" y="55361"/>
                </a:cubicBezTo>
                <a:cubicBezTo>
                  <a:pt x="456186" y="54380"/>
                  <a:pt x="455947" y="53316"/>
                  <a:pt x="455947" y="52168"/>
                </a:cubicBezTo>
                <a:cubicBezTo>
                  <a:pt x="455947" y="51020"/>
                  <a:pt x="456222" y="49931"/>
                  <a:pt x="456772" y="48903"/>
                </a:cubicBezTo>
                <a:cubicBezTo>
                  <a:pt x="457322" y="47874"/>
                  <a:pt x="458123" y="46977"/>
                  <a:pt x="459176" y="46212"/>
                </a:cubicBezTo>
                <a:cubicBezTo>
                  <a:pt x="460324" y="45351"/>
                  <a:pt x="461807" y="44681"/>
                  <a:pt x="463625" y="44203"/>
                </a:cubicBezTo>
                <a:cubicBezTo>
                  <a:pt x="465443" y="43724"/>
                  <a:pt x="467571" y="43485"/>
                  <a:pt x="470011" y="43485"/>
                </a:cubicBezTo>
                <a:cubicBezTo>
                  <a:pt x="472882" y="43485"/>
                  <a:pt x="475333" y="43844"/>
                  <a:pt x="477366" y="44561"/>
                </a:cubicBezTo>
                <a:cubicBezTo>
                  <a:pt x="479400" y="45279"/>
                  <a:pt x="481014" y="46236"/>
                  <a:pt x="482210" y="47432"/>
                </a:cubicBezTo>
                <a:cubicBezTo>
                  <a:pt x="483071" y="48341"/>
                  <a:pt x="483717" y="49357"/>
                  <a:pt x="484147" y="50481"/>
                </a:cubicBezTo>
                <a:cubicBezTo>
                  <a:pt x="484578" y="51606"/>
                  <a:pt x="484793" y="52813"/>
                  <a:pt x="484793" y="54105"/>
                </a:cubicBezTo>
                <a:lnTo>
                  <a:pt x="504742" y="54105"/>
                </a:lnTo>
                <a:cubicBezTo>
                  <a:pt x="504742" y="50517"/>
                  <a:pt x="503953" y="47192"/>
                  <a:pt x="502374" y="44131"/>
                </a:cubicBezTo>
                <a:cubicBezTo>
                  <a:pt x="500795" y="41069"/>
                  <a:pt x="498523" y="38414"/>
                  <a:pt x="495557" y="36166"/>
                </a:cubicBezTo>
                <a:cubicBezTo>
                  <a:pt x="492543" y="33965"/>
                  <a:pt x="488883" y="32231"/>
                  <a:pt x="484578" y="30963"/>
                </a:cubicBezTo>
                <a:cubicBezTo>
                  <a:pt x="480273" y="29696"/>
                  <a:pt x="475417" y="29062"/>
                  <a:pt x="470011" y="29062"/>
                </a:cubicBezTo>
                <a:cubicBezTo>
                  <a:pt x="464845" y="29062"/>
                  <a:pt x="460204" y="29708"/>
                  <a:pt x="456090" y="30999"/>
                </a:cubicBezTo>
                <a:cubicBezTo>
                  <a:pt x="451976" y="32291"/>
                  <a:pt x="448484" y="34037"/>
                  <a:pt x="445614" y="36238"/>
                </a:cubicBezTo>
                <a:cubicBezTo>
                  <a:pt x="442743" y="38438"/>
                  <a:pt x="440543" y="40997"/>
                  <a:pt x="439012" y="43916"/>
                </a:cubicBezTo>
                <a:cubicBezTo>
                  <a:pt x="437481" y="46834"/>
                  <a:pt x="436716" y="49895"/>
                  <a:pt x="436716" y="53101"/>
                </a:cubicBezTo>
                <a:cubicBezTo>
                  <a:pt x="436716" y="56401"/>
                  <a:pt x="437469" y="59319"/>
                  <a:pt x="438976" y="61855"/>
                </a:cubicBezTo>
                <a:cubicBezTo>
                  <a:pt x="440483" y="64390"/>
                  <a:pt x="442576" y="66615"/>
                  <a:pt x="445255" y="68528"/>
                </a:cubicBezTo>
                <a:cubicBezTo>
                  <a:pt x="447934" y="70490"/>
                  <a:pt x="451151" y="72152"/>
                  <a:pt x="454906" y="73515"/>
                </a:cubicBezTo>
                <a:cubicBezTo>
                  <a:pt x="458662" y="74879"/>
                  <a:pt x="462812" y="76015"/>
                  <a:pt x="467356" y="76924"/>
                </a:cubicBezTo>
                <a:cubicBezTo>
                  <a:pt x="470944" y="77594"/>
                  <a:pt x="473910" y="78263"/>
                  <a:pt x="476254" y="78933"/>
                </a:cubicBezTo>
                <a:cubicBezTo>
                  <a:pt x="478598" y="79603"/>
                  <a:pt x="480488" y="80320"/>
                  <a:pt x="481923" y="81086"/>
                </a:cubicBezTo>
                <a:cubicBezTo>
                  <a:pt x="483310" y="81899"/>
                  <a:pt x="484279" y="82760"/>
                  <a:pt x="484829" y="83669"/>
                </a:cubicBezTo>
                <a:cubicBezTo>
                  <a:pt x="485379" y="84578"/>
                  <a:pt x="485654" y="85631"/>
                  <a:pt x="485654" y="86826"/>
                </a:cubicBezTo>
                <a:close/>
                <a:moveTo>
                  <a:pt x="560340" y="11481"/>
                </a:moveTo>
                <a:lnTo>
                  <a:pt x="540391" y="11481"/>
                </a:lnTo>
                <a:lnTo>
                  <a:pt x="540391" y="30497"/>
                </a:lnTo>
                <a:lnTo>
                  <a:pt x="522667" y="30497"/>
                </a:lnTo>
                <a:lnTo>
                  <a:pt x="522667" y="45207"/>
                </a:lnTo>
                <a:lnTo>
                  <a:pt x="540391" y="45207"/>
                </a:lnTo>
                <a:lnTo>
                  <a:pt x="540391" y="80512"/>
                </a:lnTo>
                <a:cubicBezTo>
                  <a:pt x="540391" y="85631"/>
                  <a:pt x="541061" y="90020"/>
                  <a:pt x="542400" y="93679"/>
                </a:cubicBezTo>
                <a:cubicBezTo>
                  <a:pt x="543740" y="97339"/>
                  <a:pt x="545653" y="100341"/>
                  <a:pt x="548141" y="102685"/>
                </a:cubicBezTo>
                <a:cubicBezTo>
                  <a:pt x="550580" y="105077"/>
                  <a:pt x="553535" y="106835"/>
                  <a:pt x="557003" y="107959"/>
                </a:cubicBezTo>
                <a:cubicBezTo>
                  <a:pt x="560471" y="109083"/>
                  <a:pt x="564334" y="109645"/>
                  <a:pt x="568592" y="109645"/>
                </a:cubicBezTo>
                <a:cubicBezTo>
                  <a:pt x="570792" y="109645"/>
                  <a:pt x="573029" y="109538"/>
                  <a:pt x="575301" y="109322"/>
                </a:cubicBezTo>
                <a:cubicBezTo>
                  <a:pt x="577573" y="109107"/>
                  <a:pt x="579762" y="108808"/>
                  <a:pt x="581867" y="108425"/>
                </a:cubicBezTo>
                <a:cubicBezTo>
                  <a:pt x="583972" y="108043"/>
                  <a:pt x="585957" y="107552"/>
                  <a:pt x="587823" y="106954"/>
                </a:cubicBezTo>
                <a:cubicBezTo>
                  <a:pt x="589688" y="106356"/>
                  <a:pt x="591315" y="105651"/>
                  <a:pt x="592702" y="104838"/>
                </a:cubicBezTo>
                <a:lnTo>
                  <a:pt x="590765" y="91132"/>
                </a:lnTo>
                <a:cubicBezTo>
                  <a:pt x="589856" y="91371"/>
                  <a:pt x="588767" y="91610"/>
                  <a:pt x="587500" y="91850"/>
                </a:cubicBezTo>
                <a:cubicBezTo>
                  <a:pt x="586232" y="92089"/>
                  <a:pt x="584881" y="92304"/>
                  <a:pt x="583445" y="92495"/>
                </a:cubicBezTo>
                <a:cubicBezTo>
                  <a:pt x="581962" y="92735"/>
                  <a:pt x="580420" y="92926"/>
                  <a:pt x="578817" y="93069"/>
                </a:cubicBezTo>
                <a:cubicBezTo>
                  <a:pt x="577214" y="93213"/>
                  <a:pt x="575648" y="93285"/>
                  <a:pt x="574117" y="93285"/>
                </a:cubicBezTo>
                <a:cubicBezTo>
                  <a:pt x="572012" y="93285"/>
                  <a:pt x="570110" y="93045"/>
                  <a:pt x="568412" y="92567"/>
                </a:cubicBezTo>
                <a:cubicBezTo>
                  <a:pt x="566714" y="92089"/>
                  <a:pt x="565267" y="91275"/>
                  <a:pt x="564071" y="90127"/>
                </a:cubicBezTo>
                <a:cubicBezTo>
                  <a:pt x="562875" y="89027"/>
                  <a:pt x="561954" y="87532"/>
                  <a:pt x="561308" y="85643"/>
                </a:cubicBezTo>
                <a:cubicBezTo>
                  <a:pt x="560662" y="83753"/>
                  <a:pt x="560340" y="81397"/>
                  <a:pt x="560340" y="78574"/>
                </a:cubicBezTo>
                <a:lnTo>
                  <a:pt x="560340" y="45207"/>
                </a:lnTo>
                <a:lnTo>
                  <a:pt x="589330" y="45207"/>
                </a:lnTo>
                <a:lnTo>
                  <a:pt x="589330" y="30497"/>
                </a:lnTo>
                <a:lnTo>
                  <a:pt x="560340" y="30497"/>
                </a:lnTo>
                <a:lnTo>
                  <a:pt x="560340" y="11481"/>
                </a:lnTo>
                <a:close/>
                <a:moveTo>
                  <a:pt x="667674" y="29062"/>
                </a:moveTo>
                <a:cubicBezTo>
                  <a:pt x="662460" y="29062"/>
                  <a:pt x="657652" y="30318"/>
                  <a:pt x="653251" y="32829"/>
                </a:cubicBezTo>
                <a:cubicBezTo>
                  <a:pt x="648850" y="35341"/>
                  <a:pt x="645071" y="38797"/>
                  <a:pt x="641913" y="43198"/>
                </a:cubicBezTo>
                <a:lnTo>
                  <a:pt x="641770" y="41476"/>
                </a:lnTo>
                <a:lnTo>
                  <a:pt x="640981" y="30497"/>
                </a:lnTo>
                <a:lnTo>
                  <a:pt x="622395" y="30497"/>
                </a:lnTo>
                <a:lnTo>
                  <a:pt x="622395" y="108138"/>
                </a:lnTo>
                <a:lnTo>
                  <a:pt x="642344" y="108138"/>
                </a:lnTo>
                <a:lnTo>
                  <a:pt x="642344" y="61496"/>
                </a:lnTo>
                <a:cubicBezTo>
                  <a:pt x="643253" y="59296"/>
                  <a:pt x="644401" y="57382"/>
                  <a:pt x="645788" y="55756"/>
                </a:cubicBezTo>
                <a:cubicBezTo>
                  <a:pt x="647176" y="54129"/>
                  <a:pt x="648850" y="52790"/>
                  <a:pt x="650811" y="51737"/>
                </a:cubicBezTo>
                <a:cubicBezTo>
                  <a:pt x="652438" y="50828"/>
                  <a:pt x="654292" y="50146"/>
                  <a:pt x="656373" y="49692"/>
                </a:cubicBezTo>
                <a:cubicBezTo>
                  <a:pt x="658453" y="49238"/>
                  <a:pt x="660786" y="49010"/>
                  <a:pt x="663369" y="49010"/>
                </a:cubicBezTo>
                <a:cubicBezTo>
                  <a:pt x="665856" y="49010"/>
                  <a:pt x="668476" y="49166"/>
                  <a:pt x="671226" y="49477"/>
                </a:cubicBezTo>
                <a:cubicBezTo>
                  <a:pt x="673977" y="49788"/>
                  <a:pt x="676668" y="50254"/>
                  <a:pt x="679299" y="50876"/>
                </a:cubicBezTo>
                <a:lnTo>
                  <a:pt x="682241" y="30999"/>
                </a:lnTo>
                <a:cubicBezTo>
                  <a:pt x="680662" y="30521"/>
                  <a:pt x="678593" y="30078"/>
                  <a:pt x="676034" y="29672"/>
                </a:cubicBezTo>
                <a:cubicBezTo>
                  <a:pt x="673475" y="29265"/>
                  <a:pt x="670688" y="29062"/>
                  <a:pt x="667674" y="29062"/>
                </a:cubicBezTo>
                <a:close/>
                <a:moveTo>
                  <a:pt x="705404" y="30497"/>
                </a:moveTo>
                <a:lnTo>
                  <a:pt x="705404" y="46786"/>
                </a:lnTo>
                <a:lnTo>
                  <a:pt x="727506" y="46786"/>
                </a:lnTo>
                <a:lnTo>
                  <a:pt x="727506" y="91921"/>
                </a:lnTo>
                <a:lnTo>
                  <a:pt x="705404" y="91921"/>
                </a:lnTo>
                <a:lnTo>
                  <a:pt x="705404" y="108138"/>
                </a:lnTo>
                <a:lnTo>
                  <a:pt x="768694" y="108138"/>
                </a:lnTo>
                <a:lnTo>
                  <a:pt x="768694" y="91921"/>
                </a:lnTo>
                <a:lnTo>
                  <a:pt x="747669" y="91921"/>
                </a:lnTo>
                <a:lnTo>
                  <a:pt x="747669" y="30497"/>
                </a:lnTo>
                <a:lnTo>
                  <a:pt x="705404" y="30497"/>
                </a:lnTo>
                <a:moveTo>
                  <a:pt x="726070" y="10620"/>
                </a:moveTo>
                <a:cubicBezTo>
                  <a:pt x="726070" y="12151"/>
                  <a:pt x="726345" y="13574"/>
                  <a:pt x="726896" y="14890"/>
                </a:cubicBezTo>
                <a:cubicBezTo>
                  <a:pt x="727446" y="16205"/>
                  <a:pt x="728223" y="17317"/>
                  <a:pt x="729228" y="18226"/>
                </a:cubicBezTo>
                <a:cubicBezTo>
                  <a:pt x="730232" y="19183"/>
                  <a:pt x="731440" y="19925"/>
                  <a:pt x="732851" y="20451"/>
                </a:cubicBezTo>
                <a:cubicBezTo>
                  <a:pt x="734263" y="20977"/>
                  <a:pt x="735829" y="21240"/>
                  <a:pt x="737552" y="21240"/>
                </a:cubicBezTo>
                <a:cubicBezTo>
                  <a:pt x="741092" y="21240"/>
                  <a:pt x="743902" y="20248"/>
                  <a:pt x="745983" y="18262"/>
                </a:cubicBezTo>
                <a:cubicBezTo>
                  <a:pt x="748064" y="16277"/>
                  <a:pt x="749105" y="13730"/>
                  <a:pt x="749105" y="10620"/>
                </a:cubicBezTo>
                <a:cubicBezTo>
                  <a:pt x="749105" y="7511"/>
                  <a:pt x="748064" y="4963"/>
                  <a:pt x="745983" y="2978"/>
                </a:cubicBezTo>
                <a:cubicBezTo>
                  <a:pt x="743902" y="993"/>
                  <a:pt x="741092" y="0"/>
                  <a:pt x="737552" y="0"/>
                </a:cubicBezTo>
                <a:cubicBezTo>
                  <a:pt x="735829" y="0"/>
                  <a:pt x="734263" y="263"/>
                  <a:pt x="732851" y="789"/>
                </a:cubicBezTo>
                <a:cubicBezTo>
                  <a:pt x="731440" y="1316"/>
                  <a:pt x="730232" y="2033"/>
                  <a:pt x="729228" y="2942"/>
                </a:cubicBezTo>
                <a:cubicBezTo>
                  <a:pt x="728223" y="3899"/>
                  <a:pt x="727446" y="5035"/>
                  <a:pt x="726896" y="6351"/>
                </a:cubicBezTo>
                <a:cubicBezTo>
                  <a:pt x="726345" y="7666"/>
                  <a:pt x="726070" y="9089"/>
                  <a:pt x="726070" y="10620"/>
                </a:cubicBezTo>
                <a:close/>
                <a:moveTo>
                  <a:pt x="788270" y="108138"/>
                </a:moveTo>
                <a:lnTo>
                  <a:pt x="808290" y="108138"/>
                </a:lnTo>
                <a:lnTo>
                  <a:pt x="808290" y="52957"/>
                </a:lnTo>
                <a:cubicBezTo>
                  <a:pt x="808960" y="51905"/>
                  <a:pt x="809701" y="50948"/>
                  <a:pt x="810515" y="50087"/>
                </a:cubicBezTo>
                <a:cubicBezTo>
                  <a:pt x="811328" y="49226"/>
                  <a:pt x="812237" y="48484"/>
                  <a:pt x="813241" y="47862"/>
                </a:cubicBezTo>
                <a:cubicBezTo>
                  <a:pt x="814485" y="47001"/>
                  <a:pt x="815908" y="46355"/>
                  <a:pt x="817511" y="45925"/>
                </a:cubicBezTo>
                <a:cubicBezTo>
                  <a:pt x="819113" y="45494"/>
                  <a:pt x="820872" y="45279"/>
                  <a:pt x="822785" y="45279"/>
                </a:cubicBezTo>
                <a:cubicBezTo>
                  <a:pt x="825081" y="45279"/>
                  <a:pt x="827138" y="45506"/>
                  <a:pt x="828956" y="45961"/>
                </a:cubicBezTo>
                <a:cubicBezTo>
                  <a:pt x="830774" y="46415"/>
                  <a:pt x="832329" y="47216"/>
                  <a:pt x="833620" y="48365"/>
                </a:cubicBezTo>
                <a:cubicBezTo>
                  <a:pt x="834912" y="49513"/>
                  <a:pt x="835905" y="51079"/>
                  <a:pt x="836598" y="53065"/>
                </a:cubicBezTo>
                <a:cubicBezTo>
                  <a:pt x="837292" y="55050"/>
                  <a:pt x="837639" y="57573"/>
                  <a:pt x="837639" y="60635"/>
                </a:cubicBezTo>
                <a:lnTo>
                  <a:pt x="837639" y="108138"/>
                </a:lnTo>
                <a:lnTo>
                  <a:pt x="857587" y="108138"/>
                </a:lnTo>
                <a:lnTo>
                  <a:pt x="857587" y="60348"/>
                </a:lnTo>
                <a:cubicBezTo>
                  <a:pt x="857587" y="54703"/>
                  <a:pt x="856930" y="49907"/>
                  <a:pt x="855614" y="45961"/>
                </a:cubicBezTo>
                <a:cubicBezTo>
                  <a:pt x="854299" y="42014"/>
                  <a:pt x="852469" y="38773"/>
                  <a:pt x="850125" y="36238"/>
                </a:cubicBezTo>
                <a:cubicBezTo>
                  <a:pt x="847733" y="33750"/>
                  <a:pt x="844910" y="31932"/>
                  <a:pt x="841657" y="30784"/>
                </a:cubicBezTo>
                <a:cubicBezTo>
                  <a:pt x="838404" y="29636"/>
                  <a:pt x="834816" y="29062"/>
                  <a:pt x="830894" y="29062"/>
                </a:cubicBezTo>
                <a:cubicBezTo>
                  <a:pt x="827832" y="29062"/>
                  <a:pt x="824938" y="29492"/>
                  <a:pt x="822211" y="30353"/>
                </a:cubicBezTo>
                <a:cubicBezTo>
                  <a:pt x="819484" y="31214"/>
                  <a:pt x="816973" y="32458"/>
                  <a:pt x="814676" y="34085"/>
                </a:cubicBezTo>
                <a:cubicBezTo>
                  <a:pt x="813337" y="35042"/>
                  <a:pt x="812069" y="36118"/>
                  <a:pt x="810873" y="37314"/>
                </a:cubicBezTo>
                <a:cubicBezTo>
                  <a:pt x="809677" y="38510"/>
                  <a:pt x="808577" y="39825"/>
                  <a:pt x="807572" y="41261"/>
                </a:cubicBezTo>
                <a:lnTo>
                  <a:pt x="806353" y="30497"/>
                </a:lnTo>
                <a:lnTo>
                  <a:pt x="788270" y="30497"/>
                </a:lnTo>
                <a:lnTo>
                  <a:pt x="788270" y="108138"/>
                </a:lnTo>
                <a:close/>
                <a:moveTo>
                  <a:pt x="874436" y="68744"/>
                </a:moveTo>
                <a:lnTo>
                  <a:pt x="874436" y="70251"/>
                </a:lnTo>
                <a:cubicBezTo>
                  <a:pt x="874436" y="75895"/>
                  <a:pt x="875166" y="81122"/>
                  <a:pt x="876625" y="85930"/>
                </a:cubicBezTo>
                <a:cubicBezTo>
                  <a:pt x="878084" y="90737"/>
                  <a:pt x="880177" y="94887"/>
                  <a:pt x="882903" y="98379"/>
                </a:cubicBezTo>
                <a:cubicBezTo>
                  <a:pt x="885630" y="101872"/>
                  <a:pt x="888919" y="104610"/>
                  <a:pt x="892770" y="106596"/>
                </a:cubicBezTo>
                <a:cubicBezTo>
                  <a:pt x="896621" y="108581"/>
                  <a:pt x="900962" y="109574"/>
                  <a:pt x="905794" y="109574"/>
                </a:cubicBezTo>
                <a:cubicBezTo>
                  <a:pt x="908234" y="109574"/>
                  <a:pt x="910518" y="109310"/>
                  <a:pt x="912647" y="108784"/>
                </a:cubicBezTo>
                <a:cubicBezTo>
                  <a:pt x="914776" y="108258"/>
                  <a:pt x="916725" y="107517"/>
                  <a:pt x="918495" y="106560"/>
                </a:cubicBezTo>
                <a:cubicBezTo>
                  <a:pt x="919691" y="105890"/>
                  <a:pt x="920815" y="105125"/>
                  <a:pt x="921868" y="104264"/>
                </a:cubicBezTo>
                <a:cubicBezTo>
                  <a:pt x="922920" y="103402"/>
                  <a:pt x="923925" y="102446"/>
                  <a:pt x="924881" y="101393"/>
                </a:cubicBezTo>
                <a:lnTo>
                  <a:pt x="924881" y="105842"/>
                </a:lnTo>
                <a:cubicBezTo>
                  <a:pt x="924881" y="108473"/>
                  <a:pt x="924511" y="110841"/>
                  <a:pt x="923769" y="112946"/>
                </a:cubicBezTo>
                <a:cubicBezTo>
                  <a:pt x="923028" y="115051"/>
                  <a:pt x="921963" y="116821"/>
                  <a:pt x="920576" y="118256"/>
                </a:cubicBezTo>
                <a:cubicBezTo>
                  <a:pt x="919045" y="119835"/>
                  <a:pt x="917144" y="121031"/>
                  <a:pt x="914871" y="121844"/>
                </a:cubicBezTo>
                <a:cubicBezTo>
                  <a:pt x="912599" y="122657"/>
                  <a:pt x="910004" y="123064"/>
                  <a:pt x="907086" y="123064"/>
                </a:cubicBezTo>
                <a:cubicBezTo>
                  <a:pt x="905268" y="123064"/>
                  <a:pt x="903510" y="122885"/>
                  <a:pt x="901811" y="122526"/>
                </a:cubicBezTo>
                <a:cubicBezTo>
                  <a:pt x="900113" y="122167"/>
                  <a:pt x="898475" y="121629"/>
                  <a:pt x="896896" y="120911"/>
                </a:cubicBezTo>
                <a:cubicBezTo>
                  <a:pt x="895270" y="120194"/>
                  <a:pt x="893715" y="119273"/>
                  <a:pt x="892232" y="118149"/>
                </a:cubicBezTo>
                <a:cubicBezTo>
                  <a:pt x="890749" y="117024"/>
                  <a:pt x="889362" y="115721"/>
                  <a:pt x="888070" y="114238"/>
                </a:cubicBezTo>
                <a:lnTo>
                  <a:pt x="879100" y="126365"/>
                </a:lnTo>
                <a:cubicBezTo>
                  <a:pt x="880775" y="128518"/>
                  <a:pt x="882784" y="130371"/>
                  <a:pt x="885128" y="131926"/>
                </a:cubicBezTo>
                <a:cubicBezTo>
                  <a:pt x="887472" y="133481"/>
                  <a:pt x="889960" y="134760"/>
                  <a:pt x="892591" y="135765"/>
                </a:cubicBezTo>
                <a:cubicBezTo>
                  <a:pt x="895222" y="136770"/>
                  <a:pt x="897877" y="137511"/>
                  <a:pt x="900556" y="137990"/>
                </a:cubicBezTo>
                <a:cubicBezTo>
                  <a:pt x="903235" y="138468"/>
                  <a:pt x="905746" y="138707"/>
                  <a:pt x="908090" y="138707"/>
                </a:cubicBezTo>
                <a:cubicBezTo>
                  <a:pt x="913544" y="138707"/>
                  <a:pt x="918531" y="137978"/>
                  <a:pt x="923052" y="136519"/>
                </a:cubicBezTo>
                <a:cubicBezTo>
                  <a:pt x="927572" y="135059"/>
                  <a:pt x="931459" y="132919"/>
                  <a:pt x="934712" y="130096"/>
                </a:cubicBezTo>
                <a:cubicBezTo>
                  <a:pt x="937917" y="127274"/>
                  <a:pt x="940417" y="123805"/>
                  <a:pt x="942211" y="119691"/>
                </a:cubicBezTo>
                <a:cubicBezTo>
                  <a:pt x="944005" y="115577"/>
                  <a:pt x="944902" y="110889"/>
                  <a:pt x="944902" y="105627"/>
                </a:cubicBezTo>
                <a:lnTo>
                  <a:pt x="944902" y="30497"/>
                </a:lnTo>
                <a:lnTo>
                  <a:pt x="926747" y="30497"/>
                </a:lnTo>
                <a:lnTo>
                  <a:pt x="925958" y="37888"/>
                </a:lnTo>
                <a:cubicBezTo>
                  <a:pt x="925001" y="36692"/>
                  <a:pt x="923949" y="35604"/>
                  <a:pt x="922800" y="34623"/>
                </a:cubicBezTo>
                <a:cubicBezTo>
                  <a:pt x="921652" y="33642"/>
                  <a:pt x="920409" y="32793"/>
                  <a:pt x="919069" y="32076"/>
                </a:cubicBezTo>
                <a:cubicBezTo>
                  <a:pt x="917299" y="31071"/>
                  <a:pt x="915326" y="30318"/>
                  <a:pt x="913149" y="29815"/>
                </a:cubicBezTo>
                <a:cubicBezTo>
                  <a:pt x="910972" y="29313"/>
                  <a:pt x="908569" y="29062"/>
                  <a:pt x="905937" y="29062"/>
                </a:cubicBezTo>
                <a:cubicBezTo>
                  <a:pt x="901058" y="29062"/>
                  <a:pt x="896681" y="30019"/>
                  <a:pt x="892806" y="31932"/>
                </a:cubicBezTo>
                <a:cubicBezTo>
                  <a:pt x="888931" y="33846"/>
                  <a:pt x="885630" y="36548"/>
                  <a:pt x="882903" y="40041"/>
                </a:cubicBezTo>
                <a:cubicBezTo>
                  <a:pt x="880177" y="43533"/>
                  <a:pt x="878084" y="47719"/>
                  <a:pt x="876625" y="52598"/>
                </a:cubicBezTo>
                <a:cubicBezTo>
                  <a:pt x="875166" y="57478"/>
                  <a:pt x="874436" y="62860"/>
                  <a:pt x="874436" y="68744"/>
                </a:cubicBezTo>
                <a:moveTo>
                  <a:pt x="894456" y="70251"/>
                </a:moveTo>
                <a:lnTo>
                  <a:pt x="894456" y="68744"/>
                </a:lnTo>
                <a:cubicBezTo>
                  <a:pt x="894456" y="65491"/>
                  <a:pt x="894791" y="62441"/>
                  <a:pt x="895461" y="59595"/>
                </a:cubicBezTo>
                <a:cubicBezTo>
                  <a:pt x="896131" y="56748"/>
                  <a:pt x="897159" y="54249"/>
                  <a:pt x="898546" y="52096"/>
                </a:cubicBezTo>
                <a:cubicBezTo>
                  <a:pt x="899886" y="49991"/>
                  <a:pt x="901584" y="48329"/>
                  <a:pt x="903641" y="47109"/>
                </a:cubicBezTo>
                <a:cubicBezTo>
                  <a:pt x="905698" y="45889"/>
                  <a:pt x="908138" y="45279"/>
                  <a:pt x="910961" y="45279"/>
                </a:cubicBezTo>
                <a:cubicBezTo>
                  <a:pt x="912491" y="45279"/>
                  <a:pt x="913915" y="45422"/>
                  <a:pt x="915230" y="45709"/>
                </a:cubicBezTo>
                <a:cubicBezTo>
                  <a:pt x="916546" y="45997"/>
                  <a:pt x="917754" y="46403"/>
                  <a:pt x="918854" y="46929"/>
                </a:cubicBezTo>
                <a:cubicBezTo>
                  <a:pt x="920145" y="47551"/>
                  <a:pt x="921294" y="48365"/>
                  <a:pt x="922298" y="49369"/>
                </a:cubicBezTo>
                <a:cubicBezTo>
                  <a:pt x="923303" y="50374"/>
                  <a:pt x="924164" y="51546"/>
                  <a:pt x="924881" y="52885"/>
                </a:cubicBezTo>
                <a:lnTo>
                  <a:pt x="924881" y="85750"/>
                </a:lnTo>
                <a:cubicBezTo>
                  <a:pt x="924212" y="86946"/>
                  <a:pt x="923422" y="88022"/>
                  <a:pt x="922513" y="88979"/>
                </a:cubicBezTo>
                <a:cubicBezTo>
                  <a:pt x="921605" y="89936"/>
                  <a:pt x="920552" y="90749"/>
                  <a:pt x="919356" y="91419"/>
                </a:cubicBezTo>
                <a:cubicBezTo>
                  <a:pt x="918208" y="92041"/>
                  <a:pt x="916928" y="92519"/>
                  <a:pt x="915517" y="92854"/>
                </a:cubicBezTo>
                <a:cubicBezTo>
                  <a:pt x="914106" y="93189"/>
                  <a:pt x="912539" y="93356"/>
                  <a:pt x="910817" y="93356"/>
                </a:cubicBezTo>
                <a:cubicBezTo>
                  <a:pt x="907995" y="93356"/>
                  <a:pt x="905555" y="92758"/>
                  <a:pt x="903498" y="91562"/>
                </a:cubicBezTo>
                <a:cubicBezTo>
                  <a:pt x="901441" y="90367"/>
                  <a:pt x="899742" y="88716"/>
                  <a:pt x="898403" y="86611"/>
                </a:cubicBezTo>
                <a:cubicBezTo>
                  <a:pt x="897063" y="84554"/>
                  <a:pt x="896071" y="82126"/>
                  <a:pt x="895425" y="79328"/>
                </a:cubicBezTo>
                <a:cubicBezTo>
                  <a:pt x="894779" y="76529"/>
                  <a:pt x="894456" y="73504"/>
                  <a:pt x="894456" y="70251"/>
                </a:cubicBezTo>
                <a:close/>
                <a:moveTo>
                  <a:pt x="1014707" y="86826"/>
                </a:moveTo>
                <a:cubicBezTo>
                  <a:pt x="1014707" y="88022"/>
                  <a:pt x="1014408" y="89123"/>
                  <a:pt x="1013810" y="90127"/>
                </a:cubicBezTo>
                <a:cubicBezTo>
                  <a:pt x="1013212" y="91132"/>
                  <a:pt x="1012315" y="92017"/>
                  <a:pt x="1011119" y="92782"/>
                </a:cubicBezTo>
                <a:cubicBezTo>
                  <a:pt x="1009876" y="93548"/>
                  <a:pt x="1008285" y="94158"/>
                  <a:pt x="1006348" y="94612"/>
                </a:cubicBezTo>
                <a:cubicBezTo>
                  <a:pt x="1004410" y="95067"/>
                  <a:pt x="1002150" y="95294"/>
                  <a:pt x="999567" y="95294"/>
                </a:cubicBezTo>
                <a:cubicBezTo>
                  <a:pt x="997414" y="95294"/>
                  <a:pt x="995321" y="95079"/>
                  <a:pt x="993288" y="94648"/>
                </a:cubicBezTo>
                <a:cubicBezTo>
                  <a:pt x="991255" y="94218"/>
                  <a:pt x="989449" y="93524"/>
                  <a:pt x="987870" y="92567"/>
                </a:cubicBezTo>
                <a:cubicBezTo>
                  <a:pt x="986291" y="91658"/>
                  <a:pt x="985000" y="90450"/>
                  <a:pt x="983995" y="88943"/>
                </a:cubicBezTo>
                <a:cubicBezTo>
                  <a:pt x="982991" y="87436"/>
                  <a:pt x="982417" y="85631"/>
                  <a:pt x="982273" y="83526"/>
                </a:cubicBezTo>
                <a:lnTo>
                  <a:pt x="963257" y="83526"/>
                </a:lnTo>
                <a:cubicBezTo>
                  <a:pt x="963257" y="86683"/>
                  <a:pt x="964035" y="89828"/>
                  <a:pt x="965589" y="92962"/>
                </a:cubicBezTo>
                <a:cubicBezTo>
                  <a:pt x="967144" y="96095"/>
                  <a:pt x="969428" y="98882"/>
                  <a:pt x="972442" y="101322"/>
                </a:cubicBezTo>
                <a:cubicBezTo>
                  <a:pt x="975456" y="103809"/>
                  <a:pt x="979199" y="105818"/>
                  <a:pt x="983672" y="107349"/>
                </a:cubicBezTo>
                <a:cubicBezTo>
                  <a:pt x="988145" y="108880"/>
                  <a:pt x="993300" y="109645"/>
                  <a:pt x="999136" y="109645"/>
                </a:cubicBezTo>
                <a:cubicBezTo>
                  <a:pt x="1004446" y="109645"/>
                  <a:pt x="1009254" y="109059"/>
                  <a:pt x="1013559" y="107887"/>
                </a:cubicBezTo>
                <a:cubicBezTo>
                  <a:pt x="1017865" y="106715"/>
                  <a:pt x="1021548" y="105077"/>
                  <a:pt x="1024610" y="102972"/>
                </a:cubicBezTo>
                <a:cubicBezTo>
                  <a:pt x="1027624" y="100867"/>
                  <a:pt x="1029956" y="98367"/>
                  <a:pt x="1031606" y="95473"/>
                </a:cubicBezTo>
                <a:cubicBezTo>
                  <a:pt x="1033257" y="92579"/>
                  <a:pt x="1034082" y="89410"/>
                  <a:pt x="1034082" y="85965"/>
                </a:cubicBezTo>
                <a:cubicBezTo>
                  <a:pt x="1034082" y="82234"/>
                  <a:pt x="1033257" y="79017"/>
                  <a:pt x="1031606" y="76314"/>
                </a:cubicBezTo>
                <a:cubicBezTo>
                  <a:pt x="1029956" y="73611"/>
                  <a:pt x="1027672" y="71303"/>
                  <a:pt x="1024753" y="69389"/>
                </a:cubicBezTo>
                <a:cubicBezTo>
                  <a:pt x="1021835" y="67524"/>
                  <a:pt x="1018367" y="65993"/>
                  <a:pt x="1014349" y="64797"/>
                </a:cubicBezTo>
                <a:cubicBezTo>
                  <a:pt x="1010330" y="63601"/>
                  <a:pt x="1005977" y="62620"/>
                  <a:pt x="1001289" y="61855"/>
                </a:cubicBezTo>
                <a:cubicBezTo>
                  <a:pt x="998036" y="61377"/>
                  <a:pt x="995357" y="60814"/>
                  <a:pt x="993252" y="60169"/>
                </a:cubicBezTo>
                <a:cubicBezTo>
                  <a:pt x="991147" y="59523"/>
                  <a:pt x="989497" y="58793"/>
                  <a:pt x="988301" y="57980"/>
                </a:cubicBezTo>
                <a:cubicBezTo>
                  <a:pt x="987057" y="57215"/>
                  <a:pt x="986196" y="56342"/>
                  <a:pt x="985717" y="55361"/>
                </a:cubicBezTo>
                <a:cubicBezTo>
                  <a:pt x="985239" y="54380"/>
                  <a:pt x="985000" y="53316"/>
                  <a:pt x="985000" y="52168"/>
                </a:cubicBezTo>
                <a:cubicBezTo>
                  <a:pt x="985000" y="51020"/>
                  <a:pt x="985275" y="49931"/>
                  <a:pt x="985825" y="48903"/>
                </a:cubicBezTo>
                <a:cubicBezTo>
                  <a:pt x="986375" y="47874"/>
                  <a:pt x="987176" y="46977"/>
                  <a:pt x="988229" y="46212"/>
                </a:cubicBezTo>
                <a:cubicBezTo>
                  <a:pt x="989377" y="45351"/>
                  <a:pt x="990860" y="44681"/>
                  <a:pt x="992678" y="44203"/>
                </a:cubicBezTo>
                <a:cubicBezTo>
                  <a:pt x="994496" y="43724"/>
                  <a:pt x="996624" y="43485"/>
                  <a:pt x="999064" y="43485"/>
                </a:cubicBezTo>
                <a:cubicBezTo>
                  <a:pt x="1001935" y="43485"/>
                  <a:pt x="1004386" y="43844"/>
                  <a:pt x="1006419" y="44561"/>
                </a:cubicBezTo>
                <a:cubicBezTo>
                  <a:pt x="1008452" y="45279"/>
                  <a:pt x="1010067" y="46236"/>
                  <a:pt x="1011263" y="47432"/>
                </a:cubicBezTo>
                <a:cubicBezTo>
                  <a:pt x="1012124" y="48341"/>
                  <a:pt x="1012770" y="49357"/>
                  <a:pt x="1013200" y="50481"/>
                </a:cubicBezTo>
                <a:cubicBezTo>
                  <a:pt x="1013631" y="51606"/>
                  <a:pt x="1013846" y="52813"/>
                  <a:pt x="1013846" y="54105"/>
                </a:cubicBezTo>
                <a:lnTo>
                  <a:pt x="1033795" y="54105"/>
                </a:lnTo>
                <a:cubicBezTo>
                  <a:pt x="1033795" y="50517"/>
                  <a:pt x="1033005" y="47192"/>
                  <a:pt x="1031427" y="44131"/>
                </a:cubicBezTo>
                <a:cubicBezTo>
                  <a:pt x="1029848" y="41069"/>
                  <a:pt x="1027576" y="38414"/>
                  <a:pt x="1024610" y="36166"/>
                </a:cubicBezTo>
                <a:cubicBezTo>
                  <a:pt x="1021596" y="33965"/>
                  <a:pt x="1017936" y="32231"/>
                  <a:pt x="1013631" y="30963"/>
                </a:cubicBezTo>
                <a:cubicBezTo>
                  <a:pt x="1009326" y="29696"/>
                  <a:pt x="1004470" y="29062"/>
                  <a:pt x="999064" y="29062"/>
                </a:cubicBezTo>
                <a:cubicBezTo>
                  <a:pt x="993898" y="29062"/>
                  <a:pt x="989257" y="29708"/>
                  <a:pt x="985143" y="30999"/>
                </a:cubicBezTo>
                <a:cubicBezTo>
                  <a:pt x="981029" y="32291"/>
                  <a:pt x="977537" y="34037"/>
                  <a:pt x="974667" y="36238"/>
                </a:cubicBezTo>
                <a:cubicBezTo>
                  <a:pt x="971796" y="38438"/>
                  <a:pt x="969596" y="40997"/>
                  <a:pt x="968065" y="43916"/>
                </a:cubicBezTo>
                <a:cubicBezTo>
                  <a:pt x="966534" y="46834"/>
                  <a:pt x="965769" y="49895"/>
                  <a:pt x="965769" y="53101"/>
                </a:cubicBezTo>
                <a:cubicBezTo>
                  <a:pt x="965769" y="56401"/>
                  <a:pt x="966522" y="59319"/>
                  <a:pt x="968029" y="61855"/>
                </a:cubicBezTo>
                <a:cubicBezTo>
                  <a:pt x="969536" y="64390"/>
                  <a:pt x="971629" y="66615"/>
                  <a:pt x="974308" y="68528"/>
                </a:cubicBezTo>
                <a:cubicBezTo>
                  <a:pt x="976987" y="70490"/>
                  <a:pt x="980204" y="72152"/>
                  <a:pt x="983959" y="73515"/>
                </a:cubicBezTo>
                <a:cubicBezTo>
                  <a:pt x="987715" y="74879"/>
                  <a:pt x="991865" y="76015"/>
                  <a:pt x="996409" y="76924"/>
                </a:cubicBezTo>
                <a:cubicBezTo>
                  <a:pt x="999997" y="77594"/>
                  <a:pt x="1002963" y="78263"/>
                  <a:pt x="1005307" y="78933"/>
                </a:cubicBezTo>
                <a:cubicBezTo>
                  <a:pt x="1007651" y="79603"/>
                  <a:pt x="1009541" y="80320"/>
                  <a:pt x="1010976" y="81086"/>
                </a:cubicBezTo>
                <a:cubicBezTo>
                  <a:pt x="1012363" y="81899"/>
                  <a:pt x="1013332" y="82760"/>
                  <a:pt x="1013882" y="83669"/>
                </a:cubicBezTo>
                <a:cubicBezTo>
                  <a:pt x="1014432" y="84578"/>
                  <a:pt x="1014707" y="85631"/>
                  <a:pt x="1014707" y="86826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(IxpMsg*msg,ushortnum){">
            <a:extLst xmlns:a="http://schemas.openxmlformats.org/drawingml/2006/main">
              <a:ext uri="{FF2B5EF4-FFF2-40B4-BE49-F238E27FC236}">
                <a16:creationId xmlns:a16="http://schemas.microsoft.com/office/drawing/2014/main" id="{14145187-CD7F-4AF9-91D9-01D54F19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52" y="700230"/>
            <a:ext cx="2249523" cy="148968"/>
          </a:xfrm>
          <a:custGeom xmlns:a="http://schemas.openxmlformats.org/drawingml/2006/main">
            <a:pathLst>
              <a:path w="2249523" h="148968">
                <a:moveTo>
                  <a:pt x="0" y="73695"/>
                </a:moveTo>
                <a:lnTo>
                  <a:pt x="0" y="75274"/>
                </a:lnTo>
                <a:cubicBezTo>
                  <a:pt x="0" y="82067"/>
                  <a:pt x="514" y="88429"/>
                  <a:pt x="1543" y="94361"/>
                </a:cubicBezTo>
                <a:cubicBezTo>
                  <a:pt x="2571" y="100293"/>
                  <a:pt x="3971" y="105770"/>
                  <a:pt x="5741" y="110793"/>
                </a:cubicBezTo>
                <a:cubicBezTo>
                  <a:pt x="7511" y="115864"/>
                  <a:pt x="9580" y="120481"/>
                  <a:pt x="11948" y="124643"/>
                </a:cubicBezTo>
                <a:cubicBezTo>
                  <a:pt x="14316" y="128805"/>
                  <a:pt x="16815" y="132464"/>
                  <a:pt x="19446" y="135622"/>
                </a:cubicBezTo>
                <a:cubicBezTo>
                  <a:pt x="22077" y="138827"/>
                  <a:pt x="24792" y="141554"/>
                  <a:pt x="27591" y="143802"/>
                </a:cubicBezTo>
                <a:cubicBezTo>
                  <a:pt x="30389" y="146050"/>
                  <a:pt x="33104" y="147772"/>
                  <a:pt x="35735" y="148968"/>
                </a:cubicBezTo>
                <a:lnTo>
                  <a:pt x="39610" y="138205"/>
                </a:lnTo>
                <a:cubicBezTo>
                  <a:pt x="37744" y="136770"/>
                  <a:pt x="35855" y="134976"/>
                  <a:pt x="33941" y="132823"/>
                </a:cubicBezTo>
                <a:cubicBezTo>
                  <a:pt x="32028" y="130670"/>
                  <a:pt x="30210" y="128135"/>
                  <a:pt x="28488" y="125217"/>
                </a:cubicBezTo>
                <a:cubicBezTo>
                  <a:pt x="26861" y="122538"/>
                  <a:pt x="25342" y="119404"/>
                  <a:pt x="23931" y="115817"/>
                </a:cubicBezTo>
                <a:cubicBezTo>
                  <a:pt x="22520" y="112229"/>
                  <a:pt x="21288" y="108330"/>
                  <a:pt x="20236" y="104120"/>
                </a:cubicBezTo>
                <a:cubicBezTo>
                  <a:pt x="19470" y="101106"/>
                  <a:pt x="18765" y="97064"/>
                  <a:pt x="18119" y="91993"/>
                </a:cubicBezTo>
                <a:cubicBezTo>
                  <a:pt x="17473" y="86922"/>
                  <a:pt x="17150" y="81397"/>
                  <a:pt x="17150" y="75417"/>
                </a:cubicBezTo>
                <a:lnTo>
                  <a:pt x="17150" y="73551"/>
                </a:lnTo>
                <a:cubicBezTo>
                  <a:pt x="17150" y="67476"/>
                  <a:pt x="17485" y="61855"/>
                  <a:pt x="18155" y="56688"/>
                </a:cubicBezTo>
                <a:cubicBezTo>
                  <a:pt x="18824" y="51522"/>
                  <a:pt x="19709" y="46810"/>
                  <a:pt x="20810" y="42552"/>
                </a:cubicBezTo>
                <a:cubicBezTo>
                  <a:pt x="22053" y="38151"/>
                  <a:pt x="23501" y="34085"/>
                  <a:pt x="25151" y="30353"/>
                </a:cubicBezTo>
                <a:cubicBezTo>
                  <a:pt x="26801" y="26622"/>
                  <a:pt x="28583" y="23393"/>
                  <a:pt x="30497" y="20666"/>
                </a:cubicBezTo>
                <a:cubicBezTo>
                  <a:pt x="31980" y="18561"/>
                  <a:pt x="33487" y="16696"/>
                  <a:pt x="35018" y="15069"/>
                </a:cubicBezTo>
                <a:cubicBezTo>
                  <a:pt x="36548" y="13443"/>
                  <a:pt x="38079" y="12055"/>
                  <a:pt x="39610" y="10907"/>
                </a:cubicBezTo>
                <a:lnTo>
                  <a:pt x="35735" y="0"/>
                </a:lnTo>
                <a:cubicBezTo>
                  <a:pt x="33104" y="1196"/>
                  <a:pt x="30389" y="2906"/>
                  <a:pt x="27591" y="5131"/>
                </a:cubicBezTo>
                <a:cubicBezTo>
                  <a:pt x="24792" y="7355"/>
                  <a:pt x="22077" y="10070"/>
                  <a:pt x="19446" y="13275"/>
                </a:cubicBezTo>
                <a:cubicBezTo>
                  <a:pt x="16815" y="16480"/>
                  <a:pt x="14316" y="20164"/>
                  <a:pt x="11948" y="24326"/>
                </a:cubicBezTo>
                <a:cubicBezTo>
                  <a:pt x="9580" y="28488"/>
                  <a:pt x="7511" y="33080"/>
                  <a:pt x="5741" y="38103"/>
                </a:cubicBezTo>
                <a:cubicBezTo>
                  <a:pt x="3971" y="43174"/>
                  <a:pt x="2571" y="48687"/>
                  <a:pt x="1543" y="54643"/>
                </a:cubicBezTo>
                <a:cubicBezTo>
                  <a:pt x="514" y="60599"/>
                  <a:pt x="0" y="66950"/>
                  <a:pt x="0" y="73695"/>
                </a:cubicBezTo>
                <a:close/>
                <a:moveTo>
                  <a:pt x="77268" y="11696"/>
                </a:moveTo>
                <a:lnTo>
                  <a:pt x="77268" y="27985"/>
                </a:lnTo>
                <a:lnTo>
                  <a:pt x="97145" y="27985"/>
                </a:lnTo>
                <a:lnTo>
                  <a:pt x="97145" y="99958"/>
                </a:lnTo>
                <a:lnTo>
                  <a:pt x="77268" y="99958"/>
                </a:lnTo>
                <a:lnTo>
                  <a:pt x="77268" y="116175"/>
                </a:lnTo>
                <a:lnTo>
                  <a:pt x="137688" y="116175"/>
                </a:lnTo>
                <a:lnTo>
                  <a:pt x="137688" y="99958"/>
                </a:lnTo>
                <a:lnTo>
                  <a:pt x="117309" y="99958"/>
                </a:lnTo>
                <a:lnTo>
                  <a:pt x="117309" y="27985"/>
                </a:lnTo>
                <a:lnTo>
                  <a:pt x="137688" y="27985"/>
                </a:lnTo>
                <a:lnTo>
                  <a:pt x="137688" y="11696"/>
                </a:lnTo>
                <a:lnTo>
                  <a:pt x="77268" y="11696"/>
                </a:lnTo>
                <a:close/>
                <a:moveTo>
                  <a:pt x="197233" y="62788"/>
                </a:moveTo>
                <a:lnTo>
                  <a:pt x="180441" y="38534"/>
                </a:lnTo>
                <a:lnTo>
                  <a:pt x="158986" y="38534"/>
                </a:lnTo>
                <a:lnTo>
                  <a:pt x="184962" y="76637"/>
                </a:lnTo>
                <a:lnTo>
                  <a:pt x="157981" y="116175"/>
                </a:lnTo>
                <a:lnTo>
                  <a:pt x="179580" y="116175"/>
                </a:lnTo>
                <a:lnTo>
                  <a:pt x="197304" y="90773"/>
                </a:lnTo>
                <a:lnTo>
                  <a:pt x="215172" y="116175"/>
                </a:lnTo>
                <a:lnTo>
                  <a:pt x="236699" y="116175"/>
                </a:lnTo>
                <a:lnTo>
                  <a:pt x="209718" y="76637"/>
                </a:lnTo>
                <a:lnTo>
                  <a:pt x="235766" y="38534"/>
                </a:lnTo>
                <a:lnTo>
                  <a:pt x="214311" y="38534"/>
                </a:lnTo>
                <a:lnTo>
                  <a:pt x="197233" y="62788"/>
                </a:lnTo>
                <a:close/>
                <a:moveTo>
                  <a:pt x="250175" y="146026"/>
                </a:moveTo>
                <a:lnTo>
                  <a:pt x="270124" y="146026"/>
                </a:lnTo>
                <a:lnTo>
                  <a:pt x="270124" y="109430"/>
                </a:lnTo>
                <a:cubicBezTo>
                  <a:pt x="271033" y="110435"/>
                  <a:pt x="271989" y="111344"/>
                  <a:pt x="272994" y="112157"/>
                </a:cubicBezTo>
                <a:cubicBezTo>
                  <a:pt x="273999" y="112970"/>
                  <a:pt x="275051" y="113712"/>
                  <a:pt x="276151" y="114381"/>
                </a:cubicBezTo>
                <a:cubicBezTo>
                  <a:pt x="278017" y="115434"/>
                  <a:pt x="280038" y="116235"/>
                  <a:pt x="282215" y="116785"/>
                </a:cubicBezTo>
                <a:cubicBezTo>
                  <a:pt x="284392" y="117335"/>
                  <a:pt x="286771" y="117610"/>
                  <a:pt x="289355" y="117610"/>
                </a:cubicBezTo>
                <a:cubicBezTo>
                  <a:pt x="294234" y="117610"/>
                  <a:pt x="298564" y="116606"/>
                  <a:pt x="302343" y="114597"/>
                </a:cubicBezTo>
                <a:cubicBezTo>
                  <a:pt x="306122" y="112587"/>
                  <a:pt x="309303" y="109813"/>
                  <a:pt x="311887" y="106273"/>
                </a:cubicBezTo>
                <a:cubicBezTo>
                  <a:pt x="314422" y="102781"/>
                  <a:pt x="316347" y="98619"/>
                  <a:pt x="317663" y="93787"/>
                </a:cubicBezTo>
                <a:cubicBezTo>
                  <a:pt x="318979" y="88955"/>
                  <a:pt x="319636" y="83717"/>
                  <a:pt x="319636" y="78072"/>
                </a:cubicBezTo>
                <a:lnTo>
                  <a:pt x="319636" y="76565"/>
                </a:lnTo>
                <a:cubicBezTo>
                  <a:pt x="319636" y="70681"/>
                  <a:pt x="318979" y="65311"/>
                  <a:pt x="317663" y="60456"/>
                </a:cubicBezTo>
                <a:cubicBezTo>
                  <a:pt x="316347" y="55600"/>
                  <a:pt x="314398" y="51426"/>
                  <a:pt x="311815" y="47934"/>
                </a:cubicBezTo>
                <a:cubicBezTo>
                  <a:pt x="309232" y="44490"/>
                  <a:pt x="306050" y="41823"/>
                  <a:pt x="302271" y="39933"/>
                </a:cubicBezTo>
                <a:cubicBezTo>
                  <a:pt x="298492" y="38043"/>
                  <a:pt x="294139" y="37099"/>
                  <a:pt x="289211" y="37099"/>
                </a:cubicBezTo>
                <a:cubicBezTo>
                  <a:pt x="286819" y="37099"/>
                  <a:pt x="284583" y="37350"/>
                  <a:pt x="282502" y="37852"/>
                </a:cubicBezTo>
                <a:cubicBezTo>
                  <a:pt x="280421" y="38354"/>
                  <a:pt x="278519" y="39060"/>
                  <a:pt x="276797" y="39969"/>
                </a:cubicBezTo>
                <a:cubicBezTo>
                  <a:pt x="275362" y="40734"/>
                  <a:pt x="274023" y="41631"/>
                  <a:pt x="272779" y="42660"/>
                </a:cubicBezTo>
                <a:cubicBezTo>
                  <a:pt x="271535" y="43688"/>
                  <a:pt x="270387" y="44848"/>
                  <a:pt x="269334" y="46140"/>
                </a:cubicBezTo>
                <a:lnTo>
                  <a:pt x="268617" y="38534"/>
                </a:lnTo>
                <a:lnTo>
                  <a:pt x="250175" y="38534"/>
                </a:lnTo>
                <a:lnTo>
                  <a:pt x="250175" y="146026"/>
                </a:lnTo>
                <a:moveTo>
                  <a:pt x="299688" y="76565"/>
                </a:moveTo>
                <a:lnTo>
                  <a:pt x="299688" y="78072"/>
                </a:lnTo>
                <a:cubicBezTo>
                  <a:pt x="299688" y="81277"/>
                  <a:pt x="299401" y="84303"/>
                  <a:pt x="298827" y="87149"/>
                </a:cubicBezTo>
                <a:cubicBezTo>
                  <a:pt x="298253" y="89996"/>
                  <a:pt x="297344" y="92495"/>
                  <a:pt x="296100" y="94648"/>
                </a:cubicBezTo>
                <a:cubicBezTo>
                  <a:pt x="294856" y="96801"/>
                  <a:pt x="293242" y="98499"/>
                  <a:pt x="291256" y="99743"/>
                </a:cubicBezTo>
                <a:cubicBezTo>
                  <a:pt x="289271" y="100987"/>
                  <a:pt x="286867" y="101609"/>
                  <a:pt x="284045" y="101609"/>
                </a:cubicBezTo>
                <a:cubicBezTo>
                  <a:pt x="282275" y="101609"/>
                  <a:pt x="280672" y="101429"/>
                  <a:pt x="279237" y="101070"/>
                </a:cubicBezTo>
                <a:cubicBezTo>
                  <a:pt x="277802" y="100712"/>
                  <a:pt x="276534" y="100197"/>
                  <a:pt x="275434" y="99528"/>
                </a:cubicBezTo>
                <a:cubicBezTo>
                  <a:pt x="274286" y="98810"/>
                  <a:pt x="273269" y="97949"/>
                  <a:pt x="272384" y="96944"/>
                </a:cubicBezTo>
                <a:cubicBezTo>
                  <a:pt x="271499" y="95940"/>
                  <a:pt x="270746" y="94815"/>
                  <a:pt x="270124" y="93572"/>
                </a:cubicBezTo>
                <a:lnTo>
                  <a:pt x="270124" y="61137"/>
                </a:lnTo>
                <a:cubicBezTo>
                  <a:pt x="270793" y="59798"/>
                  <a:pt x="271595" y="58626"/>
                  <a:pt x="272528" y="57621"/>
                </a:cubicBezTo>
                <a:cubicBezTo>
                  <a:pt x="273460" y="56617"/>
                  <a:pt x="274549" y="55779"/>
                  <a:pt x="275793" y="55110"/>
                </a:cubicBezTo>
                <a:cubicBezTo>
                  <a:pt x="276893" y="54536"/>
                  <a:pt x="278113" y="54093"/>
                  <a:pt x="279452" y="53782"/>
                </a:cubicBezTo>
                <a:cubicBezTo>
                  <a:pt x="280792" y="53471"/>
                  <a:pt x="282275" y="53316"/>
                  <a:pt x="283901" y="53316"/>
                </a:cubicBezTo>
                <a:cubicBezTo>
                  <a:pt x="286724" y="53316"/>
                  <a:pt x="289127" y="53914"/>
                  <a:pt x="291113" y="55110"/>
                </a:cubicBezTo>
                <a:cubicBezTo>
                  <a:pt x="293098" y="56306"/>
                  <a:pt x="294737" y="57932"/>
                  <a:pt x="296028" y="59989"/>
                </a:cubicBezTo>
                <a:cubicBezTo>
                  <a:pt x="297272" y="62094"/>
                  <a:pt x="298193" y="64570"/>
                  <a:pt x="298791" y="67416"/>
                </a:cubicBezTo>
                <a:cubicBezTo>
                  <a:pt x="299389" y="70262"/>
                  <a:pt x="299688" y="73312"/>
                  <a:pt x="299688" y="76565"/>
                </a:cubicBezTo>
                <a:close/>
                <a:moveTo>
                  <a:pt x="362102" y="11696"/>
                </a:moveTo>
                <a:lnTo>
                  <a:pt x="337059" y="11696"/>
                </a:lnTo>
                <a:lnTo>
                  <a:pt x="337059" y="116175"/>
                </a:lnTo>
                <a:lnTo>
                  <a:pt x="355572" y="116175"/>
                </a:lnTo>
                <a:lnTo>
                  <a:pt x="355572" y="85248"/>
                </a:lnTo>
                <a:lnTo>
                  <a:pt x="354711" y="38318"/>
                </a:lnTo>
                <a:lnTo>
                  <a:pt x="366982" y="81732"/>
                </a:lnTo>
                <a:lnTo>
                  <a:pt x="376956" y="81732"/>
                </a:lnTo>
                <a:lnTo>
                  <a:pt x="390662" y="36381"/>
                </a:lnTo>
                <a:lnTo>
                  <a:pt x="389801" y="85248"/>
                </a:lnTo>
                <a:lnTo>
                  <a:pt x="389801" y="116175"/>
                </a:lnTo>
                <a:lnTo>
                  <a:pt x="408314" y="116175"/>
                </a:lnTo>
                <a:lnTo>
                  <a:pt x="408314" y="11696"/>
                </a:lnTo>
                <a:lnTo>
                  <a:pt x="383271" y="11696"/>
                </a:lnTo>
                <a:lnTo>
                  <a:pt x="372005" y="50948"/>
                </a:lnTo>
                <a:lnTo>
                  <a:pt x="362102" y="11696"/>
                </a:lnTo>
                <a:close/>
                <a:moveTo>
                  <a:pt x="476326" y="94863"/>
                </a:moveTo>
                <a:cubicBezTo>
                  <a:pt x="476326" y="96059"/>
                  <a:pt x="476027" y="97160"/>
                  <a:pt x="475429" y="98164"/>
                </a:cubicBezTo>
                <a:cubicBezTo>
                  <a:pt x="474831" y="99169"/>
                  <a:pt x="473934" y="100054"/>
                  <a:pt x="472738" y="100819"/>
                </a:cubicBezTo>
                <a:cubicBezTo>
                  <a:pt x="471494" y="101585"/>
                  <a:pt x="469904" y="102195"/>
                  <a:pt x="467966" y="102649"/>
                </a:cubicBezTo>
                <a:cubicBezTo>
                  <a:pt x="466029" y="103103"/>
                  <a:pt x="463768" y="103331"/>
                  <a:pt x="461185" y="103331"/>
                </a:cubicBezTo>
                <a:cubicBezTo>
                  <a:pt x="459032" y="103331"/>
                  <a:pt x="456939" y="103115"/>
                  <a:pt x="454906" y="102685"/>
                </a:cubicBezTo>
                <a:cubicBezTo>
                  <a:pt x="452873" y="102254"/>
                  <a:pt x="451067" y="101561"/>
                  <a:pt x="449489" y="100604"/>
                </a:cubicBezTo>
                <a:cubicBezTo>
                  <a:pt x="447910" y="99695"/>
                  <a:pt x="446618" y="98487"/>
                  <a:pt x="445614" y="96980"/>
                </a:cubicBezTo>
                <a:cubicBezTo>
                  <a:pt x="444609" y="95473"/>
                  <a:pt x="444035" y="93667"/>
                  <a:pt x="443892" y="91562"/>
                </a:cubicBezTo>
                <a:lnTo>
                  <a:pt x="424876" y="91562"/>
                </a:lnTo>
                <a:cubicBezTo>
                  <a:pt x="424876" y="94720"/>
                  <a:pt x="425653" y="97865"/>
                  <a:pt x="427208" y="100999"/>
                </a:cubicBezTo>
                <a:cubicBezTo>
                  <a:pt x="428763" y="104132"/>
                  <a:pt x="431047" y="106919"/>
                  <a:pt x="434061" y="109358"/>
                </a:cubicBezTo>
                <a:cubicBezTo>
                  <a:pt x="437075" y="111846"/>
                  <a:pt x="440818" y="113855"/>
                  <a:pt x="445291" y="115386"/>
                </a:cubicBezTo>
                <a:cubicBezTo>
                  <a:pt x="449764" y="116917"/>
                  <a:pt x="454918" y="117682"/>
                  <a:pt x="460755" y="117682"/>
                </a:cubicBezTo>
                <a:cubicBezTo>
                  <a:pt x="466065" y="117682"/>
                  <a:pt x="470872" y="117096"/>
                  <a:pt x="475178" y="115924"/>
                </a:cubicBezTo>
                <a:cubicBezTo>
                  <a:pt x="479483" y="114752"/>
                  <a:pt x="483167" y="113114"/>
                  <a:pt x="486228" y="111009"/>
                </a:cubicBezTo>
                <a:cubicBezTo>
                  <a:pt x="489242" y="108904"/>
                  <a:pt x="491574" y="106404"/>
                  <a:pt x="493225" y="103510"/>
                </a:cubicBezTo>
                <a:cubicBezTo>
                  <a:pt x="494875" y="100616"/>
                  <a:pt x="495700" y="97447"/>
                  <a:pt x="495700" y="94002"/>
                </a:cubicBezTo>
                <a:cubicBezTo>
                  <a:pt x="495700" y="90271"/>
                  <a:pt x="494875" y="87054"/>
                  <a:pt x="493225" y="84351"/>
                </a:cubicBezTo>
                <a:cubicBezTo>
                  <a:pt x="491574" y="81648"/>
                  <a:pt x="489290" y="79340"/>
                  <a:pt x="486372" y="77426"/>
                </a:cubicBezTo>
                <a:cubicBezTo>
                  <a:pt x="483454" y="75561"/>
                  <a:pt x="479986" y="74030"/>
                  <a:pt x="475967" y="72834"/>
                </a:cubicBezTo>
                <a:cubicBezTo>
                  <a:pt x="471949" y="71638"/>
                  <a:pt x="467595" y="70657"/>
                  <a:pt x="462907" y="69892"/>
                </a:cubicBezTo>
                <a:cubicBezTo>
                  <a:pt x="459654" y="69413"/>
                  <a:pt x="456975" y="68851"/>
                  <a:pt x="454870" y="68205"/>
                </a:cubicBezTo>
                <a:cubicBezTo>
                  <a:pt x="452766" y="67560"/>
                  <a:pt x="451115" y="66830"/>
                  <a:pt x="449919" y="66017"/>
                </a:cubicBezTo>
                <a:cubicBezTo>
                  <a:pt x="448675" y="65251"/>
                  <a:pt x="447814" y="64378"/>
                  <a:pt x="447336" y="63398"/>
                </a:cubicBezTo>
                <a:cubicBezTo>
                  <a:pt x="446858" y="62417"/>
                  <a:pt x="446618" y="61353"/>
                  <a:pt x="446618" y="60204"/>
                </a:cubicBezTo>
                <a:cubicBezTo>
                  <a:pt x="446618" y="59056"/>
                  <a:pt x="446893" y="57968"/>
                  <a:pt x="447444" y="56940"/>
                </a:cubicBezTo>
                <a:cubicBezTo>
                  <a:pt x="447994" y="55911"/>
                  <a:pt x="448795" y="55014"/>
                  <a:pt x="449847" y="54249"/>
                </a:cubicBezTo>
                <a:cubicBezTo>
                  <a:pt x="450996" y="53388"/>
                  <a:pt x="452479" y="52718"/>
                  <a:pt x="454296" y="52239"/>
                </a:cubicBezTo>
                <a:cubicBezTo>
                  <a:pt x="456114" y="51761"/>
                  <a:pt x="458243" y="51522"/>
                  <a:pt x="460683" y="51522"/>
                </a:cubicBezTo>
                <a:cubicBezTo>
                  <a:pt x="463553" y="51522"/>
                  <a:pt x="466005" y="51881"/>
                  <a:pt x="468038" y="52598"/>
                </a:cubicBezTo>
                <a:cubicBezTo>
                  <a:pt x="470071" y="53316"/>
                  <a:pt x="471686" y="54273"/>
                  <a:pt x="472882" y="55468"/>
                </a:cubicBezTo>
                <a:cubicBezTo>
                  <a:pt x="473743" y="56377"/>
                  <a:pt x="474388" y="57394"/>
                  <a:pt x="474819" y="58518"/>
                </a:cubicBezTo>
                <a:cubicBezTo>
                  <a:pt x="475250" y="59642"/>
                  <a:pt x="475465" y="60850"/>
                  <a:pt x="475465" y="62142"/>
                </a:cubicBezTo>
                <a:lnTo>
                  <a:pt x="495413" y="62142"/>
                </a:lnTo>
                <a:cubicBezTo>
                  <a:pt x="495413" y="58554"/>
                  <a:pt x="494624" y="55229"/>
                  <a:pt x="493045" y="52168"/>
                </a:cubicBezTo>
                <a:cubicBezTo>
                  <a:pt x="491467" y="49106"/>
                  <a:pt x="489194" y="46451"/>
                  <a:pt x="486228" y="44203"/>
                </a:cubicBezTo>
                <a:cubicBezTo>
                  <a:pt x="483215" y="42002"/>
                  <a:pt x="479555" y="40268"/>
                  <a:pt x="475250" y="39000"/>
                </a:cubicBezTo>
                <a:cubicBezTo>
                  <a:pt x="470944" y="37732"/>
                  <a:pt x="466089" y="37099"/>
                  <a:pt x="460683" y="37099"/>
                </a:cubicBezTo>
                <a:cubicBezTo>
                  <a:pt x="455516" y="37099"/>
                  <a:pt x="450876" y="37744"/>
                  <a:pt x="446762" y="39036"/>
                </a:cubicBezTo>
                <a:cubicBezTo>
                  <a:pt x="442648" y="40328"/>
                  <a:pt x="439156" y="42074"/>
                  <a:pt x="436285" y="44274"/>
                </a:cubicBezTo>
                <a:cubicBezTo>
                  <a:pt x="433415" y="46475"/>
                  <a:pt x="431214" y="49034"/>
                  <a:pt x="429684" y="51952"/>
                </a:cubicBezTo>
                <a:cubicBezTo>
                  <a:pt x="428153" y="54871"/>
                  <a:pt x="427387" y="57932"/>
                  <a:pt x="427387" y="61137"/>
                </a:cubicBezTo>
                <a:cubicBezTo>
                  <a:pt x="427387" y="64438"/>
                  <a:pt x="428141" y="67356"/>
                  <a:pt x="429648" y="69892"/>
                </a:cubicBezTo>
                <a:cubicBezTo>
                  <a:pt x="431155" y="72427"/>
                  <a:pt x="433248" y="74652"/>
                  <a:pt x="435926" y="76565"/>
                </a:cubicBezTo>
                <a:cubicBezTo>
                  <a:pt x="438605" y="78527"/>
                  <a:pt x="441823" y="80189"/>
                  <a:pt x="445578" y="81552"/>
                </a:cubicBezTo>
                <a:cubicBezTo>
                  <a:pt x="449333" y="82916"/>
                  <a:pt x="453483" y="84052"/>
                  <a:pt x="458028" y="84961"/>
                </a:cubicBezTo>
                <a:cubicBezTo>
                  <a:pt x="461616" y="85631"/>
                  <a:pt x="464582" y="86300"/>
                  <a:pt x="466926" y="86970"/>
                </a:cubicBezTo>
                <a:cubicBezTo>
                  <a:pt x="469270" y="87640"/>
                  <a:pt x="471159" y="88357"/>
                  <a:pt x="472595" y="89123"/>
                </a:cubicBezTo>
                <a:cubicBezTo>
                  <a:pt x="473982" y="89936"/>
                  <a:pt x="474951" y="90797"/>
                  <a:pt x="475501" y="91706"/>
                </a:cubicBezTo>
                <a:cubicBezTo>
                  <a:pt x="476051" y="92615"/>
                  <a:pt x="476326" y="93667"/>
                  <a:pt x="476326" y="94863"/>
                </a:cubicBezTo>
                <a:close/>
                <a:moveTo>
                  <a:pt x="512406" y="76780"/>
                </a:moveTo>
                <a:lnTo>
                  <a:pt x="512406" y="78287"/>
                </a:lnTo>
                <a:cubicBezTo>
                  <a:pt x="512406" y="83932"/>
                  <a:pt x="513135" y="89159"/>
                  <a:pt x="514594" y="93966"/>
                </a:cubicBezTo>
                <a:cubicBezTo>
                  <a:pt x="516053" y="98774"/>
                  <a:pt x="518146" y="102924"/>
                  <a:pt x="520873" y="106416"/>
                </a:cubicBezTo>
                <a:cubicBezTo>
                  <a:pt x="523600" y="109908"/>
                  <a:pt x="526889" y="112647"/>
                  <a:pt x="530740" y="114633"/>
                </a:cubicBezTo>
                <a:cubicBezTo>
                  <a:pt x="534591" y="116618"/>
                  <a:pt x="538932" y="117610"/>
                  <a:pt x="543764" y="117610"/>
                </a:cubicBezTo>
                <a:cubicBezTo>
                  <a:pt x="546203" y="117610"/>
                  <a:pt x="548488" y="117347"/>
                  <a:pt x="550616" y="116821"/>
                </a:cubicBezTo>
                <a:cubicBezTo>
                  <a:pt x="552745" y="116295"/>
                  <a:pt x="554695" y="115553"/>
                  <a:pt x="556465" y="114597"/>
                </a:cubicBezTo>
                <a:cubicBezTo>
                  <a:pt x="557661" y="113927"/>
                  <a:pt x="558785" y="113161"/>
                  <a:pt x="559837" y="112300"/>
                </a:cubicBezTo>
                <a:cubicBezTo>
                  <a:pt x="560890" y="111439"/>
                  <a:pt x="561894" y="110483"/>
                  <a:pt x="562851" y="109430"/>
                </a:cubicBezTo>
                <a:lnTo>
                  <a:pt x="562851" y="113879"/>
                </a:lnTo>
                <a:cubicBezTo>
                  <a:pt x="562851" y="116510"/>
                  <a:pt x="562480" y="118878"/>
                  <a:pt x="561739" y="120983"/>
                </a:cubicBezTo>
                <a:cubicBezTo>
                  <a:pt x="560997" y="123088"/>
                  <a:pt x="559933" y="124858"/>
                  <a:pt x="558546" y="126293"/>
                </a:cubicBezTo>
                <a:cubicBezTo>
                  <a:pt x="557015" y="127872"/>
                  <a:pt x="555113" y="129068"/>
                  <a:pt x="552841" y="129881"/>
                </a:cubicBezTo>
                <a:cubicBezTo>
                  <a:pt x="550569" y="130694"/>
                  <a:pt x="547973" y="131101"/>
                  <a:pt x="545055" y="131101"/>
                </a:cubicBezTo>
                <a:cubicBezTo>
                  <a:pt x="543237" y="131101"/>
                  <a:pt x="541479" y="130921"/>
                  <a:pt x="539781" y="130563"/>
                </a:cubicBezTo>
                <a:cubicBezTo>
                  <a:pt x="538083" y="130204"/>
                  <a:pt x="536444" y="129666"/>
                  <a:pt x="534866" y="128948"/>
                </a:cubicBezTo>
                <a:cubicBezTo>
                  <a:pt x="533239" y="128231"/>
                  <a:pt x="531684" y="127310"/>
                  <a:pt x="530201" y="126185"/>
                </a:cubicBezTo>
                <a:cubicBezTo>
                  <a:pt x="528718" y="125061"/>
                  <a:pt x="527331" y="123758"/>
                  <a:pt x="526040" y="122275"/>
                </a:cubicBezTo>
                <a:lnTo>
                  <a:pt x="517070" y="134402"/>
                </a:lnTo>
                <a:cubicBezTo>
                  <a:pt x="518744" y="136554"/>
                  <a:pt x="520753" y="138408"/>
                  <a:pt x="523097" y="139963"/>
                </a:cubicBezTo>
                <a:cubicBezTo>
                  <a:pt x="525442" y="141518"/>
                  <a:pt x="527929" y="142797"/>
                  <a:pt x="530560" y="143802"/>
                </a:cubicBezTo>
                <a:cubicBezTo>
                  <a:pt x="533191" y="144807"/>
                  <a:pt x="535846" y="145548"/>
                  <a:pt x="538525" y="146026"/>
                </a:cubicBezTo>
                <a:cubicBezTo>
                  <a:pt x="541204" y="146505"/>
                  <a:pt x="543716" y="146744"/>
                  <a:pt x="546060" y="146744"/>
                </a:cubicBezTo>
                <a:cubicBezTo>
                  <a:pt x="551513" y="146744"/>
                  <a:pt x="556501" y="146014"/>
                  <a:pt x="561021" y="144555"/>
                </a:cubicBezTo>
                <a:cubicBezTo>
                  <a:pt x="565542" y="143096"/>
                  <a:pt x="569429" y="140956"/>
                  <a:pt x="572682" y="138133"/>
                </a:cubicBezTo>
                <a:cubicBezTo>
                  <a:pt x="575887" y="135311"/>
                  <a:pt x="578387" y="131842"/>
                  <a:pt x="580180" y="127728"/>
                </a:cubicBezTo>
                <a:cubicBezTo>
                  <a:pt x="581974" y="123614"/>
                  <a:pt x="582871" y="118926"/>
                  <a:pt x="582871" y="113664"/>
                </a:cubicBezTo>
                <a:lnTo>
                  <a:pt x="582871" y="38534"/>
                </a:lnTo>
                <a:lnTo>
                  <a:pt x="564717" y="38534"/>
                </a:lnTo>
                <a:lnTo>
                  <a:pt x="563927" y="45925"/>
                </a:lnTo>
                <a:cubicBezTo>
                  <a:pt x="562971" y="44729"/>
                  <a:pt x="561918" y="43640"/>
                  <a:pt x="560770" y="42660"/>
                </a:cubicBezTo>
                <a:cubicBezTo>
                  <a:pt x="559622" y="41679"/>
                  <a:pt x="558378" y="40830"/>
                  <a:pt x="557039" y="40112"/>
                </a:cubicBezTo>
                <a:cubicBezTo>
                  <a:pt x="555269" y="39108"/>
                  <a:pt x="553295" y="38354"/>
                  <a:pt x="551119" y="37852"/>
                </a:cubicBezTo>
                <a:cubicBezTo>
                  <a:pt x="548942" y="37350"/>
                  <a:pt x="546538" y="37099"/>
                  <a:pt x="543907" y="37099"/>
                </a:cubicBezTo>
                <a:cubicBezTo>
                  <a:pt x="539028" y="37099"/>
                  <a:pt x="534650" y="38055"/>
                  <a:pt x="530776" y="39969"/>
                </a:cubicBezTo>
                <a:cubicBezTo>
                  <a:pt x="526901" y="41882"/>
                  <a:pt x="523600" y="44585"/>
                  <a:pt x="520873" y="48077"/>
                </a:cubicBezTo>
                <a:cubicBezTo>
                  <a:pt x="518146" y="51570"/>
                  <a:pt x="516053" y="55756"/>
                  <a:pt x="514594" y="60635"/>
                </a:cubicBezTo>
                <a:cubicBezTo>
                  <a:pt x="513135" y="65515"/>
                  <a:pt x="512406" y="70896"/>
                  <a:pt x="512406" y="76780"/>
                </a:cubicBezTo>
                <a:moveTo>
                  <a:pt x="532426" y="78287"/>
                </a:moveTo>
                <a:lnTo>
                  <a:pt x="532426" y="76780"/>
                </a:lnTo>
                <a:cubicBezTo>
                  <a:pt x="532426" y="73527"/>
                  <a:pt x="532761" y="70478"/>
                  <a:pt x="533431" y="67631"/>
                </a:cubicBezTo>
                <a:cubicBezTo>
                  <a:pt x="534100" y="64785"/>
                  <a:pt x="535129" y="62285"/>
                  <a:pt x="536516" y="60133"/>
                </a:cubicBezTo>
                <a:cubicBezTo>
                  <a:pt x="537856" y="58028"/>
                  <a:pt x="539554" y="56365"/>
                  <a:pt x="541611" y="55146"/>
                </a:cubicBezTo>
                <a:cubicBezTo>
                  <a:pt x="543668" y="53926"/>
                  <a:pt x="546108" y="53316"/>
                  <a:pt x="548930" y="53316"/>
                </a:cubicBezTo>
                <a:cubicBezTo>
                  <a:pt x="550461" y="53316"/>
                  <a:pt x="551884" y="53459"/>
                  <a:pt x="553200" y="53746"/>
                </a:cubicBezTo>
                <a:cubicBezTo>
                  <a:pt x="554515" y="54033"/>
                  <a:pt x="555723" y="54440"/>
                  <a:pt x="556823" y="54966"/>
                </a:cubicBezTo>
                <a:cubicBezTo>
                  <a:pt x="558115" y="55588"/>
                  <a:pt x="559263" y="56401"/>
                  <a:pt x="560268" y="57406"/>
                </a:cubicBezTo>
                <a:cubicBezTo>
                  <a:pt x="561272" y="58411"/>
                  <a:pt x="562134" y="59583"/>
                  <a:pt x="562851" y="60922"/>
                </a:cubicBezTo>
                <a:lnTo>
                  <a:pt x="562851" y="93787"/>
                </a:lnTo>
                <a:cubicBezTo>
                  <a:pt x="562181" y="94983"/>
                  <a:pt x="561392" y="96059"/>
                  <a:pt x="560483" y="97016"/>
                </a:cubicBezTo>
                <a:cubicBezTo>
                  <a:pt x="559574" y="97973"/>
                  <a:pt x="558522" y="98786"/>
                  <a:pt x="557326" y="99456"/>
                </a:cubicBezTo>
                <a:cubicBezTo>
                  <a:pt x="556178" y="100078"/>
                  <a:pt x="554898" y="100556"/>
                  <a:pt x="553487" y="100891"/>
                </a:cubicBezTo>
                <a:cubicBezTo>
                  <a:pt x="552075" y="101226"/>
                  <a:pt x="550509" y="101393"/>
                  <a:pt x="548787" y="101393"/>
                </a:cubicBezTo>
                <a:cubicBezTo>
                  <a:pt x="545964" y="101393"/>
                  <a:pt x="543524" y="100795"/>
                  <a:pt x="541467" y="99599"/>
                </a:cubicBezTo>
                <a:cubicBezTo>
                  <a:pt x="539410" y="98403"/>
                  <a:pt x="537712" y="96753"/>
                  <a:pt x="536373" y="94648"/>
                </a:cubicBezTo>
                <a:cubicBezTo>
                  <a:pt x="535033" y="92591"/>
                  <a:pt x="534040" y="90163"/>
                  <a:pt x="533395" y="87365"/>
                </a:cubicBezTo>
                <a:cubicBezTo>
                  <a:pt x="532749" y="84566"/>
                  <a:pt x="532426" y="81540"/>
                  <a:pt x="532426" y="78287"/>
                </a:cubicBezTo>
                <a:close/>
                <a:moveTo>
                  <a:pt x="719828" y="52311"/>
                </a:moveTo>
                <a:lnTo>
                  <a:pt x="699879" y="75776"/>
                </a:lnTo>
                <a:lnTo>
                  <a:pt x="712724" y="84602"/>
                </a:lnTo>
                <a:lnTo>
                  <a:pt x="727864" y="58698"/>
                </a:lnTo>
                <a:lnTo>
                  <a:pt x="743005" y="85391"/>
                </a:lnTo>
                <a:lnTo>
                  <a:pt x="755778" y="76135"/>
                </a:lnTo>
                <a:lnTo>
                  <a:pt x="736547" y="52957"/>
                </a:lnTo>
                <a:lnTo>
                  <a:pt x="765107" y="46427"/>
                </a:lnTo>
                <a:lnTo>
                  <a:pt x="760371" y="31430"/>
                </a:lnTo>
                <a:lnTo>
                  <a:pt x="733677" y="43126"/>
                </a:lnTo>
                <a:lnTo>
                  <a:pt x="736475" y="11696"/>
                </a:lnTo>
                <a:lnTo>
                  <a:pt x="720760" y="11696"/>
                </a:lnTo>
                <a:lnTo>
                  <a:pt x="723344" y="42624"/>
                </a:lnTo>
                <a:lnTo>
                  <a:pt x="696435" y="30712"/>
                </a:lnTo>
                <a:lnTo>
                  <a:pt x="691699" y="45422"/>
                </a:lnTo>
                <a:lnTo>
                  <a:pt x="719828" y="52311"/>
                </a:lnTo>
                <a:close/>
                <a:moveTo>
                  <a:pt x="791355" y="38534"/>
                </a:moveTo>
                <a:lnTo>
                  <a:pt x="774205" y="38534"/>
                </a:lnTo>
                <a:lnTo>
                  <a:pt x="774205" y="116175"/>
                </a:lnTo>
                <a:lnTo>
                  <a:pt x="792360" y="116175"/>
                </a:lnTo>
                <a:lnTo>
                  <a:pt x="792360" y="58052"/>
                </a:lnTo>
                <a:cubicBezTo>
                  <a:pt x="792599" y="57430"/>
                  <a:pt x="792862" y="56856"/>
                  <a:pt x="793149" y="56330"/>
                </a:cubicBezTo>
                <a:cubicBezTo>
                  <a:pt x="793436" y="55803"/>
                  <a:pt x="793771" y="55349"/>
                  <a:pt x="794154" y="54966"/>
                </a:cubicBezTo>
                <a:cubicBezTo>
                  <a:pt x="794680" y="54440"/>
                  <a:pt x="795278" y="54033"/>
                  <a:pt x="795948" y="53746"/>
                </a:cubicBezTo>
                <a:cubicBezTo>
                  <a:pt x="796618" y="53459"/>
                  <a:pt x="797383" y="53316"/>
                  <a:pt x="798244" y="53316"/>
                </a:cubicBezTo>
                <a:cubicBezTo>
                  <a:pt x="799010" y="53316"/>
                  <a:pt x="799727" y="53423"/>
                  <a:pt x="800397" y="53639"/>
                </a:cubicBezTo>
                <a:cubicBezTo>
                  <a:pt x="801067" y="53854"/>
                  <a:pt x="801665" y="54225"/>
                  <a:pt x="802191" y="54751"/>
                </a:cubicBezTo>
                <a:cubicBezTo>
                  <a:pt x="802669" y="55277"/>
                  <a:pt x="803052" y="56019"/>
                  <a:pt x="803339" y="56975"/>
                </a:cubicBezTo>
                <a:cubicBezTo>
                  <a:pt x="803626" y="57932"/>
                  <a:pt x="803769" y="59152"/>
                  <a:pt x="803769" y="60635"/>
                </a:cubicBezTo>
                <a:lnTo>
                  <a:pt x="803769" y="116175"/>
                </a:lnTo>
                <a:lnTo>
                  <a:pt x="821350" y="116175"/>
                </a:lnTo>
                <a:lnTo>
                  <a:pt x="821350" y="58913"/>
                </a:lnTo>
                <a:cubicBezTo>
                  <a:pt x="821350" y="58339"/>
                  <a:pt x="821350" y="57884"/>
                  <a:pt x="821350" y="57549"/>
                </a:cubicBezTo>
                <a:cubicBezTo>
                  <a:pt x="821350" y="57215"/>
                  <a:pt x="821350" y="56999"/>
                  <a:pt x="821350" y="56904"/>
                </a:cubicBezTo>
                <a:cubicBezTo>
                  <a:pt x="821589" y="56377"/>
                  <a:pt x="821876" y="55911"/>
                  <a:pt x="822211" y="55504"/>
                </a:cubicBezTo>
                <a:cubicBezTo>
                  <a:pt x="822546" y="55098"/>
                  <a:pt x="822929" y="54727"/>
                  <a:pt x="823359" y="54392"/>
                </a:cubicBezTo>
                <a:cubicBezTo>
                  <a:pt x="823885" y="54057"/>
                  <a:pt x="824448" y="53794"/>
                  <a:pt x="825046" y="53603"/>
                </a:cubicBezTo>
                <a:cubicBezTo>
                  <a:pt x="825644" y="53411"/>
                  <a:pt x="826325" y="53316"/>
                  <a:pt x="827091" y="53316"/>
                </a:cubicBezTo>
                <a:cubicBezTo>
                  <a:pt x="827808" y="53316"/>
                  <a:pt x="828514" y="53423"/>
                  <a:pt x="829207" y="53639"/>
                </a:cubicBezTo>
                <a:cubicBezTo>
                  <a:pt x="829901" y="53854"/>
                  <a:pt x="830511" y="54225"/>
                  <a:pt x="831037" y="54751"/>
                </a:cubicBezTo>
                <a:cubicBezTo>
                  <a:pt x="831564" y="55325"/>
                  <a:pt x="831982" y="56090"/>
                  <a:pt x="832293" y="57047"/>
                </a:cubicBezTo>
                <a:cubicBezTo>
                  <a:pt x="832604" y="58004"/>
                  <a:pt x="832759" y="59224"/>
                  <a:pt x="832759" y="60707"/>
                </a:cubicBezTo>
                <a:lnTo>
                  <a:pt x="832759" y="116175"/>
                </a:lnTo>
                <a:lnTo>
                  <a:pt x="850914" y="116175"/>
                </a:lnTo>
                <a:lnTo>
                  <a:pt x="850914" y="60779"/>
                </a:lnTo>
                <a:cubicBezTo>
                  <a:pt x="850914" y="56473"/>
                  <a:pt x="850496" y="52825"/>
                  <a:pt x="849658" y="49836"/>
                </a:cubicBezTo>
                <a:cubicBezTo>
                  <a:pt x="848821" y="46846"/>
                  <a:pt x="847661" y="44394"/>
                  <a:pt x="846178" y="42480"/>
                </a:cubicBezTo>
                <a:cubicBezTo>
                  <a:pt x="844647" y="40615"/>
                  <a:pt x="842865" y="39251"/>
                  <a:pt x="840832" y="38390"/>
                </a:cubicBezTo>
                <a:cubicBezTo>
                  <a:pt x="838799" y="37529"/>
                  <a:pt x="836610" y="37099"/>
                  <a:pt x="834266" y="37099"/>
                </a:cubicBezTo>
                <a:cubicBezTo>
                  <a:pt x="832401" y="37099"/>
                  <a:pt x="830679" y="37338"/>
                  <a:pt x="829100" y="37816"/>
                </a:cubicBezTo>
                <a:cubicBezTo>
                  <a:pt x="827521" y="38295"/>
                  <a:pt x="826110" y="38964"/>
                  <a:pt x="824866" y="39825"/>
                </a:cubicBezTo>
                <a:cubicBezTo>
                  <a:pt x="823862" y="40495"/>
                  <a:pt x="822941" y="41296"/>
                  <a:pt x="822104" y="42229"/>
                </a:cubicBezTo>
                <a:cubicBezTo>
                  <a:pt x="821266" y="43162"/>
                  <a:pt x="820513" y="44203"/>
                  <a:pt x="819843" y="45351"/>
                </a:cubicBezTo>
                <a:cubicBezTo>
                  <a:pt x="819413" y="44155"/>
                  <a:pt x="818898" y="43090"/>
                  <a:pt x="818300" y="42157"/>
                </a:cubicBezTo>
                <a:cubicBezTo>
                  <a:pt x="817702" y="41225"/>
                  <a:pt x="816997" y="40423"/>
                  <a:pt x="816184" y="39754"/>
                </a:cubicBezTo>
                <a:cubicBezTo>
                  <a:pt x="815131" y="38845"/>
                  <a:pt x="813887" y="38175"/>
                  <a:pt x="812452" y="37744"/>
                </a:cubicBezTo>
                <a:cubicBezTo>
                  <a:pt x="811017" y="37314"/>
                  <a:pt x="809390" y="37099"/>
                  <a:pt x="807573" y="37099"/>
                </a:cubicBezTo>
                <a:cubicBezTo>
                  <a:pt x="803841" y="37099"/>
                  <a:pt x="800672" y="38067"/>
                  <a:pt x="798065" y="40005"/>
                </a:cubicBezTo>
                <a:cubicBezTo>
                  <a:pt x="795458" y="41942"/>
                  <a:pt x="793412" y="44585"/>
                  <a:pt x="791930" y="47934"/>
                </a:cubicBezTo>
                <a:lnTo>
                  <a:pt x="791355" y="38534"/>
                </a:lnTo>
                <a:close/>
                <a:moveTo>
                  <a:pt x="917204" y="94863"/>
                </a:moveTo>
                <a:cubicBezTo>
                  <a:pt x="917204" y="96059"/>
                  <a:pt x="916905" y="97160"/>
                  <a:pt x="916307" y="98164"/>
                </a:cubicBezTo>
                <a:cubicBezTo>
                  <a:pt x="915709" y="99169"/>
                  <a:pt x="914812" y="100054"/>
                  <a:pt x="913616" y="100819"/>
                </a:cubicBezTo>
                <a:cubicBezTo>
                  <a:pt x="912372" y="101585"/>
                  <a:pt x="910781" y="102195"/>
                  <a:pt x="908844" y="102649"/>
                </a:cubicBezTo>
                <a:cubicBezTo>
                  <a:pt x="906906" y="103103"/>
                  <a:pt x="904646" y="103331"/>
                  <a:pt x="902063" y="103331"/>
                </a:cubicBezTo>
                <a:cubicBezTo>
                  <a:pt x="899910" y="103331"/>
                  <a:pt x="897817" y="103115"/>
                  <a:pt x="895784" y="102685"/>
                </a:cubicBezTo>
                <a:cubicBezTo>
                  <a:pt x="893751" y="102254"/>
                  <a:pt x="891945" y="101561"/>
                  <a:pt x="890366" y="100604"/>
                </a:cubicBezTo>
                <a:cubicBezTo>
                  <a:pt x="888788" y="99695"/>
                  <a:pt x="887496" y="98487"/>
                  <a:pt x="886491" y="96980"/>
                </a:cubicBezTo>
                <a:cubicBezTo>
                  <a:pt x="885487" y="95473"/>
                  <a:pt x="884913" y="93667"/>
                  <a:pt x="884769" y="91562"/>
                </a:cubicBezTo>
                <a:lnTo>
                  <a:pt x="865753" y="91562"/>
                </a:lnTo>
                <a:cubicBezTo>
                  <a:pt x="865753" y="94720"/>
                  <a:pt x="866531" y="97865"/>
                  <a:pt x="868086" y="100999"/>
                </a:cubicBezTo>
                <a:cubicBezTo>
                  <a:pt x="869640" y="104132"/>
                  <a:pt x="871925" y="106919"/>
                  <a:pt x="874938" y="109358"/>
                </a:cubicBezTo>
                <a:cubicBezTo>
                  <a:pt x="877952" y="111846"/>
                  <a:pt x="881696" y="113855"/>
                  <a:pt x="886168" y="115386"/>
                </a:cubicBezTo>
                <a:cubicBezTo>
                  <a:pt x="890641" y="116917"/>
                  <a:pt x="895796" y="117682"/>
                  <a:pt x="901632" y="117682"/>
                </a:cubicBezTo>
                <a:cubicBezTo>
                  <a:pt x="906942" y="117682"/>
                  <a:pt x="911750" y="117096"/>
                  <a:pt x="916055" y="115924"/>
                </a:cubicBezTo>
                <a:cubicBezTo>
                  <a:pt x="920361" y="114752"/>
                  <a:pt x="924044" y="113114"/>
                  <a:pt x="927106" y="111009"/>
                </a:cubicBezTo>
                <a:cubicBezTo>
                  <a:pt x="930120" y="108904"/>
                  <a:pt x="932452" y="106404"/>
                  <a:pt x="934102" y="103510"/>
                </a:cubicBezTo>
                <a:cubicBezTo>
                  <a:pt x="935753" y="100616"/>
                  <a:pt x="936578" y="97447"/>
                  <a:pt x="936578" y="94002"/>
                </a:cubicBezTo>
                <a:cubicBezTo>
                  <a:pt x="936578" y="90271"/>
                  <a:pt x="935753" y="87054"/>
                  <a:pt x="934102" y="84351"/>
                </a:cubicBezTo>
                <a:cubicBezTo>
                  <a:pt x="932452" y="81648"/>
                  <a:pt x="930168" y="79340"/>
                  <a:pt x="927250" y="77426"/>
                </a:cubicBezTo>
                <a:cubicBezTo>
                  <a:pt x="924331" y="75561"/>
                  <a:pt x="920863" y="74030"/>
                  <a:pt x="916845" y="72834"/>
                </a:cubicBezTo>
                <a:cubicBezTo>
                  <a:pt x="912826" y="71638"/>
                  <a:pt x="908473" y="70657"/>
                  <a:pt x="903785" y="69892"/>
                </a:cubicBezTo>
                <a:cubicBezTo>
                  <a:pt x="900532" y="69413"/>
                  <a:pt x="897853" y="68851"/>
                  <a:pt x="895748" y="68205"/>
                </a:cubicBezTo>
                <a:cubicBezTo>
                  <a:pt x="893643" y="67560"/>
                  <a:pt x="891993" y="66830"/>
                  <a:pt x="890797" y="66017"/>
                </a:cubicBezTo>
                <a:cubicBezTo>
                  <a:pt x="889553" y="65251"/>
                  <a:pt x="888692" y="64378"/>
                  <a:pt x="888214" y="63398"/>
                </a:cubicBezTo>
                <a:cubicBezTo>
                  <a:pt x="887735" y="62417"/>
                  <a:pt x="887496" y="61353"/>
                  <a:pt x="887496" y="60204"/>
                </a:cubicBezTo>
                <a:cubicBezTo>
                  <a:pt x="887496" y="59056"/>
                  <a:pt x="887771" y="57968"/>
                  <a:pt x="888321" y="56940"/>
                </a:cubicBezTo>
                <a:cubicBezTo>
                  <a:pt x="888871" y="55911"/>
                  <a:pt x="889673" y="55014"/>
                  <a:pt x="890725" y="54249"/>
                </a:cubicBezTo>
                <a:cubicBezTo>
                  <a:pt x="891873" y="53388"/>
                  <a:pt x="893356" y="52718"/>
                  <a:pt x="895174" y="52239"/>
                </a:cubicBezTo>
                <a:cubicBezTo>
                  <a:pt x="896992" y="51761"/>
                  <a:pt x="899121" y="51522"/>
                  <a:pt x="901560" y="51522"/>
                </a:cubicBezTo>
                <a:cubicBezTo>
                  <a:pt x="904431" y="51522"/>
                  <a:pt x="906882" y="51881"/>
                  <a:pt x="908916" y="52598"/>
                </a:cubicBezTo>
                <a:cubicBezTo>
                  <a:pt x="910949" y="53316"/>
                  <a:pt x="912563" y="54273"/>
                  <a:pt x="913759" y="55468"/>
                </a:cubicBezTo>
                <a:cubicBezTo>
                  <a:pt x="914620" y="56377"/>
                  <a:pt x="915266" y="57394"/>
                  <a:pt x="915697" y="58518"/>
                </a:cubicBezTo>
                <a:cubicBezTo>
                  <a:pt x="916127" y="59642"/>
                  <a:pt x="916342" y="60850"/>
                  <a:pt x="916342" y="62142"/>
                </a:cubicBezTo>
                <a:lnTo>
                  <a:pt x="936291" y="62142"/>
                </a:lnTo>
                <a:cubicBezTo>
                  <a:pt x="936291" y="58554"/>
                  <a:pt x="935502" y="55229"/>
                  <a:pt x="933923" y="52168"/>
                </a:cubicBezTo>
                <a:cubicBezTo>
                  <a:pt x="932344" y="49106"/>
                  <a:pt x="930072" y="46451"/>
                  <a:pt x="927106" y="44203"/>
                </a:cubicBezTo>
                <a:cubicBezTo>
                  <a:pt x="924092" y="42002"/>
                  <a:pt x="920433" y="40268"/>
                  <a:pt x="916127" y="39000"/>
                </a:cubicBezTo>
                <a:cubicBezTo>
                  <a:pt x="911822" y="37732"/>
                  <a:pt x="906966" y="37099"/>
                  <a:pt x="901560" y="37099"/>
                </a:cubicBezTo>
                <a:cubicBezTo>
                  <a:pt x="896394" y="37099"/>
                  <a:pt x="891754" y="37744"/>
                  <a:pt x="887639" y="39036"/>
                </a:cubicBezTo>
                <a:cubicBezTo>
                  <a:pt x="883525" y="40328"/>
                  <a:pt x="880033" y="42074"/>
                  <a:pt x="877163" y="44274"/>
                </a:cubicBezTo>
                <a:cubicBezTo>
                  <a:pt x="874293" y="46475"/>
                  <a:pt x="872092" y="49034"/>
                  <a:pt x="870561" y="51952"/>
                </a:cubicBezTo>
                <a:cubicBezTo>
                  <a:pt x="869030" y="54871"/>
                  <a:pt x="868265" y="57932"/>
                  <a:pt x="868265" y="61137"/>
                </a:cubicBezTo>
                <a:cubicBezTo>
                  <a:pt x="868265" y="64438"/>
                  <a:pt x="869018" y="67356"/>
                  <a:pt x="870525" y="69892"/>
                </a:cubicBezTo>
                <a:cubicBezTo>
                  <a:pt x="872032" y="72427"/>
                  <a:pt x="874125" y="74652"/>
                  <a:pt x="876804" y="76565"/>
                </a:cubicBezTo>
                <a:cubicBezTo>
                  <a:pt x="879483" y="78527"/>
                  <a:pt x="882700" y="80189"/>
                  <a:pt x="886455" y="81552"/>
                </a:cubicBezTo>
                <a:cubicBezTo>
                  <a:pt x="890211" y="82916"/>
                  <a:pt x="894361" y="84052"/>
                  <a:pt x="898905" y="84961"/>
                </a:cubicBezTo>
                <a:cubicBezTo>
                  <a:pt x="902493" y="85631"/>
                  <a:pt x="905459" y="86300"/>
                  <a:pt x="907803" y="86970"/>
                </a:cubicBezTo>
                <a:cubicBezTo>
                  <a:pt x="910147" y="87640"/>
                  <a:pt x="912037" y="88357"/>
                  <a:pt x="913472" y="89123"/>
                </a:cubicBezTo>
                <a:cubicBezTo>
                  <a:pt x="914859" y="89936"/>
                  <a:pt x="915828" y="90797"/>
                  <a:pt x="916378" y="91706"/>
                </a:cubicBezTo>
                <a:cubicBezTo>
                  <a:pt x="916928" y="92615"/>
                  <a:pt x="917204" y="93667"/>
                  <a:pt x="917204" y="94863"/>
                </a:cubicBezTo>
                <a:close/>
                <a:moveTo>
                  <a:pt x="953283" y="76780"/>
                </a:moveTo>
                <a:lnTo>
                  <a:pt x="953283" y="78287"/>
                </a:lnTo>
                <a:cubicBezTo>
                  <a:pt x="953283" y="83932"/>
                  <a:pt x="954013" y="89159"/>
                  <a:pt x="955472" y="93966"/>
                </a:cubicBezTo>
                <a:cubicBezTo>
                  <a:pt x="956931" y="98774"/>
                  <a:pt x="959024" y="102924"/>
                  <a:pt x="961750" y="106416"/>
                </a:cubicBezTo>
                <a:cubicBezTo>
                  <a:pt x="964477" y="109908"/>
                  <a:pt x="967766" y="112647"/>
                  <a:pt x="971617" y="114633"/>
                </a:cubicBezTo>
                <a:cubicBezTo>
                  <a:pt x="975468" y="116618"/>
                  <a:pt x="979809" y="117610"/>
                  <a:pt x="984641" y="117610"/>
                </a:cubicBezTo>
                <a:cubicBezTo>
                  <a:pt x="987081" y="117610"/>
                  <a:pt x="989365" y="117347"/>
                  <a:pt x="991494" y="116821"/>
                </a:cubicBezTo>
                <a:cubicBezTo>
                  <a:pt x="993623" y="116295"/>
                  <a:pt x="995572" y="115553"/>
                  <a:pt x="997342" y="114597"/>
                </a:cubicBezTo>
                <a:cubicBezTo>
                  <a:pt x="998538" y="113927"/>
                  <a:pt x="999662" y="113161"/>
                  <a:pt x="1000715" y="112300"/>
                </a:cubicBezTo>
                <a:cubicBezTo>
                  <a:pt x="1001767" y="111439"/>
                  <a:pt x="1002772" y="110483"/>
                  <a:pt x="1003729" y="109430"/>
                </a:cubicBezTo>
                <a:lnTo>
                  <a:pt x="1003729" y="113879"/>
                </a:lnTo>
                <a:cubicBezTo>
                  <a:pt x="1003729" y="116510"/>
                  <a:pt x="1003358" y="118878"/>
                  <a:pt x="1002616" y="120983"/>
                </a:cubicBezTo>
                <a:cubicBezTo>
                  <a:pt x="1001875" y="123088"/>
                  <a:pt x="1000810" y="124858"/>
                  <a:pt x="999423" y="126293"/>
                </a:cubicBezTo>
                <a:cubicBezTo>
                  <a:pt x="997892" y="127872"/>
                  <a:pt x="995991" y="129068"/>
                  <a:pt x="993718" y="129881"/>
                </a:cubicBezTo>
                <a:cubicBezTo>
                  <a:pt x="991446" y="130694"/>
                  <a:pt x="988851" y="131101"/>
                  <a:pt x="985933" y="131101"/>
                </a:cubicBezTo>
                <a:cubicBezTo>
                  <a:pt x="984115" y="131101"/>
                  <a:pt x="982357" y="130921"/>
                  <a:pt x="980659" y="130563"/>
                </a:cubicBezTo>
                <a:cubicBezTo>
                  <a:pt x="978960" y="130204"/>
                  <a:pt x="977322" y="129666"/>
                  <a:pt x="975743" y="128948"/>
                </a:cubicBezTo>
                <a:cubicBezTo>
                  <a:pt x="974117" y="128231"/>
                  <a:pt x="972562" y="127310"/>
                  <a:pt x="971079" y="126185"/>
                </a:cubicBezTo>
                <a:cubicBezTo>
                  <a:pt x="969596" y="125061"/>
                  <a:pt x="968209" y="123758"/>
                  <a:pt x="966917" y="122275"/>
                </a:cubicBezTo>
                <a:lnTo>
                  <a:pt x="957947" y="134402"/>
                </a:lnTo>
                <a:cubicBezTo>
                  <a:pt x="959622" y="136554"/>
                  <a:pt x="961631" y="138408"/>
                  <a:pt x="963975" y="139963"/>
                </a:cubicBezTo>
                <a:cubicBezTo>
                  <a:pt x="966319" y="141518"/>
                  <a:pt x="968807" y="142797"/>
                  <a:pt x="971438" y="143802"/>
                </a:cubicBezTo>
                <a:cubicBezTo>
                  <a:pt x="974069" y="144807"/>
                  <a:pt x="976724" y="145548"/>
                  <a:pt x="979403" y="146026"/>
                </a:cubicBezTo>
                <a:cubicBezTo>
                  <a:pt x="982082" y="146505"/>
                  <a:pt x="984593" y="146744"/>
                  <a:pt x="986937" y="146744"/>
                </a:cubicBezTo>
                <a:cubicBezTo>
                  <a:pt x="992391" y="146744"/>
                  <a:pt x="997378" y="146014"/>
                  <a:pt x="1001899" y="144555"/>
                </a:cubicBezTo>
                <a:cubicBezTo>
                  <a:pt x="1006419" y="143096"/>
                  <a:pt x="1010306" y="140956"/>
                  <a:pt x="1013559" y="138133"/>
                </a:cubicBezTo>
                <a:cubicBezTo>
                  <a:pt x="1016765" y="135311"/>
                  <a:pt x="1019264" y="131842"/>
                  <a:pt x="1021058" y="127728"/>
                </a:cubicBezTo>
                <a:cubicBezTo>
                  <a:pt x="1022852" y="123614"/>
                  <a:pt x="1023749" y="118926"/>
                  <a:pt x="1023749" y="113664"/>
                </a:cubicBezTo>
                <a:lnTo>
                  <a:pt x="1023749" y="38534"/>
                </a:lnTo>
                <a:lnTo>
                  <a:pt x="1005594" y="38534"/>
                </a:lnTo>
                <a:lnTo>
                  <a:pt x="1004805" y="45925"/>
                </a:lnTo>
                <a:cubicBezTo>
                  <a:pt x="1003848" y="44729"/>
                  <a:pt x="1002796" y="43640"/>
                  <a:pt x="1001648" y="42660"/>
                </a:cubicBezTo>
                <a:cubicBezTo>
                  <a:pt x="1000499" y="41679"/>
                  <a:pt x="999256" y="40830"/>
                  <a:pt x="997916" y="40112"/>
                </a:cubicBezTo>
                <a:cubicBezTo>
                  <a:pt x="996146" y="39108"/>
                  <a:pt x="994173" y="38354"/>
                  <a:pt x="991996" y="37852"/>
                </a:cubicBezTo>
                <a:cubicBezTo>
                  <a:pt x="989820" y="37350"/>
                  <a:pt x="987416" y="37099"/>
                  <a:pt x="984785" y="37099"/>
                </a:cubicBezTo>
                <a:cubicBezTo>
                  <a:pt x="979905" y="37099"/>
                  <a:pt x="975528" y="38055"/>
                  <a:pt x="971653" y="39969"/>
                </a:cubicBezTo>
                <a:cubicBezTo>
                  <a:pt x="967778" y="41882"/>
                  <a:pt x="964477" y="44585"/>
                  <a:pt x="961750" y="48077"/>
                </a:cubicBezTo>
                <a:cubicBezTo>
                  <a:pt x="959024" y="51570"/>
                  <a:pt x="956931" y="55756"/>
                  <a:pt x="955472" y="60635"/>
                </a:cubicBezTo>
                <a:cubicBezTo>
                  <a:pt x="954013" y="65515"/>
                  <a:pt x="953283" y="70896"/>
                  <a:pt x="953283" y="76780"/>
                </a:cubicBezTo>
                <a:moveTo>
                  <a:pt x="973303" y="78287"/>
                </a:moveTo>
                <a:lnTo>
                  <a:pt x="973303" y="76780"/>
                </a:lnTo>
                <a:cubicBezTo>
                  <a:pt x="973303" y="73527"/>
                  <a:pt x="973638" y="70478"/>
                  <a:pt x="974308" y="67631"/>
                </a:cubicBezTo>
                <a:cubicBezTo>
                  <a:pt x="974978" y="64785"/>
                  <a:pt x="976006" y="62285"/>
                  <a:pt x="977394" y="60133"/>
                </a:cubicBezTo>
                <a:cubicBezTo>
                  <a:pt x="978733" y="58028"/>
                  <a:pt x="980431" y="56365"/>
                  <a:pt x="982488" y="55146"/>
                </a:cubicBezTo>
                <a:cubicBezTo>
                  <a:pt x="984545" y="53926"/>
                  <a:pt x="986985" y="53316"/>
                  <a:pt x="989808" y="53316"/>
                </a:cubicBezTo>
                <a:cubicBezTo>
                  <a:pt x="991338" y="53316"/>
                  <a:pt x="992762" y="53459"/>
                  <a:pt x="994077" y="53746"/>
                </a:cubicBezTo>
                <a:cubicBezTo>
                  <a:pt x="995393" y="54033"/>
                  <a:pt x="996601" y="54440"/>
                  <a:pt x="997701" y="54966"/>
                </a:cubicBezTo>
                <a:cubicBezTo>
                  <a:pt x="998993" y="55588"/>
                  <a:pt x="1000141" y="56401"/>
                  <a:pt x="1001145" y="57406"/>
                </a:cubicBezTo>
                <a:cubicBezTo>
                  <a:pt x="1002150" y="58411"/>
                  <a:pt x="1003011" y="59583"/>
                  <a:pt x="1003729" y="60922"/>
                </a:cubicBezTo>
                <a:lnTo>
                  <a:pt x="1003729" y="93787"/>
                </a:lnTo>
                <a:cubicBezTo>
                  <a:pt x="1003059" y="94983"/>
                  <a:pt x="1002270" y="96059"/>
                  <a:pt x="1001361" y="97016"/>
                </a:cubicBezTo>
                <a:cubicBezTo>
                  <a:pt x="1000452" y="97973"/>
                  <a:pt x="999399" y="98786"/>
                  <a:pt x="998203" y="99456"/>
                </a:cubicBezTo>
                <a:cubicBezTo>
                  <a:pt x="997055" y="100078"/>
                  <a:pt x="995775" y="100556"/>
                  <a:pt x="994364" y="100891"/>
                </a:cubicBezTo>
                <a:cubicBezTo>
                  <a:pt x="992953" y="101226"/>
                  <a:pt x="991386" y="101393"/>
                  <a:pt x="989664" y="101393"/>
                </a:cubicBezTo>
                <a:cubicBezTo>
                  <a:pt x="986842" y="101393"/>
                  <a:pt x="984402" y="100795"/>
                  <a:pt x="982345" y="99599"/>
                </a:cubicBezTo>
                <a:cubicBezTo>
                  <a:pt x="980288" y="98403"/>
                  <a:pt x="978590" y="96753"/>
                  <a:pt x="977250" y="94648"/>
                </a:cubicBezTo>
                <a:cubicBezTo>
                  <a:pt x="975911" y="92591"/>
                  <a:pt x="974918" y="90163"/>
                  <a:pt x="974272" y="87365"/>
                </a:cubicBezTo>
                <a:cubicBezTo>
                  <a:pt x="973626" y="84566"/>
                  <a:pt x="973303" y="81540"/>
                  <a:pt x="973303" y="78287"/>
                </a:cubicBezTo>
                <a:close/>
                <a:moveTo>
                  <a:pt x="1084298" y="114597"/>
                </a:moveTo>
                <a:lnTo>
                  <a:pt x="1084370" y="98738"/>
                </a:lnTo>
                <a:lnTo>
                  <a:pt x="1065641" y="98738"/>
                </a:lnTo>
                <a:lnTo>
                  <a:pt x="1065641" y="115529"/>
                </a:lnTo>
                <a:cubicBezTo>
                  <a:pt x="1065641" y="120792"/>
                  <a:pt x="1065019" y="125300"/>
                  <a:pt x="1063775" y="129056"/>
                </a:cubicBezTo>
                <a:cubicBezTo>
                  <a:pt x="1062531" y="132811"/>
                  <a:pt x="1061001" y="136411"/>
                  <a:pt x="1059183" y="139855"/>
                </a:cubicBezTo>
                <a:lnTo>
                  <a:pt x="1069731" y="145309"/>
                </a:lnTo>
                <a:cubicBezTo>
                  <a:pt x="1074036" y="141482"/>
                  <a:pt x="1077541" y="136770"/>
                  <a:pt x="1080244" y="131173"/>
                </a:cubicBezTo>
                <a:cubicBezTo>
                  <a:pt x="1082946" y="125576"/>
                  <a:pt x="1084298" y="120050"/>
                  <a:pt x="1084298" y="114597"/>
                </a:cubicBezTo>
                <a:close/>
                <a:moveTo>
                  <a:pt x="1270480" y="116175"/>
                </a:moveTo>
                <a:lnTo>
                  <a:pt x="1288562" y="116175"/>
                </a:lnTo>
                <a:lnTo>
                  <a:pt x="1288562" y="38534"/>
                </a:lnTo>
                <a:lnTo>
                  <a:pt x="1268542" y="38534"/>
                </a:lnTo>
                <a:lnTo>
                  <a:pt x="1268542" y="92998"/>
                </a:lnTo>
                <a:cubicBezTo>
                  <a:pt x="1267920" y="94241"/>
                  <a:pt x="1267179" y="95366"/>
                  <a:pt x="1266318" y="96370"/>
                </a:cubicBezTo>
                <a:cubicBezTo>
                  <a:pt x="1265457" y="97375"/>
                  <a:pt x="1264476" y="98236"/>
                  <a:pt x="1263376" y="98954"/>
                </a:cubicBezTo>
                <a:cubicBezTo>
                  <a:pt x="1262084" y="99767"/>
                  <a:pt x="1260589" y="100389"/>
                  <a:pt x="1258891" y="100819"/>
                </a:cubicBezTo>
                <a:cubicBezTo>
                  <a:pt x="1257192" y="101250"/>
                  <a:pt x="1255291" y="101465"/>
                  <a:pt x="1253186" y="101465"/>
                </a:cubicBezTo>
                <a:cubicBezTo>
                  <a:pt x="1250842" y="101465"/>
                  <a:pt x="1248857" y="101178"/>
                  <a:pt x="1247230" y="100604"/>
                </a:cubicBezTo>
                <a:cubicBezTo>
                  <a:pt x="1245604" y="100030"/>
                  <a:pt x="1244288" y="99073"/>
                  <a:pt x="1243283" y="97734"/>
                </a:cubicBezTo>
                <a:cubicBezTo>
                  <a:pt x="1242279" y="96442"/>
                  <a:pt x="1241549" y="94720"/>
                  <a:pt x="1241095" y="92567"/>
                </a:cubicBezTo>
                <a:cubicBezTo>
                  <a:pt x="1240640" y="90414"/>
                  <a:pt x="1240413" y="87759"/>
                  <a:pt x="1240413" y="84602"/>
                </a:cubicBezTo>
                <a:lnTo>
                  <a:pt x="1240413" y="38534"/>
                </a:lnTo>
                <a:lnTo>
                  <a:pt x="1220465" y="38534"/>
                </a:lnTo>
                <a:lnTo>
                  <a:pt x="1220465" y="84459"/>
                </a:lnTo>
                <a:cubicBezTo>
                  <a:pt x="1220465" y="90343"/>
                  <a:pt x="1221122" y="95378"/>
                  <a:pt x="1222438" y="99563"/>
                </a:cubicBezTo>
                <a:cubicBezTo>
                  <a:pt x="1223753" y="103749"/>
                  <a:pt x="1225607" y="107182"/>
                  <a:pt x="1227999" y="109861"/>
                </a:cubicBezTo>
                <a:cubicBezTo>
                  <a:pt x="1230391" y="112587"/>
                  <a:pt x="1233261" y="114573"/>
                  <a:pt x="1236610" y="115817"/>
                </a:cubicBezTo>
                <a:cubicBezTo>
                  <a:pt x="1239959" y="117060"/>
                  <a:pt x="1243642" y="117682"/>
                  <a:pt x="1247661" y="117682"/>
                </a:cubicBezTo>
                <a:cubicBezTo>
                  <a:pt x="1252062" y="117682"/>
                  <a:pt x="1256116" y="116582"/>
                  <a:pt x="1259824" y="114381"/>
                </a:cubicBezTo>
                <a:cubicBezTo>
                  <a:pt x="1263531" y="112181"/>
                  <a:pt x="1266700" y="109143"/>
                  <a:pt x="1269331" y="105268"/>
                </a:cubicBezTo>
                <a:lnTo>
                  <a:pt x="1270480" y="116175"/>
                </a:lnTo>
                <a:close/>
                <a:moveTo>
                  <a:pt x="1358081" y="94863"/>
                </a:moveTo>
                <a:cubicBezTo>
                  <a:pt x="1358081" y="96059"/>
                  <a:pt x="1357782" y="97160"/>
                  <a:pt x="1357184" y="98164"/>
                </a:cubicBezTo>
                <a:cubicBezTo>
                  <a:pt x="1356586" y="99169"/>
                  <a:pt x="1355689" y="100054"/>
                  <a:pt x="1354493" y="100819"/>
                </a:cubicBezTo>
                <a:cubicBezTo>
                  <a:pt x="1353249" y="101585"/>
                  <a:pt x="1351659" y="102195"/>
                  <a:pt x="1349721" y="102649"/>
                </a:cubicBezTo>
                <a:cubicBezTo>
                  <a:pt x="1347784" y="103103"/>
                  <a:pt x="1345523" y="103331"/>
                  <a:pt x="1342940" y="103331"/>
                </a:cubicBezTo>
                <a:cubicBezTo>
                  <a:pt x="1340787" y="103331"/>
                  <a:pt x="1338694" y="103115"/>
                  <a:pt x="1336661" y="102685"/>
                </a:cubicBezTo>
                <a:cubicBezTo>
                  <a:pt x="1334628" y="102254"/>
                  <a:pt x="1332822" y="101561"/>
                  <a:pt x="1331244" y="100604"/>
                </a:cubicBezTo>
                <a:cubicBezTo>
                  <a:pt x="1329665" y="99695"/>
                  <a:pt x="1328373" y="98487"/>
                  <a:pt x="1327369" y="96980"/>
                </a:cubicBezTo>
                <a:cubicBezTo>
                  <a:pt x="1326364" y="95473"/>
                  <a:pt x="1325790" y="93667"/>
                  <a:pt x="1325646" y="91562"/>
                </a:cubicBezTo>
                <a:lnTo>
                  <a:pt x="1306631" y="91562"/>
                </a:lnTo>
                <a:cubicBezTo>
                  <a:pt x="1306631" y="94720"/>
                  <a:pt x="1307408" y="97865"/>
                  <a:pt x="1308963" y="100999"/>
                </a:cubicBezTo>
                <a:cubicBezTo>
                  <a:pt x="1310518" y="104132"/>
                  <a:pt x="1312802" y="106919"/>
                  <a:pt x="1315816" y="109358"/>
                </a:cubicBezTo>
                <a:cubicBezTo>
                  <a:pt x="1318829" y="111846"/>
                  <a:pt x="1322573" y="113855"/>
                  <a:pt x="1327046" y="115386"/>
                </a:cubicBezTo>
                <a:cubicBezTo>
                  <a:pt x="1331519" y="116917"/>
                  <a:pt x="1336673" y="117682"/>
                  <a:pt x="1342509" y="117682"/>
                </a:cubicBezTo>
                <a:cubicBezTo>
                  <a:pt x="1347819" y="117682"/>
                  <a:pt x="1352627" y="117096"/>
                  <a:pt x="1356933" y="115924"/>
                </a:cubicBezTo>
                <a:cubicBezTo>
                  <a:pt x="1361238" y="114752"/>
                  <a:pt x="1364922" y="113114"/>
                  <a:pt x="1367983" y="111009"/>
                </a:cubicBezTo>
                <a:cubicBezTo>
                  <a:pt x="1370997" y="108904"/>
                  <a:pt x="1373329" y="106404"/>
                  <a:pt x="1374980" y="103510"/>
                </a:cubicBezTo>
                <a:cubicBezTo>
                  <a:pt x="1376630" y="100616"/>
                  <a:pt x="1377455" y="97447"/>
                  <a:pt x="1377455" y="94002"/>
                </a:cubicBezTo>
                <a:cubicBezTo>
                  <a:pt x="1377455" y="90271"/>
                  <a:pt x="1376630" y="87054"/>
                  <a:pt x="1374980" y="84351"/>
                </a:cubicBezTo>
                <a:cubicBezTo>
                  <a:pt x="1373329" y="81648"/>
                  <a:pt x="1371045" y="79340"/>
                  <a:pt x="1368127" y="77426"/>
                </a:cubicBezTo>
                <a:cubicBezTo>
                  <a:pt x="1365209" y="75561"/>
                  <a:pt x="1361740" y="74030"/>
                  <a:pt x="1357722" y="72834"/>
                </a:cubicBezTo>
                <a:cubicBezTo>
                  <a:pt x="1353704" y="71638"/>
                  <a:pt x="1349350" y="70657"/>
                  <a:pt x="1344662" y="69892"/>
                </a:cubicBezTo>
                <a:cubicBezTo>
                  <a:pt x="1341409" y="69413"/>
                  <a:pt x="1338730" y="68851"/>
                  <a:pt x="1336625" y="68205"/>
                </a:cubicBezTo>
                <a:cubicBezTo>
                  <a:pt x="1334520" y="67560"/>
                  <a:pt x="1332870" y="66830"/>
                  <a:pt x="1331674" y="66017"/>
                </a:cubicBezTo>
                <a:cubicBezTo>
                  <a:pt x="1330430" y="65251"/>
                  <a:pt x="1329569" y="64378"/>
                  <a:pt x="1329091" y="63398"/>
                </a:cubicBezTo>
                <a:cubicBezTo>
                  <a:pt x="1328612" y="62417"/>
                  <a:pt x="1328373" y="61353"/>
                  <a:pt x="1328373" y="60204"/>
                </a:cubicBezTo>
                <a:cubicBezTo>
                  <a:pt x="1328373" y="59056"/>
                  <a:pt x="1328648" y="57968"/>
                  <a:pt x="1329198" y="56940"/>
                </a:cubicBezTo>
                <a:cubicBezTo>
                  <a:pt x="1329749" y="55911"/>
                  <a:pt x="1330550" y="55014"/>
                  <a:pt x="1331602" y="54249"/>
                </a:cubicBezTo>
                <a:cubicBezTo>
                  <a:pt x="1332750" y="53388"/>
                  <a:pt x="1334233" y="52718"/>
                  <a:pt x="1336051" y="52239"/>
                </a:cubicBezTo>
                <a:cubicBezTo>
                  <a:pt x="1337869" y="51761"/>
                  <a:pt x="1339998" y="51522"/>
                  <a:pt x="1342438" y="51522"/>
                </a:cubicBezTo>
                <a:cubicBezTo>
                  <a:pt x="1345308" y="51522"/>
                  <a:pt x="1347760" y="51881"/>
                  <a:pt x="1349793" y="52598"/>
                </a:cubicBezTo>
                <a:cubicBezTo>
                  <a:pt x="1351826" y="53316"/>
                  <a:pt x="1353440" y="54273"/>
                  <a:pt x="1354636" y="55468"/>
                </a:cubicBezTo>
                <a:cubicBezTo>
                  <a:pt x="1355498" y="56377"/>
                  <a:pt x="1356143" y="57394"/>
                  <a:pt x="1356574" y="58518"/>
                </a:cubicBezTo>
                <a:cubicBezTo>
                  <a:pt x="1357004" y="59642"/>
                  <a:pt x="1357220" y="60850"/>
                  <a:pt x="1357220" y="62142"/>
                </a:cubicBezTo>
                <a:lnTo>
                  <a:pt x="1377168" y="62142"/>
                </a:lnTo>
                <a:cubicBezTo>
                  <a:pt x="1377168" y="58554"/>
                  <a:pt x="1376379" y="55229"/>
                  <a:pt x="1374800" y="52168"/>
                </a:cubicBezTo>
                <a:cubicBezTo>
                  <a:pt x="1373222" y="49106"/>
                  <a:pt x="1370949" y="46451"/>
                  <a:pt x="1367983" y="44203"/>
                </a:cubicBezTo>
                <a:cubicBezTo>
                  <a:pt x="1364970" y="42002"/>
                  <a:pt x="1361310" y="40268"/>
                  <a:pt x="1357004" y="39000"/>
                </a:cubicBezTo>
                <a:cubicBezTo>
                  <a:pt x="1352699" y="37732"/>
                  <a:pt x="1347843" y="37099"/>
                  <a:pt x="1342438" y="37099"/>
                </a:cubicBezTo>
                <a:cubicBezTo>
                  <a:pt x="1337271" y="37099"/>
                  <a:pt x="1332631" y="37744"/>
                  <a:pt x="1328517" y="39036"/>
                </a:cubicBezTo>
                <a:cubicBezTo>
                  <a:pt x="1324403" y="40328"/>
                  <a:pt x="1320910" y="42074"/>
                  <a:pt x="1318040" y="44274"/>
                </a:cubicBezTo>
                <a:cubicBezTo>
                  <a:pt x="1315170" y="46475"/>
                  <a:pt x="1312969" y="49034"/>
                  <a:pt x="1311438" y="51952"/>
                </a:cubicBezTo>
                <a:cubicBezTo>
                  <a:pt x="1309908" y="54871"/>
                  <a:pt x="1309142" y="57932"/>
                  <a:pt x="1309142" y="61137"/>
                </a:cubicBezTo>
                <a:cubicBezTo>
                  <a:pt x="1309142" y="64438"/>
                  <a:pt x="1309896" y="67356"/>
                  <a:pt x="1311403" y="69892"/>
                </a:cubicBezTo>
                <a:cubicBezTo>
                  <a:pt x="1312909" y="72427"/>
                  <a:pt x="1315002" y="74652"/>
                  <a:pt x="1317681" y="76565"/>
                </a:cubicBezTo>
                <a:cubicBezTo>
                  <a:pt x="1320360" y="78527"/>
                  <a:pt x="1323577" y="80189"/>
                  <a:pt x="1327333" y="81552"/>
                </a:cubicBezTo>
                <a:cubicBezTo>
                  <a:pt x="1331088" y="82916"/>
                  <a:pt x="1335238" y="84052"/>
                  <a:pt x="1339783" y="84961"/>
                </a:cubicBezTo>
                <a:cubicBezTo>
                  <a:pt x="1343371" y="85631"/>
                  <a:pt x="1346336" y="86300"/>
                  <a:pt x="1348681" y="86970"/>
                </a:cubicBezTo>
                <a:cubicBezTo>
                  <a:pt x="1351025" y="87640"/>
                  <a:pt x="1352914" y="88357"/>
                  <a:pt x="1354349" y="89123"/>
                </a:cubicBezTo>
                <a:cubicBezTo>
                  <a:pt x="1355737" y="89936"/>
                  <a:pt x="1356705" y="90797"/>
                  <a:pt x="1357256" y="91706"/>
                </a:cubicBezTo>
                <a:cubicBezTo>
                  <a:pt x="1357806" y="92615"/>
                  <a:pt x="1358081" y="93667"/>
                  <a:pt x="1358081" y="94863"/>
                </a:cubicBezTo>
                <a:close/>
                <a:moveTo>
                  <a:pt x="1416118" y="49226"/>
                </a:moveTo>
                <a:lnTo>
                  <a:pt x="1416118" y="5956"/>
                </a:lnTo>
                <a:lnTo>
                  <a:pt x="1396170" y="5956"/>
                </a:lnTo>
                <a:lnTo>
                  <a:pt x="1396170" y="116175"/>
                </a:lnTo>
                <a:lnTo>
                  <a:pt x="1416118" y="116175"/>
                </a:lnTo>
                <a:lnTo>
                  <a:pt x="1416118" y="60133"/>
                </a:lnTo>
                <a:cubicBezTo>
                  <a:pt x="1416884" y="59128"/>
                  <a:pt x="1417733" y="58219"/>
                  <a:pt x="1418666" y="57406"/>
                </a:cubicBezTo>
                <a:cubicBezTo>
                  <a:pt x="1419599" y="56593"/>
                  <a:pt x="1420639" y="55899"/>
                  <a:pt x="1421787" y="55325"/>
                </a:cubicBezTo>
                <a:cubicBezTo>
                  <a:pt x="1423031" y="54655"/>
                  <a:pt x="1424418" y="54153"/>
                  <a:pt x="1425949" y="53818"/>
                </a:cubicBezTo>
                <a:cubicBezTo>
                  <a:pt x="1427480" y="53483"/>
                  <a:pt x="1429130" y="53316"/>
                  <a:pt x="1430900" y="53316"/>
                </a:cubicBezTo>
                <a:cubicBezTo>
                  <a:pt x="1433197" y="53316"/>
                  <a:pt x="1435254" y="53615"/>
                  <a:pt x="1437071" y="54213"/>
                </a:cubicBezTo>
                <a:cubicBezTo>
                  <a:pt x="1438889" y="54811"/>
                  <a:pt x="1440444" y="55732"/>
                  <a:pt x="1441736" y="56975"/>
                </a:cubicBezTo>
                <a:cubicBezTo>
                  <a:pt x="1443027" y="58219"/>
                  <a:pt x="1444020" y="59846"/>
                  <a:pt x="1444714" y="61855"/>
                </a:cubicBezTo>
                <a:cubicBezTo>
                  <a:pt x="1445407" y="63864"/>
                  <a:pt x="1445754" y="66256"/>
                  <a:pt x="1445754" y="69031"/>
                </a:cubicBezTo>
                <a:lnTo>
                  <a:pt x="1445754" y="116175"/>
                </a:lnTo>
                <a:lnTo>
                  <a:pt x="1465703" y="116175"/>
                </a:lnTo>
                <a:lnTo>
                  <a:pt x="1465703" y="69174"/>
                </a:lnTo>
                <a:cubicBezTo>
                  <a:pt x="1465703" y="63481"/>
                  <a:pt x="1465021" y="58614"/>
                  <a:pt x="1463658" y="54572"/>
                </a:cubicBezTo>
                <a:cubicBezTo>
                  <a:pt x="1462294" y="50529"/>
                  <a:pt x="1460393" y="47216"/>
                  <a:pt x="1457953" y="44633"/>
                </a:cubicBezTo>
                <a:cubicBezTo>
                  <a:pt x="1455513" y="42050"/>
                  <a:pt x="1452595" y="40148"/>
                  <a:pt x="1449198" y="38928"/>
                </a:cubicBezTo>
                <a:cubicBezTo>
                  <a:pt x="1445802" y="37709"/>
                  <a:pt x="1442071" y="37099"/>
                  <a:pt x="1438004" y="37099"/>
                </a:cubicBezTo>
                <a:cubicBezTo>
                  <a:pt x="1435230" y="37099"/>
                  <a:pt x="1432599" y="37505"/>
                  <a:pt x="1430111" y="38318"/>
                </a:cubicBezTo>
                <a:cubicBezTo>
                  <a:pt x="1427623" y="39132"/>
                  <a:pt x="1425351" y="40280"/>
                  <a:pt x="1423294" y="41763"/>
                </a:cubicBezTo>
                <a:cubicBezTo>
                  <a:pt x="1421955" y="42720"/>
                  <a:pt x="1420675" y="43832"/>
                  <a:pt x="1419455" y="45100"/>
                </a:cubicBezTo>
                <a:cubicBezTo>
                  <a:pt x="1418235" y="46367"/>
                  <a:pt x="1417123" y="47743"/>
                  <a:pt x="1416118" y="49226"/>
                </a:cubicBezTo>
                <a:close/>
                <a:moveTo>
                  <a:pt x="1481618" y="76637"/>
                </a:moveTo>
                <a:lnTo>
                  <a:pt x="1481618" y="78144"/>
                </a:lnTo>
                <a:cubicBezTo>
                  <a:pt x="1481618" y="83837"/>
                  <a:pt x="1482432" y="89087"/>
                  <a:pt x="1484058" y="93895"/>
                </a:cubicBezTo>
                <a:cubicBezTo>
                  <a:pt x="1485685" y="98702"/>
                  <a:pt x="1488077" y="102876"/>
                  <a:pt x="1491234" y="106416"/>
                </a:cubicBezTo>
                <a:cubicBezTo>
                  <a:pt x="1494343" y="109956"/>
                  <a:pt x="1498182" y="112719"/>
                  <a:pt x="1502751" y="114704"/>
                </a:cubicBezTo>
                <a:cubicBezTo>
                  <a:pt x="1507320" y="116690"/>
                  <a:pt x="1512522" y="117682"/>
                  <a:pt x="1518358" y="117682"/>
                </a:cubicBezTo>
                <a:cubicBezTo>
                  <a:pt x="1524147" y="117682"/>
                  <a:pt x="1529313" y="116690"/>
                  <a:pt x="1533858" y="114704"/>
                </a:cubicBezTo>
                <a:cubicBezTo>
                  <a:pt x="1538403" y="112719"/>
                  <a:pt x="1542230" y="109956"/>
                  <a:pt x="1545339" y="106416"/>
                </a:cubicBezTo>
                <a:cubicBezTo>
                  <a:pt x="1548449" y="102876"/>
                  <a:pt x="1550817" y="98702"/>
                  <a:pt x="1552443" y="93895"/>
                </a:cubicBezTo>
                <a:cubicBezTo>
                  <a:pt x="1554070" y="89087"/>
                  <a:pt x="1554883" y="83837"/>
                  <a:pt x="1554883" y="78144"/>
                </a:cubicBezTo>
                <a:lnTo>
                  <a:pt x="1554883" y="76637"/>
                </a:lnTo>
                <a:cubicBezTo>
                  <a:pt x="1554883" y="70992"/>
                  <a:pt x="1554070" y="65766"/>
                  <a:pt x="1552443" y="60958"/>
                </a:cubicBezTo>
                <a:cubicBezTo>
                  <a:pt x="1550817" y="56150"/>
                  <a:pt x="1548449" y="51976"/>
                  <a:pt x="1545339" y="48436"/>
                </a:cubicBezTo>
                <a:cubicBezTo>
                  <a:pt x="1542182" y="44896"/>
                  <a:pt x="1538331" y="42122"/>
                  <a:pt x="1533786" y="40112"/>
                </a:cubicBezTo>
                <a:cubicBezTo>
                  <a:pt x="1529241" y="38103"/>
                  <a:pt x="1524051" y="37099"/>
                  <a:pt x="1518215" y="37099"/>
                </a:cubicBezTo>
                <a:cubicBezTo>
                  <a:pt x="1512379" y="37099"/>
                  <a:pt x="1507200" y="38103"/>
                  <a:pt x="1502679" y="40112"/>
                </a:cubicBezTo>
                <a:cubicBezTo>
                  <a:pt x="1498159" y="42122"/>
                  <a:pt x="1494343" y="44896"/>
                  <a:pt x="1491234" y="48436"/>
                </a:cubicBezTo>
                <a:cubicBezTo>
                  <a:pt x="1488077" y="51976"/>
                  <a:pt x="1485685" y="56150"/>
                  <a:pt x="1484058" y="60958"/>
                </a:cubicBezTo>
                <a:cubicBezTo>
                  <a:pt x="1482432" y="65766"/>
                  <a:pt x="1481618" y="70992"/>
                  <a:pt x="1481618" y="76637"/>
                </a:cubicBezTo>
                <a:moveTo>
                  <a:pt x="1501567" y="78144"/>
                </a:moveTo>
                <a:lnTo>
                  <a:pt x="1501567" y="76637"/>
                </a:lnTo>
                <a:cubicBezTo>
                  <a:pt x="1501567" y="73480"/>
                  <a:pt x="1501878" y="70490"/>
                  <a:pt x="1502500" y="67667"/>
                </a:cubicBezTo>
                <a:cubicBezTo>
                  <a:pt x="1503122" y="64845"/>
                  <a:pt x="1504102" y="62357"/>
                  <a:pt x="1505442" y="60204"/>
                </a:cubicBezTo>
                <a:cubicBezTo>
                  <a:pt x="1506781" y="58052"/>
                  <a:pt x="1508504" y="56354"/>
                  <a:pt x="1510608" y="55110"/>
                </a:cubicBezTo>
                <a:cubicBezTo>
                  <a:pt x="1512713" y="53866"/>
                  <a:pt x="1515249" y="53244"/>
                  <a:pt x="1518215" y="53244"/>
                </a:cubicBezTo>
                <a:cubicBezTo>
                  <a:pt x="1521229" y="53244"/>
                  <a:pt x="1523788" y="53866"/>
                  <a:pt x="1525893" y="55110"/>
                </a:cubicBezTo>
                <a:cubicBezTo>
                  <a:pt x="1527998" y="56354"/>
                  <a:pt x="1529720" y="58052"/>
                  <a:pt x="1531059" y="60204"/>
                </a:cubicBezTo>
                <a:cubicBezTo>
                  <a:pt x="1532351" y="62357"/>
                  <a:pt x="1533308" y="64845"/>
                  <a:pt x="1533930" y="67667"/>
                </a:cubicBezTo>
                <a:cubicBezTo>
                  <a:pt x="1534552" y="70490"/>
                  <a:pt x="1534862" y="73480"/>
                  <a:pt x="1534862" y="76637"/>
                </a:cubicBezTo>
                <a:lnTo>
                  <a:pt x="1534862" y="78144"/>
                </a:lnTo>
                <a:cubicBezTo>
                  <a:pt x="1534862" y="81397"/>
                  <a:pt x="1534552" y="84447"/>
                  <a:pt x="1533930" y="87293"/>
                </a:cubicBezTo>
                <a:cubicBezTo>
                  <a:pt x="1533308" y="90139"/>
                  <a:pt x="1532351" y="92615"/>
                  <a:pt x="1531059" y="94720"/>
                </a:cubicBezTo>
                <a:cubicBezTo>
                  <a:pt x="1529720" y="96873"/>
                  <a:pt x="1527998" y="98571"/>
                  <a:pt x="1525893" y="99815"/>
                </a:cubicBezTo>
                <a:cubicBezTo>
                  <a:pt x="1523788" y="101058"/>
                  <a:pt x="1521276" y="101680"/>
                  <a:pt x="1518358" y="101680"/>
                </a:cubicBezTo>
                <a:cubicBezTo>
                  <a:pt x="1515344" y="101680"/>
                  <a:pt x="1512773" y="101058"/>
                  <a:pt x="1510644" y="99815"/>
                </a:cubicBezTo>
                <a:cubicBezTo>
                  <a:pt x="1508516" y="98571"/>
                  <a:pt x="1506781" y="96873"/>
                  <a:pt x="1505442" y="94720"/>
                </a:cubicBezTo>
                <a:cubicBezTo>
                  <a:pt x="1504102" y="92615"/>
                  <a:pt x="1503122" y="90139"/>
                  <a:pt x="1502500" y="87293"/>
                </a:cubicBezTo>
                <a:cubicBezTo>
                  <a:pt x="1501878" y="84447"/>
                  <a:pt x="1501567" y="81397"/>
                  <a:pt x="1501567" y="78144"/>
                </a:cubicBezTo>
                <a:close/>
                <a:moveTo>
                  <a:pt x="1628276" y="37099"/>
                </a:moveTo>
                <a:cubicBezTo>
                  <a:pt x="1623062" y="37099"/>
                  <a:pt x="1618254" y="38354"/>
                  <a:pt x="1613853" y="40866"/>
                </a:cubicBezTo>
                <a:cubicBezTo>
                  <a:pt x="1609452" y="43377"/>
                  <a:pt x="1605673" y="46834"/>
                  <a:pt x="1602515" y="51235"/>
                </a:cubicBezTo>
                <a:lnTo>
                  <a:pt x="1602372" y="49513"/>
                </a:lnTo>
                <a:lnTo>
                  <a:pt x="1601582" y="38534"/>
                </a:lnTo>
                <a:lnTo>
                  <a:pt x="1582997" y="38534"/>
                </a:lnTo>
                <a:lnTo>
                  <a:pt x="1582997" y="116175"/>
                </a:lnTo>
                <a:lnTo>
                  <a:pt x="1602946" y="116175"/>
                </a:lnTo>
                <a:lnTo>
                  <a:pt x="1602946" y="69533"/>
                </a:lnTo>
                <a:cubicBezTo>
                  <a:pt x="1603855" y="67332"/>
                  <a:pt x="1605003" y="65419"/>
                  <a:pt x="1606390" y="63792"/>
                </a:cubicBezTo>
                <a:cubicBezTo>
                  <a:pt x="1607777" y="62166"/>
                  <a:pt x="1609452" y="60826"/>
                  <a:pt x="1611413" y="59774"/>
                </a:cubicBezTo>
                <a:cubicBezTo>
                  <a:pt x="1613040" y="58865"/>
                  <a:pt x="1614893" y="58183"/>
                  <a:pt x="1616974" y="57729"/>
                </a:cubicBezTo>
                <a:cubicBezTo>
                  <a:pt x="1619055" y="57274"/>
                  <a:pt x="1621387" y="57047"/>
                  <a:pt x="1623971" y="57047"/>
                </a:cubicBezTo>
                <a:cubicBezTo>
                  <a:pt x="1626458" y="57047"/>
                  <a:pt x="1629077" y="57203"/>
                  <a:pt x="1631828" y="57514"/>
                </a:cubicBezTo>
                <a:cubicBezTo>
                  <a:pt x="1634579" y="57825"/>
                  <a:pt x="1637270" y="58291"/>
                  <a:pt x="1639901" y="58913"/>
                </a:cubicBezTo>
                <a:lnTo>
                  <a:pt x="1642843" y="39036"/>
                </a:lnTo>
                <a:cubicBezTo>
                  <a:pt x="1641264" y="38558"/>
                  <a:pt x="1639195" y="38115"/>
                  <a:pt x="1636636" y="37709"/>
                </a:cubicBezTo>
                <a:cubicBezTo>
                  <a:pt x="1634077" y="37302"/>
                  <a:pt x="1631290" y="37099"/>
                  <a:pt x="1628276" y="37099"/>
                </a:cubicBezTo>
                <a:close/>
                <a:moveTo>
                  <a:pt x="1697292" y="19518"/>
                </a:moveTo>
                <a:lnTo>
                  <a:pt x="1677344" y="19518"/>
                </a:lnTo>
                <a:lnTo>
                  <a:pt x="1677344" y="38534"/>
                </a:lnTo>
                <a:lnTo>
                  <a:pt x="1659620" y="38534"/>
                </a:lnTo>
                <a:lnTo>
                  <a:pt x="1659620" y="53244"/>
                </a:lnTo>
                <a:lnTo>
                  <a:pt x="1677344" y="53244"/>
                </a:lnTo>
                <a:lnTo>
                  <a:pt x="1677344" y="88549"/>
                </a:lnTo>
                <a:cubicBezTo>
                  <a:pt x="1677344" y="93667"/>
                  <a:pt x="1678014" y="98057"/>
                  <a:pt x="1679353" y="101716"/>
                </a:cubicBezTo>
                <a:cubicBezTo>
                  <a:pt x="1680693" y="105376"/>
                  <a:pt x="1682606" y="108378"/>
                  <a:pt x="1685094" y="110722"/>
                </a:cubicBezTo>
                <a:cubicBezTo>
                  <a:pt x="1687533" y="113114"/>
                  <a:pt x="1690487" y="114872"/>
                  <a:pt x="1693956" y="115996"/>
                </a:cubicBezTo>
                <a:cubicBezTo>
                  <a:pt x="1697424" y="117120"/>
                  <a:pt x="1701287" y="117682"/>
                  <a:pt x="1705545" y="117682"/>
                </a:cubicBezTo>
                <a:cubicBezTo>
                  <a:pt x="1707745" y="117682"/>
                  <a:pt x="1709982" y="117575"/>
                  <a:pt x="1712254" y="117359"/>
                </a:cubicBezTo>
                <a:cubicBezTo>
                  <a:pt x="1714526" y="117144"/>
                  <a:pt x="1716715" y="116845"/>
                  <a:pt x="1718820" y="116462"/>
                </a:cubicBezTo>
                <a:cubicBezTo>
                  <a:pt x="1720925" y="116080"/>
                  <a:pt x="1722910" y="115589"/>
                  <a:pt x="1724776" y="114991"/>
                </a:cubicBezTo>
                <a:cubicBezTo>
                  <a:pt x="1726641" y="114393"/>
                  <a:pt x="1728268" y="113688"/>
                  <a:pt x="1729655" y="112874"/>
                </a:cubicBezTo>
                <a:lnTo>
                  <a:pt x="1727718" y="99169"/>
                </a:lnTo>
                <a:cubicBezTo>
                  <a:pt x="1726809" y="99408"/>
                  <a:pt x="1725720" y="99647"/>
                  <a:pt x="1724453" y="99886"/>
                </a:cubicBezTo>
                <a:cubicBezTo>
                  <a:pt x="1723185" y="100126"/>
                  <a:pt x="1721834" y="100341"/>
                  <a:pt x="1720398" y="100532"/>
                </a:cubicBezTo>
                <a:cubicBezTo>
                  <a:pt x="1718915" y="100771"/>
                  <a:pt x="1717373" y="100963"/>
                  <a:pt x="1715770" y="101106"/>
                </a:cubicBezTo>
                <a:cubicBezTo>
                  <a:pt x="1714167" y="101250"/>
                  <a:pt x="1712601" y="101322"/>
                  <a:pt x="1711070" y="101322"/>
                </a:cubicBezTo>
                <a:cubicBezTo>
                  <a:pt x="1708965" y="101322"/>
                  <a:pt x="1707063" y="101082"/>
                  <a:pt x="1705365" y="100604"/>
                </a:cubicBezTo>
                <a:cubicBezTo>
                  <a:pt x="1703667" y="100126"/>
                  <a:pt x="1702220" y="99312"/>
                  <a:pt x="1701024" y="98164"/>
                </a:cubicBezTo>
                <a:cubicBezTo>
                  <a:pt x="1699828" y="97064"/>
                  <a:pt x="1698907" y="95569"/>
                  <a:pt x="1698261" y="93679"/>
                </a:cubicBezTo>
                <a:cubicBezTo>
                  <a:pt x="1697615" y="91790"/>
                  <a:pt x="1697292" y="89434"/>
                  <a:pt x="1697292" y="86611"/>
                </a:cubicBezTo>
                <a:lnTo>
                  <a:pt x="1697292" y="53244"/>
                </a:lnTo>
                <a:lnTo>
                  <a:pt x="1726282" y="53244"/>
                </a:lnTo>
                <a:lnTo>
                  <a:pt x="1726282" y="38534"/>
                </a:lnTo>
                <a:lnTo>
                  <a:pt x="1697292" y="38534"/>
                </a:lnTo>
                <a:lnTo>
                  <a:pt x="1697292" y="19518"/>
                </a:lnTo>
                <a:close/>
                <a:moveTo>
                  <a:pt x="1837047" y="116175"/>
                </a:moveTo>
                <a:lnTo>
                  <a:pt x="1857067" y="116175"/>
                </a:lnTo>
                <a:lnTo>
                  <a:pt x="1857067" y="60994"/>
                </a:lnTo>
                <a:cubicBezTo>
                  <a:pt x="1857737" y="59941"/>
                  <a:pt x="1858479" y="58985"/>
                  <a:pt x="1859292" y="58124"/>
                </a:cubicBezTo>
                <a:cubicBezTo>
                  <a:pt x="1860105" y="57262"/>
                  <a:pt x="1861014" y="56521"/>
                  <a:pt x="1862019" y="55899"/>
                </a:cubicBezTo>
                <a:cubicBezTo>
                  <a:pt x="1863262" y="55038"/>
                  <a:pt x="1864686" y="54392"/>
                  <a:pt x="1866288" y="53962"/>
                </a:cubicBezTo>
                <a:cubicBezTo>
                  <a:pt x="1867891" y="53531"/>
                  <a:pt x="1869649" y="53316"/>
                  <a:pt x="1871562" y="53316"/>
                </a:cubicBezTo>
                <a:cubicBezTo>
                  <a:pt x="1873859" y="53316"/>
                  <a:pt x="1875916" y="53543"/>
                  <a:pt x="1877734" y="53997"/>
                </a:cubicBezTo>
                <a:cubicBezTo>
                  <a:pt x="1879551" y="54452"/>
                  <a:pt x="1881106" y="55253"/>
                  <a:pt x="1882398" y="56401"/>
                </a:cubicBezTo>
                <a:cubicBezTo>
                  <a:pt x="1883689" y="57549"/>
                  <a:pt x="1884682" y="59116"/>
                  <a:pt x="1885376" y="61101"/>
                </a:cubicBezTo>
                <a:cubicBezTo>
                  <a:pt x="1886069" y="63087"/>
                  <a:pt x="1886416" y="65610"/>
                  <a:pt x="1886416" y="68672"/>
                </a:cubicBezTo>
                <a:lnTo>
                  <a:pt x="1886416" y="116175"/>
                </a:lnTo>
                <a:lnTo>
                  <a:pt x="1906365" y="116175"/>
                </a:lnTo>
                <a:lnTo>
                  <a:pt x="1906365" y="68385"/>
                </a:lnTo>
                <a:cubicBezTo>
                  <a:pt x="1906365" y="62740"/>
                  <a:pt x="1905707" y="57944"/>
                  <a:pt x="1904391" y="53997"/>
                </a:cubicBezTo>
                <a:cubicBezTo>
                  <a:pt x="1903076" y="50051"/>
                  <a:pt x="1901246" y="46810"/>
                  <a:pt x="1898902" y="44274"/>
                </a:cubicBezTo>
                <a:cubicBezTo>
                  <a:pt x="1896510" y="41787"/>
                  <a:pt x="1893688" y="39969"/>
                  <a:pt x="1890435" y="38821"/>
                </a:cubicBezTo>
                <a:cubicBezTo>
                  <a:pt x="1887182" y="37673"/>
                  <a:pt x="1883594" y="37099"/>
                  <a:pt x="1879671" y="37099"/>
                </a:cubicBezTo>
                <a:cubicBezTo>
                  <a:pt x="1876609" y="37099"/>
                  <a:pt x="1873715" y="37529"/>
                  <a:pt x="1870988" y="38390"/>
                </a:cubicBezTo>
                <a:cubicBezTo>
                  <a:pt x="1868262" y="39251"/>
                  <a:pt x="1865750" y="40495"/>
                  <a:pt x="1863454" y="42122"/>
                </a:cubicBezTo>
                <a:cubicBezTo>
                  <a:pt x="1862114" y="43078"/>
                  <a:pt x="1860847" y="44155"/>
                  <a:pt x="1859651" y="45351"/>
                </a:cubicBezTo>
                <a:cubicBezTo>
                  <a:pt x="1858455" y="46547"/>
                  <a:pt x="1857354" y="47862"/>
                  <a:pt x="1856350" y="49297"/>
                </a:cubicBezTo>
                <a:lnTo>
                  <a:pt x="1855130" y="38534"/>
                </a:lnTo>
                <a:lnTo>
                  <a:pt x="1837047" y="38534"/>
                </a:lnTo>
                <a:lnTo>
                  <a:pt x="1837047" y="116175"/>
                </a:lnTo>
                <a:close/>
                <a:moveTo>
                  <a:pt x="1975883" y="116175"/>
                </a:moveTo>
                <a:lnTo>
                  <a:pt x="1993966" y="116175"/>
                </a:lnTo>
                <a:lnTo>
                  <a:pt x="1993966" y="38534"/>
                </a:lnTo>
                <a:lnTo>
                  <a:pt x="1973946" y="38534"/>
                </a:lnTo>
                <a:lnTo>
                  <a:pt x="1973946" y="92998"/>
                </a:lnTo>
                <a:cubicBezTo>
                  <a:pt x="1973324" y="94241"/>
                  <a:pt x="1972583" y="95366"/>
                  <a:pt x="1971721" y="96370"/>
                </a:cubicBezTo>
                <a:cubicBezTo>
                  <a:pt x="1970860" y="97375"/>
                  <a:pt x="1969880" y="98236"/>
                  <a:pt x="1968779" y="98954"/>
                </a:cubicBezTo>
                <a:cubicBezTo>
                  <a:pt x="1967488" y="99767"/>
                  <a:pt x="1965993" y="100389"/>
                  <a:pt x="1964295" y="100819"/>
                </a:cubicBezTo>
                <a:cubicBezTo>
                  <a:pt x="1962596" y="101250"/>
                  <a:pt x="1960695" y="101465"/>
                  <a:pt x="1958590" y="101465"/>
                </a:cubicBezTo>
                <a:cubicBezTo>
                  <a:pt x="1956246" y="101465"/>
                  <a:pt x="1954260" y="101178"/>
                  <a:pt x="1952634" y="100604"/>
                </a:cubicBezTo>
                <a:cubicBezTo>
                  <a:pt x="1951007" y="100030"/>
                  <a:pt x="1949692" y="99073"/>
                  <a:pt x="1948687" y="97734"/>
                </a:cubicBezTo>
                <a:cubicBezTo>
                  <a:pt x="1947683" y="96442"/>
                  <a:pt x="1946953" y="94720"/>
                  <a:pt x="1946499" y="92567"/>
                </a:cubicBezTo>
                <a:cubicBezTo>
                  <a:pt x="1946044" y="90414"/>
                  <a:pt x="1945817" y="87759"/>
                  <a:pt x="1945817" y="84602"/>
                </a:cubicBezTo>
                <a:lnTo>
                  <a:pt x="1945817" y="38534"/>
                </a:lnTo>
                <a:lnTo>
                  <a:pt x="1925868" y="38534"/>
                </a:lnTo>
                <a:lnTo>
                  <a:pt x="1925868" y="84459"/>
                </a:lnTo>
                <a:cubicBezTo>
                  <a:pt x="1925868" y="90343"/>
                  <a:pt x="1926526" y="95378"/>
                  <a:pt x="1927842" y="99563"/>
                </a:cubicBezTo>
                <a:cubicBezTo>
                  <a:pt x="1929157" y="103749"/>
                  <a:pt x="1931011" y="107182"/>
                  <a:pt x="1933403" y="109861"/>
                </a:cubicBezTo>
                <a:cubicBezTo>
                  <a:pt x="1935795" y="112587"/>
                  <a:pt x="1938665" y="114573"/>
                  <a:pt x="1942014" y="115817"/>
                </a:cubicBezTo>
                <a:cubicBezTo>
                  <a:pt x="1945363" y="117060"/>
                  <a:pt x="1949046" y="117682"/>
                  <a:pt x="1953065" y="117682"/>
                </a:cubicBezTo>
                <a:cubicBezTo>
                  <a:pt x="1957466" y="117682"/>
                  <a:pt x="1961520" y="116582"/>
                  <a:pt x="1965227" y="114381"/>
                </a:cubicBezTo>
                <a:cubicBezTo>
                  <a:pt x="1968935" y="112181"/>
                  <a:pt x="1972104" y="109143"/>
                  <a:pt x="1974735" y="105268"/>
                </a:cubicBezTo>
                <a:lnTo>
                  <a:pt x="1975883" y="116175"/>
                </a:lnTo>
                <a:close/>
                <a:moveTo>
                  <a:pt x="2025812" y="38534"/>
                </a:moveTo>
                <a:lnTo>
                  <a:pt x="2008662" y="38534"/>
                </a:lnTo>
                <a:lnTo>
                  <a:pt x="2008662" y="116175"/>
                </a:lnTo>
                <a:lnTo>
                  <a:pt x="2026817" y="116175"/>
                </a:lnTo>
                <a:lnTo>
                  <a:pt x="2026817" y="58052"/>
                </a:lnTo>
                <a:cubicBezTo>
                  <a:pt x="2027056" y="57430"/>
                  <a:pt x="2027319" y="56856"/>
                  <a:pt x="2027606" y="56330"/>
                </a:cubicBezTo>
                <a:cubicBezTo>
                  <a:pt x="2027893" y="55803"/>
                  <a:pt x="2028228" y="55349"/>
                  <a:pt x="2028611" y="54966"/>
                </a:cubicBezTo>
                <a:cubicBezTo>
                  <a:pt x="2029137" y="54440"/>
                  <a:pt x="2029735" y="54033"/>
                  <a:pt x="2030404" y="53746"/>
                </a:cubicBezTo>
                <a:cubicBezTo>
                  <a:pt x="2031074" y="53459"/>
                  <a:pt x="2031840" y="53316"/>
                  <a:pt x="2032701" y="53316"/>
                </a:cubicBezTo>
                <a:cubicBezTo>
                  <a:pt x="2033466" y="53316"/>
                  <a:pt x="2034184" y="53423"/>
                  <a:pt x="2034853" y="53639"/>
                </a:cubicBezTo>
                <a:cubicBezTo>
                  <a:pt x="2035523" y="53854"/>
                  <a:pt x="2036121" y="54225"/>
                  <a:pt x="2036647" y="54751"/>
                </a:cubicBezTo>
                <a:cubicBezTo>
                  <a:pt x="2037126" y="55277"/>
                  <a:pt x="2037508" y="56019"/>
                  <a:pt x="2037796" y="56975"/>
                </a:cubicBezTo>
                <a:cubicBezTo>
                  <a:pt x="2038083" y="57932"/>
                  <a:pt x="2038226" y="59152"/>
                  <a:pt x="2038226" y="60635"/>
                </a:cubicBezTo>
                <a:lnTo>
                  <a:pt x="2038226" y="116175"/>
                </a:lnTo>
                <a:lnTo>
                  <a:pt x="2055807" y="116175"/>
                </a:lnTo>
                <a:lnTo>
                  <a:pt x="2055807" y="58913"/>
                </a:lnTo>
                <a:cubicBezTo>
                  <a:pt x="2055807" y="58339"/>
                  <a:pt x="2055807" y="57884"/>
                  <a:pt x="2055807" y="57549"/>
                </a:cubicBezTo>
                <a:cubicBezTo>
                  <a:pt x="2055807" y="57215"/>
                  <a:pt x="2055807" y="56999"/>
                  <a:pt x="2055807" y="56904"/>
                </a:cubicBezTo>
                <a:cubicBezTo>
                  <a:pt x="2056046" y="56377"/>
                  <a:pt x="2056333" y="55911"/>
                  <a:pt x="2056668" y="55504"/>
                </a:cubicBezTo>
                <a:cubicBezTo>
                  <a:pt x="2057003" y="55098"/>
                  <a:pt x="2057385" y="54727"/>
                  <a:pt x="2057816" y="54392"/>
                </a:cubicBezTo>
                <a:cubicBezTo>
                  <a:pt x="2058342" y="54057"/>
                  <a:pt x="2058904" y="53794"/>
                  <a:pt x="2059502" y="53603"/>
                </a:cubicBezTo>
                <a:cubicBezTo>
                  <a:pt x="2060100" y="53411"/>
                  <a:pt x="2060782" y="53316"/>
                  <a:pt x="2061547" y="53316"/>
                </a:cubicBezTo>
                <a:cubicBezTo>
                  <a:pt x="2062265" y="53316"/>
                  <a:pt x="2062970" y="53423"/>
                  <a:pt x="2063664" y="53639"/>
                </a:cubicBezTo>
                <a:cubicBezTo>
                  <a:pt x="2064358" y="53854"/>
                  <a:pt x="2064968" y="54225"/>
                  <a:pt x="2065494" y="54751"/>
                </a:cubicBezTo>
                <a:cubicBezTo>
                  <a:pt x="2066020" y="55325"/>
                  <a:pt x="2066439" y="56090"/>
                  <a:pt x="2066750" y="57047"/>
                </a:cubicBezTo>
                <a:cubicBezTo>
                  <a:pt x="2067061" y="58004"/>
                  <a:pt x="2067216" y="59224"/>
                  <a:pt x="2067216" y="60707"/>
                </a:cubicBezTo>
                <a:lnTo>
                  <a:pt x="2067216" y="116175"/>
                </a:lnTo>
                <a:lnTo>
                  <a:pt x="2085371" y="116175"/>
                </a:lnTo>
                <a:lnTo>
                  <a:pt x="2085371" y="60779"/>
                </a:lnTo>
                <a:cubicBezTo>
                  <a:pt x="2085371" y="56473"/>
                  <a:pt x="2084952" y="52825"/>
                  <a:pt x="2084115" y="49836"/>
                </a:cubicBezTo>
                <a:cubicBezTo>
                  <a:pt x="2083278" y="46846"/>
                  <a:pt x="2082118" y="44394"/>
                  <a:pt x="2080635" y="42480"/>
                </a:cubicBezTo>
                <a:cubicBezTo>
                  <a:pt x="2079104" y="40615"/>
                  <a:pt x="2077322" y="39251"/>
                  <a:pt x="2075289" y="38390"/>
                </a:cubicBezTo>
                <a:cubicBezTo>
                  <a:pt x="2073256" y="37529"/>
                  <a:pt x="2071067" y="37099"/>
                  <a:pt x="2068723" y="37099"/>
                </a:cubicBezTo>
                <a:cubicBezTo>
                  <a:pt x="2066857" y="37099"/>
                  <a:pt x="2065135" y="37338"/>
                  <a:pt x="2063556" y="37816"/>
                </a:cubicBezTo>
                <a:cubicBezTo>
                  <a:pt x="2061978" y="38295"/>
                  <a:pt x="2060567" y="38964"/>
                  <a:pt x="2059323" y="39825"/>
                </a:cubicBezTo>
                <a:cubicBezTo>
                  <a:pt x="2058318" y="40495"/>
                  <a:pt x="2057397" y="41296"/>
                  <a:pt x="2056560" y="42229"/>
                </a:cubicBezTo>
                <a:cubicBezTo>
                  <a:pt x="2055723" y="43162"/>
                  <a:pt x="2054969" y="44203"/>
                  <a:pt x="2054300" y="45351"/>
                </a:cubicBezTo>
                <a:cubicBezTo>
                  <a:pt x="2053869" y="44155"/>
                  <a:pt x="2053355" y="43090"/>
                  <a:pt x="2052757" y="42157"/>
                </a:cubicBezTo>
                <a:cubicBezTo>
                  <a:pt x="2052159" y="41225"/>
                  <a:pt x="2051453" y="40423"/>
                  <a:pt x="2050640" y="39754"/>
                </a:cubicBezTo>
                <a:cubicBezTo>
                  <a:pt x="2049588" y="38845"/>
                  <a:pt x="2048344" y="38175"/>
                  <a:pt x="2046909" y="37744"/>
                </a:cubicBezTo>
                <a:cubicBezTo>
                  <a:pt x="2045474" y="37314"/>
                  <a:pt x="2043847" y="37099"/>
                  <a:pt x="2042029" y="37099"/>
                </a:cubicBezTo>
                <a:cubicBezTo>
                  <a:pt x="2038298" y="37099"/>
                  <a:pt x="2035129" y="38067"/>
                  <a:pt x="2032521" y="40005"/>
                </a:cubicBezTo>
                <a:cubicBezTo>
                  <a:pt x="2029914" y="41942"/>
                  <a:pt x="2027869" y="44585"/>
                  <a:pt x="2026386" y="47934"/>
                </a:cubicBezTo>
                <a:lnTo>
                  <a:pt x="2025812" y="38534"/>
                </a:lnTo>
                <a:close/>
                <a:moveTo>
                  <a:pt x="2154674" y="75274"/>
                </a:moveTo>
                <a:lnTo>
                  <a:pt x="2154674" y="73695"/>
                </a:lnTo>
                <a:cubicBezTo>
                  <a:pt x="2154674" y="67141"/>
                  <a:pt x="2154148" y="60934"/>
                  <a:pt x="2153095" y="55074"/>
                </a:cubicBezTo>
                <a:cubicBezTo>
                  <a:pt x="2152043" y="49214"/>
                  <a:pt x="2150608" y="43748"/>
                  <a:pt x="2148790" y="38677"/>
                </a:cubicBezTo>
                <a:cubicBezTo>
                  <a:pt x="2146972" y="33606"/>
                  <a:pt x="2144855" y="28978"/>
                  <a:pt x="2142439" y="24792"/>
                </a:cubicBezTo>
                <a:cubicBezTo>
                  <a:pt x="2140024" y="20606"/>
                  <a:pt x="2137452" y="16863"/>
                  <a:pt x="2134726" y="13562"/>
                </a:cubicBezTo>
                <a:cubicBezTo>
                  <a:pt x="2131999" y="10309"/>
                  <a:pt x="2129200" y="7535"/>
                  <a:pt x="2126330" y="5238"/>
                </a:cubicBezTo>
                <a:cubicBezTo>
                  <a:pt x="2123460" y="2942"/>
                  <a:pt x="2120661" y="1196"/>
                  <a:pt x="2117934" y="0"/>
                </a:cubicBezTo>
                <a:lnTo>
                  <a:pt x="2114131" y="10692"/>
                </a:lnTo>
                <a:cubicBezTo>
                  <a:pt x="2115566" y="11792"/>
                  <a:pt x="2117013" y="13120"/>
                  <a:pt x="2118472" y="14674"/>
                </a:cubicBezTo>
                <a:cubicBezTo>
                  <a:pt x="2119932" y="16229"/>
                  <a:pt x="2121355" y="17987"/>
                  <a:pt x="2122742" y="19949"/>
                </a:cubicBezTo>
                <a:cubicBezTo>
                  <a:pt x="2124799" y="22915"/>
                  <a:pt x="2126748" y="26431"/>
                  <a:pt x="2128590" y="30497"/>
                </a:cubicBezTo>
                <a:cubicBezTo>
                  <a:pt x="2130432" y="34563"/>
                  <a:pt x="2131999" y="39156"/>
                  <a:pt x="2133290" y="44274"/>
                </a:cubicBezTo>
                <a:cubicBezTo>
                  <a:pt x="2134295" y="48388"/>
                  <a:pt x="2135096" y="52885"/>
                  <a:pt x="2135694" y="57765"/>
                </a:cubicBezTo>
                <a:cubicBezTo>
                  <a:pt x="2136292" y="62644"/>
                  <a:pt x="2136591" y="67906"/>
                  <a:pt x="2136591" y="73551"/>
                </a:cubicBezTo>
                <a:lnTo>
                  <a:pt x="2136591" y="75417"/>
                </a:lnTo>
                <a:cubicBezTo>
                  <a:pt x="2136591" y="81205"/>
                  <a:pt x="2136292" y="86587"/>
                  <a:pt x="2135694" y="91562"/>
                </a:cubicBezTo>
                <a:cubicBezTo>
                  <a:pt x="2135096" y="96538"/>
                  <a:pt x="2134295" y="101082"/>
                  <a:pt x="2133290" y="105196"/>
                </a:cubicBezTo>
                <a:cubicBezTo>
                  <a:pt x="2132094" y="109693"/>
                  <a:pt x="2130719" y="113759"/>
                  <a:pt x="2129164" y="117395"/>
                </a:cubicBezTo>
                <a:cubicBezTo>
                  <a:pt x="2127610" y="121031"/>
                  <a:pt x="2125899" y="124284"/>
                  <a:pt x="2124034" y="127154"/>
                </a:cubicBezTo>
                <a:cubicBezTo>
                  <a:pt x="2122455" y="129594"/>
                  <a:pt x="2120828" y="131735"/>
                  <a:pt x="2119154" y="133576"/>
                </a:cubicBezTo>
                <a:cubicBezTo>
                  <a:pt x="2117480" y="135418"/>
                  <a:pt x="2115805" y="136961"/>
                  <a:pt x="2114131" y="138205"/>
                </a:cubicBezTo>
                <a:lnTo>
                  <a:pt x="2117934" y="148968"/>
                </a:lnTo>
                <a:cubicBezTo>
                  <a:pt x="2120661" y="147772"/>
                  <a:pt x="2123460" y="146026"/>
                  <a:pt x="2126330" y="143730"/>
                </a:cubicBezTo>
                <a:cubicBezTo>
                  <a:pt x="2129200" y="141434"/>
                  <a:pt x="2131999" y="138635"/>
                  <a:pt x="2134726" y="135335"/>
                </a:cubicBezTo>
                <a:cubicBezTo>
                  <a:pt x="2137452" y="132082"/>
                  <a:pt x="2140024" y="128362"/>
                  <a:pt x="2142439" y="124176"/>
                </a:cubicBezTo>
                <a:cubicBezTo>
                  <a:pt x="2144855" y="119990"/>
                  <a:pt x="2146972" y="115362"/>
                  <a:pt x="2148790" y="110291"/>
                </a:cubicBezTo>
                <a:cubicBezTo>
                  <a:pt x="2150608" y="105220"/>
                  <a:pt x="2152043" y="99755"/>
                  <a:pt x="2153095" y="93895"/>
                </a:cubicBezTo>
                <a:cubicBezTo>
                  <a:pt x="2154148" y="88034"/>
                  <a:pt x="2154674" y="81827"/>
                  <a:pt x="2154674" y="75274"/>
                </a:cubicBezTo>
                <a:close/>
                <a:moveTo>
                  <a:pt x="2247083" y="142008"/>
                </a:moveTo>
                <a:lnTo>
                  <a:pt x="2249523" y="130670"/>
                </a:lnTo>
                <a:cubicBezTo>
                  <a:pt x="2247131" y="130766"/>
                  <a:pt x="2245182" y="130156"/>
                  <a:pt x="2243675" y="128840"/>
                </a:cubicBezTo>
                <a:cubicBezTo>
                  <a:pt x="2242168" y="127525"/>
                  <a:pt x="2240984" y="125791"/>
                  <a:pt x="2240123" y="123638"/>
                </a:cubicBezTo>
                <a:cubicBezTo>
                  <a:pt x="2239262" y="121485"/>
                  <a:pt x="2238676" y="119081"/>
                  <a:pt x="2238365" y="116426"/>
                </a:cubicBezTo>
                <a:cubicBezTo>
                  <a:pt x="2238054" y="113771"/>
                  <a:pt x="2237898" y="111152"/>
                  <a:pt x="2237898" y="108569"/>
                </a:cubicBezTo>
                <a:lnTo>
                  <a:pt x="2237898" y="96873"/>
                </a:lnTo>
                <a:cubicBezTo>
                  <a:pt x="2237898" y="91180"/>
                  <a:pt x="2236511" y="86157"/>
                  <a:pt x="2233736" y="81803"/>
                </a:cubicBezTo>
                <a:cubicBezTo>
                  <a:pt x="2230962" y="77450"/>
                  <a:pt x="2226609" y="74125"/>
                  <a:pt x="2220677" y="71829"/>
                </a:cubicBezTo>
                <a:cubicBezTo>
                  <a:pt x="2226561" y="69533"/>
                  <a:pt x="2230902" y="66184"/>
                  <a:pt x="2233701" y="61783"/>
                </a:cubicBezTo>
                <a:cubicBezTo>
                  <a:pt x="2236499" y="57382"/>
                  <a:pt x="2237898" y="52335"/>
                  <a:pt x="2237898" y="46642"/>
                </a:cubicBezTo>
                <a:lnTo>
                  <a:pt x="2237898" y="34946"/>
                </a:lnTo>
                <a:cubicBezTo>
                  <a:pt x="2237898" y="32363"/>
                  <a:pt x="2237958" y="29743"/>
                  <a:pt x="2238078" y="27088"/>
                </a:cubicBezTo>
                <a:cubicBezTo>
                  <a:pt x="2238197" y="24433"/>
                  <a:pt x="2238616" y="22030"/>
                  <a:pt x="2239334" y="19877"/>
                </a:cubicBezTo>
                <a:cubicBezTo>
                  <a:pt x="2240051" y="17724"/>
                  <a:pt x="2241199" y="15990"/>
                  <a:pt x="2242778" y="14674"/>
                </a:cubicBezTo>
                <a:cubicBezTo>
                  <a:pt x="2244357" y="13359"/>
                  <a:pt x="2246605" y="12749"/>
                  <a:pt x="2249523" y="12845"/>
                </a:cubicBezTo>
                <a:lnTo>
                  <a:pt x="2247083" y="1579"/>
                </a:lnTo>
                <a:cubicBezTo>
                  <a:pt x="2242443" y="1579"/>
                  <a:pt x="2238449" y="2464"/>
                  <a:pt x="2235100" y="4234"/>
                </a:cubicBezTo>
                <a:cubicBezTo>
                  <a:pt x="2231751" y="6004"/>
                  <a:pt x="2229048" y="8276"/>
                  <a:pt x="2226991" y="11051"/>
                </a:cubicBezTo>
                <a:cubicBezTo>
                  <a:pt x="2224504" y="14256"/>
                  <a:pt x="2222686" y="18023"/>
                  <a:pt x="2221538" y="22352"/>
                </a:cubicBezTo>
                <a:cubicBezTo>
                  <a:pt x="2220390" y="26682"/>
                  <a:pt x="2219816" y="30880"/>
                  <a:pt x="2219816" y="34946"/>
                </a:cubicBezTo>
                <a:lnTo>
                  <a:pt x="2219816" y="46642"/>
                </a:lnTo>
                <a:cubicBezTo>
                  <a:pt x="2219816" y="53101"/>
                  <a:pt x="2218333" y="57717"/>
                  <a:pt x="2215367" y="60492"/>
                </a:cubicBezTo>
                <a:cubicBezTo>
                  <a:pt x="2212401" y="63266"/>
                  <a:pt x="2207880" y="64653"/>
                  <a:pt x="2201804" y="64653"/>
                </a:cubicBezTo>
                <a:lnTo>
                  <a:pt x="2201804" y="79005"/>
                </a:lnTo>
                <a:cubicBezTo>
                  <a:pt x="2207880" y="79005"/>
                  <a:pt x="2212401" y="80392"/>
                  <a:pt x="2215367" y="83167"/>
                </a:cubicBezTo>
                <a:cubicBezTo>
                  <a:pt x="2218333" y="85941"/>
                  <a:pt x="2219816" y="90510"/>
                  <a:pt x="2219816" y="96873"/>
                </a:cubicBezTo>
                <a:lnTo>
                  <a:pt x="2219816" y="108569"/>
                </a:lnTo>
                <a:cubicBezTo>
                  <a:pt x="2219816" y="112348"/>
                  <a:pt x="2220330" y="116211"/>
                  <a:pt x="2221358" y="120158"/>
                </a:cubicBezTo>
                <a:cubicBezTo>
                  <a:pt x="2222387" y="124104"/>
                  <a:pt x="2224049" y="127728"/>
                  <a:pt x="2226345" y="131029"/>
                </a:cubicBezTo>
                <a:cubicBezTo>
                  <a:pt x="2228498" y="134186"/>
                  <a:pt x="2231309" y="136806"/>
                  <a:pt x="2234777" y="138887"/>
                </a:cubicBezTo>
                <a:cubicBezTo>
                  <a:pt x="2238245" y="140967"/>
                  <a:pt x="2242347" y="142008"/>
                  <a:pt x="2247083" y="142008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uintsize;">
            <a:extLst xmlns:a="http://schemas.openxmlformats.org/drawingml/2006/main">
              <a:ext uri="{FF2B5EF4-FFF2-40B4-BE49-F238E27FC236}">
                <a16:creationId xmlns:a16="http://schemas.microsoft.com/office/drawing/2014/main" id="{217DBD5B-1757-49D2-8204-105180BA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8" y="884618"/>
            <a:ext cx="844599" cy="137272"/>
          </a:xfrm>
          <a:custGeom xmlns:a="http://schemas.openxmlformats.org/drawingml/2006/main">
            <a:pathLst>
              <a:path w="844599" h="137272">
                <a:moveTo>
                  <a:pt x="50015" y="108138"/>
                </a:moveTo>
                <a:lnTo>
                  <a:pt x="68098" y="108138"/>
                </a:lnTo>
                <a:lnTo>
                  <a:pt x="68098" y="30497"/>
                </a:lnTo>
                <a:lnTo>
                  <a:pt x="48077" y="30497"/>
                </a:lnTo>
                <a:lnTo>
                  <a:pt x="48077" y="84961"/>
                </a:lnTo>
                <a:cubicBezTo>
                  <a:pt x="47456" y="86205"/>
                  <a:pt x="46714" y="87329"/>
                  <a:pt x="45853" y="88333"/>
                </a:cubicBezTo>
                <a:cubicBezTo>
                  <a:pt x="44992" y="89338"/>
                  <a:pt x="44011" y="90199"/>
                  <a:pt x="42911" y="90917"/>
                </a:cubicBezTo>
                <a:cubicBezTo>
                  <a:pt x="41619" y="91730"/>
                  <a:pt x="40124" y="92352"/>
                  <a:pt x="38426" y="92782"/>
                </a:cubicBezTo>
                <a:cubicBezTo>
                  <a:pt x="36728" y="93213"/>
                  <a:pt x="34826" y="93428"/>
                  <a:pt x="32721" y="93428"/>
                </a:cubicBezTo>
                <a:cubicBezTo>
                  <a:pt x="30377" y="93428"/>
                  <a:pt x="28392" y="93141"/>
                  <a:pt x="26766" y="92567"/>
                </a:cubicBezTo>
                <a:cubicBezTo>
                  <a:pt x="25139" y="91993"/>
                  <a:pt x="23823" y="91036"/>
                  <a:pt x="22819" y="89697"/>
                </a:cubicBezTo>
                <a:cubicBezTo>
                  <a:pt x="21814" y="88405"/>
                  <a:pt x="21085" y="86683"/>
                  <a:pt x="20630" y="84530"/>
                </a:cubicBezTo>
                <a:cubicBezTo>
                  <a:pt x="20176" y="82378"/>
                  <a:pt x="19949" y="79723"/>
                  <a:pt x="19949" y="76565"/>
                </a:cubicBezTo>
                <a:lnTo>
                  <a:pt x="19949" y="30497"/>
                </a:lnTo>
                <a:lnTo>
                  <a:pt x="0" y="30497"/>
                </a:lnTo>
                <a:lnTo>
                  <a:pt x="0" y="76422"/>
                </a:lnTo>
                <a:cubicBezTo>
                  <a:pt x="0" y="82306"/>
                  <a:pt x="658" y="87341"/>
                  <a:pt x="1973" y="91527"/>
                </a:cubicBezTo>
                <a:cubicBezTo>
                  <a:pt x="3289" y="95712"/>
                  <a:pt x="5143" y="99145"/>
                  <a:pt x="7535" y="101824"/>
                </a:cubicBezTo>
                <a:cubicBezTo>
                  <a:pt x="9926" y="104551"/>
                  <a:pt x="12797" y="106536"/>
                  <a:pt x="16145" y="107780"/>
                </a:cubicBezTo>
                <a:cubicBezTo>
                  <a:pt x="19494" y="109023"/>
                  <a:pt x="23178" y="109645"/>
                  <a:pt x="27196" y="109645"/>
                </a:cubicBezTo>
                <a:cubicBezTo>
                  <a:pt x="31597" y="109645"/>
                  <a:pt x="35651" y="108545"/>
                  <a:pt x="39359" y="106345"/>
                </a:cubicBezTo>
                <a:cubicBezTo>
                  <a:pt x="43066" y="104144"/>
                  <a:pt x="46236" y="101106"/>
                  <a:pt x="48867" y="97231"/>
                </a:cubicBezTo>
                <a:lnTo>
                  <a:pt x="50015" y="108138"/>
                </a:lnTo>
                <a:close/>
                <a:moveTo>
                  <a:pt x="92840" y="30497"/>
                </a:moveTo>
                <a:lnTo>
                  <a:pt x="92840" y="46786"/>
                </a:lnTo>
                <a:lnTo>
                  <a:pt x="114941" y="46786"/>
                </a:lnTo>
                <a:lnTo>
                  <a:pt x="114941" y="91921"/>
                </a:lnTo>
                <a:lnTo>
                  <a:pt x="92840" y="91921"/>
                </a:lnTo>
                <a:lnTo>
                  <a:pt x="92840" y="108138"/>
                </a:lnTo>
                <a:lnTo>
                  <a:pt x="156130" y="108138"/>
                </a:lnTo>
                <a:lnTo>
                  <a:pt x="156130" y="91921"/>
                </a:lnTo>
                <a:lnTo>
                  <a:pt x="135105" y="91921"/>
                </a:lnTo>
                <a:lnTo>
                  <a:pt x="135105" y="30497"/>
                </a:lnTo>
                <a:lnTo>
                  <a:pt x="92840" y="30497"/>
                </a:lnTo>
                <a:moveTo>
                  <a:pt x="113506" y="10620"/>
                </a:moveTo>
                <a:cubicBezTo>
                  <a:pt x="113506" y="12151"/>
                  <a:pt x="113781" y="13574"/>
                  <a:pt x="114331" y="14890"/>
                </a:cubicBezTo>
                <a:cubicBezTo>
                  <a:pt x="114881" y="16205"/>
                  <a:pt x="115659" y="17317"/>
                  <a:pt x="116663" y="18226"/>
                </a:cubicBezTo>
                <a:cubicBezTo>
                  <a:pt x="117668" y="19183"/>
                  <a:pt x="118876" y="19925"/>
                  <a:pt x="120287" y="20451"/>
                </a:cubicBezTo>
                <a:cubicBezTo>
                  <a:pt x="121698" y="20977"/>
                  <a:pt x="123265" y="21240"/>
                  <a:pt x="124987" y="21240"/>
                </a:cubicBezTo>
                <a:cubicBezTo>
                  <a:pt x="128527" y="21240"/>
                  <a:pt x="131338" y="20248"/>
                  <a:pt x="133419" y="18262"/>
                </a:cubicBezTo>
                <a:cubicBezTo>
                  <a:pt x="135500" y="16277"/>
                  <a:pt x="136540" y="13730"/>
                  <a:pt x="136540" y="10620"/>
                </a:cubicBezTo>
                <a:cubicBezTo>
                  <a:pt x="136540" y="7511"/>
                  <a:pt x="135500" y="4963"/>
                  <a:pt x="133419" y="2978"/>
                </a:cubicBezTo>
                <a:cubicBezTo>
                  <a:pt x="131338" y="993"/>
                  <a:pt x="128527" y="0"/>
                  <a:pt x="124987" y="0"/>
                </a:cubicBezTo>
                <a:cubicBezTo>
                  <a:pt x="123265" y="0"/>
                  <a:pt x="121698" y="263"/>
                  <a:pt x="120287" y="789"/>
                </a:cubicBezTo>
                <a:cubicBezTo>
                  <a:pt x="118876" y="1316"/>
                  <a:pt x="117668" y="2033"/>
                  <a:pt x="116663" y="2942"/>
                </a:cubicBezTo>
                <a:cubicBezTo>
                  <a:pt x="115659" y="3899"/>
                  <a:pt x="114881" y="5035"/>
                  <a:pt x="114331" y="6351"/>
                </a:cubicBezTo>
                <a:cubicBezTo>
                  <a:pt x="113781" y="7666"/>
                  <a:pt x="113506" y="9089"/>
                  <a:pt x="113506" y="10620"/>
                </a:cubicBezTo>
                <a:close/>
                <a:moveTo>
                  <a:pt x="175705" y="108138"/>
                </a:moveTo>
                <a:lnTo>
                  <a:pt x="195726" y="108138"/>
                </a:lnTo>
                <a:lnTo>
                  <a:pt x="195726" y="52957"/>
                </a:lnTo>
                <a:cubicBezTo>
                  <a:pt x="196395" y="51905"/>
                  <a:pt x="197137" y="50948"/>
                  <a:pt x="197950" y="50087"/>
                </a:cubicBezTo>
                <a:cubicBezTo>
                  <a:pt x="198763" y="49226"/>
                  <a:pt x="199672" y="48484"/>
                  <a:pt x="200677" y="47862"/>
                </a:cubicBezTo>
                <a:cubicBezTo>
                  <a:pt x="201921" y="47001"/>
                  <a:pt x="203344" y="46355"/>
                  <a:pt x="204946" y="45925"/>
                </a:cubicBezTo>
                <a:cubicBezTo>
                  <a:pt x="206549" y="45494"/>
                  <a:pt x="208307" y="45279"/>
                  <a:pt x="210221" y="45279"/>
                </a:cubicBezTo>
                <a:cubicBezTo>
                  <a:pt x="212517" y="45279"/>
                  <a:pt x="214574" y="45506"/>
                  <a:pt x="216392" y="45961"/>
                </a:cubicBezTo>
                <a:cubicBezTo>
                  <a:pt x="218210" y="46415"/>
                  <a:pt x="219764" y="47216"/>
                  <a:pt x="221056" y="48365"/>
                </a:cubicBezTo>
                <a:cubicBezTo>
                  <a:pt x="222348" y="49513"/>
                  <a:pt x="223340" y="51079"/>
                  <a:pt x="224034" y="53065"/>
                </a:cubicBezTo>
                <a:cubicBezTo>
                  <a:pt x="224728" y="55050"/>
                  <a:pt x="225074" y="57573"/>
                  <a:pt x="225074" y="60635"/>
                </a:cubicBezTo>
                <a:lnTo>
                  <a:pt x="225074" y="108138"/>
                </a:lnTo>
                <a:lnTo>
                  <a:pt x="245023" y="108138"/>
                </a:lnTo>
                <a:lnTo>
                  <a:pt x="245023" y="60348"/>
                </a:lnTo>
                <a:cubicBezTo>
                  <a:pt x="245023" y="54703"/>
                  <a:pt x="244365" y="49907"/>
                  <a:pt x="243050" y="45961"/>
                </a:cubicBezTo>
                <a:cubicBezTo>
                  <a:pt x="241734" y="42014"/>
                  <a:pt x="239904" y="38773"/>
                  <a:pt x="237560" y="36238"/>
                </a:cubicBezTo>
                <a:cubicBezTo>
                  <a:pt x="235168" y="33750"/>
                  <a:pt x="232346" y="31932"/>
                  <a:pt x="229093" y="30784"/>
                </a:cubicBezTo>
                <a:cubicBezTo>
                  <a:pt x="225840" y="29636"/>
                  <a:pt x="222252" y="29062"/>
                  <a:pt x="218329" y="29062"/>
                </a:cubicBezTo>
                <a:cubicBezTo>
                  <a:pt x="215268" y="29062"/>
                  <a:pt x="212373" y="29492"/>
                  <a:pt x="209647" y="30353"/>
                </a:cubicBezTo>
                <a:cubicBezTo>
                  <a:pt x="206920" y="31214"/>
                  <a:pt x="204408" y="32458"/>
                  <a:pt x="202112" y="34085"/>
                </a:cubicBezTo>
                <a:cubicBezTo>
                  <a:pt x="200773" y="35042"/>
                  <a:pt x="199505" y="36118"/>
                  <a:pt x="198309" y="37314"/>
                </a:cubicBezTo>
                <a:cubicBezTo>
                  <a:pt x="197113" y="38510"/>
                  <a:pt x="196013" y="39825"/>
                  <a:pt x="195008" y="41261"/>
                </a:cubicBezTo>
                <a:lnTo>
                  <a:pt x="193788" y="30497"/>
                </a:lnTo>
                <a:lnTo>
                  <a:pt x="175705" y="30497"/>
                </a:lnTo>
                <a:lnTo>
                  <a:pt x="175705" y="108138"/>
                </a:lnTo>
                <a:close/>
                <a:moveTo>
                  <a:pt x="300477" y="11481"/>
                </a:moveTo>
                <a:lnTo>
                  <a:pt x="280529" y="11481"/>
                </a:lnTo>
                <a:lnTo>
                  <a:pt x="280529" y="30497"/>
                </a:lnTo>
                <a:lnTo>
                  <a:pt x="262804" y="30497"/>
                </a:lnTo>
                <a:lnTo>
                  <a:pt x="262804" y="45207"/>
                </a:lnTo>
                <a:lnTo>
                  <a:pt x="280529" y="45207"/>
                </a:lnTo>
                <a:lnTo>
                  <a:pt x="280529" y="80512"/>
                </a:lnTo>
                <a:cubicBezTo>
                  <a:pt x="280529" y="85631"/>
                  <a:pt x="281198" y="90020"/>
                  <a:pt x="282538" y="93679"/>
                </a:cubicBezTo>
                <a:cubicBezTo>
                  <a:pt x="283877" y="97339"/>
                  <a:pt x="285791" y="100341"/>
                  <a:pt x="288278" y="102685"/>
                </a:cubicBezTo>
                <a:cubicBezTo>
                  <a:pt x="290718" y="105077"/>
                  <a:pt x="293672" y="106835"/>
                  <a:pt x="297140" y="107959"/>
                </a:cubicBezTo>
                <a:cubicBezTo>
                  <a:pt x="300609" y="109083"/>
                  <a:pt x="304472" y="109645"/>
                  <a:pt x="308729" y="109645"/>
                </a:cubicBezTo>
                <a:cubicBezTo>
                  <a:pt x="310930" y="109645"/>
                  <a:pt x="313166" y="109538"/>
                  <a:pt x="315439" y="109322"/>
                </a:cubicBezTo>
                <a:cubicBezTo>
                  <a:pt x="317711" y="109107"/>
                  <a:pt x="319899" y="108808"/>
                  <a:pt x="322004" y="108425"/>
                </a:cubicBezTo>
                <a:cubicBezTo>
                  <a:pt x="324109" y="108043"/>
                  <a:pt x="326095" y="107552"/>
                  <a:pt x="327960" y="106954"/>
                </a:cubicBezTo>
                <a:cubicBezTo>
                  <a:pt x="329826" y="106356"/>
                  <a:pt x="331452" y="105651"/>
                  <a:pt x="332840" y="104838"/>
                </a:cubicBezTo>
                <a:lnTo>
                  <a:pt x="330902" y="91132"/>
                </a:lnTo>
                <a:cubicBezTo>
                  <a:pt x="329993" y="91371"/>
                  <a:pt x="328905" y="91610"/>
                  <a:pt x="327637" y="91850"/>
                </a:cubicBezTo>
                <a:cubicBezTo>
                  <a:pt x="326370" y="92089"/>
                  <a:pt x="325018" y="92304"/>
                  <a:pt x="323583" y="92495"/>
                </a:cubicBezTo>
                <a:cubicBezTo>
                  <a:pt x="322100" y="92735"/>
                  <a:pt x="320557" y="92926"/>
                  <a:pt x="318955" y="93069"/>
                </a:cubicBezTo>
                <a:cubicBezTo>
                  <a:pt x="317352" y="93213"/>
                  <a:pt x="315785" y="93285"/>
                  <a:pt x="314255" y="93285"/>
                </a:cubicBezTo>
                <a:cubicBezTo>
                  <a:pt x="312150" y="93285"/>
                  <a:pt x="310248" y="93045"/>
                  <a:pt x="308550" y="92567"/>
                </a:cubicBezTo>
                <a:cubicBezTo>
                  <a:pt x="306852" y="92089"/>
                  <a:pt x="305404" y="91275"/>
                  <a:pt x="304208" y="90127"/>
                </a:cubicBezTo>
                <a:cubicBezTo>
                  <a:pt x="303013" y="89027"/>
                  <a:pt x="302092" y="87532"/>
                  <a:pt x="301446" y="85643"/>
                </a:cubicBezTo>
                <a:cubicBezTo>
                  <a:pt x="300800" y="83753"/>
                  <a:pt x="300477" y="81397"/>
                  <a:pt x="300477" y="78574"/>
                </a:cubicBezTo>
                <a:lnTo>
                  <a:pt x="300477" y="45207"/>
                </a:lnTo>
                <a:lnTo>
                  <a:pt x="329467" y="45207"/>
                </a:lnTo>
                <a:lnTo>
                  <a:pt x="329467" y="30497"/>
                </a:lnTo>
                <a:lnTo>
                  <a:pt x="300477" y="30497"/>
                </a:lnTo>
                <a:lnTo>
                  <a:pt x="300477" y="11481"/>
                </a:lnTo>
                <a:close/>
                <a:moveTo>
                  <a:pt x="490319" y="86826"/>
                </a:moveTo>
                <a:cubicBezTo>
                  <a:pt x="490319" y="88022"/>
                  <a:pt x="490020" y="89123"/>
                  <a:pt x="489422" y="90127"/>
                </a:cubicBezTo>
                <a:cubicBezTo>
                  <a:pt x="488824" y="91132"/>
                  <a:pt x="487927" y="92017"/>
                  <a:pt x="486731" y="92782"/>
                </a:cubicBezTo>
                <a:cubicBezTo>
                  <a:pt x="485487" y="93548"/>
                  <a:pt x="483896" y="94158"/>
                  <a:pt x="481959" y="94612"/>
                </a:cubicBezTo>
                <a:cubicBezTo>
                  <a:pt x="480021" y="95067"/>
                  <a:pt x="477761" y="95294"/>
                  <a:pt x="475178" y="95294"/>
                </a:cubicBezTo>
                <a:cubicBezTo>
                  <a:pt x="473025" y="95294"/>
                  <a:pt x="470932" y="95079"/>
                  <a:pt x="468899" y="94648"/>
                </a:cubicBezTo>
                <a:cubicBezTo>
                  <a:pt x="466866" y="94218"/>
                  <a:pt x="465060" y="93524"/>
                  <a:pt x="463481" y="92567"/>
                </a:cubicBezTo>
                <a:cubicBezTo>
                  <a:pt x="461903" y="91658"/>
                  <a:pt x="460611" y="90450"/>
                  <a:pt x="459606" y="88943"/>
                </a:cubicBezTo>
                <a:cubicBezTo>
                  <a:pt x="458602" y="87436"/>
                  <a:pt x="458028" y="85631"/>
                  <a:pt x="457884" y="83526"/>
                </a:cubicBezTo>
                <a:lnTo>
                  <a:pt x="438869" y="83526"/>
                </a:lnTo>
                <a:cubicBezTo>
                  <a:pt x="438869" y="86683"/>
                  <a:pt x="439646" y="89828"/>
                  <a:pt x="441201" y="92962"/>
                </a:cubicBezTo>
                <a:cubicBezTo>
                  <a:pt x="442755" y="96095"/>
                  <a:pt x="445040" y="98882"/>
                  <a:pt x="448054" y="101322"/>
                </a:cubicBezTo>
                <a:cubicBezTo>
                  <a:pt x="451067" y="103809"/>
                  <a:pt x="454811" y="105818"/>
                  <a:pt x="459284" y="107349"/>
                </a:cubicBezTo>
                <a:cubicBezTo>
                  <a:pt x="463756" y="108880"/>
                  <a:pt x="468911" y="109645"/>
                  <a:pt x="474747" y="109645"/>
                </a:cubicBezTo>
                <a:cubicBezTo>
                  <a:pt x="480057" y="109645"/>
                  <a:pt x="484865" y="109059"/>
                  <a:pt x="489171" y="107887"/>
                </a:cubicBezTo>
                <a:cubicBezTo>
                  <a:pt x="493476" y="106715"/>
                  <a:pt x="497160" y="105077"/>
                  <a:pt x="500221" y="102972"/>
                </a:cubicBezTo>
                <a:cubicBezTo>
                  <a:pt x="503235" y="100867"/>
                  <a:pt x="505567" y="98367"/>
                  <a:pt x="507218" y="95473"/>
                </a:cubicBezTo>
                <a:cubicBezTo>
                  <a:pt x="508868" y="92579"/>
                  <a:pt x="509693" y="89410"/>
                  <a:pt x="509693" y="85965"/>
                </a:cubicBezTo>
                <a:cubicBezTo>
                  <a:pt x="509693" y="82234"/>
                  <a:pt x="508868" y="79017"/>
                  <a:pt x="507218" y="76314"/>
                </a:cubicBezTo>
                <a:cubicBezTo>
                  <a:pt x="505567" y="73611"/>
                  <a:pt x="503283" y="71303"/>
                  <a:pt x="500365" y="69389"/>
                </a:cubicBezTo>
                <a:cubicBezTo>
                  <a:pt x="497447" y="67524"/>
                  <a:pt x="493978" y="65993"/>
                  <a:pt x="489960" y="64797"/>
                </a:cubicBezTo>
                <a:cubicBezTo>
                  <a:pt x="485941" y="63601"/>
                  <a:pt x="481588" y="62620"/>
                  <a:pt x="476900" y="61855"/>
                </a:cubicBezTo>
                <a:cubicBezTo>
                  <a:pt x="473647" y="61377"/>
                  <a:pt x="470968" y="60814"/>
                  <a:pt x="468863" y="60169"/>
                </a:cubicBezTo>
                <a:cubicBezTo>
                  <a:pt x="466758" y="59523"/>
                  <a:pt x="465108" y="58793"/>
                  <a:pt x="463912" y="57980"/>
                </a:cubicBezTo>
                <a:cubicBezTo>
                  <a:pt x="462668" y="57215"/>
                  <a:pt x="461807" y="56342"/>
                  <a:pt x="461329" y="55361"/>
                </a:cubicBezTo>
                <a:cubicBezTo>
                  <a:pt x="460850" y="54380"/>
                  <a:pt x="460611" y="53316"/>
                  <a:pt x="460611" y="52168"/>
                </a:cubicBezTo>
                <a:cubicBezTo>
                  <a:pt x="460611" y="51020"/>
                  <a:pt x="460886" y="49931"/>
                  <a:pt x="461436" y="48903"/>
                </a:cubicBezTo>
                <a:cubicBezTo>
                  <a:pt x="461986" y="47874"/>
                  <a:pt x="462788" y="46977"/>
                  <a:pt x="463840" y="46212"/>
                </a:cubicBezTo>
                <a:cubicBezTo>
                  <a:pt x="464988" y="45351"/>
                  <a:pt x="466471" y="44681"/>
                  <a:pt x="468289" y="44203"/>
                </a:cubicBezTo>
                <a:cubicBezTo>
                  <a:pt x="470107" y="43724"/>
                  <a:pt x="472236" y="43485"/>
                  <a:pt x="474676" y="43485"/>
                </a:cubicBezTo>
                <a:cubicBezTo>
                  <a:pt x="477546" y="43485"/>
                  <a:pt x="479998" y="43844"/>
                  <a:pt x="482031" y="44561"/>
                </a:cubicBezTo>
                <a:cubicBezTo>
                  <a:pt x="484064" y="45279"/>
                  <a:pt x="485678" y="46236"/>
                  <a:pt x="486874" y="47432"/>
                </a:cubicBezTo>
                <a:cubicBezTo>
                  <a:pt x="487735" y="48341"/>
                  <a:pt x="488381" y="49357"/>
                  <a:pt x="488812" y="50481"/>
                </a:cubicBezTo>
                <a:cubicBezTo>
                  <a:pt x="489242" y="51606"/>
                  <a:pt x="489458" y="52813"/>
                  <a:pt x="489458" y="54105"/>
                </a:cubicBezTo>
                <a:lnTo>
                  <a:pt x="509406" y="54105"/>
                </a:lnTo>
                <a:cubicBezTo>
                  <a:pt x="509406" y="50517"/>
                  <a:pt x="508617" y="47192"/>
                  <a:pt x="507038" y="44131"/>
                </a:cubicBezTo>
                <a:cubicBezTo>
                  <a:pt x="505459" y="41069"/>
                  <a:pt x="503187" y="38414"/>
                  <a:pt x="500221" y="36166"/>
                </a:cubicBezTo>
                <a:cubicBezTo>
                  <a:pt x="497207" y="33965"/>
                  <a:pt x="493548" y="32231"/>
                  <a:pt x="489242" y="30963"/>
                </a:cubicBezTo>
                <a:cubicBezTo>
                  <a:pt x="484937" y="29696"/>
                  <a:pt x="480081" y="29062"/>
                  <a:pt x="474676" y="29062"/>
                </a:cubicBezTo>
                <a:cubicBezTo>
                  <a:pt x="469509" y="29062"/>
                  <a:pt x="464869" y="29708"/>
                  <a:pt x="460755" y="30999"/>
                </a:cubicBezTo>
                <a:cubicBezTo>
                  <a:pt x="456640" y="32291"/>
                  <a:pt x="453148" y="34037"/>
                  <a:pt x="450278" y="36238"/>
                </a:cubicBezTo>
                <a:cubicBezTo>
                  <a:pt x="447408" y="38438"/>
                  <a:pt x="445207" y="40997"/>
                  <a:pt x="443676" y="43916"/>
                </a:cubicBezTo>
                <a:cubicBezTo>
                  <a:pt x="442145" y="46834"/>
                  <a:pt x="441380" y="49895"/>
                  <a:pt x="441380" y="53101"/>
                </a:cubicBezTo>
                <a:cubicBezTo>
                  <a:pt x="441380" y="56401"/>
                  <a:pt x="442134" y="59319"/>
                  <a:pt x="443640" y="61855"/>
                </a:cubicBezTo>
                <a:cubicBezTo>
                  <a:pt x="445147" y="64390"/>
                  <a:pt x="447240" y="66615"/>
                  <a:pt x="449919" y="68528"/>
                </a:cubicBezTo>
                <a:cubicBezTo>
                  <a:pt x="452598" y="70490"/>
                  <a:pt x="455815" y="72152"/>
                  <a:pt x="459571" y="73515"/>
                </a:cubicBezTo>
                <a:cubicBezTo>
                  <a:pt x="463326" y="74879"/>
                  <a:pt x="467476" y="76015"/>
                  <a:pt x="472020" y="76924"/>
                </a:cubicBezTo>
                <a:cubicBezTo>
                  <a:pt x="475608" y="77594"/>
                  <a:pt x="478574" y="78263"/>
                  <a:pt x="480918" y="78933"/>
                </a:cubicBezTo>
                <a:cubicBezTo>
                  <a:pt x="483262" y="79603"/>
                  <a:pt x="485152" y="80320"/>
                  <a:pt x="486587" y="81086"/>
                </a:cubicBezTo>
                <a:cubicBezTo>
                  <a:pt x="487975" y="81899"/>
                  <a:pt x="488943" y="82760"/>
                  <a:pt x="489493" y="83669"/>
                </a:cubicBezTo>
                <a:cubicBezTo>
                  <a:pt x="490044" y="84578"/>
                  <a:pt x="490319" y="85631"/>
                  <a:pt x="490319" y="86826"/>
                </a:cubicBezTo>
                <a:close/>
                <a:moveTo>
                  <a:pt x="533718" y="30497"/>
                </a:moveTo>
                <a:lnTo>
                  <a:pt x="533718" y="46786"/>
                </a:lnTo>
                <a:lnTo>
                  <a:pt x="555819" y="46786"/>
                </a:lnTo>
                <a:lnTo>
                  <a:pt x="555819" y="91921"/>
                </a:lnTo>
                <a:lnTo>
                  <a:pt x="533718" y="91921"/>
                </a:lnTo>
                <a:lnTo>
                  <a:pt x="533718" y="108138"/>
                </a:lnTo>
                <a:lnTo>
                  <a:pt x="597008" y="108138"/>
                </a:lnTo>
                <a:lnTo>
                  <a:pt x="597008" y="91921"/>
                </a:lnTo>
                <a:lnTo>
                  <a:pt x="575983" y="91921"/>
                </a:lnTo>
                <a:lnTo>
                  <a:pt x="575983" y="30497"/>
                </a:lnTo>
                <a:lnTo>
                  <a:pt x="533718" y="30497"/>
                </a:lnTo>
                <a:moveTo>
                  <a:pt x="554384" y="10620"/>
                </a:moveTo>
                <a:cubicBezTo>
                  <a:pt x="554384" y="12151"/>
                  <a:pt x="554659" y="13574"/>
                  <a:pt x="555209" y="14890"/>
                </a:cubicBezTo>
                <a:cubicBezTo>
                  <a:pt x="555759" y="16205"/>
                  <a:pt x="556536" y="17317"/>
                  <a:pt x="557541" y="18226"/>
                </a:cubicBezTo>
                <a:cubicBezTo>
                  <a:pt x="558546" y="19183"/>
                  <a:pt x="559754" y="19925"/>
                  <a:pt x="561165" y="20451"/>
                </a:cubicBezTo>
                <a:cubicBezTo>
                  <a:pt x="562576" y="20977"/>
                  <a:pt x="564143" y="21240"/>
                  <a:pt x="565865" y="21240"/>
                </a:cubicBezTo>
                <a:cubicBezTo>
                  <a:pt x="569405" y="21240"/>
                  <a:pt x="572215" y="20248"/>
                  <a:pt x="574296" y="18262"/>
                </a:cubicBezTo>
                <a:cubicBezTo>
                  <a:pt x="576377" y="16277"/>
                  <a:pt x="577418" y="13730"/>
                  <a:pt x="577418" y="10620"/>
                </a:cubicBezTo>
                <a:cubicBezTo>
                  <a:pt x="577418" y="7511"/>
                  <a:pt x="576377" y="4963"/>
                  <a:pt x="574296" y="2978"/>
                </a:cubicBezTo>
                <a:cubicBezTo>
                  <a:pt x="572215" y="993"/>
                  <a:pt x="569405" y="0"/>
                  <a:pt x="565865" y="0"/>
                </a:cubicBezTo>
                <a:cubicBezTo>
                  <a:pt x="564143" y="0"/>
                  <a:pt x="562576" y="263"/>
                  <a:pt x="561165" y="789"/>
                </a:cubicBezTo>
                <a:cubicBezTo>
                  <a:pt x="559754" y="1316"/>
                  <a:pt x="558546" y="2033"/>
                  <a:pt x="557541" y="2942"/>
                </a:cubicBezTo>
                <a:cubicBezTo>
                  <a:pt x="556536" y="3899"/>
                  <a:pt x="555759" y="5035"/>
                  <a:pt x="555209" y="6351"/>
                </a:cubicBezTo>
                <a:cubicBezTo>
                  <a:pt x="554659" y="7666"/>
                  <a:pt x="554384" y="9089"/>
                  <a:pt x="554384" y="10620"/>
                </a:cubicBezTo>
                <a:close/>
                <a:moveTo>
                  <a:pt x="642200" y="92137"/>
                </a:moveTo>
                <a:lnTo>
                  <a:pt x="686116" y="42480"/>
                </a:lnTo>
                <a:lnTo>
                  <a:pt x="686116" y="30497"/>
                </a:lnTo>
                <a:lnTo>
                  <a:pt x="615937" y="30497"/>
                </a:lnTo>
                <a:lnTo>
                  <a:pt x="615937" y="46714"/>
                </a:lnTo>
                <a:lnTo>
                  <a:pt x="658418" y="46714"/>
                </a:lnTo>
                <a:lnTo>
                  <a:pt x="614933" y="95796"/>
                </a:lnTo>
                <a:lnTo>
                  <a:pt x="614933" y="108138"/>
                </a:lnTo>
                <a:lnTo>
                  <a:pt x="687910" y="108138"/>
                </a:lnTo>
                <a:lnTo>
                  <a:pt x="687910" y="92137"/>
                </a:lnTo>
                <a:lnTo>
                  <a:pt x="642200" y="92137"/>
                </a:lnTo>
                <a:close/>
                <a:moveTo>
                  <a:pt x="742431" y="109574"/>
                </a:moveTo>
                <a:cubicBezTo>
                  <a:pt x="749942" y="109574"/>
                  <a:pt x="756448" y="108115"/>
                  <a:pt x="761949" y="105196"/>
                </a:cubicBezTo>
                <a:cubicBezTo>
                  <a:pt x="767451" y="102278"/>
                  <a:pt x="771469" y="99025"/>
                  <a:pt x="774005" y="95437"/>
                </a:cubicBezTo>
                <a:lnTo>
                  <a:pt x="764030" y="84674"/>
                </a:lnTo>
                <a:cubicBezTo>
                  <a:pt x="761734" y="87640"/>
                  <a:pt x="758744" y="89864"/>
                  <a:pt x="755061" y="91347"/>
                </a:cubicBezTo>
                <a:cubicBezTo>
                  <a:pt x="751377" y="92830"/>
                  <a:pt x="747574" y="93572"/>
                  <a:pt x="743651" y="93572"/>
                </a:cubicBezTo>
                <a:cubicBezTo>
                  <a:pt x="740877" y="93572"/>
                  <a:pt x="738317" y="93141"/>
                  <a:pt x="735973" y="92280"/>
                </a:cubicBezTo>
                <a:cubicBezTo>
                  <a:pt x="733629" y="91419"/>
                  <a:pt x="731548" y="90199"/>
                  <a:pt x="729730" y="88620"/>
                </a:cubicBezTo>
                <a:cubicBezTo>
                  <a:pt x="727960" y="87090"/>
                  <a:pt x="726549" y="85379"/>
                  <a:pt x="725497" y="83490"/>
                </a:cubicBezTo>
                <a:cubicBezTo>
                  <a:pt x="724444" y="81600"/>
                  <a:pt x="723583" y="79101"/>
                  <a:pt x="722913" y="75991"/>
                </a:cubicBezTo>
                <a:lnTo>
                  <a:pt x="722913" y="75776"/>
                </a:lnTo>
                <a:lnTo>
                  <a:pt x="775583" y="75776"/>
                </a:lnTo>
                <a:lnTo>
                  <a:pt x="775583" y="67308"/>
                </a:lnTo>
                <a:cubicBezTo>
                  <a:pt x="775583" y="61616"/>
                  <a:pt x="774794" y="56413"/>
                  <a:pt x="773215" y="51701"/>
                </a:cubicBezTo>
                <a:cubicBezTo>
                  <a:pt x="771637" y="46989"/>
                  <a:pt x="769340" y="42959"/>
                  <a:pt x="766326" y="39610"/>
                </a:cubicBezTo>
                <a:cubicBezTo>
                  <a:pt x="763265" y="36261"/>
                  <a:pt x="759545" y="33666"/>
                  <a:pt x="755168" y="31824"/>
                </a:cubicBezTo>
                <a:cubicBezTo>
                  <a:pt x="750791" y="29983"/>
                  <a:pt x="745804" y="29062"/>
                  <a:pt x="740207" y="29062"/>
                </a:cubicBezTo>
                <a:cubicBezTo>
                  <a:pt x="734801" y="29062"/>
                  <a:pt x="729802" y="30042"/>
                  <a:pt x="725209" y="32004"/>
                </a:cubicBezTo>
                <a:cubicBezTo>
                  <a:pt x="720617" y="33965"/>
                  <a:pt x="716646" y="36716"/>
                  <a:pt x="713298" y="40256"/>
                </a:cubicBezTo>
                <a:cubicBezTo>
                  <a:pt x="709949" y="43796"/>
                  <a:pt x="707342" y="48018"/>
                  <a:pt x="705476" y="52921"/>
                </a:cubicBezTo>
                <a:cubicBezTo>
                  <a:pt x="703610" y="57825"/>
                  <a:pt x="702678" y="63242"/>
                  <a:pt x="702678" y="69174"/>
                </a:cubicBezTo>
                <a:lnTo>
                  <a:pt x="702678" y="72044"/>
                </a:lnTo>
                <a:cubicBezTo>
                  <a:pt x="702678" y="77259"/>
                  <a:pt x="703622" y="82150"/>
                  <a:pt x="705512" y="86719"/>
                </a:cubicBezTo>
                <a:cubicBezTo>
                  <a:pt x="707402" y="91287"/>
                  <a:pt x="710093" y="95246"/>
                  <a:pt x="713585" y="98595"/>
                </a:cubicBezTo>
                <a:cubicBezTo>
                  <a:pt x="717077" y="101991"/>
                  <a:pt x="721263" y="104670"/>
                  <a:pt x="726142" y="106632"/>
                </a:cubicBezTo>
                <a:cubicBezTo>
                  <a:pt x="731022" y="108593"/>
                  <a:pt x="736451" y="109574"/>
                  <a:pt x="742431" y="109574"/>
                </a:cubicBezTo>
                <a:moveTo>
                  <a:pt x="740063" y="45207"/>
                </a:moveTo>
                <a:cubicBezTo>
                  <a:pt x="742599" y="45207"/>
                  <a:pt x="744835" y="45602"/>
                  <a:pt x="746773" y="46391"/>
                </a:cubicBezTo>
                <a:cubicBezTo>
                  <a:pt x="748710" y="47181"/>
                  <a:pt x="750348" y="48245"/>
                  <a:pt x="751688" y="49584"/>
                </a:cubicBezTo>
                <a:cubicBezTo>
                  <a:pt x="753027" y="50972"/>
                  <a:pt x="754080" y="52598"/>
                  <a:pt x="754845" y="54464"/>
                </a:cubicBezTo>
                <a:cubicBezTo>
                  <a:pt x="755611" y="56330"/>
                  <a:pt x="755993" y="58315"/>
                  <a:pt x="755993" y="60420"/>
                </a:cubicBezTo>
                <a:lnTo>
                  <a:pt x="755993" y="61998"/>
                </a:lnTo>
                <a:lnTo>
                  <a:pt x="723272" y="61998"/>
                </a:lnTo>
                <a:cubicBezTo>
                  <a:pt x="723750" y="59463"/>
                  <a:pt x="724468" y="57167"/>
                  <a:pt x="725425" y="55110"/>
                </a:cubicBezTo>
                <a:cubicBezTo>
                  <a:pt x="726382" y="53053"/>
                  <a:pt x="727577" y="51283"/>
                  <a:pt x="729013" y="49800"/>
                </a:cubicBezTo>
                <a:cubicBezTo>
                  <a:pt x="730400" y="48317"/>
                  <a:pt x="732026" y="47181"/>
                  <a:pt x="733892" y="46391"/>
                </a:cubicBezTo>
                <a:cubicBezTo>
                  <a:pt x="735758" y="45602"/>
                  <a:pt x="737815" y="45207"/>
                  <a:pt x="740063" y="45207"/>
                </a:cubicBezTo>
                <a:close/>
                <a:moveTo>
                  <a:pt x="816901" y="37314"/>
                </a:moveTo>
                <a:cubicBezTo>
                  <a:pt x="816901" y="40997"/>
                  <a:pt x="818145" y="44083"/>
                  <a:pt x="820633" y="46571"/>
                </a:cubicBezTo>
                <a:cubicBezTo>
                  <a:pt x="823120" y="49058"/>
                  <a:pt x="826493" y="50302"/>
                  <a:pt x="830750" y="50302"/>
                </a:cubicBezTo>
                <a:cubicBezTo>
                  <a:pt x="834960" y="50302"/>
                  <a:pt x="838321" y="49070"/>
                  <a:pt x="840832" y="46606"/>
                </a:cubicBezTo>
                <a:cubicBezTo>
                  <a:pt x="843344" y="44143"/>
                  <a:pt x="844599" y="41045"/>
                  <a:pt x="844599" y="37314"/>
                </a:cubicBezTo>
                <a:cubicBezTo>
                  <a:pt x="844599" y="33582"/>
                  <a:pt x="843368" y="30449"/>
                  <a:pt x="840904" y="27914"/>
                </a:cubicBezTo>
                <a:cubicBezTo>
                  <a:pt x="838440" y="25378"/>
                  <a:pt x="835056" y="24110"/>
                  <a:pt x="830750" y="24110"/>
                </a:cubicBezTo>
                <a:cubicBezTo>
                  <a:pt x="826397" y="24110"/>
                  <a:pt x="823001" y="25390"/>
                  <a:pt x="820561" y="27950"/>
                </a:cubicBezTo>
                <a:cubicBezTo>
                  <a:pt x="818121" y="30509"/>
                  <a:pt x="816901" y="33630"/>
                  <a:pt x="816901" y="37314"/>
                </a:cubicBezTo>
                <a:moveTo>
                  <a:pt x="839218" y="106560"/>
                </a:moveTo>
                <a:lnTo>
                  <a:pt x="839289" y="90701"/>
                </a:lnTo>
                <a:lnTo>
                  <a:pt x="820561" y="90701"/>
                </a:lnTo>
                <a:lnTo>
                  <a:pt x="820561" y="107493"/>
                </a:lnTo>
                <a:cubicBezTo>
                  <a:pt x="820561" y="112755"/>
                  <a:pt x="819939" y="117264"/>
                  <a:pt x="818695" y="121019"/>
                </a:cubicBezTo>
                <a:cubicBezTo>
                  <a:pt x="817451" y="124774"/>
                  <a:pt x="815920" y="128374"/>
                  <a:pt x="814103" y="131818"/>
                </a:cubicBezTo>
                <a:lnTo>
                  <a:pt x="824651" y="137272"/>
                </a:lnTo>
                <a:cubicBezTo>
                  <a:pt x="828956" y="133445"/>
                  <a:pt x="832461" y="128733"/>
                  <a:pt x="835163" y="123136"/>
                </a:cubicBezTo>
                <a:cubicBezTo>
                  <a:pt x="837866" y="117539"/>
                  <a:pt x="839218" y="112013"/>
                  <a:pt x="839218" y="106560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ushortlen;">
            <a:extLst xmlns:a="http://schemas.openxmlformats.org/drawingml/2006/main">
              <a:ext uri="{FF2B5EF4-FFF2-40B4-BE49-F238E27FC236}">
                <a16:creationId xmlns:a16="http://schemas.microsoft.com/office/drawing/2014/main" id="{3EFE9E80-3846-491B-BCE1-E33A63A8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8" y="1058888"/>
            <a:ext cx="932775" cy="139353"/>
          </a:xfrm>
          <a:custGeom xmlns:a="http://schemas.openxmlformats.org/drawingml/2006/main">
            <a:pathLst>
              <a:path w="932775" h="139353">
                <a:moveTo>
                  <a:pt x="50015" y="110219"/>
                </a:moveTo>
                <a:lnTo>
                  <a:pt x="68098" y="110219"/>
                </a:lnTo>
                <a:lnTo>
                  <a:pt x="68098" y="32578"/>
                </a:lnTo>
                <a:lnTo>
                  <a:pt x="48077" y="32578"/>
                </a:lnTo>
                <a:lnTo>
                  <a:pt x="48077" y="87042"/>
                </a:lnTo>
                <a:cubicBezTo>
                  <a:pt x="47456" y="88286"/>
                  <a:pt x="46714" y="89410"/>
                  <a:pt x="45853" y="90414"/>
                </a:cubicBezTo>
                <a:cubicBezTo>
                  <a:pt x="44992" y="91419"/>
                  <a:pt x="44011" y="92280"/>
                  <a:pt x="42911" y="92998"/>
                </a:cubicBezTo>
                <a:cubicBezTo>
                  <a:pt x="41619" y="93811"/>
                  <a:pt x="40124" y="94433"/>
                  <a:pt x="38426" y="94863"/>
                </a:cubicBezTo>
                <a:cubicBezTo>
                  <a:pt x="36728" y="95294"/>
                  <a:pt x="34826" y="95509"/>
                  <a:pt x="32721" y="95509"/>
                </a:cubicBezTo>
                <a:cubicBezTo>
                  <a:pt x="30377" y="95509"/>
                  <a:pt x="28392" y="95222"/>
                  <a:pt x="26766" y="94648"/>
                </a:cubicBezTo>
                <a:cubicBezTo>
                  <a:pt x="25139" y="94074"/>
                  <a:pt x="23823" y="93117"/>
                  <a:pt x="22819" y="91778"/>
                </a:cubicBezTo>
                <a:cubicBezTo>
                  <a:pt x="21814" y="90486"/>
                  <a:pt x="21085" y="88764"/>
                  <a:pt x="20630" y="86611"/>
                </a:cubicBezTo>
                <a:cubicBezTo>
                  <a:pt x="20176" y="84458"/>
                  <a:pt x="19949" y="81803"/>
                  <a:pt x="19949" y="78646"/>
                </a:cubicBezTo>
                <a:lnTo>
                  <a:pt x="19949" y="32578"/>
                </a:lnTo>
                <a:lnTo>
                  <a:pt x="0" y="32578"/>
                </a:lnTo>
                <a:lnTo>
                  <a:pt x="0" y="78503"/>
                </a:lnTo>
                <a:cubicBezTo>
                  <a:pt x="0" y="84387"/>
                  <a:pt x="658" y="89422"/>
                  <a:pt x="1973" y="93608"/>
                </a:cubicBezTo>
                <a:cubicBezTo>
                  <a:pt x="3289" y="97793"/>
                  <a:pt x="5143" y="101226"/>
                  <a:pt x="7535" y="103905"/>
                </a:cubicBezTo>
                <a:cubicBezTo>
                  <a:pt x="9926" y="106632"/>
                  <a:pt x="12797" y="108617"/>
                  <a:pt x="16145" y="109861"/>
                </a:cubicBezTo>
                <a:cubicBezTo>
                  <a:pt x="19494" y="111104"/>
                  <a:pt x="23178" y="111726"/>
                  <a:pt x="27196" y="111726"/>
                </a:cubicBezTo>
                <a:cubicBezTo>
                  <a:pt x="31597" y="111726"/>
                  <a:pt x="35651" y="110626"/>
                  <a:pt x="39359" y="108425"/>
                </a:cubicBezTo>
                <a:cubicBezTo>
                  <a:pt x="43066" y="106225"/>
                  <a:pt x="46236" y="103187"/>
                  <a:pt x="48867" y="99312"/>
                </a:cubicBezTo>
                <a:lnTo>
                  <a:pt x="50015" y="110219"/>
                </a:lnTo>
                <a:close/>
                <a:moveTo>
                  <a:pt x="137616" y="88907"/>
                </a:moveTo>
                <a:cubicBezTo>
                  <a:pt x="137616" y="90103"/>
                  <a:pt x="137317" y="91204"/>
                  <a:pt x="136719" y="92208"/>
                </a:cubicBezTo>
                <a:cubicBezTo>
                  <a:pt x="136121" y="93213"/>
                  <a:pt x="135224" y="94098"/>
                  <a:pt x="134029" y="94863"/>
                </a:cubicBezTo>
                <a:cubicBezTo>
                  <a:pt x="132785" y="95629"/>
                  <a:pt x="131194" y="96239"/>
                  <a:pt x="129257" y="96693"/>
                </a:cubicBezTo>
                <a:cubicBezTo>
                  <a:pt x="127319" y="97148"/>
                  <a:pt x="125059" y="97375"/>
                  <a:pt x="122476" y="97375"/>
                </a:cubicBezTo>
                <a:cubicBezTo>
                  <a:pt x="120323" y="97375"/>
                  <a:pt x="118230" y="97160"/>
                  <a:pt x="116197" y="96729"/>
                </a:cubicBezTo>
                <a:cubicBezTo>
                  <a:pt x="114164" y="96298"/>
                  <a:pt x="112358" y="95605"/>
                  <a:pt x="110779" y="94648"/>
                </a:cubicBezTo>
                <a:cubicBezTo>
                  <a:pt x="109200" y="93739"/>
                  <a:pt x="107909" y="92531"/>
                  <a:pt x="106904" y="91024"/>
                </a:cubicBezTo>
                <a:cubicBezTo>
                  <a:pt x="105900" y="89517"/>
                  <a:pt x="105326" y="87712"/>
                  <a:pt x="105182" y="85607"/>
                </a:cubicBezTo>
                <a:lnTo>
                  <a:pt x="86166" y="85607"/>
                </a:lnTo>
                <a:cubicBezTo>
                  <a:pt x="86166" y="88764"/>
                  <a:pt x="86944" y="91909"/>
                  <a:pt x="88498" y="95043"/>
                </a:cubicBezTo>
                <a:cubicBezTo>
                  <a:pt x="90053" y="98176"/>
                  <a:pt x="92337" y="100963"/>
                  <a:pt x="95351" y="103402"/>
                </a:cubicBezTo>
                <a:cubicBezTo>
                  <a:pt x="98365" y="105890"/>
                  <a:pt x="102108" y="107899"/>
                  <a:pt x="106581" y="109430"/>
                </a:cubicBezTo>
                <a:cubicBezTo>
                  <a:pt x="111054" y="110961"/>
                  <a:pt x="116209" y="111726"/>
                  <a:pt x="122045" y="111726"/>
                </a:cubicBezTo>
                <a:cubicBezTo>
                  <a:pt x="127355" y="111726"/>
                  <a:pt x="132163" y="111140"/>
                  <a:pt x="136468" y="109968"/>
                </a:cubicBezTo>
                <a:cubicBezTo>
                  <a:pt x="140774" y="108796"/>
                  <a:pt x="144457" y="107158"/>
                  <a:pt x="147519" y="105053"/>
                </a:cubicBezTo>
                <a:cubicBezTo>
                  <a:pt x="150533" y="102948"/>
                  <a:pt x="152865" y="100448"/>
                  <a:pt x="154515" y="97554"/>
                </a:cubicBezTo>
                <a:cubicBezTo>
                  <a:pt x="156166" y="94660"/>
                  <a:pt x="156991" y="91491"/>
                  <a:pt x="156991" y="88046"/>
                </a:cubicBezTo>
                <a:cubicBezTo>
                  <a:pt x="156991" y="84315"/>
                  <a:pt x="156166" y="81098"/>
                  <a:pt x="154515" y="78395"/>
                </a:cubicBezTo>
                <a:cubicBezTo>
                  <a:pt x="152865" y="75692"/>
                  <a:pt x="150581" y="73384"/>
                  <a:pt x="147662" y="71470"/>
                </a:cubicBezTo>
                <a:cubicBezTo>
                  <a:pt x="144744" y="69605"/>
                  <a:pt x="141276" y="68074"/>
                  <a:pt x="137258" y="66878"/>
                </a:cubicBezTo>
                <a:cubicBezTo>
                  <a:pt x="133239" y="65682"/>
                  <a:pt x="128886" y="64701"/>
                  <a:pt x="124198" y="63936"/>
                </a:cubicBezTo>
                <a:cubicBezTo>
                  <a:pt x="120945" y="63457"/>
                  <a:pt x="118266" y="62895"/>
                  <a:pt x="116161" y="62250"/>
                </a:cubicBezTo>
                <a:cubicBezTo>
                  <a:pt x="114056" y="61604"/>
                  <a:pt x="112406" y="60874"/>
                  <a:pt x="111210" y="60061"/>
                </a:cubicBezTo>
                <a:cubicBezTo>
                  <a:pt x="109966" y="59296"/>
                  <a:pt x="109105" y="58423"/>
                  <a:pt x="108626" y="57442"/>
                </a:cubicBezTo>
                <a:cubicBezTo>
                  <a:pt x="108148" y="56461"/>
                  <a:pt x="107909" y="55397"/>
                  <a:pt x="107909" y="54249"/>
                </a:cubicBezTo>
                <a:cubicBezTo>
                  <a:pt x="107909" y="53101"/>
                  <a:pt x="108184" y="52012"/>
                  <a:pt x="108734" y="50984"/>
                </a:cubicBezTo>
                <a:cubicBezTo>
                  <a:pt x="109284" y="49955"/>
                  <a:pt x="110085" y="49058"/>
                  <a:pt x="111138" y="48293"/>
                </a:cubicBezTo>
                <a:cubicBezTo>
                  <a:pt x="112286" y="47432"/>
                  <a:pt x="113769" y="46762"/>
                  <a:pt x="115587" y="46284"/>
                </a:cubicBezTo>
                <a:cubicBezTo>
                  <a:pt x="117405" y="45805"/>
                  <a:pt x="119534" y="45566"/>
                  <a:pt x="121973" y="45566"/>
                </a:cubicBezTo>
                <a:cubicBezTo>
                  <a:pt x="124844" y="45566"/>
                  <a:pt x="127295" y="45925"/>
                  <a:pt x="129328" y="46642"/>
                </a:cubicBezTo>
                <a:cubicBezTo>
                  <a:pt x="131362" y="47360"/>
                  <a:pt x="132976" y="48317"/>
                  <a:pt x="134172" y="49513"/>
                </a:cubicBezTo>
                <a:cubicBezTo>
                  <a:pt x="135033" y="50422"/>
                  <a:pt x="135679" y="51438"/>
                  <a:pt x="136110" y="52562"/>
                </a:cubicBezTo>
                <a:cubicBezTo>
                  <a:pt x="136540" y="53687"/>
                  <a:pt x="136755" y="54894"/>
                  <a:pt x="136755" y="56186"/>
                </a:cubicBezTo>
                <a:lnTo>
                  <a:pt x="156704" y="56186"/>
                </a:lnTo>
                <a:cubicBezTo>
                  <a:pt x="156704" y="52598"/>
                  <a:pt x="155915" y="49273"/>
                  <a:pt x="154336" y="46212"/>
                </a:cubicBezTo>
                <a:cubicBezTo>
                  <a:pt x="152757" y="43150"/>
                  <a:pt x="150485" y="40495"/>
                  <a:pt x="147519" y="38247"/>
                </a:cubicBezTo>
                <a:cubicBezTo>
                  <a:pt x="144505" y="36046"/>
                  <a:pt x="140845" y="34312"/>
                  <a:pt x="136540" y="33044"/>
                </a:cubicBezTo>
                <a:cubicBezTo>
                  <a:pt x="132235" y="31777"/>
                  <a:pt x="127379" y="31143"/>
                  <a:pt x="121973" y="31143"/>
                </a:cubicBezTo>
                <a:cubicBezTo>
                  <a:pt x="116807" y="31143"/>
                  <a:pt x="112166" y="31789"/>
                  <a:pt x="108052" y="33080"/>
                </a:cubicBezTo>
                <a:cubicBezTo>
                  <a:pt x="103938" y="34372"/>
                  <a:pt x="100446" y="36118"/>
                  <a:pt x="97576" y="38318"/>
                </a:cubicBezTo>
                <a:cubicBezTo>
                  <a:pt x="94705" y="40519"/>
                  <a:pt x="92505" y="43078"/>
                  <a:pt x="90974" y="45997"/>
                </a:cubicBezTo>
                <a:cubicBezTo>
                  <a:pt x="89443" y="48915"/>
                  <a:pt x="88678" y="51976"/>
                  <a:pt x="88678" y="55181"/>
                </a:cubicBezTo>
                <a:cubicBezTo>
                  <a:pt x="88678" y="58482"/>
                  <a:pt x="89431" y="61400"/>
                  <a:pt x="90938" y="63936"/>
                </a:cubicBezTo>
                <a:cubicBezTo>
                  <a:pt x="92445" y="66471"/>
                  <a:pt x="94538" y="68696"/>
                  <a:pt x="97217" y="70609"/>
                </a:cubicBezTo>
                <a:cubicBezTo>
                  <a:pt x="99896" y="72571"/>
                  <a:pt x="103113" y="74233"/>
                  <a:pt x="106868" y="75596"/>
                </a:cubicBezTo>
                <a:cubicBezTo>
                  <a:pt x="110624" y="76960"/>
                  <a:pt x="114774" y="78096"/>
                  <a:pt x="119318" y="79005"/>
                </a:cubicBezTo>
                <a:cubicBezTo>
                  <a:pt x="122906" y="79675"/>
                  <a:pt x="125872" y="80344"/>
                  <a:pt x="128216" y="81014"/>
                </a:cubicBezTo>
                <a:cubicBezTo>
                  <a:pt x="130560" y="81684"/>
                  <a:pt x="132450" y="82401"/>
                  <a:pt x="133885" y="83167"/>
                </a:cubicBezTo>
                <a:cubicBezTo>
                  <a:pt x="135272" y="83980"/>
                  <a:pt x="136241" y="84841"/>
                  <a:pt x="136791" y="85750"/>
                </a:cubicBezTo>
                <a:cubicBezTo>
                  <a:pt x="137341" y="86659"/>
                  <a:pt x="137616" y="87712"/>
                  <a:pt x="137616" y="88907"/>
                </a:cubicBezTo>
                <a:close/>
                <a:moveTo>
                  <a:pt x="195654" y="43270"/>
                </a:moveTo>
                <a:lnTo>
                  <a:pt x="195654" y="0"/>
                </a:lnTo>
                <a:lnTo>
                  <a:pt x="175705" y="0"/>
                </a:lnTo>
                <a:lnTo>
                  <a:pt x="175705" y="110219"/>
                </a:lnTo>
                <a:lnTo>
                  <a:pt x="195654" y="110219"/>
                </a:lnTo>
                <a:lnTo>
                  <a:pt x="195654" y="54177"/>
                </a:lnTo>
                <a:cubicBezTo>
                  <a:pt x="196419" y="53172"/>
                  <a:pt x="197268" y="52263"/>
                  <a:pt x="198201" y="51450"/>
                </a:cubicBezTo>
                <a:cubicBezTo>
                  <a:pt x="199134" y="50637"/>
                  <a:pt x="200175" y="49943"/>
                  <a:pt x="201323" y="49369"/>
                </a:cubicBezTo>
                <a:cubicBezTo>
                  <a:pt x="202566" y="48699"/>
                  <a:pt x="203954" y="48197"/>
                  <a:pt x="205485" y="47862"/>
                </a:cubicBezTo>
                <a:cubicBezTo>
                  <a:pt x="207015" y="47527"/>
                  <a:pt x="208666" y="47360"/>
                  <a:pt x="210436" y="47360"/>
                </a:cubicBezTo>
                <a:cubicBezTo>
                  <a:pt x="212732" y="47360"/>
                  <a:pt x="214789" y="47659"/>
                  <a:pt x="216607" y="48257"/>
                </a:cubicBezTo>
                <a:cubicBezTo>
                  <a:pt x="218425" y="48855"/>
                  <a:pt x="219980" y="49776"/>
                  <a:pt x="221271" y="51020"/>
                </a:cubicBezTo>
                <a:cubicBezTo>
                  <a:pt x="222563" y="52263"/>
                  <a:pt x="223556" y="53890"/>
                  <a:pt x="224249" y="55899"/>
                </a:cubicBezTo>
                <a:cubicBezTo>
                  <a:pt x="224943" y="57908"/>
                  <a:pt x="225290" y="60300"/>
                  <a:pt x="225290" y="63075"/>
                </a:cubicBezTo>
                <a:lnTo>
                  <a:pt x="225290" y="110219"/>
                </a:lnTo>
                <a:lnTo>
                  <a:pt x="245238" y="110219"/>
                </a:lnTo>
                <a:lnTo>
                  <a:pt x="245238" y="63218"/>
                </a:lnTo>
                <a:cubicBezTo>
                  <a:pt x="245238" y="57526"/>
                  <a:pt x="244557" y="52658"/>
                  <a:pt x="243193" y="48616"/>
                </a:cubicBezTo>
                <a:cubicBezTo>
                  <a:pt x="241830" y="44573"/>
                  <a:pt x="239928" y="41261"/>
                  <a:pt x="237488" y="38677"/>
                </a:cubicBezTo>
                <a:cubicBezTo>
                  <a:pt x="235049" y="36094"/>
                  <a:pt x="232131" y="34192"/>
                  <a:pt x="228734" y="32973"/>
                </a:cubicBezTo>
                <a:cubicBezTo>
                  <a:pt x="225338" y="31753"/>
                  <a:pt x="221606" y="31143"/>
                  <a:pt x="217540" y="31143"/>
                </a:cubicBezTo>
                <a:cubicBezTo>
                  <a:pt x="214765" y="31143"/>
                  <a:pt x="212134" y="31549"/>
                  <a:pt x="209647" y="32363"/>
                </a:cubicBezTo>
                <a:cubicBezTo>
                  <a:pt x="207159" y="33176"/>
                  <a:pt x="204887" y="34324"/>
                  <a:pt x="202830" y="35807"/>
                </a:cubicBezTo>
                <a:cubicBezTo>
                  <a:pt x="201490" y="36764"/>
                  <a:pt x="200210" y="37876"/>
                  <a:pt x="198991" y="39144"/>
                </a:cubicBezTo>
                <a:cubicBezTo>
                  <a:pt x="197771" y="40411"/>
                  <a:pt x="196658" y="41787"/>
                  <a:pt x="195654" y="43270"/>
                </a:cubicBezTo>
                <a:close/>
                <a:moveTo>
                  <a:pt x="261154" y="70681"/>
                </a:moveTo>
                <a:lnTo>
                  <a:pt x="261154" y="72188"/>
                </a:lnTo>
                <a:cubicBezTo>
                  <a:pt x="261154" y="77881"/>
                  <a:pt x="261967" y="83131"/>
                  <a:pt x="263594" y="87939"/>
                </a:cubicBezTo>
                <a:cubicBezTo>
                  <a:pt x="265220" y="92746"/>
                  <a:pt x="267612" y="96920"/>
                  <a:pt x="270770" y="100460"/>
                </a:cubicBezTo>
                <a:cubicBezTo>
                  <a:pt x="273879" y="104000"/>
                  <a:pt x="277718" y="106763"/>
                  <a:pt x="282287" y="108748"/>
                </a:cubicBezTo>
                <a:cubicBezTo>
                  <a:pt x="286855" y="110734"/>
                  <a:pt x="292058" y="111726"/>
                  <a:pt x="297894" y="111726"/>
                </a:cubicBezTo>
                <a:cubicBezTo>
                  <a:pt x="303682" y="111726"/>
                  <a:pt x="308849" y="110734"/>
                  <a:pt x="313393" y="108748"/>
                </a:cubicBezTo>
                <a:cubicBezTo>
                  <a:pt x="317938" y="106763"/>
                  <a:pt x="321765" y="104000"/>
                  <a:pt x="324875" y="100460"/>
                </a:cubicBezTo>
                <a:cubicBezTo>
                  <a:pt x="327984" y="96920"/>
                  <a:pt x="330352" y="92746"/>
                  <a:pt x="331979" y="87939"/>
                </a:cubicBezTo>
                <a:cubicBezTo>
                  <a:pt x="333605" y="83131"/>
                  <a:pt x="334418" y="77881"/>
                  <a:pt x="334418" y="72188"/>
                </a:cubicBezTo>
                <a:lnTo>
                  <a:pt x="334418" y="70681"/>
                </a:lnTo>
                <a:cubicBezTo>
                  <a:pt x="334418" y="65036"/>
                  <a:pt x="333605" y="59810"/>
                  <a:pt x="331979" y="55002"/>
                </a:cubicBezTo>
                <a:cubicBezTo>
                  <a:pt x="330352" y="50194"/>
                  <a:pt x="327984" y="46020"/>
                  <a:pt x="324875" y="42480"/>
                </a:cubicBezTo>
                <a:cubicBezTo>
                  <a:pt x="321717" y="38940"/>
                  <a:pt x="317866" y="36166"/>
                  <a:pt x="313322" y="34157"/>
                </a:cubicBezTo>
                <a:cubicBezTo>
                  <a:pt x="308777" y="32147"/>
                  <a:pt x="303587" y="31143"/>
                  <a:pt x="297750" y="31143"/>
                </a:cubicBezTo>
                <a:cubicBezTo>
                  <a:pt x="291914" y="31143"/>
                  <a:pt x="286736" y="32147"/>
                  <a:pt x="282215" y="34157"/>
                </a:cubicBezTo>
                <a:cubicBezTo>
                  <a:pt x="277694" y="36166"/>
                  <a:pt x="273879" y="38940"/>
                  <a:pt x="270770" y="42480"/>
                </a:cubicBezTo>
                <a:cubicBezTo>
                  <a:pt x="267612" y="46020"/>
                  <a:pt x="265220" y="50194"/>
                  <a:pt x="263594" y="55002"/>
                </a:cubicBezTo>
                <a:cubicBezTo>
                  <a:pt x="261967" y="59810"/>
                  <a:pt x="261154" y="65036"/>
                  <a:pt x="261154" y="70681"/>
                </a:cubicBezTo>
                <a:moveTo>
                  <a:pt x="281103" y="72188"/>
                </a:moveTo>
                <a:lnTo>
                  <a:pt x="281103" y="70681"/>
                </a:lnTo>
                <a:cubicBezTo>
                  <a:pt x="281103" y="67524"/>
                  <a:pt x="281414" y="64534"/>
                  <a:pt x="282035" y="61711"/>
                </a:cubicBezTo>
                <a:cubicBezTo>
                  <a:pt x="282657" y="58889"/>
                  <a:pt x="283638" y="56401"/>
                  <a:pt x="284978" y="54249"/>
                </a:cubicBezTo>
                <a:cubicBezTo>
                  <a:pt x="286317" y="52096"/>
                  <a:pt x="288039" y="50398"/>
                  <a:pt x="290144" y="49154"/>
                </a:cubicBezTo>
                <a:cubicBezTo>
                  <a:pt x="292249" y="47910"/>
                  <a:pt x="294784" y="47288"/>
                  <a:pt x="297750" y="47288"/>
                </a:cubicBezTo>
                <a:cubicBezTo>
                  <a:pt x="300764" y="47288"/>
                  <a:pt x="303323" y="47910"/>
                  <a:pt x="305428" y="49154"/>
                </a:cubicBezTo>
                <a:cubicBezTo>
                  <a:pt x="307533" y="50398"/>
                  <a:pt x="309255" y="52096"/>
                  <a:pt x="310595" y="54249"/>
                </a:cubicBezTo>
                <a:cubicBezTo>
                  <a:pt x="311887" y="56401"/>
                  <a:pt x="312843" y="58889"/>
                  <a:pt x="313465" y="61711"/>
                </a:cubicBezTo>
                <a:cubicBezTo>
                  <a:pt x="314087" y="64534"/>
                  <a:pt x="314398" y="67524"/>
                  <a:pt x="314398" y="70681"/>
                </a:cubicBezTo>
                <a:lnTo>
                  <a:pt x="314398" y="72188"/>
                </a:lnTo>
                <a:cubicBezTo>
                  <a:pt x="314398" y="75441"/>
                  <a:pt x="314087" y="78491"/>
                  <a:pt x="313465" y="81337"/>
                </a:cubicBezTo>
                <a:cubicBezTo>
                  <a:pt x="312843" y="84183"/>
                  <a:pt x="311887" y="86659"/>
                  <a:pt x="310595" y="88764"/>
                </a:cubicBezTo>
                <a:cubicBezTo>
                  <a:pt x="309255" y="90917"/>
                  <a:pt x="307533" y="92615"/>
                  <a:pt x="305428" y="93859"/>
                </a:cubicBezTo>
                <a:cubicBezTo>
                  <a:pt x="303323" y="95103"/>
                  <a:pt x="300812" y="95724"/>
                  <a:pt x="297894" y="95724"/>
                </a:cubicBezTo>
                <a:cubicBezTo>
                  <a:pt x="294880" y="95724"/>
                  <a:pt x="292309" y="95103"/>
                  <a:pt x="290180" y="93859"/>
                </a:cubicBezTo>
                <a:cubicBezTo>
                  <a:pt x="288051" y="92615"/>
                  <a:pt x="286317" y="90917"/>
                  <a:pt x="284978" y="88764"/>
                </a:cubicBezTo>
                <a:cubicBezTo>
                  <a:pt x="283638" y="86659"/>
                  <a:pt x="282657" y="84183"/>
                  <a:pt x="282035" y="81337"/>
                </a:cubicBezTo>
                <a:cubicBezTo>
                  <a:pt x="281414" y="78491"/>
                  <a:pt x="281103" y="75441"/>
                  <a:pt x="281103" y="72188"/>
                </a:cubicBezTo>
                <a:close/>
                <a:moveTo>
                  <a:pt x="407812" y="31143"/>
                </a:moveTo>
                <a:cubicBezTo>
                  <a:pt x="402598" y="31143"/>
                  <a:pt x="397790" y="32398"/>
                  <a:pt x="393389" y="34910"/>
                </a:cubicBezTo>
                <a:cubicBezTo>
                  <a:pt x="388988" y="37422"/>
                  <a:pt x="385208" y="40878"/>
                  <a:pt x="382051" y="45279"/>
                </a:cubicBezTo>
                <a:lnTo>
                  <a:pt x="381908" y="43557"/>
                </a:lnTo>
                <a:lnTo>
                  <a:pt x="381118" y="32578"/>
                </a:lnTo>
                <a:lnTo>
                  <a:pt x="362533" y="32578"/>
                </a:lnTo>
                <a:lnTo>
                  <a:pt x="362533" y="110219"/>
                </a:lnTo>
                <a:lnTo>
                  <a:pt x="382482" y="110219"/>
                </a:lnTo>
                <a:lnTo>
                  <a:pt x="382482" y="63577"/>
                </a:lnTo>
                <a:cubicBezTo>
                  <a:pt x="383390" y="61377"/>
                  <a:pt x="384539" y="59463"/>
                  <a:pt x="385926" y="57836"/>
                </a:cubicBezTo>
                <a:cubicBezTo>
                  <a:pt x="387313" y="56210"/>
                  <a:pt x="388988" y="54871"/>
                  <a:pt x="390949" y="53818"/>
                </a:cubicBezTo>
                <a:cubicBezTo>
                  <a:pt x="392575" y="52909"/>
                  <a:pt x="394429" y="52227"/>
                  <a:pt x="396510" y="51773"/>
                </a:cubicBezTo>
                <a:cubicBezTo>
                  <a:pt x="398591" y="51319"/>
                  <a:pt x="400923" y="51091"/>
                  <a:pt x="403506" y="51091"/>
                </a:cubicBezTo>
                <a:cubicBezTo>
                  <a:pt x="405994" y="51091"/>
                  <a:pt x="408613" y="51247"/>
                  <a:pt x="411364" y="51558"/>
                </a:cubicBezTo>
                <a:cubicBezTo>
                  <a:pt x="414115" y="51869"/>
                  <a:pt x="416806" y="52335"/>
                  <a:pt x="419437" y="52957"/>
                </a:cubicBezTo>
                <a:lnTo>
                  <a:pt x="422379" y="33080"/>
                </a:lnTo>
                <a:cubicBezTo>
                  <a:pt x="420800" y="32602"/>
                  <a:pt x="418731" y="32159"/>
                  <a:pt x="416172" y="31753"/>
                </a:cubicBezTo>
                <a:cubicBezTo>
                  <a:pt x="413612" y="31346"/>
                  <a:pt x="410826" y="31143"/>
                  <a:pt x="407812" y="31143"/>
                </a:cubicBezTo>
                <a:close/>
                <a:moveTo>
                  <a:pt x="476828" y="13562"/>
                </a:moveTo>
                <a:lnTo>
                  <a:pt x="456880" y="13562"/>
                </a:lnTo>
                <a:lnTo>
                  <a:pt x="456880" y="32578"/>
                </a:lnTo>
                <a:lnTo>
                  <a:pt x="439156" y="32578"/>
                </a:lnTo>
                <a:lnTo>
                  <a:pt x="439156" y="47288"/>
                </a:lnTo>
                <a:lnTo>
                  <a:pt x="456880" y="47288"/>
                </a:lnTo>
                <a:lnTo>
                  <a:pt x="456880" y="82593"/>
                </a:lnTo>
                <a:cubicBezTo>
                  <a:pt x="456880" y="87712"/>
                  <a:pt x="457549" y="92101"/>
                  <a:pt x="458889" y="95760"/>
                </a:cubicBezTo>
                <a:cubicBezTo>
                  <a:pt x="460228" y="99420"/>
                  <a:pt x="462142" y="102422"/>
                  <a:pt x="464629" y="104766"/>
                </a:cubicBezTo>
                <a:cubicBezTo>
                  <a:pt x="467069" y="107158"/>
                  <a:pt x="470023" y="108916"/>
                  <a:pt x="473492" y="110040"/>
                </a:cubicBezTo>
                <a:cubicBezTo>
                  <a:pt x="476960" y="111164"/>
                  <a:pt x="480823" y="111726"/>
                  <a:pt x="485080" y="111726"/>
                </a:cubicBezTo>
                <a:cubicBezTo>
                  <a:pt x="487281" y="111726"/>
                  <a:pt x="489517" y="111619"/>
                  <a:pt x="491790" y="111403"/>
                </a:cubicBezTo>
                <a:cubicBezTo>
                  <a:pt x="494062" y="111188"/>
                  <a:pt x="496251" y="110889"/>
                  <a:pt x="498355" y="110506"/>
                </a:cubicBezTo>
                <a:cubicBezTo>
                  <a:pt x="500460" y="110124"/>
                  <a:pt x="502446" y="109633"/>
                  <a:pt x="504311" y="109035"/>
                </a:cubicBezTo>
                <a:cubicBezTo>
                  <a:pt x="506177" y="108437"/>
                  <a:pt x="507804" y="107732"/>
                  <a:pt x="509191" y="106919"/>
                </a:cubicBezTo>
                <a:lnTo>
                  <a:pt x="507253" y="93213"/>
                </a:lnTo>
                <a:cubicBezTo>
                  <a:pt x="506344" y="93452"/>
                  <a:pt x="505256" y="93691"/>
                  <a:pt x="503988" y="93930"/>
                </a:cubicBezTo>
                <a:cubicBezTo>
                  <a:pt x="502721" y="94170"/>
                  <a:pt x="501369" y="94385"/>
                  <a:pt x="499934" y="94576"/>
                </a:cubicBezTo>
                <a:cubicBezTo>
                  <a:pt x="498451" y="94815"/>
                  <a:pt x="496908" y="95007"/>
                  <a:pt x="495306" y="95150"/>
                </a:cubicBezTo>
                <a:cubicBezTo>
                  <a:pt x="493703" y="95294"/>
                  <a:pt x="492136" y="95366"/>
                  <a:pt x="490606" y="95366"/>
                </a:cubicBezTo>
                <a:cubicBezTo>
                  <a:pt x="488501" y="95366"/>
                  <a:pt x="486599" y="95126"/>
                  <a:pt x="484901" y="94648"/>
                </a:cubicBezTo>
                <a:cubicBezTo>
                  <a:pt x="483203" y="94170"/>
                  <a:pt x="481756" y="93356"/>
                  <a:pt x="480560" y="92208"/>
                </a:cubicBezTo>
                <a:cubicBezTo>
                  <a:pt x="479364" y="91108"/>
                  <a:pt x="478443" y="89613"/>
                  <a:pt x="477797" y="87723"/>
                </a:cubicBezTo>
                <a:cubicBezTo>
                  <a:pt x="477151" y="85834"/>
                  <a:pt x="476828" y="83478"/>
                  <a:pt x="476828" y="80655"/>
                </a:cubicBezTo>
                <a:lnTo>
                  <a:pt x="476828" y="47288"/>
                </a:lnTo>
                <a:lnTo>
                  <a:pt x="505818" y="47288"/>
                </a:lnTo>
                <a:lnTo>
                  <a:pt x="505818" y="32578"/>
                </a:lnTo>
                <a:lnTo>
                  <a:pt x="476828" y="32578"/>
                </a:lnTo>
                <a:lnTo>
                  <a:pt x="476828" y="13562"/>
                </a:lnTo>
                <a:close/>
                <a:moveTo>
                  <a:pt x="620745" y="0"/>
                </a:moveTo>
                <a:lnTo>
                  <a:pt x="620745" y="16289"/>
                </a:lnTo>
                <a:lnTo>
                  <a:pt x="643994" y="16289"/>
                </a:lnTo>
                <a:lnTo>
                  <a:pt x="643994" y="94002"/>
                </a:lnTo>
                <a:lnTo>
                  <a:pt x="620745" y="94002"/>
                </a:lnTo>
                <a:lnTo>
                  <a:pt x="620745" y="110219"/>
                </a:lnTo>
                <a:lnTo>
                  <a:pt x="686403" y="110219"/>
                </a:lnTo>
                <a:lnTo>
                  <a:pt x="686403" y="94002"/>
                </a:lnTo>
                <a:lnTo>
                  <a:pt x="664158" y="94002"/>
                </a:lnTo>
                <a:lnTo>
                  <a:pt x="664158" y="0"/>
                </a:lnTo>
                <a:lnTo>
                  <a:pt x="620745" y="0"/>
                </a:lnTo>
                <a:close/>
                <a:moveTo>
                  <a:pt x="742431" y="111655"/>
                </a:moveTo>
                <a:cubicBezTo>
                  <a:pt x="749942" y="111655"/>
                  <a:pt x="756448" y="110195"/>
                  <a:pt x="761949" y="107277"/>
                </a:cubicBezTo>
                <a:cubicBezTo>
                  <a:pt x="767451" y="104359"/>
                  <a:pt x="771469" y="101106"/>
                  <a:pt x="774005" y="97518"/>
                </a:cubicBezTo>
                <a:lnTo>
                  <a:pt x="764030" y="86755"/>
                </a:lnTo>
                <a:cubicBezTo>
                  <a:pt x="761734" y="89721"/>
                  <a:pt x="758744" y="91945"/>
                  <a:pt x="755061" y="93428"/>
                </a:cubicBezTo>
                <a:cubicBezTo>
                  <a:pt x="751377" y="94911"/>
                  <a:pt x="747574" y="95653"/>
                  <a:pt x="743651" y="95653"/>
                </a:cubicBezTo>
                <a:cubicBezTo>
                  <a:pt x="740877" y="95653"/>
                  <a:pt x="738317" y="95222"/>
                  <a:pt x="735973" y="94361"/>
                </a:cubicBezTo>
                <a:cubicBezTo>
                  <a:pt x="733629" y="93500"/>
                  <a:pt x="731548" y="92280"/>
                  <a:pt x="729730" y="90701"/>
                </a:cubicBezTo>
                <a:cubicBezTo>
                  <a:pt x="727960" y="89171"/>
                  <a:pt x="726549" y="87460"/>
                  <a:pt x="725497" y="85571"/>
                </a:cubicBezTo>
                <a:cubicBezTo>
                  <a:pt x="724444" y="83681"/>
                  <a:pt x="723583" y="81182"/>
                  <a:pt x="722913" y="78072"/>
                </a:cubicBezTo>
                <a:lnTo>
                  <a:pt x="722913" y="77857"/>
                </a:lnTo>
                <a:lnTo>
                  <a:pt x="775583" y="77857"/>
                </a:lnTo>
                <a:lnTo>
                  <a:pt x="775583" y="69389"/>
                </a:lnTo>
                <a:cubicBezTo>
                  <a:pt x="775583" y="63697"/>
                  <a:pt x="774794" y="58494"/>
                  <a:pt x="773215" y="53782"/>
                </a:cubicBezTo>
                <a:cubicBezTo>
                  <a:pt x="771637" y="49070"/>
                  <a:pt x="769340" y="45040"/>
                  <a:pt x="766326" y="41691"/>
                </a:cubicBezTo>
                <a:cubicBezTo>
                  <a:pt x="763265" y="38342"/>
                  <a:pt x="759545" y="35747"/>
                  <a:pt x="755168" y="33905"/>
                </a:cubicBezTo>
                <a:cubicBezTo>
                  <a:pt x="750791" y="32064"/>
                  <a:pt x="745804" y="31143"/>
                  <a:pt x="740207" y="31143"/>
                </a:cubicBezTo>
                <a:cubicBezTo>
                  <a:pt x="734801" y="31143"/>
                  <a:pt x="729802" y="32123"/>
                  <a:pt x="725209" y="34085"/>
                </a:cubicBezTo>
                <a:cubicBezTo>
                  <a:pt x="720617" y="36046"/>
                  <a:pt x="716646" y="38797"/>
                  <a:pt x="713298" y="42337"/>
                </a:cubicBezTo>
                <a:cubicBezTo>
                  <a:pt x="709949" y="45877"/>
                  <a:pt x="707342" y="50099"/>
                  <a:pt x="705476" y="55002"/>
                </a:cubicBezTo>
                <a:cubicBezTo>
                  <a:pt x="703610" y="59905"/>
                  <a:pt x="702678" y="65323"/>
                  <a:pt x="702678" y="71255"/>
                </a:cubicBezTo>
                <a:lnTo>
                  <a:pt x="702678" y="74125"/>
                </a:lnTo>
                <a:cubicBezTo>
                  <a:pt x="702678" y="79340"/>
                  <a:pt x="703622" y="84231"/>
                  <a:pt x="705512" y="88800"/>
                </a:cubicBezTo>
                <a:cubicBezTo>
                  <a:pt x="707402" y="93368"/>
                  <a:pt x="710093" y="97327"/>
                  <a:pt x="713585" y="100676"/>
                </a:cubicBezTo>
                <a:cubicBezTo>
                  <a:pt x="717077" y="104072"/>
                  <a:pt x="721263" y="106751"/>
                  <a:pt x="726142" y="108713"/>
                </a:cubicBezTo>
                <a:cubicBezTo>
                  <a:pt x="731022" y="110674"/>
                  <a:pt x="736451" y="111655"/>
                  <a:pt x="742431" y="111655"/>
                </a:cubicBezTo>
                <a:moveTo>
                  <a:pt x="740063" y="47288"/>
                </a:moveTo>
                <a:cubicBezTo>
                  <a:pt x="742599" y="47288"/>
                  <a:pt x="744835" y="47683"/>
                  <a:pt x="746773" y="48472"/>
                </a:cubicBezTo>
                <a:cubicBezTo>
                  <a:pt x="748710" y="49261"/>
                  <a:pt x="750348" y="50326"/>
                  <a:pt x="751688" y="51665"/>
                </a:cubicBezTo>
                <a:cubicBezTo>
                  <a:pt x="753027" y="53053"/>
                  <a:pt x="754080" y="54679"/>
                  <a:pt x="754845" y="56545"/>
                </a:cubicBezTo>
                <a:cubicBezTo>
                  <a:pt x="755611" y="58411"/>
                  <a:pt x="755993" y="60396"/>
                  <a:pt x="755993" y="62501"/>
                </a:cubicBezTo>
                <a:lnTo>
                  <a:pt x="755993" y="64079"/>
                </a:lnTo>
                <a:lnTo>
                  <a:pt x="723272" y="64079"/>
                </a:lnTo>
                <a:cubicBezTo>
                  <a:pt x="723750" y="61544"/>
                  <a:pt x="724468" y="59248"/>
                  <a:pt x="725425" y="57191"/>
                </a:cubicBezTo>
                <a:cubicBezTo>
                  <a:pt x="726382" y="55134"/>
                  <a:pt x="727577" y="53364"/>
                  <a:pt x="729013" y="51881"/>
                </a:cubicBezTo>
                <a:cubicBezTo>
                  <a:pt x="730400" y="50398"/>
                  <a:pt x="732026" y="49261"/>
                  <a:pt x="733892" y="48472"/>
                </a:cubicBezTo>
                <a:cubicBezTo>
                  <a:pt x="735758" y="47683"/>
                  <a:pt x="737815" y="47288"/>
                  <a:pt x="740063" y="47288"/>
                </a:cubicBezTo>
                <a:close/>
                <a:moveTo>
                  <a:pt x="792934" y="110219"/>
                </a:moveTo>
                <a:lnTo>
                  <a:pt x="812954" y="110219"/>
                </a:lnTo>
                <a:lnTo>
                  <a:pt x="812954" y="55038"/>
                </a:lnTo>
                <a:cubicBezTo>
                  <a:pt x="813624" y="53986"/>
                  <a:pt x="814366" y="53029"/>
                  <a:pt x="815179" y="52168"/>
                </a:cubicBezTo>
                <a:cubicBezTo>
                  <a:pt x="815992" y="51307"/>
                  <a:pt x="816901" y="50565"/>
                  <a:pt x="817906" y="49943"/>
                </a:cubicBezTo>
                <a:cubicBezTo>
                  <a:pt x="819150" y="49082"/>
                  <a:pt x="820573" y="48436"/>
                  <a:pt x="822175" y="48006"/>
                </a:cubicBezTo>
                <a:cubicBezTo>
                  <a:pt x="823778" y="47575"/>
                  <a:pt x="825536" y="47360"/>
                  <a:pt x="827449" y="47360"/>
                </a:cubicBezTo>
                <a:cubicBezTo>
                  <a:pt x="829746" y="47360"/>
                  <a:pt x="831803" y="47587"/>
                  <a:pt x="833621" y="48042"/>
                </a:cubicBezTo>
                <a:cubicBezTo>
                  <a:pt x="835438" y="48496"/>
                  <a:pt x="836993" y="49297"/>
                  <a:pt x="838285" y="50445"/>
                </a:cubicBezTo>
                <a:cubicBezTo>
                  <a:pt x="839576" y="51594"/>
                  <a:pt x="840569" y="53160"/>
                  <a:pt x="841263" y="55146"/>
                </a:cubicBezTo>
                <a:cubicBezTo>
                  <a:pt x="841956" y="57131"/>
                  <a:pt x="842303" y="59654"/>
                  <a:pt x="842303" y="62716"/>
                </a:cubicBezTo>
                <a:lnTo>
                  <a:pt x="842303" y="110219"/>
                </a:lnTo>
                <a:lnTo>
                  <a:pt x="862252" y="110219"/>
                </a:lnTo>
                <a:lnTo>
                  <a:pt x="862252" y="62429"/>
                </a:lnTo>
                <a:cubicBezTo>
                  <a:pt x="862252" y="56784"/>
                  <a:pt x="861594" y="51988"/>
                  <a:pt x="860278" y="48042"/>
                </a:cubicBezTo>
                <a:cubicBezTo>
                  <a:pt x="858963" y="44095"/>
                  <a:pt x="857133" y="40854"/>
                  <a:pt x="854789" y="38318"/>
                </a:cubicBezTo>
                <a:cubicBezTo>
                  <a:pt x="852397" y="35831"/>
                  <a:pt x="849575" y="34013"/>
                  <a:pt x="846322" y="32865"/>
                </a:cubicBezTo>
                <a:cubicBezTo>
                  <a:pt x="843069" y="31717"/>
                  <a:pt x="839481" y="31143"/>
                  <a:pt x="835558" y="31143"/>
                </a:cubicBezTo>
                <a:cubicBezTo>
                  <a:pt x="832496" y="31143"/>
                  <a:pt x="829602" y="31573"/>
                  <a:pt x="826875" y="32434"/>
                </a:cubicBezTo>
                <a:cubicBezTo>
                  <a:pt x="824149" y="33295"/>
                  <a:pt x="821637" y="34539"/>
                  <a:pt x="819341" y="36166"/>
                </a:cubicBezTo>
                <a:cubicBezTo>
                  <a:pt x="818001" y="37123"/>
                  <a:pt x="816734" y="38199"/>
                  <a:pt x="815538" y="39395"/>
                </a:cubicBezTo>
                <a:cubicBezTo>
                  <a:pt x="814342" y="40591"/>
                  <a:pt x="813241" y="41906"/>
                  <a:pt x="812237" y="43341"/>
                </a:cubicBezTo>
                <a:lnTo>
                  <a:pt x="811017" y="32578"/>
                </a:lnTo>
                <a:lnTo>
                  <a:pt x="792934" y="32578"/>
                </a:lnTo>
                <a:lnTo>
                  <a:pt x="792934" y="110219"/>
                </a:lnTo>
                <a:close/>
                <a:moveTo>
                  <a:pt x="905077" y="39395"/>
                </a:moveTo>
                <a:cubicBezTo>
                  <a:pt x="905077" y="43078"/>
                  <a:pt x="906320" y="46164"/>
                  <a:pt x="908808" y="48652"/>
                </a:cubicBezTo>
                <a:cubicBezTo>
                  <a:pt x="911296" y="51139"/>
                  <a:pt x="914668" y="52383"/>
                  <a:pt x="918926" y="52383"/>
                </a:cubicBezTo>
                <a:cubicBezTo>
                  <a:pt x="923136" y="52383"/>
                  <a:pt x="926496" y="51151"/>
                  <a:pt x="929008" y="48687"/>
                </a:cubicBezTo>
                <a:cubicBezTo>
                  <a:pt x="931519" y="46224"/>
                  <a:pt x="932775" y="43126"/>
                  <a:pt x="932775" y="39395"/>
                </a:cubicBezTo>
                <a:cubicBezTo>
                  <a:pt x="932775" y="35663"/>
                  <a:pt x="931543" y="32530"/>
                  <a:pt x="929079" y="29995"/>
                </a:cubicBezTo>
                <a:cubicBezTo>
                  <a:pt x="926616" y="27459"/>
                  <a:pt x="923231" y="26191"/>
                  <a:pt x="918926" y="26191"/>
                </a:cubicBezTo>
                <a:cubicBezTo>
                  <a:pt x="914573" y="26191"/>
                  <a:pt x="911176" y="27471"/>
                  <a:pt x="908736" y="30030"/>
                </a:cubicBezTo>
                <a:cubicBezTo>
                  <a:pt x="906296" y="32590"/>
                  <a:pt x="905077" y="35711"/>
                  <a:pt x="905077" y="39395"/>
                </a:cubicBezTo>
                <a:moveTo>
                  <a:pt x="927393" y="108641"/>
                </a:moveTo>
                <a:lnTo>
                  <a:pt x="927465" y="92782"/>
                </a:lnTo>
                <a:lnTo>
                  <a:pt x="908736" y="92782"/>
                </a:lnTo>
                <a:lnTo>
                  <a:pt x="908736" y="109574"/>
                </a:lnTo>
                <a:cubicBezTo>
                  <a:pt x="908736" y="114836"/>
                  <a:pt x="908114" y="119345"/>
                  <a:pt x="906871" y="123100"/>
                </a:cubicBezTo>
                <a:cubicBezTo>
                  <a:pt x="905627" y="126855"/>
                  <a:pt x="904096" y="130455"/>
                  <a:pt x="902278" y="133899"/>
                </a:cubicBezTo>
                <a:lnTo>
                  <a:pt x="912826" y="139353"/>
                </a:lnTo>
                <a:cubicBezTo>
                  <a:pt x="917132" y="135526"/>
                  <a:pt x="920636" y="130814"/>
                  <a:pt x="923339" y="125217"/>
                </a:cubicBezTo>
                <a:cubicBezTo>
                  <a:pt x="926042" y="119620"/>
                  <a:pt x="927393" y="114094"/>
                  <a:pt x="927393" y="108641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uchar*s;">
            <a:extLst xmlns:a="http://schemas.openxmlformats.org/drawingml/2006/main">
              <a:ext uri="{FF2B5EF4-FFF2-40B4-BE49-F238E27FC236}">
                <a16:creationId xmlns:a16="http://schemas.microsoft.com/office/drawing/2014/main" id="{A62B83DD-8D8C-40CB-BB20-5D17C09E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8" y="1235239"/>
            <a:ext cx="756424" cy="139353"/>
          </a:xfrm>
          <a:custGeom xmlns:a="http://schemas.openxmlformats.org/drawingml/2006/main">
            <a:pathLst>
              <a:path w="756424" h="139353">
                <a:moveTo>
                  <a:pt x="50015" y="110219"/>
                </a:moveTo>
                <a:lnTo>
                  <a:pt x="68098" y="110219"/>
                </a:lnTo>
                <a:lnTo>
                  <a:pt x="68098" y="32578"/>
                </a:lnTo>
                <a:lnTo>
                  <a:pt x="48077" y="32578"/>
                </a:lnTo>
                <a:lnTo>
                  <a:pt x="48077" y="87042"/>
                </a:lnTo>
                <a:cubicBezTo>
                  <a:pt x="47456" y="88286"/>
                  <a:pt x="46714" y="89410"/>
                  <a:pt x="45853" y="90414"/>
                </a:cubicBezTo>
                <a:cubicBezTo>
                  <a:pt x="44992" y="91419"/>
                  <a:pt x="44011" y="92280"/>
                  <a:pt x="42911" y="92998"/>
                </a:cubicBezTo>
                <a:cubicBezTo>
                  <a:pt x="41619" y="93811"/>
                  <a:pt x="40124" y="94433"/>
                  <a:pt x="38426" y="94863"/>
                </a:cubicBezTo>
                <a:cubicBezTo>
                  <a:pt x="36728" y="95294"/>
                  <a:pt x="34826" y="95509"/>
                  <a:pt x="32721" y="95509"/>
                </a:cubicBezTo>
                <a:cubicBezTo>
                  <a:pt x="30377" y="95509"/>
                  <a:pt x="28392" y="95222"/>
                  <a:pt x="26766" y="94648"/>
                </a:cubicBezTo>
                <a:cubicBezTo>
                  <a:pt x="25139" y="94074"/>
                  <a:pt x="23823" y="93117"/>
                  <a:pt x="22819" y="91778"/>
                </a:cubicBezTo>
                <a:cubicBezTo>
                  <a:pt x="21814" y="90486"/>
                  <a:pt x="21085" y="88764"/>
                  <a:pt x="20630" y="86611"/>
                </a:cubicBezTo>
                <a:cubicBezTo>
                  <a:pt x="20176" y="84458"/>
                  <a:pt x="19949" y="81803"/>
                  <a:pt x="19949" y="78646"/>
                </a:cubicBezTo>
                <a:lnTo>
                  <a:pt x="19949" y="32578"/>
                </a:lnTo>
                <a:lnTo>
                  <a:pt x="0" y="32578"/>
                </a:lnTo>
                <a:lnTo>
                  <a:pt x="0" y="78503"/>
                </a:lnTo>
                <a:cubicBezTo>
                  <a:pt x="0" y="84387"/>
                  <a:pt x="658" y="89422"/>
                  <a:pt x="1973" y="93608"/>
                </a:cubicBezTo>
                <a:cubicBezTo>
                  <a:pt x="3289" y="97793"/>
                  <a:pt x="5143" y="101226"/>
                  <a:pt x="7535" y="103905"/>
                </a:cubicBezTo>
                <a:cubicBezTo>
                  <a:pt x="9926" y="106632"/>
                  <a:pt x="12797" y="108617"/>
                  <a:pt x="16145" y="109861"/>
                </a:cubicBezTo>
                <a:cubicBezTo>
                  <a:pt x="19494" y="111104"/>
                  <a:pt x="23178" y="111726"/>
                  <a:pt x="27196" y="111726"/>
                </a:cubicBezTo>
                <a:cubicBezTo>
                  <a:pt x="31597" y="111726"/>
                  <a:pt x="35651" y="110626"/>
                  <a:pt x="39359" y="108425"/>
                </a:cubicBezTo>
                <a:cubicBezTo>
                  <a:pt x="43066" y="106225"/>
                  <a:pt x="46236" y="103187"/>
                  <a:pt x="48867" y="99312"/>
                </a:cubicBezTo>
                <a:lnTo>
                  <a:pt x="50015" y="110219"/>
                </a:lnTo>
                <a:close/>
                <a:moveTo>
                  <a:pt x="121902" y="95724"/>
                </a:moveTo>
                <a:cubicBezTo>
                  <a:pt x="118696" y="95724"/>
                  <a:pt x="116053" y="95079"/>
                  <a:pt x="113972" y="93787"/>
                </a:cubicBezTo>
                <a:cubicBezTo>
                  <a:pt x="111891" y="92495"/>
                  <a:pt x="110253" y="90773"/>
                  <a:pt x="109057" y="88620"/>
                </a:cubicBezTo>
                <a:cubicBezTo>
                  <a:pt x="107813" y="86516"/>
                  <a:pt x="106952" y="84064"/>
                  <a:pt x="106474" y="81265"/>
                </a:cubicBezTo>
                <a:cubicBezTo>
                  <a:pt x="105995" y="78467"/>
                  <a:pt x="105756" y="75561"/>
                  <a:pt x="105756" y="72547"/>
                </a:cubicBezTo>
                <a:lnTo>
                  <a:pt x="105756" y="70394"/>
                </a:lnTo>
                <a:cubicBezTo>
                  <a:pt x="105756" y="67428"/>
                  <a:pt x="106007" y="64558"/>
                  <a:pt x="106510" y="61783"/>
                </a:cubicBezTo>
                <a:cubicBezTo>
                  <a:pt x="107012" y="59009"/>
                  <a:pt x="107885" y="56545"/>
                  <a:pt x="109129" y="54392"/>
                </a:cubicBezTo>
                <a:cubicBezTo>
                  <a:pt x="110325" y="52239"/>
                  <a:pt x="111951" y="50517"/>
                  <a:pt x="114008" y="49226"/>
                </a:cubicBezTo>
                <a:cubicBezTo>
                  <a:pt x="116065" y="47934"/>
                  <a:pt x="118672" y="47288"/>
                  <a:pt x="121830" y="47288"/>
                </a:cubicBezTo>
                <a:cubicBezTo>
                  <a:pt x="123982" y="47288"/>
                  <a:pt x="125968" y="47659"/>
                  <a:pt x="127786" y="48400"/>
                </a:cubicBezTo>
                <a:cubicBezTo>
                  <a:pt x="129603" y="49142"/>
                  <a:pt x="131158" y="50135"/>
                  <a:pt x="132450" y="51378"/>
                </a:cubicBezTo>
                <a:cubicBezTo>
                  <a:pt x="133742" y="52622"/>
                  <a:pt x="134722" y="54105"/>
                  <a:pt x="135392" y="55827"/>
                </a:cubicBezTo>
                <a:cubicBezTo>
                  <a:pt x="136062" y="57549"/>
                  <a:pt x="136349" y="59367"/>
                  <a:pt x="136253" y="61281"/>
                </a:cubicBezTo>
                <a:lnTo>
                  <a:pt x="155053" y="61281"/>
                </a:lnTo>
                <a:cubicBezTo>
                  <a:pt x="155149" y="56688"/>
                  <a:pt x="154384" y="52538"/>
                  <a:pt x="152757" y="48831"/>
                </a:cubicBezTo>
                <a:cubicBezTo>
                  <a:pt x="151131" y="45123"/>
                  <a:pt x="148858" y="41954"/>
                  <a:pt x="145940" y="39323"/>
                </a:cubicBezTo>
                <a:cubicBezTo>
                  <a:pt x="142974" y="36740"/>
                  <a:pt x="139458" y="34731"/>
                  <a:pt x="135392" y="33295"/>
                </a:cubicBezTo>
                <a:cubicBezTo>
                  <a:pt x="131326" y="31860"/>
                  <a:pt x="126901" y="31143"/>
                  <a:pt x="122117" y="31143"/>
                </a:cubicBezTo>
                <a:cubicBezTo>
                  <a:pt x="116137" y="31143"/>
                  <a:pt x="110887" y="32171"/>
                  <a:pt x="106366" y="34228"/>
                </a:cubicBezTo>
                <a:cubicBezTo>
                  <a:pt x="101845" y="36285"/>
                  <a:pt x="98054" y="39084"/>
                  <a:pt x="94992" y="42624"/>
                </a:cubicBezTo>
                <a:cubicBezTo>
                  <a:pt x="91931" y="46164"/>
                  <a:pt x="89635" y="50314"/>
                  <a:pt x="88104" y="55074"/>
                </a:cubicBezTo>
                <a:cubicBezTo>
                  <a:pt x="86573" y="59834"/>
                  <a:pt x="85808" y="64940"/>
                  <a:pt x="85808" y="70394"/>
                </a:cubicBezTo>
                <a:lnTo>
                  <a:pt x="85808" y="72547"/>
                </a:lnTo>
                <a:cubicBezTo>
                  <a:pt x="85808" y="78000"/>
                  <a:pt x="86585" y="83107"/>
                  <a:pt x="88140" y="87867"/>
                </a:cubicBezTo>
                <a:cubicBezTo>
                  <a:pt x="89694" y="92627"/>
                  <a:pt x="92003" y="96777"/>
                  <a:pt x="95064" y="100317"/>
                </a:cubicBezTo>
                <a:cubicBezTo>
                  <a:pt x="98078" y="103857"/>
                  <a:pt x="101857" y="106644"/>
                  <a:pt x="106402" y="108677"/>
                </a:cubicBezTo>
                <a:cubicBezTo>
                  <a:pt x="110947" y="110710"/>
                  <a:pt x="116233" y="111726"/>
                  <a:pt x="122260" y="111726"/>
                </a:cubicBezTo>
                <a:cubicBezTo>
                  <a:pt x="126709" y="111726"/>
                  <a:pt x="130931" y="111021"/>
                  <a:pt x="134926" y="109609"/>
                </a:cubicBezTo>
                <a:cubicBezTo>
                  <a:pt x="138920" y="108198"/>
                  <a:pt x="142424" y="106249"/>
                  <a:pt x="145438" y="103761"/>
                </a:cubicBezTo>
                <a:cubicBezTo>
                  <a:pt x="148452" y="101274"/>
                  <a:pt x="150832" y="98308"/>
                  <a:pt x="152578" y="94863"/>
                </a:cubicBezTo>
                <a:cubicBezTo>
                  <a:pt x="154324" y="91419"/>
                  <a:pt x="155149" y="87688"/>
                  <a:pt x="155053" y="83669"/>
                </a:cubicBezTo>
                <a:lnTo>
                  <a:pt x="136253" y="83669"/>
                </a:lnTo>
                <a:cubicBezTo>
                  <a:pt x="136349" y="85487"/>
                  <a:pt x="136026" y="87137"/>
                  <a:pt x="135284" y="88620"/>
                </a:cubicBezTo>
                <a:cubicBezTo>
                  <a:pt x="134543" y="90103"/>
                  <a:pt x="133502" y="91371"/>
                  <a:pt x="132163" y="92424"/>
                </a:cubicBezTo>
                <a:cubicBezTo>
                  <a:pt x="130823" y="93476"/>
                  <a:pt x="129269" y="94289"/>
                  <a:pt x="127499" y="94863"/>
                </a:cubicBezTo>
                <a:cubicBezTo>
                  <a:pt x="125729" y="95437"/>
                  <a:pt x="123863" y="95724"/>
                  <a:pt x="121902" y="95724"/>
                </a:cubicBezTo>
                <a:close/>
                <a:moveTo>
                  <a:pt x="195654" y="43270"/>
                </a:moveTo>
                <a:lnTo>
                  <a:pt x="195654" y="0"/>
                </a:lnTo>
                <a:lnTo>
                  <a:pt x="175705" y="0"/>
                </a:lnTo>
                <a:lnTo>
                  <a:pt x="175705" y="110219"/>
                </a:lnTo>
                <a:lnTo>
                  <a:pt x="195654" y="110219"/>
                </a:lnTo>
                <a:lnTo>
                  <a:pt x="195654" y="54177"/>
                </a:lnTo>
                <a:cubicBezTo>
                  <a:pt x="196419" y="53172"/>
                  <a:pt x="197268" y="52263"/>
                  <a:pt x="198201" y="51450"/>
                </a:cubicBezTo>
                <a:cubicBezTo>
                  <a:pt x="199134" y="50637"/>
                  <a:pt x="200175" y="49943"/>
                  <a:pt x="201323" y="49369"/>
                </a:cubicBezTo>
                <a:cubicBezTo>
                  <a:pt x="202566" y="48699"/>
                  <a:pt x="203954" y="48197"/>
                  <a:pt x="205485" y="47862"/>
                </a:cubicBezTo>
                <a:cubicBezTo>
                  <a:pt x="207015" y="47527"/>
                  <a:pt x="208666" y="47360"/>
                  <a:pt x="210436" y="47360"/>
                </a:cubicBezTo>
                <a:cubicBezTo>
                  <a:pt x="212732" y="47360"/>
                  <a:pt x="214789" y="47659"/>
                  <a:pt x="216607" y="48257"/>
                </a:cubicBezTo>
                <a:cubicBezTo>
                  <a:pt x="218425" y="48855"/>
                  <a:pt x="219980" y="49776"/>
                  <a:pt x="221271" y="51020"/>
                </a:cubicBezTo>
                <a:cubicBezTo>
                  <a:pt x="222563" y="52263"/>
                  <a:pt x="223556" y="53890"/>
                  <a:pt x="224249" y="55899"/>
                </a:cubicBezTo>
                <a:cubicBezTo>
                  <a:pt x="224943" y="57908"/>
                  <a:pt x="225290" y="60300"/>
                  <a:pt x="225290" y="63075"/>
                </a:cubicBezTo>
                <a:lnTo>
                  <a:pt x="225290" y="110219"/>
                </a:lnTo>
                <a:lnTo>
                  <a:pt x="245238" y="110219"/>
                </a:lnTo>
                <a:lnTo>
                  <a:pt x="245238" y="63218"/>
                </a:lnTo>
                <a:cubicBezTo>
                  <a:pt x="245238" y="57526"/>
                  <a:pt x="244557" y="52658"/>
                  <a:pt x="243193" y="48616"/>
                </a:cubicBezTo>
                <a:cubicBezTo>
                  <a:pt x="241830" y="44573"/>
                  <a:pt x="239928" y="41261"/>
                  <a:pt x="237488" y="38677"/>
                </a:cubicBezTo>
                <a:cubicBezTo>
                  <a:pt x="235049" y="36094"/>
                  <a:pt x="232131" y="34192"/>
                  <a:pt x="228734" y="32973"/>
                </a:cubicBezTo>
                <a:cubicBezTo>
                  <a:pt x="225338" y="31753"/>
                  <a:pt x="221606" y="31143"/>
                  <a:pt x="217540" y="31143"/>
                </a:cubicBezTo>
                <a:cubicBezTo>
                  <a:pt x="214765" y="31143"/>
                  <a:pt x="212134" y="31549"/>
                  <a:pt x="209647" y="32363"/>
                </a:cubicBezTo>
                <a:cubicBezTo>
                  <a:pt x="207159" y="33176"/>
                  <a:pt x="204887" y="34324"/>
                  <a:pt x="202830" y="35807"/>
                </a:cubicBezTo>
                <a:cubicBezTo>
                  <a:pt x="201490" y="36764"/>
                  <a:pt x="200210" y="37876"/>
                  <a:pt x="198991" y="39144"/>
                </a:cubicBezTo>
                <a:cubicBezTo>
                  <a:pt x="197771" y="40411"/>
                  <a:pt x="196658" y="41787"/>
                  <a:pt x="195654" y="43270"/>
                </a:cubicBezTo>
                <a:close/>
                <a:moveTo>
                  <a:pt x="312389" y="110219"/>
                </a:moveTo>
                <a:lnTo>
                  <a:pt x="332624" y="110219"/>
                </a:lnTo>
                <a:lnTo>
                  <a:pt x="332624" y="109000"/>
                </a:lnTo>
                <a:cubicBezTo>
                  <a:pt x="331620" y="107038"/>
                  <a:pt x="330854" y="104694"/>
                  <a:pt x="330328" y="101967"/>
                </a:cubicBezTo>
                <a:cubicBezTo>
                  <a:pt x="329802" y="99241"/>
                  <a:pt x="329539" y="95796"/>
                  <a:pt x="329539" y="91634"/>
                </a:cubicBezTo>
                <a:lnTo>
                  <a:pt x="329539" y="58339"/>
                </a:lnTo>
                <a:cubicBezTo>
                  <a:pt x="329539" y="53842"/>
                  <a:pt x="328702" y="49883"/>
                  <a:pt x="327027" y="46463"/>
                </a:cubicBezTo>
                <a:cubicBezTo>
                  <a:pt x="325353" y="43042"/>
                  <a:pt x="323033" y="40208"/>
                  <a:pt x="320067" y="37960"/>
                </a:cubicBezTo>
                <a:cubicBezTo>
                  <a:pt x="317101" y="35711"/>
                  <a:pt x="313597" y="34013"/>
                  <a:pt x="309554" y="32865"/>
                </a:cubicBezTo>
                <a:cubicBezTo>
                  <a:pt x="305512" y="31717"/>
                  <a:pt x="301147" y="31143"/>
                  <a:pt x="296459" y="31143"/>
                </a:cubicBezTo>
                <a:cubicBezTo>
                  <a:pt x="291244" y="31143"/>
                  <a:pt x="286616" y="31800"/>
                  <a:pt x="282574" y="33116"/>
                </a:cubicBezTo>
                <a:cubicBezTo>
                  <a:pt x="278531" y="34432"/>
                  <a:pt x="275123" y="36214"/>
                  <a:pt x="272348" y="38462"/>
                </a:cubicBezTo>
                <a:cubicBezTo>
                  <a:pt x="269526" y="40710"/>
                  <a:pt x="267385" y="43318"/>
                  <a:pt x="265926" y="46284"/>
                </a:cubicBezTo>
                <a:cubicBezTo>
                  <a:pt x="264467" y="49250"/>
                  <a:pt x="263737" y="52383"/>
                  <a:pt x="263737" y="55684"/>
                </a:cubicBezTo>
                <a:lnTo>
                  <a:pt x="283686" y="55684"/>
                </a:lnTo>
                <a:cubicBezTo>
                  <a:pt x="283686" y="54296"/>
                  <a:pt x="283889" y="53029"/>
                  <a:pt x="284296" y="51881"/>
                </a:cubicBezTo>
                <a:cubicBezTo>
                  <a:pt x="284702" y="50733"/>
                  <a:pt x="285336" y="49752"/>
                  <a:pt x="286197" y="48939"/>
                </a:cubicBezTo>
                <a:cubicBezTo>
                  <a:pt x="287154" y="48030"/>
                  <a:pt x="288398" y="47324"/>
                  <a:pt x="289929" y="46822"/>
                </a:cubicBezTo>
                <a:cubicBezTo>
                  <a:pt x="291460" y="46319"/>
                  <a:pt x="293277" y="46068"/>
                  <a:pt x="295382" y="46068"/>
                </a:cubicBezTo>
                <a:cubicBezTo>
                  <a:pt x="297774" y="46068"/>
                  <a:pt x="299867" y="46367"/>
                  <a:pt x="301661" y="46965"/>
                </a:cubicBezTo>
                <a:cubicBezTo>
                  <a:pt x="303455" y="47563"/>
                  <a:pt x="304950" y="48412"/>
                  <a:pt x="306146" y="49513"/>
                </a:cubicBezTo>
                <a:cubicBezTo>
                  <a:pt x="307294" y="50565"/>
                  <a:pt x="308155" y="51821"/>
                  <a:pt x="308729" y="53280"/>
                </a:cubicBezTo>
                <a:cubicBezTo>
                  <a:pt x="309303" y="54739"/>
                  <a:pt x="309590" y="56377"/>
                  <a:pt x="309590" y="58195"/>
                </a:cubicBezTo>
                <a:lnTo>
                  <a:pt x="309590" y="62788"/>
                </a:lnTo>
                <a:lnTo>
                  <a:pt x="298468" y="62788"/>
                </a:lnTo>
                <a:cubicBezTo>
                  <a:pt x="292727" y="62788"/>
                  <a:pt x="287644" y="63302"/>
                  <a:pt x="283219" y="64331"/>
                </a:cubicBezTo>
                <a:cubicBezTo>
                  <a:pt x="278794" y="65359"/>
                  <a:pt x="275075" y="66854"/>
                  <a:pt x="272061" y="68815"/>
                </a:cubicBezTo>
                <a:cubicBezTo>
                  <a:pt x="268712" y="70968"/>
                  <a:pt x="266201" y="73707"/>
                  <a:pt x="264527" y="77032"/>
                </a:cubicBezTo>
                <a:cubicBezTo>
                  <a:pt x="262852" y="80356"/>
                  <a:pt x="262015" y="84171"/>
                  <a:pt x="262015" y="88477"/>
                </a:cubicBezTo>
                <a:cubicBezTo>
                  <a:pt x="262015" y="91826"/>
                  <a:pt x="262685" y="94923"/>
                  <a:pt x="264024" y="97770"/>
                </a:cubicBezTo>
                <a:cubicBezTo>
                  <a:pt x="265364" y="100616"/>
                  <a:pt x="267229" y="103068"/>
                  <a:pt x="269621" y="105125"/>
                </a:cubicBezTo>
                <a:cubicBezTo>
                  <a:pt x="272013" y="107182"/>
                  <a:pt x="274872" y="108784"/>
                  <a:pt x="278196" y="109932"/>
                </a:cubicBezTo>
                <a:cubicBezTo>
                  <a:pt x="281521" y="111081"/>
                  <a:pt x="285169" y="111655"/>
                  <a:pt x="289139" y="111655"/>
                </a:cubicBezTo>
                <a:cubicBezTo>
                  <a:pt x="291579" y="111655"/>
                  <a:pt x="293852" y="111427"/>
                  <a:pt x="295956" y="110973"/>
                </a:cubicBezTo>
                <a:cubicBezTo>
                  <a:pt x="298061" y="110518"/>
                  <a:pt x="299999" y="109885"/>
                  <a:pt x="301769" y="109071"/>
                </a:cubicBezTo>
                <a:cubicBezTo>
                  <a:pt x="303491" y="108306"/>
                  <a:pt x="305070" y="107397"/>
                  <a:pt x="306505" y="106345"/>
                </a:cubicBezTo>
                <a:cubicBezTo>
                  <a:pt x="307940" y="105292"/>
                  <a:pt x="309208" y="104168"/>
                  <a:pt x="310308" y="102972"/>
                </a:cubicBezTo>
                <a:cubicBezTo>
                  <a:pt x="310547" y="104359"/>
                  <a:pt x="310834" y="105675"/>
                  <a:pt x="311169" y="106919"/>
                </a:cubicBezTo>
                <a:cubicBezTo>
                  <a:pt x="311504" y="108162"/>
                  <a:pt x="311910" y="109263"/>
                  <a:pt x="312389" y="110219"/>
                </a:cubicBezTo>
                <a:moveTo>
                  <a:pt x="293373" y="96227"/>
                </a:moveTo>
                <a:cubicBezTo>
                  <a:pt x="291507" y="96227"/>
                  <a:pt x="289869" y="95999"/>
                  <a:pt x="288458" y="95545"/>
                </a:cubicBezTo>
                <a:cubicBezTo>
                  <a:pt x="287047" y="95091"/>
                  <a:pt x="285863" y="94481"/>
                  <a:pt x="284906" y="93715"/>
                </a:cubicBezTo>
                <a:cubicBezTo>
                  <a:pt x="283949" y="92902"/>
                  <a:pt x="283219" y="91909"/>
                  <a:pt x="282717" y="90737"/>
                </a:cubicBezTo>
                <a:cubicBezTo>
                  <a:pt x="282215" y="89565"/>
                  <a:pt x="281964" y="88286"/>
                  <a:pt x="281964" y="86898"/>
                </a:cubicBezTo>
                <a:cubicBezTo>
                  <a:pt x="281964" y="85128"/>
                  <a:pt x="282299" y="83490"/>
                  <a:pt x="282968" y="81983"/>
                </a:cubicBezTo>
                <a:cubicBezTo>
                  <a:pt x="283638" y="80476"/>
                  <a:pt x="284667" y="79172"/>
                  <a:pt x="286054" y="78072"/>
                </a:cubicBezTo>
                <a:cubicBezTo>
                  <a:pt x="287441" y="77020"/>
                  <a:pt x="289235" y="76194"/>
                  <a:pt x="291436" y="75596"/>
                </a:cubicBezTo>
                <a:cubicBezTo>
                  <a:pt x="293636" y="74998"/>
                  <a:pt x="296291" y="74699"/>
                  <a:pt x="299401" y="74699"/>
                </a:cubicBezTo>
                <a:lnTo>
                  <a:pt x="309590" y="74699"/>
                </a:lnTo>
                <a:lnTo>
                  <a:pt x="309590" y="88046"/>
                </a:lnTo>
                <a:cubicBezTo>
                  <a:pt x="309016" y="89051"/>
                  <a:pt x="308227" y="90044"/>
                  <a:pt x="307222" y="91024"/>
                </a:cubicBezTo>
                <a:cubicBezTo>
                  <a:pt x="306218" y="92005"/>
                  <a:pt x="305022" y="92878"/>
                  <a:pt x="303634" y="93643"/>
                </a:cubicBezTo>
                <a:cubicBezTo>
                  <a:pt x="302247" y="94409"/>
                  <a:pt x="300692" y="95031"/>
                  <a:pt x="298970" y="95509"/>
                </a:cubicBezTo>
                <a:cubicBezTo>
                  <a:pt x="297248" y="95988"/>
                  <a:pt x="295382" y="96227"/>
                  <a:pt x="293373" y="96227"/>
                </a:cubicBezTo>
                <a:close/>
                <a:moveTo>
                  <a:pt x="407812" y="31143"/>
                </a:moveTo>
                <a:cubicBezTo>
                  <a:pt x="402598" y="31143"/>
                  <a:pt x="397790" y="32398"/>
                  <a:pt x="393389" y="34910"/>
                </a:cubicBezTo>
                <a:cubicBezTo>
                  <a:pt x="388988" y="37422"/>
                  <a:pt x="385208" y="40878"/>
                  <a:pt x="382051" y="45279"/>
                </a:cubicBezTo>
                <a:lnTo>
                  <a:pt x="381908" y="43557"/>
                </a:lnTo>
                <a:lnTo>
                  <a:pt x="381118" y="32578"/>
                </a:lnTo>
                <a:lnTo>
                  <a:pt x="362533" y="32578"/>
                </a:lnTo>
                <a:lnTo>
                  <a:pt x="362533" y="110219"/>
                </a:lnTo>
                <a:lnTo>
                  <a:pt x="382482" y="110219"/>
                </a:lnTo>
                <a:lnTo>
                  <a:pt x="382482" y="63577"/>
                </a:lnTo>
                <a:cubicBezTo>
                  <a:pt x="383390" y="61377"/>
                  <a:pt x="384539" y="59463"/>
                  <a:pt x="385926" y="57836"/>
                </a:cubicBezTo>
                <a:cubicBezTo>
                  <a:pt x="387313" y="56210"/>
                  <a:pt x="388988" y="54871"/>
                  <a:pt x="390949" y="53818"/>
                </a:cubicBezTo>
                <a:cubicBezTo>
                  <a:pt x="392575" y="52909"/>
                  <a:pt x="394429" y="52227"/>
                  <a:pt x="396510" y="51773"/>
                </a:cubicBezTo>
                <a:cubicBezTo>
                  <a:pt x="398591" y="51319"/>
                  <a:pt x="400923" y="51091"/>
                  <a:pt x="403506" y="51091"/>
                </a:cubicBezTo>
                <a:cubicBezTo>
                  <a:pt x="405994" y="51091"/>
                  <a:pt x="408613" y="51247"/>
                  <a:pt x="411364" y="51558"/>
                </a:cubicBezTo>
                <a:cubicBezTo>
                  <a:pt x="414115" y="51869"/>
                  <a:pt x="416806" y="52335"/>
                  <a:pt x="419437" y="52957"/>
                </a:cubicBezTo>
                <a:lnTo>
                  <a:pt x="422379" y="33080"/>
                </a:lnTo>
                <a:cubicBezTo>
                  <a:pt x="420800" y="32602"/>
                  <a:pt x="418731" y="32159"/>
                  <a:pt x="416172" y="31753"/>
                </a:cubicBezTo>
                <a:cubicBezTo>
                  <a:pt x="413612" y="31346"/>
                  <a:pt x="410826" y="31143"/>
                  <a:pt x="407812" y="31143"/>
                </a:cubicBezTo>
                <a:close/>
                <a:moveTo>
                  <a:pt x="557469" y="46355"/>
                </a:moveTo>
                <a:lnTo>
                  <a:pt x="537521" y="69820"/>
                </a:lnTo>
                <a:lnTo>
                  <a:pt x="550365" y="78646"/>
                </a:lnTo>
                <a:lnTo>
                  <a:pt x="565506" y="52742"/>
                </a:lnTo>
                <a:lnTo>
                  <a:pt x="580647" y="79435"/>
                </a:lnTo>
                <a:lnTo>
                  <a:pt x="593420" y="70179"/>
                </a:lnTo>
                <a:lnTo>
                  <a:pt x="574189" y="47001"/>
                </a:lnTo>
                <a:lnTo>
                  <a:pt x="602748" y="40471"/>
                </a:lnTo>
                <a:lnTo>
                  <a:pt x="598012" y="25474"/>
                </a:lnTo>
                <a:lnTo>
                  <a:pt x="571318" y="37170"/>
                </a:lnTo>
                <a:lnTo>
                  <a:pt x="574117" y="5741"/>
                </a:lnTo>
                <a:lnTo>
                  <a:pt x="558402" y="5741"/>
                </a:lnTo>
                <a:lnTo>
                  <a:pt x="560985" y="36668"/>
                </a:lnTo>
                <a:lnTo>
                  <a:pt x="534076" y="24756"/>
                </a:lnTo>
                <a:lnTo>
                  <a:pt x="529340" y="39467"/>
                </a:lnTo>
                <a:lnTo>
                  <a:pt x="557469" y="46355"/>
                </a:lnTo>
                <a:close/>
                <a:moveTo>
                  <a:pt x="666670" y="88907"/>
                </a:moveTo>
                <a:cubicBezTo>
                  <a:pt x="666670" y="90103"/>
                  <a:pt x="666371" y="91204"/>
                  <a:pt x="665773" y="92208"/>
                </a:cubicBezTo>
                <a:cubicBezTo>
                  <a:pt x="665175" y="93213"/>
                  <a:pt x="664278" y="94098"/>
                  <a:pt x="663082" y="94863"/>
                </a:cubicBezTo>
                <a:cubicBezTo>
                  <a:pt x="661838" y="95629"/>
                  <a:pt x="660247" y="96239"/>
                  <a:pt x="658310" y="96693"/>
                </a:cubicBezTo>
                <a:cubicBezTo>
                  <a:pt x="656373" y="97148"/>
                  <a:pt x="654112" y="97375"/>
                  <a:pt x="651529" y="97375"/>
                </a:cubicBezTo>
                <a:cubicBezTo>
                  <a:pt x="649376" y="97375"/>
                  <a:pt x="647283" y="97160"/>
                  <a:pt x="645250" y="96729"/>
                </a:cubicBezTo>
                <a:cubicBezTo>
                  <a:pt x="643217" y="96298"/>
                  <a:pt x="641411" y="95605"/>
                  <a:pt x="639832" y="94648"/>
                </a:cubicBezTo>
                <a:cubicBezTo>
                  <a:pt x="638254" y="93739"/>
                  <a:pt x="636962" y="92531"/>
                  <a:pt x="635958" y="91024"/>
                </a:cubicBezTo>
                <a:cubicBezTo>
                  <a:pt x="634953" y="89517"/>
                  <a:pt x="634379" y="87712"/>
                  <a:pt x="634235" y="85607"/>
                </a:cubicBezTo>
                <a:lnTo>
                  <a:pt x="615220" y="85607"/>
                </a:lnTo>
                <a:cubicBezTo>
                  <a:pt x="615220" y="88764"/>
                  <a:pt x="615997" y="91909"/>
                  <a:pt x="617552" y="95043"/>
                </a:cubicBezTo>
                <a:cubicBezTo>
                  <a:pt x="619107" y="98176"/>
                  <a:pt x="621391" y="100963"/>
                  <a:pt x="624405" y="103402"/>
                </a:cubicBezTo>
                <a:cubicBezTo>
                  <a:pt x="627418" y="105890"/>
                  <a:pt x="631162" y="107899"/>
                  <a:pt x="635635" y="109430"/>
                </a:cubicBezTo>
                <a:cubicBezTo>
                  <a:pt x="640108" y="110961"/>
                  <a:pt x="645262" y="111726"/>
                  <a:pt x="651098" y="111726"/>
                </a:cubicBezTo>
                <a:cubicBezTo>
                  <a:pt x="656408" y="111726"/>
                  <a:pt x="661216" y="111140"/>
                  <a:pt x="665522" y="109968"/>
                </a:cubicBezTo>
                <a:cubicBezTo>
                  <a:pt x="669827" y="108796"/>
                  <a:pt x="673511" y="107158"/>
                  <a:pt x="676572" y="105053"/>
                </a:cubicBezTo>
                <a:cubicBezTo>
                  <a:pt x="679586" y="102948"/>
                  <a:pt x="681918" y="100448"/>
                  <a:pt x="683569" y="97554"/>
                </a:cubicBezTo>
                <a:cubicBezTo>
                  <a:pt x="685219" y="94660"/>
                  <a:pt x="686044" y="91491"/>
                  <a:pt x="686044" y="88046"/>
                </a:cubicBezTo>
                <a:cubicBezTo>
                  <a:pt x="686044" y="84315"/>
                  <a:pt x="685219" y="81098"/>
                  <a:pt x="683569" y="78395"/>
                </a:cubicBezTo>
                <a:cubicBezTo>
                  <a:pt x="681918" y="75692"/>
                  <a:pt x="679634" y="73384"/>
                  <a:pt x="676716" y="71470"/>
                </a:cubicBezTo>
                <a:cubicBezTo>
                  <a:pt x="673798" y="69605"/>
                  <a:pt x="670329" y="68074"/>
                  <a:pt x="666311" y="66878"/>
                </a:cubicBezTo>
                <a:cubicBezTo>
                  <a:pt x="662293" y="65682"/>
                  <a:pt x="657939" y="64701"/>
                  <a:pt x="653251" y="63936"/>
                </a:cubicBezTo>
                <a:cubicBezTo>
                  <a:pt x="649998" y="63457"/>
                  <a:pt x="647319" y="62895"/>
                  <a:pt x="645214" y="62250"/>
                </a:cubicBezTo>
                <a:cubicBezTo>
                  <a:pt x="643109" y="61604"/>
                  <a:pt x="641459" y="60874"/>
                  <a:pt x="640263" y="60061"/>
                </a:cubicBezTo>
                <a:cubicBezTo>
                  <a:pt x="639019" y="59296"/>
                  <a:pt x="638158" y="58423"/>
                  <a:pt x="637680" y="57442"/>
                </a:cubicBezTo>
                <a:cubicBezTo>
                  <a:pt x="637201" y="56461"/>
                  <a:pt x="636962" y="55397"/>
                  <a:pt x="636962" y="54249"/>
                </a:cubicBezTo>
                <a:cubicBezTo>
                  <a:pt x="636962" y="53101"/>
                  <a:pt x="637237" y="52012"/>
                  <a:pt x="637787" y="50984"/>
                </a:cubicBezTo>
                <a:cubicBezTo>
                  <a:pt x="638338" y="49955"/>
                  <a:pt x="639139" y="49058"/>
                  <a:pt x="640191" y="48293"/>
                </a:cubicBezTo>
                <a:cubicBezTo>
                  <a:pt x="641339" y="47432"/>
                  <a:pt x="642822" y="46762"/>
                  <a:pt x="644640" y="46284"/>
                </a:cubicBezTo>
                <a:cubicBezTo>
                  <a:pt x="646458" y="45805"/>
                  <a:pt x="648587" y="45566"/>
                  <a:pt x="651027" y="45566"/>
                </a:cubicBezTo>
                <a:cubicBezTo>
                  <a:pt x="653897" y="45566"/>
                  <a:pt x="656349" y="45925"/>
                  <a:pt x="658382" y="46642"/>
                </a:cubicBezTo>
                <a:cubicBezTo>
                  <a:pt x="660415" y="47360"/>
                  <a:pt x="662029" y="48317"/>
                  <a:pt x="663225" y="49513"/>
                </a:cubicBezTo>
                <a:cubicBezTo>
                  <a:pt x="664086" y="50422"/>
                  <a:pt x="664732" y="51438"/>
                  <a:pt x="665163" y="52562"/>
                </a:cubicBezTo>
                <a:cubicBezTo>
                  <a:pt x="665593" y="53687"/>
                  <a:pt x="665809" y="54894"/>
                  <a:pt x="665809" y="56186"/>
                </a:cubicBezTo>
                <a:lnTo>
                  <a:pt x="685757" y="56186"/>
                </a:lnTo>
                <a:cubicBezTo>
                  <a:pt x="685757" y="52598"/>
                  <a:pt x="684968" y="49273"/>
                  <a:pt x="683389" y="46212"/>
                </a:cubicBezTo>
                <a:cubicBezTo>
                  <a:pt x="681811" y="43150"/>
                  <a:pt x="679538" y="40495"/>
                  <a:pt x="676572" y="38247"/>
                </a:cubicBezTo>
                <a:cubicBezTo>
                  <a:pt x="673558" y="36046"/>
                  <a:pt x="669899" y="34312"/>
                  <a:pt x="665593" y="33044"/>
                </a:cubicBezTo>
                <a:cubicBezTo>
                  <a:pt x="661288" y="31777"/>
                  <a:pt x="656432" y="31143"/>
                  <a:pt x="651027" y="31143"/>
                </a:cubicBezTo>
                <a:cubicBezTo>
                  <a:pt x="645860" y="31143"/>
                  <a:pt x="641220" y="31789"/>
                  <a:pt x="637106" y="33080"/>
                </a:cubicBezTo>
                <a:cubicBezTo>
                  <a:pt x="632992" y="34372"/>
                  <a:pt x="629499" y="36118"/>
                  <a:pt x="626629" y="38318"/>
                </a:cubicBezTo>
                <a:cubicBezTo>
                  <a:pt x="623759" y="40519"/>
                  <a:pt x="621558" y="43078"/>
                  <a:pt x="620027" y="45997"/>
                </a:cubicBezTo>
                <a:cubicBezTo>
                  <a:pt x="618497" y="48915"/>
                  <a:pt x="617731" y="51976"/>
                  <a:pt x="617731" y="55181"/>
                </a:cubicBezTo>
                <a:cubicBezTo>
                  <a:pt x="617731" y="58482"/>
                  <a:pt x="618485" y="61400"/>
                  <a:pt x="619992" y="63936"/>
                </a:cubicBezTo>
                <a:cubicBezTo>
                  <a:pt x="621498" y="66471"/>
                  <a:pt x="623591" y="68696"/>
                  <a:pt x="626270" y="70609"/>
                </a:cubicBezTo>
                <a:cubicBezTo>
                  <a:pt x="628949" y="72571"/>
                  <a:pt x="632166" y="74233"/>
                  <a:pt x="635922" y="75596"/>
                </a:cubicBezTo>
                <a:cubicBezTo>
                  <a:pt x="639677" y="76960"/>
                  <a:pt x="643827" y="78096"/>
                  <a:pt x="648372" y="79005"/>
                </a:cubicBezTo>
                <a:cubicBezTo>
                  <a:pt x="651959" y="79675"/>
                  <a:pt x="654925" y="80344"/>
                  <a:pt x="657270" y="81014"/>
                </a:cubicBezTo>
                <a:cubicBezTo>
                  <a:pt x="659614" y="81684"/>
                  <a:pt x="661503" y="82401"/>
                  <a:pt x="662938" y="83167"/>
                </a:cubicBezTo>
                <a:cubicBezTo>
                  <a:pt x="664326" y="83980"/>
                  <a:pt x="665294" y="84841"/>
                  <a:pt x="665845" y="85750"/>
                </a:cubicBezTo>
                <a:cubicBezTo>
                  <a:pt x="666395" y="86659"/>
                  <a:pt x="666670" y="87712"/>
                  <a:pt x="666670" y="88907"/>
                </a:cubicBezTo>
                <a:close/>
                <a:moveTo>
                  <a:pt x="728726" y="39395"/>
                </a:moveTo>
                <a:cubicBezTo>
                  <a:pt x="728726" y="43078"/>
                  <a:pt x="729969" y="46164"/>
                  <a:pt x="732457" y="48652"/>
                </a:cubicBezTo>
                <a:cubicBezTo>
                  <a:pt x="734945" y="51139"/>
                  <a:pt x="738317" y="52383"/>
                  <a:pt x="742575" y="52383"/>
                </a:cubicBezTo>
                <a:cubicBezTo>
                  <a:pt x="746785" y="52383"/>
                  <a:pt x="750145" y="51151"/>
                  <a:pt x="752657" y="48687"/>
                </a:cubicBezTo>
                <a:cubicBezTo>
                  <a:pt x="755168" y="46224"/>
                  <a:pt x="756424" y="43126"/>
                  <a:pt x="756424" y="39395"/>
                </a:cubicBezTo>
                <a:cubicBezTo>
                  <a:pt x="756424" y="35663"/>
                  <a:pt x="755192" y="32530"/>
                  <a:pt x="752728" y="29995"/>
                </a:cubicBezTo>
                <a:cubicBezTo>
                  <a:pt x="750265" y="27459"/>
                  <a:pt x="746880" y="26191"/>
                  <a:pt x="742575" y="26191"/>
                </a:cubicBezTo>
                <a:cubicBezTo>
                  <a:pt x="738221" y="26191"/>
                  <a:pt x="734825" y="27471"/>
                  <a:pt x="732385" y="30030"/>
                </a:cubicBezTo>
                <a:cubicBezTo>
                  <a:pt x="729945" y="32590"/>
                  <a:pt x="728726" y="35711"/>
                  <a:pt x="728726" y="39395"/>
                </a:cubicBezTo>
                <a:moveTo>
                  <a:pt x="751042" y="108641"/>
                </a:moveTo>
                <a:lnTo>
                  <a:pt x="751114" y="92782"/>
                </a:lnTo>
                <a:lnTo>
                  <a:pt x="732385" y="92782"/>
                </a:lnTo>
                <a:lnTo>
                  <a:pt x="732385" y="109574"/>
                </a:lnTo>
                <a:cubicBezTo>
                  <a:pt x="732385" y="114836"/>
                  <a:pt x="731763" y="119345"/>
                  <a:pt x="730520" y="123100"/>
                </a:cubicBezTo>
                <a:cubicBezTo>
                  <a:pt x="729276" y="126855"/>
                  <a:pt x="727745" y="130455"/>
                  <a:pt x="725927" y="133899"/>
                </a:cubicBezTo>
                <a:lnTo>
                  <a:pt x="736475" y="139353"/>
                </a:lnTo>
                <a:cubicBezTo>
                  <a:pt x="740781" y="135526"/>
                  <a:pt x="744285" y="130814"/>
                  <a:pt x="746988" y="125217"/>
                </a:cubicBezTo>
                <a:cubicBezTo>
                  <a:pt x="749691" y="119620"/>
                  <a:pt x="751042" y="114094"/>
                  <a:pt x="751042" y="108641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F1C5CD-921B-478B-B6A9-5CA1A3EA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422" y="1380729"/>
            <a:ext cx="793471" cy="176351"/>
          </a:xfrm>
          <a:custGeom xmlns:a="http://schemas.openxmlformats.org/drawingml/2006/main">
            <a:pathLst>
              <a:path w="793471" h="176351">
                <a:moveTo>
                  <a:pt x="0" y="0"/>
                </a:moveTo>
                <a:lnTo>
                  <a:pt x="793471" y="0"/>
                </a:lnTo>
                <a:lnTo>
                  <a:pt x="793471" y="176351"/>
                </a:lnTo>
                <a:lnTo>
                  <a:pt x="0" y="176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if">
            <a:extLst xmlns:a="http://schemas.openxmlformats.org/drawingml/2006/main">
              <a:ext uri="{FF2B5EF4-FFF2-40B4-BE49-F238E27FC236}">
                <a16:creationId xmlns:a16="http://schemas.microsoft.com/office/drawing/2014/main" id="{A7C6FC14-5A34-4284-A679-9DD76F03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60" y="1408361"/>
            <a:ext cx="155556" cy="113449"/>
          </a:xfrm>
          <a:custGeom xmlns:a="http://schemas.openxmlformats.org/drawingml/2006/main">
            <a:pathLst>
              <a:path w="155556" h="113449">
                <a:moveTo>
                  <a:pt x="0" y="35807"/>
                </a:moveTo>
                <a:lnTo>
                  <a:pt x="0" y="52096"/>
                </a:lnTo>
                <a:lnTo>
                  <a:pt x="22101" y="52096"/>
                </a:lnTo>
                <a:lnTo>
                  <a:pt x="22101" y="97231"/>
                </a:lnTo>
                <a:lnTo>
                  <a:pt x="0" y="97231"/>
                </a:lnTo>
                <a:lnTo>
                  <a:pt x="0" y="113449"/>
                </a:lnTo>
                <a:lnTo>
                  <a:pt x="63290" y="113449"/>
                </a:lnTo>
                <a:lnTo>
                  <a:pt x="63290" y="97231"/>
                </a:lnTo>
                <a:lnTo>
                  <a:pt x="42265" y="97231"/>
                </a:lnTo>
                <a:lnTo>
                  <a:pt x="42265" y="35807"/>
                </a:lnTo>
                <a:lnTo>
                  <a:pt x="0" y="35807"/>
                </a:lnTo>
                <a:moveTo>
                  <a:pt x="20666" y="15930"/>
                </a:moveTo>
                <a:cubicBezTo>
                  <a:pt x="20666" y="17461"/>
                  <a:pt x="20941" y="18884"/>
                  <a:pt x="21491" y="20200"/>
                </a:cubicBezTo>
                <a:cubicBezTo>
                  <a:pt x="22041" y="21515"/>
                  <a:pt x="22819" y="22628"/>
                  <a:pt x="23823" y="23536"/>
                </a:cubicBezTo>
                <a:cubicBezTo>
                  <a:pt x="24828" y="24493"/>
                  <a:pt x="26036" y="25235"/>
                  <a:pt x="27447" y="25761"/>
                </a:cubicBezTo>
                <a:cubicBezTo>
                  <a:pt x="28858" y="26287"/>
                  <a:pt x="30425" y="26550"/>
                  <a:pt x="32147" y="26550"/>
                </a:cubicBezTo>
                <a:cubicBezTo>
                  <a:pt x="35687" y="26550"/>
                  <a:pt x="38498" y="25558"/>
                  <a:pt x="40579" y="23572"/>
                </a:cubicBezTo>
                <a:cubicBezTo>
                  <a:pt x="42660" y="21587"/>
                  <a:pt x="43700" y="19040"/>
                  <a:pt x="43700" y="15930"/>
                </a:cubicBezTo>
                <a:cubicBezTo>
                  <a:pt x="43700" y="12821"/>
                  <a:pt x="42660" y="10273"/>
                  <a:pt x="40579" y="8288"/>
                </a:cubicBezTo>
                <a:cubicBezTo>
                  <a:pt x="38498" y="6303"/>
                  <a:pt x="35687" y="5310"/>
                  <a:pt x="32147" y="5310"/>
                </a:cubicBezTo>
                <a:cubicBezTo>
                  <a:pt x="30425" y="5310"/>
                  <a:pt x="28858" y="5573"/>
                  <a:pt x="27447" y="6099"/>
                </a:cubicBezTo>
                <a:cubicBezTo>
                  <a:pt x="26036" y="6626"/>
                  <a:pt x="24828" y="7343"/>
                  <a:pt x="23823" y="8252"/>
                </a:cubicBezTo>
                <a:cubicBezTo>
                  <a:pt x="22819" y="9209"/>
                  <a:pt x="22041" y="10345"/>
                  <a:pt x="21491" y="11661"/>
                </a:cubicBezTo>
                <a:cubicBezTo>
                  <a:pt x="20941" y="12976"/>
                  <a:pt x="20666" y="14399"/>
                  <a:pt x="20666" y="15930"/>
                </a:cubicBezTo>
                <a:close/>
                <a:moveTo>
                  <a:pt x="102168" y="113449"/>
                </a:moveTo>
                <a:lnTo>
                  <a:pt x="122189" y="113449"/>
                </a:lnTo>
                <a:lnTo>
                  <a:pt x="122189" y="50517"/>
                </a:lnTo>
                <a:lnTo>
                  <a:pt x="150174" y="50517"/>
                </a:lnTo>
                <a:lnTo>
                  <a:pt x="150174" y="35807"/>
                </a:lnTo>
                <a:lnTo>
                  <a:pt x="122189" y="35807"/>
                </a:lnTo>
                <a:lnTo>
                  <a:pt x="122189" y="31573"/>
                </a:lnTo>
                <a:cubicBezTo>
                  <a:pt x="122189" y="29277"/>
                  <a:pt x="122488" y="27220"/>
                  <a:pt x="123086" y="25402"/>
                </a:cubicBezTo>
                <a:cubicBezTo>
                  <a:pt x="123684" y="23584"/>
                  <a:pt x="124604" y="22053"/>
                  <a:pt x="125848" y="20810"/>
                </a:cubicBezTo>
                <a:cubicBezTo>
                  <a:pt x="127236" y="19327"/>
                  <a:pt x="129101" y="18202"/>
                  <a:pt x="131445" y="17437"/>
                </a:cubicBezTo>
                <a:cubicBezTo>
                  <a:pt x="133789" y="16672"/>
                  <a:pt x="136636" y="16289"/>
                  <a:pt x="139984" y="16289"/>
                </a:cubicBezTo>
                <a:cubicBezTo>
                  <a:pt x="143094" y="16289"/>
                  <a:pt x="145797" y="16432"/>
                  <a:pt x="148093" y="16719"/>
                </a:cubicBezTo>
                <a:cubicBezTo>
                  <a:pt x="150389" y="17007"/>
                  <a:pt x="152446" y="17341"/>
                  <a:pt x="154264" y="17724"/>
                </a:cubicBezTo>
                <a:lnTo>
                  <a:pt x="155556" y="2081"/>
                </a:lnTo>
                <a:cubicBezTo>
                  <a:pt x="153929" y="1794"/>
                  <a:pt x="152363" y="1531"/>
                  <a:pt x="150856" y="1292"/>
                </a:cubicBezTo>
                <a:cubicBezTo>
                  <a:pt x="149349" y="1052"/>
                  <a:pt x="147854" y="837"/>
                  <a:pt x="146371" y="646"/>
                </a:cubicBezTo>
                <a:cubicBezTo>
                  <a:pt x="144888" y="454"/>
                  <a:pt x="143369" y="299"/>
                  <a:pt x="141814" y="179"/>
                </a:cubicBezTo>
                <a:cubicBezTo>
                  <a:pt x="140260" y="60"/>
                  <a:pt x="138645" y="0"/>
                  <a:pt x="136971" y="0"/>
                </a:cubicBezTo>
                <a:cubicBezTo>
                  <a:pt x="131661" y="0"/>
                  <a:pt x="126853" y="682"/>
                  <a:pt x="122547" y="2045"/>
                </a:cubicBezTo>
                <a:cubicBezTo>
                  <a:pt x="118242" y="3408"/>
                  <a:pt x="114582" y="5430"/>
                  <a:pt x="111568" y="8109"/>
                </a:cubicBezTo>
                <a:cubicBezTo>
                  <a:pt x="108555" y="10788"/>
                  <a:pt x="106235" y="14088"/>
                  <a:pt x="104608" y="18011"/>
                </a:cubicBezTo>
                <a:cubicBezTo>
                  <a:pt x="102982" y="21934"/>
                  <a:pt x="102168" y="26455"/>
                  <a:pt x="102168" y="31573"/>
                </a:cubicBezTo>
                <a:lnTo>
                  <a:pt x="102168" y="35807"/>
                </a:lnTo>
                <a:lnTo>
                  <a:pt x="81789" y="35807"/>
                </a:lnTo>
                <a:lnTo>
                  <a:pt x="81789" y="50517"/>
                </a:lnTo>
                <a:lnTo>
                  <a:pt x="102168" y="50517"/>
                </a:lnTo>
                <a:lnTo>
                  <a:pt x="102168" y="113449"/>
                </a:lnTo>
                <a:close/>
              </a:path>
            </a:pathLst>
          </a:custGeom>
          <a:solidFill xmlns:a="http://schemas.openxmlformats.org/drawingml/2006/main">
            <a:srgbClr val="3F51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(">
            <a:extLst xmlns:a="http://schemas.openxmlformats.org/drawingml/2006/main">
              <a:ext uri="{FF2B5EF4-FFF2-40B4-BE49-F238E27FC236}">
                <a16:creationId xmlns:a16="http://schemas.microsoft.com/office/drawing/2014/main" id="{9CB10E80-B95E-4372-8507-9F2354A3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15" y="1405634"/>
            <a:ext cx="39610" cy="148968"/>
          </a:xfrm>
          <a:custGeom xmlns:a="http://schemas.openxmlformats.org/drawingml/2006/main">
            <a:pathLst>
              <a:path w="39610" h="148968">
                <a:moveTo>
                  <a:pt x="0" y="73695"/>
                </a:moveTo>
                <a:lnTo>
                  <a:pt x="0" y="75274"/>
                </a:lnTo>
                <a:cubicBezTo>
                  <a:pt x="0" y="82067"/>
                  <a:pt x="514" y="88429"/>
                  <a:pt x="1543" y="94361"/>
                </a:cubicBezTo>
                <a:cubicBezTo>
                  <a:pt x="2571" y="100293"/>
                  <a:pt x="3971" y="105770"/>
                  <a:pt x="5741" y="110793"/>
                </a:cubicBezTo>
                <a:cubicBezTo>
                  <a:pt x="7511" y="115864"/>
                  <a:pt x="9580" y="120481"/>
                  <a:pt x="11948" y="124643"/>
                </a:cubicBezTo>
                <a:cubicBezTo>
                  <a:pt x="14316" y="128805"/>
                  <a:pt x="16815" y="132464"/>
                  <a:pt x="19446" y="135622"/>
                </a:cubicBezTo>
                <a:cubicBezTo>
                  <a:pt x="22077" y="138827"/>
                  <a:pt x="24792" y="141554"/>
                  <a:pt x="27591" y="143802"/>
                </a:cubicBezTo>
                <a:cubicBezTo>
                  <a:pt x="30389" y="146050"/>
                  <a:pt x="33104" y="147772"/>
                  <a:pt x="35735" y="148968"/>
                </a:cubicBezTo>
                <a:lnTo>
                  <a:pt x="39610" y="138205"/>
                </a:lnTo>
                <a:cubicBezTo>
                  <a:pt x="37744" y="136770"/>
                  <a:pt x="35855" y="134976"/>
                  <a:pt x="33941" y="132823"/>
                </a:cubicBezTo>
                <a:cubicBezTo>
                  <a:pt x="32028" y="130670"/>
                  <a:pt x="30210" y="128135"/>
                  <a:pt x="28488" y="125217"/>
                </a:cubicBezTo>
                <a:cubicBezTo>
                  <a:pt x="26861" y="122538"/>
                  <a:pt x="25342" y="119404"/>
                  <a:pt x="23931" y="115817"/>
                </a:cubicBezTo>
                <a:cubicBezTo>
                  <a:pt x="22520" y="112229"/>
                  <a:pt x="21288" y="108330"/>
                  <a:pt x="20236" y="104120"/>
                </a:cubicBezTo>
                <a:cubicBezTo>
                  <a:pt x="19470" y="101106"/>
                  <a:pt x="18765" y="97064"/>
                  <a:pt x="18119" y="91993"/>
                </a:cubicBezTo>
                <a:cubicBezTo>
                  <a:pt x="17473" y="86922"/>
                  <a:pt x="17150" y="81397"/>
                  <a:pt x="17150" y="75417"/>
                </a:cubicBezTo>
                <a:lnTo>
                  <a:pt x="17150" y="73551"/>
                </a:lnTo>
                <a:cubicBezTo>
                  <a:pt x="17150" y="67476"/>
                  <a:pt x="17485" y="61855"/>
                  <a:pt x="18155" y="56688"/>
                </a:cubicBezTo>
                <a:cubicBezTo>
                  <a:pt x="18824" y="51522"/>
                  <a:pt x="19709" y="46810"/>
                  <a:pt x="20810" y="42552"/>
                </a:cubicBezTo>
                <a:cubicBezTo>
                  <a:pt x="22053" y="38151"/>
                  <a:pt x="23501" y="34085"/>
                  <a:pt x="25151" y="30353"/>
                </a:cubicBezTo>
                <a:cubicBezTo>
                  <a:pt x="26801" y="26622"/>
                  <a:pt x="28583" y="23393"/>
                  <a:pt x="30497" y="20666"/>
                </a:cubicBezTo>
                <a:cubicBezTo>
                  <a:pt x="31980" y="18561"/>
                  <a:pt x="33487" y="16696"/>
                  <a:pt x="35018" y="15069"/>
                </a:cubicBezTo>
                <a:cubicBezTo>
                  <a:pt x="36548" y="13443"/>
                  <a:pt x="38079" y="12055"/>
                  <a:pt x="39610" y="10907"/>
                </a:cubicBezTo>
                <a:lnTo>
                  <a:pt x="35735" y="0"/>
                </a:lnTo>
                <a:cubicBezTo>
                  <a:pt x="33104" y="1196"/>
                  <a:pt x="30389" y="2906"/>
                  <a:pt x="27591" y="5131"/>
                </a:cubicBezTo>
                <a:cubicBezTo>
                  <a:pt x="24792" y="7355"/>
                  <a:pt x="22077" y="10070"/>
                  <a:pt x="19446" y="13275"/>
                </a:cubicBezTo>
                <a:cubicBezTo>
                  <a:pt x="16815" y="16480"/>
                  <a:pt x="14316" y="20164"/>
                  <a:pt x="11948" y="24326"/>
                </a:cubicBezTo>
                <a:cubicBezTo>
                  <a:pt x="9580" y="28488"/>
                  <a:pt x="7511" y="33080"/>
                  <a:pt x="5741" y="38103"/>
                </a:cubicBezTo>
                <a:cubicBezTo>
                  <a:pt x="3971" y="43174"/>
                  <a:pt x="2571" y="48687"/>
                  <a:pt x="1543" y="54643"/>
                </a:cubicBezTo>
                <a:cubicBezTo>
                  <a:pt x="514" y="60599"/>
                  <a:pt x="0" y="66950"/>
                  <a:pt x="0" y="73695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E7914-6F29-4740-A38C-E995BF30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422" y="1367864"/>
            <a:ext cx="793471" cy="193759"/>
          </a:xfrm>
          <a:custGeom xmlns:a="http://schemas.openxmlformats.org/drawingml/2006/main">
            <a:pathLst>
              <a:path w="793471" h="193759">
                <a:moveTo>
                  <a:pt x="0" y="0"/>
                </a:moveTo>
                <a:lnTo>
                  <a:pt x="793471" y="0"/>
                </a:lnTo>
                <a:lnTo>
                  <a:pt x="793471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msg-&gt;mode==">
            <a:extLst xmlns:a="http://schemas.openxmlformats.org/drawingml/2006/main">
              <a:ext uri="{FF2B5EF4-FFF2-40B4-BE49-F238E27FC236}">
                <a16:creationId xmlns:a16="http://schemas.microsoft.com/office/drawing/2014/main" id="{9A7ACF46-40CB-466B-9E04-C1624BAC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04" y="1411590"/>
            <a:ext cx="1043660" cy="140788"/>
          </a:xfrm>
          <a:custGeom xmlns:a="http://schemas.openxmlformats.org/drawingml/2006/main">
            <a:pathLst>
              <a:path w="1043660" h="140788">
                <a:moveTo>
                  <a:pt x="17150" y="32578"/>
                </a:moveTo>
                <a:lnTo>
                  <a:pt x="0" y="32578"/>
                </a:lnTo>
                <a:lnTo>
                  <a:pt x="0" y="110219"/>
                </a:lnTo>
                <a:lnTo>
                  <a:pt x="18155" y="110219"/>
                </a:lnTo>
                <a:lnTo>
                  <a:pt x="18155" y="52096"/>
                </a:lnTo>
                <a:cubicBezTo>
                  <a:pt x="18394" y="51474"/>
                  <a:pt x="18657" y="50900"/>
                  <a:pt x="18944" y="50374"/>
                </a:cubicBezTo>
                <a:cubicBezTo>
                  <a:pt x="19231" y="49847"/>
                  <a:pt x="19566" y="49393"/>
                  <a:pt x="19949" y="49010"/>
                </a:cubicBezTo>
                <a:cubicBezTo>
                  <a:pt x="20475" y="48484"/>
                  <a:pt x="21073" y="48077"/>
                  <a:pt x="21743" y="47790"/>
                </a:cubicBezTo>
                <a:cubicBezTo>
                  <a:pt x="22412" y="47503"/>
                  <a:pt x="23178" y="47360"/>
                  <a:pt x="24039" y="47360"/>
                </a:cubicBezTo>
                <a:cubicBezTo>
                  <a:pt x="24804" y="47360"/>
                  <a:pt x="25522" y="47468"/>
                  <a:pt x="26191" y="47683"/>
                </a:cubicBezTo>
                <a:cubicBezTo>
                  <a:pt x="26861" y="47898"/>
                  <a:pt x="27459" y="48269"/>
                  <a:pt x="27985" y="48795"/>
                </a:cubicBezTo>
                <a:cubicBezTo>
                  <a:pt x="28464" y="49321"/>
                  <a:pt x="28846" y="50063"/>
                  <a:pt x="29134" y="51020"/>
                </a:cubicBezTo>
                <a:cubicBezTo>
                  <a:pt x="29421" y="51976"/>
                  <a:pt x="29564" y="53196"/>
                  <a:pt x="29564" y="54679"/>
                </a:cubicBezTo>
                <a:lnTo>
                  <a:pt x="29564" y="110219"/>
                </a:lnTo>
                <a:lnTo>
                  <a:pt x="47145" y="110219"/>
                </a:lnTo>
                <a:lnTo>
                  <a:pt x="47145" y="52957"/>
                </a:lnTo>
                <a:cubicBezTo>
                  <a:pt x="47145" y="52383"/>
                  <a:pt x="47145" y="51928"/>
                  <a:pt x="47145" y="51594"/>
                </a:cubicBezTo>
                <a:cubicBezTo>
                  <a:pt x="47145" y="51259"/>
                  <a:pt x="47145" y="51043"/>
                  <a:pt x="47145" y="50948"/>
                </a:cubicBezTo>
                <a:cubicBezTo>
                  <a:pt x="47384" y="50422"/>
                  <a:pt x="47671" y="49955"/>
                  <a:pt x="48006" y="49549"/>
                </a:cubicBezTo>
                <a:cubicBezTo>
                  <a:pt x="48341" y="49142"/>
                  <a:pt x="48723" y="48771"/>
                  <a:pt x="49154" y="48436"/>
                </a:cubicBezTo>
                <a:cubicBezTo>
                  <a:pt x="49680" y="48101"/>
                  <a:pt x="50242" y="47838"/>
                  <a:pt x="50840" y="47647"/>
                </a:cubicBezTo>
                <a:cubicBezTo>
                  <a:pt x="51438" y="47456"/>
                  <a:pt x="52120" y="47360"/>
                  <a:pt x="52885" y="47360"/>
                </a:cubicBezTo>
                <a:cubicBezTo>
                  <a:pt x="53603" y="47360"/>
                  <a:pt x="54308" y="47468"/>
                  <a:pt x="55002" y="47683"/>
                </a:cubicBezTo>
                <a:cubicBezTo>
                  <a:pt x="55696" y="47898"/>
                  <a:pt x="56306" y="48269"/>
                  <a:pt x="56832" y="48795"/>
                </a:cubicBezTo>
                <a:cubicBezTo>
                  <a:pt x="57358" y="49369"/>
                  <a:pt x="57777" y="50135"/>
                  <a:pt x="58088" y="51091"/>
                </a:cubicBezTo>
                <a:cubicBezTo>
                  <a:pt x="58399" y="52048"/>
                  <a:pt x="58554" y="53268"/>
                  <a:pt x="58554" y="54751"/>
                </a:cubicBezTo>
                <a:lnTo>
                  <a:pt x="58554" y="110219"/>
                </a:lnTo>
                <a:lnTo>
                  <a:pt x="76709" y="110219"/>
                </a:lnTo>
                <a:lnTo>
                  <a:pt x="76709" y="54823"/>
                </a:lnTo>
                <a:cubicBezTo>
                  <a:pt x="76709" y="50517"/>
                  <a:pt x="76290" y="46870"/>
                  <a:pt x="75453" y="43880"/>
                </a:cubicBezTo>
                <a:cubicBezTo>
                  <a:pt x="74616" y="40890"/>
                  <a:pt x="73456" y="38438"/>
                  <a:pt x="71973" y="36525"/>
                </a:cubicBezTo>
                <a:cubicBezTo>
                  <a:pt x="70442" y="34659"/>
                  <a:pt x="68660" y="33295"/>
                  <a:pt x="66627" y="32434"/>
                </a:cubicBezTo>
                <a:cubicBezTo>
                  <a:pt x="64594" y="31573"/>
                  <a:pt x="62405" y="31143"/>
                  <a:pt x="60061" y="31143"/>
                </a:cubicBezTo>
                <a:cubicBezTo>
                  <a:pt x="58195" y="31143"/>
                  <a:pt x="56473" y="31382"/>
                  <a:pt x="54894" y="31860"/>
                </a:cubicBezTo>
                <a:cubicBezTo>
                  <a:pt x="53316" y="32339"/>
                  <a:pt x="51905" y="33008"/>
                  <a:pt x="50661" y="33870"/>
                </a:cubicBezTo>
                <a:cubicBezTo>
                  <a:pt x="49656" y="34539"/>
                  <a:pt x="48735" y="35341"/>
                  <a:pt x="47898" y="36273"/>
                </a:cubicBezTo>
                <a:cubicBezTo>
                  <a:pt x="47061" y="37206"/>
                  <a:pt x="46307" y="38247"/>
                  <a:pt x="45638" y="39395"/>
                </a:cubicBezTo>
                <a:cubicBezTo>
                  <a:pt x="45207" y="38199"/>
                  <a:pt x="44693" y="37134"/>
                  <a:pt x="44095" y="36202"/>
                </a:cubicBezTo>
                <a:cubicBezTo>
                  <a:pt x="43497" y="35269"/>
                  <a:pt x="42791" y="34467"/>
                  <a:pt x="41978" y="33798"/>
                </a:cubicBezTo>
                <a:cubicBezTo>
                  <a:pt x="40926" y="32889"/>
                  <a:pt x="39682" y="32219"/>
                  <a:pt x="38247" y="31789"/>
                </a:cubicBezTo>
                <a:cubicBezTo>
                  <a:pt x="36812" y="31358"/>
                  <a:pt x="35185" y="31143"/>
                  <a:pt x="33367" y="31143"/>
                </a:cubicBezTo>
                <a:cubicBezTo>
                  <a:pt x="29636" y="31143"/>
                  <a:pt x="26467" y="32111"/>
                  <a:pt x="23859" y="34049"/>
                </a:cubicBezTo>
                <a:cubicBezTo>
                  <a:pt x="21252" y="35986"/>
                  <a:pt x="19207" y="38629"/>
                  <a:pt x="17724" y="41978"/>
                </a:cubicBezTo>
                <a:lnTo>
                  <a:pt x="17150" y="32578"/>
                </a:lnTo>
                <a:close/>
                <a:moveTo>
                  <a:pt x="142998" y="88907"/>
                </a:moveTo>
                <a:cubicBezTo>
                  <a:pt x="142998" y="90103"/>
                  <a:pt x="142699" y="91204"/>
                  <a:pt x="142101" y="92208"/>
                </a:cubicBezTo>
                <a:cubicBezTo>
                  <a:pt x="141503" y="93213"/>
                  <a:pt x="140606" y="94098"/>
                  <a:pt x="139410" y="94863"/>
                </a:cubicBezTo>
                <a:cubicBezTo>
                  <a:pt x="138167" y="95629"/>
                  <a:pt x="136576" y="96239"/>
                  <a:pt x="134638" y="96693"/>
                </a:cubicBezTo>
                <a:cubicBezTo>
                  <a:pt x="132701" y="97148"/>
                  <a:pt x="130441" y="97375"/>
                  <a:pt x="127857" y="97375"/>
                </a:cubicBezTo>
                <a:cubicBezTo>
                  <a:pt x="125705" y="97375"/>
                  <a:pt x="123612" y="97160"/>
                  <a:pt x="121579" y="96729"/>
                </a:cubicBezTo>
                <a:cubicBezTo>
                  <a:pt x="119545" y="96298"/>
                  <a:pt x="117740" y="95605"/>
                  <a:pt x="116161" y="94648"/>
                </a:cubicBezTo>
                <a:cubicBezTo>
                  <a:pt x="114582" y="93739"/>
                  <a:pt x="113291" y="92531"/>
                  <a:pt x="112286" y="91024"/>
                </a:cubicBezTo>
                <a:cubicBezTo>
                  <a:pt x="111281" y="89517"/>
                  <a:pt x="110707" y="87712"/>
                  <a:pt x="110564" y="85607"/>
                </a:cubicBezTo>
                <a:lnTo>
                  <a:pt x="91548" y="85607"/>
                </a:lnTo>
                <a:cubicBezTo>
                  <a:pt x="91548" y="88764"/>
                  <a:pt x="92326" y="91909"/>
                  <a:pt x="93880" y="95043"/>
                </a:cubicBezTo>
                <a:cubicBezTo>
                  <a:pt x="95435" y="98176"/>
                  <a:pt x="97719" y="100963"/>
                  <a:pt x="100733" y="103402"/>
                </a:cubicBezTo>
                <a:cubicBezTo>
                  <a:pt x="103747" y="105890"/>
                  <a:pt x="107490" y="107899"/>
                  <a:pt x="111963" y="109430"/>
                </a:cubicBezTo>
                <a:cubicBezTo>
                  <a:pt x="116436" y="110961"/>
                  <a:pt x="121591" y="111726"/>
                  <a:pt x="127427" y="111726"/>
                </a:cubicBezTo>
                <a:cubicBezTo>
                  <a:pt x="132737" y="111726"/>
                  <a:pt x="137545" y="111140"/>
                  <a:pt x="141850" y="109968"/>
                </a:cubicBezTo>
                <a:cubicBezTo>
                  <a:pt x="146156" y="108796"/>
                  <a:pt x="149839" y="107158"/>
                  <a:pt x="152901" y="105053"/>
                </a:cubicBezTo>
                <a:cubicBezTo>
                  <a:pt x="155915" y="102948"/>
                  <a:pt x="158247" y="100448"/>
                  <a:pt x="159897" y="97554"/>
                </a:cubicBezTo>
                <a:cubicBezTo>
                  <a:pt x="161548" y="94660"/>
                  <a:pt x="162373" y="91491"/>
                  <a:pt x="162373" y="88046"/>
                </a:cubicBezTo>
                <a:cubicBezTo>
                  <a:pt x="162373" y="84315"/>
                  <a:pt x="161548" y="81098"/>
                  <a:pt x="159897" y="78395"/>
                </a:cubicBezTo>
                <a:cubicBezTo>
                  <a:pt x="158247" y="75692"/>
                  <a:pt x="155962" y="73384"/>
                  <a:pt x="153044" y="71470"/>
                </a:cubicBezTo>
                <a:cubicBezTo>
                  <a:pt x="150126" y="69605"/>
                  <a:pt x="146658" y="68074"/>
                  <a:pt x="142639" y="66878"/>
                </a:cubicBezTo>
                <a:cubicBezTo>
                  <a:pt x="138621" y="65682"/>
                  <a:pt x="134268" y="64701"/>
                  <a:pt x="129580" y="63936"/>
                </a:cubicBezTo>
                <a:cubicBezTo>
                  <a:pt x="126327" y="63457"/>
                  <a:pt x="123648" y="62895"/>
                  <a:pt x="121543" y="62250"/>
                </a:cubicBezTo>
                <a:cubicBezTo>
                  <a:pt x="119438" y="61604"/>
                  <a:pt x="117787" y="60874"/>
                  <a:pt x="116591" y="60061"/>
                </a:cubicBezTo>
                <a:cubicBezTo>
                  <a:pt x="115348" y="59296"/>
                  <a:pt x="114487" y="58423"/>
                  <a:pt x="114008" y="57442"/>
                </a:cubicBezTo>
                <a:cubicBezTo>
                  <a:pt x="113530" y="56461"/>
                  <a:pt x="113291" y="55397"/>
                  <a:pt x="113291" y="54249"/>
                </a:cubicBezTo>
                <a:cubicBezTo>
                  <a:pt x="113291" y="53101"/>
                  <a:pt x="113566" y="52012"/>
                  <a:pt x="114116" y="50984"/>
                </a:cubicBezTo>
                <a:cubicBezTo>
                  <a:pt x="114666" y="49955"/>
                  <a:pt x="115467" y="49058"/>
                  <a:pt x="116520" y="48293"/>
                </a:cubicBezTo>
                <a:cubicBezTo>
                  <a:pt x="117668" y="47432"/>
                  <a:pt x="119151" y="46762"/>
                  <a:pt x="120969" y="46284"/>
                </a:cubicBezTo>
                <a:cubicBezTo>
                  <a:pt x="122787" y="45805"/>
                  <a:pt x="124915" y="45566"/>
                  <a:pt x="127355" y="45566"/>
                </a:cubicBezTo>
                <a:cubicBezTo>
                  <a:pt x="130225" y="45566"/>
                  <a:pt x="132677" y="45925"/>
                  <a:pt x="134710" y="46642"/>
                </a:cubicBezTo>
                <a:cubicBezTo>
                  <a:pt x="136743" y="47360"/>
                  <a:pt x="138358" y="48317"/>
                  <a:pt x="139554" y="49513"/>
                </a:cubicBezTo>
                <a:cubicBezTo>
                  <a:pt x="140415" y="50422"/>
                  <a:pt x="141061" y="51438"/>
                  <a:pt x="141491" y="52562"/>
                </a:cubicBezTo>
                <a:cubicBezTo>
                  <a:pt x="141922" y="53687"/>
                  <a:pt x="142137" y="54894"/>
                  <a:pt x="142137" y="56186"/>
                </a:cubicBezTo>
                <a:lnTo>
                  <a:pt x="162086" y="56186"/>
                </a:lnTo>
                <a:cubicBezTo>
                  <a:pt x="162086" y="52598"/>
                  <a:pt x="161296" y="49273"/>
                  <a:pt x="159718" y="46212"/>
                </a:cubicBezTo>
                <a:cubicBezTo>
                  <a:pt x="158139" y="43150"/>
                  <a:pt x="155867" y="40495"/>
                  <a:pt x="152901" y="38247"/>
                </a:cubicBezTo>
                <a:cubicBezTo>
                  <a:pt x="149887" y="36046"/>
                  <a:pt x="146227" y="34312"/>
                  <a:pt x="141922" y="33044"/>
                </a:cubicBezTo>
                <a:cubicBezTo>
                  <a:pt x="137616" y="31777"/>
                  <a:pt x="132761" y="31143"/>
                  <a:pt x="127355" y="31143"/>
                </a:cubicBezTo>
                <a:cubicBezTo>
                  <a:pt x="122189" y="31143"/>
                  <a:pt x="117548" y="31789"/>
                  <a:pt x="113434" y="33080"/>
                </a:cubicBezTo>
                <a:cubicBezTo>
                  <a:pt x="109320" y="34372"/>
                  <a:pt x="105828" y="36118"/>
                  <a:pt x="102958" y="38318"/>
                </a:cubicBezTo>
                <a:cubicBezTo>
                  <a:pt x="100087" y="40519"/>
                  <a:pt x="97887" y="43078"/>
                  <a:pt x="96356" y="45997"/>
                </a:cubicBezTo>
                <a:cubicBezTo>
                  <a:pt x="94825" y="48915"/>
                  <a:pt x="94060" y="51976"/>
                  <a:pt x="94060" y="55181"/>
                </a:cubicBezTo>
                <a:cubicBezTo>
                  <a:pt x="94060" y="58482"/>
                  <a:pt x="94813" y="61400"/>
                  <a:pt x="96320" y="63936"/>
                </a:cubicBezTo>
                <a:cubicBezTo>
                  <a:pt x="97827" y="66471"/>
                  <a:pt x="99920" y="68696"/>
                  <a:pt x="102599" y="70609"/>
                </a:cubicBezTo>
                <a:cubicBezTo>
                  <a:pt x="105278" y="72571"/>
                  <a:pt x="108495" y="74233"/>
                  <a:pt x="112250" y="75596"/>
                </a:cubicBezTo>
                <a:cubicBezTo>
                  <a:pt x="116005" y="76960"/>
                  <a:pt x="120155" y="78096"/>
                  <a:pt x="124700" y="79005"/>
                </a:cubicBezTo>
                <a:cubicBezTo>
                  <a:pt x="128288" y="79675"/>
                  <a:pt x="131254" y="80344"/>
                  <a:pt x="133598" y="81014"/>
                </a:cubicBezTo>
                <a:cubicBezTo>
                  <a:pt x="135942" y="81684"/>
                  <a:pt x="137832" y="82401"/>
                  <a:pt x="139267" y="83167"/>
                </a:cubicBezTo>
                <a:cubicBezTo>
                  <a:pt x="140654" y="83980"/>
                  <a:pt x="141623" y="84841"/>
                  <a:pt x="142173" y="85750"/>
                </a:cubicBezTo>
                <a:cubicBezTo>
                  <a:pt x="142723" y="86659"/>
                  <a:pt x="142998" y="87712"/>
                  <a:pt x="142998" y="88907"/>
                </a:cubicBezTo>
                <a:close/>
                <a:moveTo>
                  <a:pt x="179078" y="70825"/>
                </a:moveTo>
                <a:lnTo>
                  <a:pt x="179078" y="72331"/>
                </a:lnTo>
                <a:cubicBezTo>
                  <a:pt x="179078" y="77976"/>
                  <a:pt x="179807" y="83203"/>
                  <a:pt x="181266" y="88010"/>
                </a:cubicBezTo>
                <a:cubicBezTo>
                  <a:pt x="182726" y="92818"/>
                  <a:pt x="184818" y="96968"/>
                  <a:pt x="187545" y="100460"/>
                </a:cubicBezTo>
                <a:cubicBezTo>
                  <a:pt x="190272" y="103953"/>
                  <a:pt x="193561" y="106691"/>
                  <a:pt x="197412" y="108677"/>
                </a:cubicBezTo>
                <a:cubicBezTo>
                  <a:pt x="201263" y="110662"/>
                  <a:pt x="205604" y="111655"/>
                  <a:pt x="210436" y="111655"/>
                </a:cubicBezTo>
                <a:cubicBezTo>
                  <a:pt x="212876" y="111655"/>
                  <a:pt x="215160" y="111391"/>
                  <a:pt x="217289" y="110865"/>
                </a:cubicBezTo>
                <a:cubicBezTo>
                  <a:pt x="219417" y="110339"/>
                  <a:pt x="221367" y="109598"/>
                  <a:pt x="223137" y="108641"/>
                </a:cubicBezTo>
                <a:cubicBezTo>
                  <a:pt x="224333" y="107971"/>
                  <a:pt x="225457" y="107206"/>
                  <a:pt x="226510" y="106345"/>
                </a:cubicBezTo>
                <a:cubicBezTo>
                  <a:pt x="227562" y="105483"/>
                  <a:pt x="228567" y="104527"/>
                  <a:pt x="229523" y="103474"/>
                </a:cubicBezTo>
                <a:lnTo>
                  <a:pt x="229523" y="107923"/>
                </a:lnTo>
                <a:cubicBezTo>
                  <a:pt x="229523" y="110554"/>
                  <a:pt x="229153" y="112922"/>
                  <a:pt x="228411" y="115027"/>
                </a:cubicBezTo>
                <a:cubicBezTo>
                  <a:pt x="227670" y="117132"/>
                  <a:pt x="226605" y="118902"/>
                  <a:pt x="225218" y="120337"/>
                </a:cubicBezTo>
                <a:cubicBezTo>
                  <a:pt x="223687" y="121916"/>
                  <a:pt x="221785" y="123112"/>
                  <a:pt x="219513" y="123925"/>
                </a:cubicBezTo>
                <a:cubicBezTo>
                  <a:pt x="217241" y="124738"/>
                  <a:pt x="214646" y="125145"/>
                  <a:pt x="211727" y="125145"/>
                </a:cubicBezTo>
                <a:cubicBezTo>
                  <a:pt x="209910" y="125145"/>
                  <a:pt x="208152" y="124966"/>
                  <a:pt x="206453" y="124607"/>
                </a:cubicBezTo>
                <a:cubicBezTo>
                  <a:pt x="204755" y="124248"/>
                  <a:pt x="203117" y="123710"/>
                  <a:pt x="201538" y="122992"/>
                </a:cubicBezTo>
                <a:cubicBezTo>
                  <a:pt x="199911" y="122275"/>
                  <a:pt x="198357" y="121354"/>
                  <a:pt x="196874" y="120230"/>
                </a:cubicBezTo>
                <a:cubicBezTo>
                  <a:pt x="195391" y="119105"/>
                  <a:pt x="194003" y="117802"/>
                  <a:pt x="192712" y="116319"/>
                </a:cubicBezTo>
                <a:lnTo>
                  <a:pt x="183742" y="128446"/>
                </a:lnTo>
                <a:cubicBezTo>
                  <a:pt x="185416" y="130599"/>
                  <a:pt x="187426" y="132452"/>
                  <a:pt x="189770" y="134007"/>
                </a:cubicBezTo>
                <a:cubicBezTo>
                  <a:pt x="192114" y="135562"/>
                  <a:pt x="194601" y="136841"/>
                  <a:pt x="197232" y="137846"/>
                </a:cubicBezTo>
                <a:cubicBezTo>
                  <a:pt x="199864" y="138851"/>
                  <a:pt x="202519" y="139592"/>
                  <a:pt x="205198" y="140071"/>
                </a:cubicBezTo>
                <a:cubicBezTo>
                  <a:pt x="207876" y="140549"/>
                  <a:pt x="210388" y="140788"/>
                  <a:pt x="212732" y="140788"/>
                </a:cubicBezTo>
                <a:cubicBezTo>
                  <a:pt x="218186" y="140788"/>
                  <a:pt x="223173" y="140059"/>
                  <a:pt x="227694" y="138599"/>
                </a:cubicBezTo>
                <a:cubicBezTo>
                  <a:pt x="232214" y="137140"/>
                  <a:pt x="236101" y="135000"/>
                  <a:pt x="239354" y="132177"/>
                </a:cubicBezTo>
                <a:cubicBezTo>
                  <a:pt x="242559" y="129355"/>
                  <a:pt x="245059" y="125886"/>
                  <a:pt x="246853" y="121772"/>
                </a:cubicBezTo>
                <a:cubicBezTo>
                  <a:pt x="248647" y="117658"/>
                  <a:pt x="249544" y="112970"/>
                  <a:pt x="249544" y="107708"/>
                </a:cubicBezTo>
                <a:lnTo>
                  <a:pt x="249544" y="32578"/>
                </a:lnTo>
                <a:lnTo>
                  <a:pt x="231389" y="32578"/>
                </a:lnTo>
                <a:lnTo>
                  <a:pt x="230600" y="39969"/>
                </a:lnTo>
                <a:cubicBezTo>
                  <a:pt x="229643" y="38773"/>
                  <a:pt x="228590" y="37685"/>
                  <a:pt x="227442" y="36704"/>
                </a:cubicBezTo>
                <a:cubicBezTo>
                  <a:pt x="226294" y="35723"/>
                  <a:pt x="225050" y="34874"/>
                  <a:pt x="223711" y="34157"/>
                </a:cubicBezTo>
                <a:cubicBezTo>
                  <a:pt x="221941" y="33152"/>
                  <a:pt x="219968" y="32398"/>
                  <a:pt x="217791" y="31896"/>
                </a:cubicBezTo>
                <a:cubicBezTo>
                  <a:pt x="215614" y="31394"/>
                  <a:pt x="213210" y="31143"/>
                  <a:pt x="210579" y="31143"/>
                </a:cubicBezTo>
                <a:cubicBezTo>
                  <a:pt x="205700" y="31143"/>
                  <a:pt x="201323" y="32099"/>
                  <a:pt x="197448" y="34013"/>
                </a:cubicBezTo>
                <a:cubicBezTo>
                  <a:pt x="193573" y="35927"/>
                  <a:pt x="190272" y="38629"/>
                  <a:pt x="187545" y="42122"/>
                </a:cubicBezTo>
                <a:cubicBezTo>
                  <a:pt x="184818" y="45614"/>
                  <a:pt x="182726" y="49800"/>
                  <a:pt x="181266" y="54679"/>
                </a:cubicBezTo>
                <a:cubicBezTo>
                  <a:pt x="179807" y="59559"/>
                  <a:pt x="179078" y="64940"/>
                  <a:pt x="179078" y="70825"/>
                </a:cubicBezTo>
                <a:moveTo>
                  <a:pt x="199098" y="72331"/>
                </a:moveTo>
                <a:lnTo>
                  <a:pt x="199098" y="70825"/>
                </a:lnTo>
                <a:cubicBezTo>
                  <a:pt x="199098" y="67572"/>
                  <a:pt x="199433" y="64522"/>
                  <a:pt x="200103" y="61676"/>
                </a:cubicBezTo>
                <a:cubicBezTo>
                  <a:pt x="200773" y="58829"/>
                  <a:pt x="201801" y="56330"/>
                  <a:pt x="203188" y="54177"/>
                </a:cubicBezTo>
                <a:cubicBezTo>
                  <a:pt x="204528" y="52072"/>
                  <a:pt x="206226" y="50410"/>
                  <a:pt x="208283" y="49190"/>
                </a:cubicBezTo>
                <a:cubicBezTo>
                  <a:pt x="210340" y="47970"/>
                  <a:pt x="212780" y="47360"/>
                  <a:pt x="215602" y="47360"/>
                </a:cubicBezTo>
                <a:cubicBezTo>
                  <a:pt x="217133" y="47360"/>
                  <a:pt x="218556" y="47503"/>
                  <a:pt x="219872" y="47790"/>
                </a:cubicBezTo>
                <a:cubicBezTo>
                  <a:pt x="221188" y="48077"/>
                  <a:pt x="222395" y="48484"/>
                  <a:pt x="223496" y="49010"/>
                </a:cubicBezTo>
                <a:cubicBezTo>
                  <a:pt x="224787" y="49632"/>
                  <a:pt x="225935" y="50445"/>
                  <a:pt x="226940" y="51450"/>
                </a:cubicBezTo>
                <a:cubicBezTo>
                  <a:pt x="227945" y="52455"/>
                  <a:pt x="228806" y="53627"/>
                  <a:pt x="229523" y="54966"/>
                </a:cubicBezTo>
                <a:lnTo>
                  <a:pt x="229523" y="87831"/>
                </a:lnTo>
                <a:cubicBezTo>
                  <a:pt x="228854" y="89027"/>
                  <a:pt x="228064" y="90103"/>
                  <a:pt x="227155" y="91060"/>
                </a:cubicBezTo>
                <a:cubicBezTo>
                  <a:pt x="226246" y="92017"/>
                  <a:pt x="225194" y="92830"/>
                  <a:pt x="223998" y="93500"/>
                </a:cubicBezTo>
                <a:cubicBezTo>
                  <a:pt x="222850" y="94122"/>
                  <a:pt x="221570" y="94600"/>
                  <a:pt x="220159" y="94935"/>
                </a:cubicBezTo>
                <a:cubicBezTo>
                  <a:pt x="218748" y="95270"/>
                  <a:pt x="217181" y="95437"/>
                  <a:pt x="215459" y="95437"/>
                </a:cubicBezTo>
                <a:cubicBezTo>
                  <a:pt x="212636" y="95437"/>
                  <a:pt x="210197" y="94839"/>
                  <a:pt x="208140" y="93643"/>
                </a:cubicBezTo>
                <a:cubicBezTo>
                  <a:pt x="206083" y="92447"/>
                  <a:pt x="204384" y="90797"/>
                  <a:pt x="203045" y="88692"/>
                </a:cubicBezTo>
                <a:cubicBezTo>
                  <a:pt x="201705" y="86635"/>
                  <a:pt x="200713" y="84207"/>
                  <a:pt x="200067" y="81409"/>
                </a:cubicBezTo>
                <a:cubicBezTo>
                  <a:pt x="199421" y="78610"/>
                  <a:pt x="199098" y="75584"/>
                  <a:pt x="199098" y="72331"/>
                </a:cubicBezTo>
                <a:close/>
                <a:moveTo>
                  <a:pt x="339154" y="72188"/>
                </a:moveTo>
                <a:lnTo>
                  <a:pt x="339154" y="56043"/>
                </a:lnTo>
                <a:lnTo>
                  <a:pt x="279380" y="56043"/>
                </a:lnTo>
                <a:lnTo>
                  <a:pt x="279380" y="72188"/>
                </a:lnTo>
                <a:lnTo>
                  <a:pt x="339154" y="72188"/>
                </a:lnTo>
                <a:close/>
                <a:moveTo>
                  <a:pt x="358873" y="99958"/>
                </a:moveTo>
                <a:lnTo>
                  <a:pt x="423455" y="73623"/>
                </a:lnTo>
                <a:lnTo>
                  <a:pt x="423455" y="57334"/>
                </a:lnTo>
                <a:lnTo>
                  <a:pt x="358873" y="31071"/>
                </a:lnTo>
                <a:lnTo>
                  <a:pt x="358873" y="50374"/>
                </a:lnTo>
                <a:lnTo>
                  <a:pt x="400062" y="63936"/>
                </a:lnTo>
                <a:lnTo>
                  <a:pt x="404368" y="65371"/>
                </a:lnTo>
                <a:lnTo>
                  <a:pt x="399990" y="66806"/>
                </a:lnTo>
                <a:lnTo>
                  <a:pt x="358873" y="80584"/>
                </a:lnTo>
                <a:lnTo>
                  <a:pt x="358873" y="99958"/>
                </a:lnTo>
                <a:close/>
                <a:moveTo>
                  <a:pt x="458028" y="32578"/>
                </a:moveTo>
                <a:lnTo>
                  <a:pt x="440878" y="32578"/>
                </a:lnTo>
                <a:lnTo>
                  <a:pt x="440878" y="110219"/>
                </a:lnTo>
                <a:lnTo>
                  <a:pt x="459032" y="110219"/>
                </a:lnTo>
                <a:lnTo>
                  <a:pt x="459032" y="52096"/>
                </a:lnTo>
                <a:cubicBezTo>
                  <a:pt x="459271" y="51474"/>
                  <a:pt x="459535" y="50900"/>
                  <a:pt x="459822" y="50374"/>
                </a:cubicBezTo>
                <a:cubicBezTo>
                  <a:pt x="460109" y="49847"/>
                  <a:pt x="460444" y="49393"/>
                  <a:pt x="460826" y="49010"/>
                </a:cubicBezTo>
                <a:cubicBezTo>
                  <a:pt x="461352" y="48484"/>
                  <a:pt x="461950" y="48077"/>
                  <a:pt x="462620" y="47790"/>
                </a:cubicBezTo>
                <a:cubicBezTo>
                  <a:pt x="463290" y="47503"/>
                  <a:pt x="464055" y="47360"/>
                  <a:pt x="464916" y="47360"/>
                </a:cubicBezTo>
                <a:cubicBezTo>
                  <a:pt x="465682" y="47360"/>
                  <a:pt x="466399" y="47468"/>
                  <a:pt x="467069" y="47683"/>
                </a:cubicBezTo>
                <a:cubicBezTo>
                  <a:pt x="467739" y="47898"/>
                  <a:pt x="468337" y="48269"/>
                  <a:pt x="468863" y="48795"/>
                </a:cubicBezTo>
                <a:cubicBezTo>
                  <a:pt x="469341" y="49321"/>
                  <a:pt x="469724" y="50063"/>
                  <a:pt x="470011" y="51020"/>
                </a:cubicBezTo>
                <a:cubicBezTo>
                  <a:pt x="470298" y="51976"/>
                  <a:pt x="470442" y="53196"/>
                  <a:pt x="470442" y="54679"/>
                </a:cubicBezTo>
                <a:lnTo>
                  <a:pt x="470442" y="110219"/>
                </a:lnTo>
                <a:lnTo>
                  <a:pt x="488022" y="110219"/>
                </a:lnTo>
                <a:lnTo>
                  <a:pt x="488022" y="52957"/>
                </a:lnTo>
                <a:cubicBezTo>
                  <a:pt x="488022" y="52383"/>
                  <a:pt x="488022" y="51928"/>
                  <a:pt x="488022" y="51594"/>
                </a:cubicBezTo>
                <a:cubicBezTo>
                  <a:pt x="488022" y="51259"/>
                  <a:pt x="488022" y="51043"/>
                  <a:pt x="488022" y="50948"/>
                </a:cubicBezTo>
                <a:cubicBezTo>
                  <a:pt x="488261" y="50422"/>
                  <a:pt x="488549" y="49955"/>
                  <a:pt x="488883" y="49549"/>
                </a:cubicBezTo>
                <a:cubicBezTo>
                  <a:pt x="489218" y="49142"/>
                  <a:pt x="489601" y="48771"/>
                  <a:pt x="490032" y="48436"/>
                </a:cubicBezTo>
                <a:cubicBezTo>
                  <a:pt x="490558" y="48101"/>
                  <a:pt x="491120" y="47838"/>
                  <a:pt x="491718" y="47647"/>
                </a:cubicBezTo>
                <a:cubicBezTo>
                  <a:pt x="492316" y="47456"/>
                  <a:pt x="492997" y="47360"/>
                  <a:pt x="493763" y="47360"/>
                </a:cubicBezTo>
                <a:cubicBezTo>
                  <a:pt x="494480" y="47360"/>
                  <a:pt x="495186" y="47468"/>
                  <a:pt x="495880" y="47683"/>
                </a:cubicBezTo>
                <a:cubicBezTo>
                  <a:pt x="496573" y="47898"/>
                  <a:pt x="497183" y="48269"/>
                  <a:pt x="497710" y="48795"/>
                </a:cubicBezTo>
                <a:cubicBezTo>
                  <a:pt x="498236" y="49369"/>
                  <a:pt x="498654" y="50135"/>
                  <a:pt x="498965" y="51091"/>
                </a:cubicBezTo>
                <a:cubicBezTo>
                  <a:pt x="499276" y="52048"/>
                  <a:pt x="499432" y="53268"/>
                  <a:pt x="499432" y="54751"/>
                </a:cubicBezTo>
                <a:lnTo>
                  <a:pt x="499432" y="110219"/>
                </a:lnTo>
                <a:lnTo>
                  <a:pt x="517586" y="110219"/>
                </a:lnTo>
                <a:lnTo>
                  <a:pt x="517586" y="54823"/>
                </a:lnTo>
                <a:cubicBezTo>
                  <a:pt x="517586" y="50517"/>
                  <a:pt x="517168" y="46870"/>
                  <a:pt x="516331" y="43880"/>
                </a:cubicBezTo>
                <a:cubicBezTo>
                  <a:pt x="515493" y="40890"/>
                  <a:pt x="514333" y="38438"/>
                  <a:pt x="512850" y="36525"/>
                </a:cubicBezTo>
                <a:cubicBezTo>
                  <a:pt x="511320" y="34659"/>
                  <a:pt x="509538" y="33295"/>
                  <a:pt x="507504" y="32434"/>
                </a:cubicBezTo>
                <a:cubicBezTo>
                  <a:pt x="505471" y="31573"/>
                  <a:pt x="503283" y="31143"/>
                  <a:pt x="500939" y="31143"/>
                </a:cubicBezTo>
                <a:cubicBezTo>
                  <a:pt x="499073" y="31143"/>
                  <a:pt x="497351" y="31382"/>
                  <a:pt x="495772" y="31860"/>
                </a:cubicBezTo>
                <a:cubicBezTo>
                  <a:pt x="494193" y="32339"/>
                  <a:pt x="492782" y="33008"/>
                  <a:pt x="491538" y="33870"/>
                </a:cubicBezTo>
                <a:cubicBezTo>
                  <a:pt x="490534" y="34539"/>
                  <a:pt x="489613" y="35341"/>
                  <a:pt x="488776" y="36273"/>
                </a:cubicBezTo>
                <a:cubicBezTo>
                  <a:pt x="487939" y="37206"/>
                  <a:pt x="487185" y="38247"/>
                  <a:pt x="486515" y="39395"/>
                </a:cubicBezTo>
                <a:cubicBezTo>
                  <a:pt x="486085" y="38199"/>
                  <a:pt x="485571" y="37134"/>
                  <a:pt x="484973" y="36202"/>
                </a:cubicBezTo>
                <a:cubicBezTo>
                  <a:pt x="484375" y="35269"/>
                  <a:pt x="483669" y="34467"/>
                  <a:pt x="482856" y="33798"/>
                </a:cubicBezTo>
                <a:cubicBezTo>
                  <a:pt x="481803" y="32889"/>
                  <a:pt x="480560" y="32219"/>
                  <a:pt x="479124" y="31789"/>
                </a:cubicBezTo>
                <a:cubicBezTo>
                  <a:pt x="477689" y="31358"/>
                  <a:pt x="476063" y="31143"/>
                  <a:pt x="474245" y="31143"/>
                </a:cubicBezTo>
                <a:cubicBezTo>
                  <a:pt x="470513" y="31143"/>
                  <a:pt x="467344" y="32111"/>
                  <a:pt x="464737" y="34049"/>
                </a:cubicBezTo>
                <a:cubicBezTo>
                  <a:pt x="462130" y="35986"/>
                  <a:pt x="460085" y="38629"/>
                  <a:pt x="458602" y="41978"/>
                </a:cubicBezTo>
                <a:lnTo>
                  <a:pt x="458028" y="32578"/>
                </a:lnTo>
                <a:close/>
                <a:moveTo>
                  <a:pt x="531062" y="70681"/>
                </a:moveTo>
                <a:lnTo>
                  <a:pt x="531062" y="72188"/>
                </a:lnTo>
                <a:cubicBezTo>
                  <a:pt x="531062" y="77881"/>
                  <a:pt x="531876" y="83131"/>
                  <a:pt x="533502" y="87939"/>
                </a:cubicBezTo>
                <a:cubicBezTo>
                  <a:pt x="535129" y="92746"/>
                  <a:pt x="537521" y="96920"/>
                  <a:pt x="540678" y="100460"/>
                </a:cubicBezTo>
                <a:cubicBezTo>
                  <a:pt x="543787" y="104000"/>
                  <a:pt x="547626" y="106763"/>
                  <a:pt x="552195" y="108748"/>
                </a:cubicBezTo>
                <a:cubicBezTo>
                  <a:pt x="556764" y="110734"/>
                  <a:pt x="561966" y="111726"/>
                  <a:pt x="567802" y="111726"/>
                </a:cubicBezTo>
                <a:cubicBezTo>
                  <a:pt x="573591" y="111726"/>
                  <a:pt x="578757" y="110734"/>
                  <a:pt x="583302" y="108748"/>
                </a:cubicBezTo>
                <a:cubicBezTo>
                  <a:pt x="587847" y="106763"/>
                  <a:pt x="591674" y="104000"/>
                  <a:pt x="594783" y="100460"/>
                </a:cubicBezTo>
                <a:cubicBezTo>
                  <a:pt x="597893" y="96920"/>
                  <a:pt x="600261" y="92746"/>
                  <a:pt x="601887" y="87939"/>
                </a:cubicBezTo>
                <a:cubicBezTo>
                  <a:pt x="603514" y="83131"/>
                  <a:pt x="604327" y="77881"/>
                  <a:pt x="604327" y="72188"/>
                </a:cubicBezTo>
                <a:lnTo>
                  <a:pt x="604327" y="70681"/>
                </a:lnTo>
                <a:cubicBezTo>
                  <a:pt x="604327" y="65036"/>
                  <a:pt x="603514" y="59810"/>
                  <a:pt x="601887" y="55002"/>
                </a:cubicBezTo>
                <a:cubicBezTo>
                  <a:pt x="600261" y="50194"/>
                  <a:pt x="597893" y="46020"/>
                  <a:pt x="594783" y="42480"/>
                </a:cubicBezTo>
                <a:cubicBezTo>
                  <a:pt x="591626" y="38940"/>
                  <a:pt x="587775" y="36166"/>
                  <a:pt x="583230" y="34157"/>
                </a:cubicBezTo>
                <a:cubicBezTo>
                  <a:pt x="578685" y="32147"/>
                  <a:pt x="573495" y="31143"/>
                  <a:pt x="567659" y="31143"/>
                </a:cubicBezTo>
                <a:cubicBezTo>
                  <a:pt x="561822" y="31143"/>
                  <a:pt x="556644" y="32147"/>
                  <a:pt x="552123" y="34157"/>
                </a:cubicBezTo>
                <a:cubicBezTo>
                  <a:pt x="547603" y="36166"/>
                  <a:pt x="543787" y="38940"/>
                  <a:pt x="540678" y="42480"/>
                </a:cubicBezTo>
                <a:cubicBezTo>
                  <a:pt x="537521" y="46020"/>
                  <a:pt x="535129" y="50194"/>
                  <a:pt x="533502" y="55002"/>
                </a:cubicBezTo>
                <a:cubicBezTo>
                  <a:pt x="531876" y="59810"/>
                  <a:pt x="531062" y="65036"/>
                  <a:pt x="531062" y="70681"/>
                </a:cubicBezTo>
                <a:moveTo>
                  <a:pt x="551011" y="72188"/>
                </a:moveTo>
                <a:lnTo>
                  <a:pt x="551011" y="70681"/>
                </a:lnTo>
                <a:cubicBezTo>
                  <a:pt x="551011" y="67524"/>
                  <a:pt x="551322" y="64534"/>
                  <a:pt x="551944" y="61711"/>
                </a:cubicBezTo>
                <a:cubicBezTo>
                  <a:pt x="552566" y="58889"/>
                  <a:pt x="553546" y="56401"/>
                  <a:pt x="554886" y="54249"/>
                </a:cubicBezTo>
                <a:cubicBezTo>
                  <a:pt x="556225" y="52096"/>
                  <a:pt x="557948" y="50398"/>
                  <a:pt x="560052" y="49154"/>
                </a:cubicBezTo>
                <a:cubicBezTo>
                  <a:pt x="562157" y="47910"/>
                  <a:pt x="564693" y="47288"/>
                  <a:pt x="567659" y="47288"/>
                </a:cubicBezTo>
                <a:cubicBezTo>
                  <a:pt x="570673" y="47288"/>
                  <a:pt x="573232" y="47910"/>
                  <a:pt x="575337" y="49154"/>
                </a:cubicBezTo>
                <a:cubicBezTo>
                  <a:pt x="577442" y="50398"/>
                  <a:pt x="579164" y="52096"/>
                  <a:pt x="580503" y="54249"/>
                </a:cubicBezTo>
                <a:cubicBezTo>
                  <a:pt x="581795" y="56401"/>
                  <a:pt x="582752" y="58889"/>
                  <a:pt x="583374" y="61711"/>
                </a:cubicBezTo>
                <a:cubicBezTo>
                  <a:pt x="583996" y="64534"/>
                  <a:pt x="584306" y="67524"/>
                  <a:pt x="584306" y="70681"/>
                </a:cubicBezTo>
                <a:lnTo>
                  <a:pt x="584306" y="72188"/>
                </a:lnTo>
                <a:cubicBezTo>
                  <a:pt x="584306" y="75441"/>
                  <a:pt x="583996" y="78491"/>
                  <a:pt x="583374" y="81337"/>
                </a:cubicBezTo>
                <a:cubicBezTo>
                  <a:pt x="582752" y="84183"/>
                  <a:pt x="581795" y="86659"/>
                  <a:pt x="580503" y="88764"/>
                </a:cubicBezTo>
                <a:cubicBezTo>
                  <a:pt x="579164" y="90917"/>
                  <a:pt x="577442" y="92615"/>
                  <a:pt x="575337" y="93859"/>
                </a:cubicBezTo>
                <a:cubicBezTo>
                  <a:pt x="573232" y="95103"/>
                  <a:pt x="570720" y="95724"/>
                  <a:pt x="567802" y="95724"/>
                </a:cubicBezTo>
                <a:cubicBezTo>
                  <a:pt x="564788" y="95724"/>
                  <a:pt x="562217" y="95103"/>
                  <a:pt x="560088" y="93859"/>
                </a:cubicBezTo>
                <a:cubicBezTo>
                  <a:pt x="557960" y="92615"/>
                  <a:pt x="556225" y="90917"/>
                  <a:pt x="554886" y="88764"/>
                </a:cubicBezTo>
                <a:cubicBezTo>
                  <a:pt x="553546" y="86659"/>
                  <a:pt x="552566" y="84183"/>
                  <a:pt x="551944" y="81337"/>
                </a:cubicBezTo>
                <a:cubicBezTo>
                  <a:pt x="551322" y="78491"/>
                  <a:pt x="551011" y="75441"/>
                  <a:pt x="551011" y="72188"/>
                </a:cubicBezTo>
                <a:close/>
                <a:moveTo>
                  <a:pt x="619884" y="70825"/>
                </a:moveTo>
                <a:lnTo>
                  <a:pt x="619884" y="72331"/>
                </a:lnTo>
                <a:cubicBezTo>
                  <a:pt x="619884" y="77976"/>
                  <a:pt x="620577" y="83203"/>
                  <a:pt x="621965" y="88010"/>
                </a:cubicBezTo>
                <a:cubicBezTo>
                  <a:pt x="623352" y="92818"/>
                  <a:pt x="625361" y="96968"/>
                  <a:pt x="627992" y="100460"/>
                </a:cubicBezTo>
                <a:cubicBezTo>
                  <a:pt x="630576" y="103953"/>
                  <a:pt x="633745" y="106691"/>
                  <a:pt x="637500" y="108677"/>
                </a:cubicBezTo>
                <a:cubicBezTo>
                  <a:pt x="641256" y="110662"/>
                  <a:pt x="645501" y="111655"/>
                  <a:pt x="650237" y="111655"/>
                </a:cubicBezTo>
                <a:cubicBezTo>
                  <a:pt x="654591" y="111655"/>
                  <a:pt x="658418" y="110817"/>
                  <a:pt x="661718" y="109143"/>
                </a:cubicBezTo>
                <a:cubicBezTo>
                  <a:pt x="665019" y="107469"/>
                  <a:pt x="667890" y="105125"/>
                  <a:pt x="670329" y="102111"/>
                </a:cubicBezTo>
                <a:lnTo>
                  <a:pt x="671334" y="110219"/>
                </a:lnTo>
                <a:lnTo>
                  <a:pt x="689345" y="110219"/>
                </a:lnTo>
                <a:lnTo>
                  <a:pt x="689345" y="0"/>
                </a:lnTo>
                <a:lnTo>
                  <a:pt x="669325" y="0"/>
                </a:lnTo>
                <a:lnTo>
                  <a:pt x="669325" y="39538"/>
                </a:lnTo>
                <a:cubicBezTo>
                  <a:pt x="666933" y="36859"/>
                  <a:pt x="664194" y="34790"/>
                  <a:pt x="661108" y="33331"/>
                </a:cubicBezTo>
                <a:cubicBezTo>
                  <a:pt x="658023" y="31872"/>
                  <a:pt x="654447" y="31143"/>
                  <a:pt x="650381" y="31143"/>
                </a:cubicBezTo>
                <a:cubicBezTo>
                  <a:pt x="645549" y="31143"/>
                  <a:pt x="641256" y="32099"/>
                  <a:pt x="637500" y="34013"/>
                </a:cubicBezTo>
                <a:cubicBezTo>
                  <a:pt x="633745" y="35927"/>
                  <a:pt x="630552" y="38629"/>
                  <a:pt x="627921" y="42122"/>
                </a:cubicBezTo>
                <a:cubicBezTo>
                  <a:pt x="625290" y="45614"/>
                  <a:pt x="623292" y="49800"/>
                  <a:pt x="621929" y="54679"/>
                </a:cubicBezTo>
                <a:cubicBezTo>
                  <a:pt x="620566" y="59559"/>
                  <a:pt x="619884" y="64940"/>
                  <a:pt x="619884" y="70825"/>
                </a:cubicBezTo>
                <a:moveTo>
                  <a:pt x="639832" y="72331"/>
                </a:moveTo>
                <a:lnTo>
                  <a:pt x="639832" y="70825"/>
                </a:lnTo>
                <a:cubicBezTo>
                  <a:pt x="639832" y="67572"/>
                  <a:pt x="640119" y="64522"/>
                  <a:pt x="640693" y="61676"/>
                </a:cubicBezTo>
                <a:cubicBezTo>
                  <a:pt x="641268" y="58829"/>
                  <a:pt x="642176" y="56330"/>
                  <a:pt x="643420" y="54177"/>
                </a:cubicBezTo>
                <a:cubicBezTo>
                  <a:pt x="644664" y="52072"/>
                  <a:pt x="646279" y="50410"/>
                  <a:pt x="648264" y="49190"/>
                </a:cubicBezTo>
                <a:cubicBezTo>
                  <a:pt x="650249" y="47970"/>
                  <a:pt x="652653" y="47360"/>
                  <a:pt x="655476" y="47360"/>
                </a:cubicBezTo>
                <a:cubicBezTo>
                  <a:pt x="658872" y="47360"/>
                  <a:pt x="661694" y="48089"/>
                  <a:pt x="663943" y="49549"/>
                </a:cubicBezTo>
                <a:cubicBezTo>
                  <a:pt x="666191" y="51008"/>
                  <a:pt x="667985" y="53053"/>
                  <a:pt x="669325" y="55684"/>
                </a:cubicBezTo>
                <a:lnTo>
                  <a:pt x="669325" y="87114"/>
                </a:lnTo>
                <a:cubicBezTo>
                  <a:pt x="667985" y="89697"/>
                  <a:pt x="666179" y="91730"/>
                  <a:pt x="663907" y="93213"/>
                </a:cubicBezTo>
                <a:cubicBezTo>
                  <a:pt x="661635" y="94696"/>
                  <a:pt x="658776" y="95437"/>
                  <a:pt x="655332" y="95437"/>
                </a:cubicBezTo>
                <a:cubicBezTo>
                  <a:pt x="652510" y="95437"/>
                  <a:pt x="650118" y="94839"/>
                  <a:pt x="648156" y="93643"/>
                </a:cubicBezTo>
                <a:cubicBezTo>
                  <a:pt x="646195" y="92447"/>
                  <a:pt x="644592" y="90797"/>
                  <a:pt x="643349" y="88692"/>
                </a:cubicBezTo>
                <a:cubicBezTo>
                  <a:pt x="642105" y="86635"/>
                  <a:pt x="641208" y="84207"/>
                  <a:pt x="640658" y="81409"/>
                </a:cubicBezTo>
                <a:cubicBezTo>
                  <a:pt x="640107" y="78610"/>
                  <a:pt x="639832" y="75584"/>
                  <a:pt x="639832" y="72331"/>
                </a:cubicBezTo>
                <a:close/>
                <a:moveTo>
                  <a:pt x="747813" y="111655"/>
                </a:moveTo>
                <a:cubicBezTo>
                  <a:pt x="755324" y="111655"/>
                  <a:pt x="761830" y="110195"/>
                  <a:pt x="767331" y="107277"/>
                </a:cubicBezTo>
                <a:cubicBezTo>
                  <a:pt x="772832" y="104359"/>
                  <a:pt x="776851" y="101106"/>
                  <a:pt x="779386" y="97518"/>
                </a:cubicBezTo>
                <a:lnTo>
                  <a:pt x="769412" y="86755"/>
                </a:lnTo>
                <a:cubicBezTo>
                  <a:pt x="767116" y="89721"/>
                  <a:pt x="764126" y="91945"/>
                  <a:pt x="760442" y="93428"/>
                </a:cubicBezTo>
                <a:cubicBezTo>
                  <a:pt x="756759" y="94911"/>
                  <a:pt x="752956" y="95653"/>
                  <a:pt x="749033" y="95653"/>
                </a:cubicBezTo>
                <a:cubicBezTo>
                  <a:pt x="746258" y="95653"/>
                  <a:pt x="743699" y="95222"/>
                  <a:pt x="741355" y="94361"/>
                </a:cubicBezTo>
                <a:cubicBezTo>
                  <a:pt x="739011" y="93500"/>
                  <a:pt x="736930" y="92280"/>
                  <a:pt x="735112" y="90701"/>
                </a:cubicBezTo>
                <a:cubicBezTo>
                  <a:pt x="733342" y="89171"/>
                  <a:pt x="731931" y="87460"/>
                  <a:pt x="730878" y="85571"/>
                </a:cubicBezTo>
                <a:cubicBezTo>
                  <a:pt x="729826" y="83681"/>
                  <a:pt x="728965" y="81182"/>
                  <a:pt x="728295" y="78072"/>
                </a:cubicBezTo>
                <a:lnTo>
                  <a:pt x="728295" y="77857"/>
                </a:lnTo>
                <a:lnTo>
                  <a:pt x="780965" y="77857"/>
                </a:lnTo>
                <a:lnTo>
                  <a:pt x="780965" y="69389"/>
                </a:lnTo>
                <a:cubicBezTo>
                  <a:pt x="780965" y="63697"/>
                  <a:pt x="780176" y="58494"/>
                  <a:pt x="778597" y="53782"/>
                </a:cubicBezTo>
                <a:cubicBezTo>
                  <a:pt x="777018" y="49070"/>
                  <a:pt x="774722" y="45040"/>
                  <a:pt x="771708" y="41691"/>
                </a:cubicBezTo>
                <a:cubicBezTo>
                  <a:pt x="768647" y="38342"/>
                  <a:pt x="764927" y="35747"/>
                  <a:pt x="760550" y="33905"/>
                </a:cubicBezTo>
                <a:cubicBezTo>
                  <a:pt x="756173" y="32064"/>
                  <a:pt x="751186" y="31143"/>
                  <a:pt x="745589" y="31143"/>
                </a:cubicBezTo>
                <a:cubicBezTo>
                  <a:pt x="740183" y="31143"/>
                  <a:pt x="735184" y="32123"/>
                  <a:pt x="730591" y="34085"/>
                </a:cubicBezTo>
                <a:cubicBezTo>
                  <a:pt x="725999" y="36046"/>
                  <a:pt x="722028" y="38797"/>
                  <a:pt x="718679" y="42337"/>
                </a:cubicBezTo>
                <a:cubicBezTo>
                  <a:pt x="715331" y="45877"/>
                  <a:pt x="712724" y="50099"/>
                  <a:pt x="710858" y="55002"/>
                </a:cubicBezTo>
                <a:cubicBezTo>
                  <a:pt x="708992" y="59905"/>
                  <a:pt x="708059" y="65323"/>
                  <a:pt x="708059" y="71255"/>
                </a:cubicBezTo>
                <a:lnTo>
                  <a:pt x="708059" y="74125"/>
                </a:lnTo>
                <a:cubicBezTo>
                  <a:pt x="708059" y="79340"/>
                  <a:pt x="709004" y="84231"/>
                  <a:pt x="710894" y="88800"/>
                </a:cubicBezTo>
                <a:cubicBezTo>
                  <a:pt x="712783" y="93368"/>
                  <a:pt x="715474" y="97327"/>
                  <a:pt x="718967" y="100676"/>
                </a:cubicBezTo>
                <a:cubicBezTo>
                  <a:pt x="722459" y="104072"/>
                  <a:pt x="726645" y="106751"/>
                  <a:pt x="731524" y="108713"/>
                </a:cubicBezTo>
                <a:cubicBezTo>
                  <a:pt x="736404" y="110674"/>
                  <a:pt x="741833" y="111655"/>
                  <a:pt x="747813" y="111655"/>
                </a:cubicBezTo>
                <a:moveTo>
                  <a:pt x="745445" y="47288"/>
                </a:moveTo>
                <a:cubicBezTo>
                  <a:pt x="747980" y="47288"/>
                  <a:pt x="750217" y="47683"/>
                  <a:pt x="752154" y="48472"/>
                </a:cubicBezTo>
                <a:cubicBezTo>
                  <a:pt x="754092" y="49261"/>
                  <a:pt x="755730" y="50326"/>
                  <a:pt x="757070" y="51665"/>
                </a:cubicBezTo>
                <a:cubicBezTo>
                  <a:pt x="758409" y="53053"/>
                  <a:pt x="759462" y="54679"/>
                  <a:pt x="760227" y="56545"/>
                </a:cubicBezTo>
                <a:cubicBezTo>
                  <a:pt x="760992" y="58411"/>
                  <a:pt x="761375" y="60396"/>
                  <a:pt x="761375" y="62501"/>
                </a:cubicBezTo>
                <a:lnTo>
                  <a:pt x="761375" y="64079"/>
                </a:lnTo>
                <a:lnTo>
                  <a:pt x="728654" y="64079"/>
                </a:lnTo>
                <a:cubicBezTo>
                  <a:pt x="729132" y="61544"/>
                  <a:pt x="729850" y="59248"/>
                  <a:pt x="730806" y="57191"/>
                </a:cubicBezTo>
                <a:cubicBezTo>
                  <a:pt x="731763" y="55134"/>
                  <a:pt x="732959" y="53364"/>
                  <a:pt x="734394" y="51881"/>
                </a:cubicBezTo>
                <a:cubicBezTo>
                  <a:pt x="735782" y="50398"/>
                  <a:pt x="737408" y="49261"/>
                  <a:pt x="739274" y="48472"/>
                </a:cubicBezTo>
                <a:cubicBezTo>
                  <a:pt x="741140" y="47683"/>
                  <a:pt x="743197" y="47288"/>
                  <a:pt x="745445" y="47288"/>
                </a:cubicBezTo>
                <a:close/>
                <a:moveTo>
                  <a:pt x="955485" y="58769"/>
                </a:moveTo>
                <a:lnTo>
                  <a:pt x="955485" y="42409"/>
                </a:lnTo>
                <a:lnTo>
                  <a:pt x="887602" y="42409"/>
                </a:lnTo>
                <a:lnTo>
                  <a:pt x="887602" y="58769"/>
                </a:lnTo>
                <a:lnTo>
                  <a:pt x="955485" y="58769"/>
                </a:lnTo>
                <a:moveTo>
                  <a:pt x="955485" y="89697"/>
                </a:moveTo>
                <a:lnTo>
                  <a:pt x="955485" y="73408"/>
                </a:lnTo>
                <a:lnTo>
                  <a:pt x="887602" y="73408"/>
                </a:lnTo>
                <a:lnTo>
                  <a:pt x="887602" y="89697"/>
                </a:lnTo>
                <a:lnTo>
                  <a:pt x="955485" y="89697"/>
                </a:lnTo>
                <a:close/>
                <a:moveTo>
                  <a:pt x="1043660" y="58769"/>
                </a:moveTo>
                <a:lnTo>
                  <a:pt x="1043660" y="42409"/>
                </a:lnTo>
                <a:lnTo>
                  <a:pt x="975778" y="42409"/>
                </a:lnTo>
                <a:lnTo>
                  <a:pt x="975778" y="58769"/>
                </a:lnTo>
                <a:lnTo>
                  <a:pt x="1043660" y="58769"/>
                </a:lnTo>
                <a:moveTo>
                  <a:pt x="1043660" y="89697"/>
                </a:moveTo>
                <a:lnTo>
                  <a:pt x="1043660" y="73408"/>
                </a:lnTo>
                <a:lnTo>
                  <a:pt x="975778" y="73408"/>
                </a:lnTo>
                <a:lnTo>
                  <a:pt x="975778" y="89697"/>
                </a:lnTo>
                <a:lnTo>
                  <a:pt x="1043660" y="89697"/>
                </a:ln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1">
            <a:extLst xmlns:a="http://schemas.openxmlformats.org/drawingml/2006/main">
              <a:ext uri="{FF2B5EF4-FFF2-40B4-BE49-F238E27FC236}">
                <a16:creationId xmlns:a16="http://schemas.microsoft.com/office/drawing/2014/main" id="{C83C4CA6-6D14-4E93-B527-BD2AF320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961" y="1417330"/>
            <a:ext cx="46571" cy="104479"/>
          </a:xfrm>
          <a:custGeom xmlns:a="http://schemas.openxmlformats.org/drawingml/2006/main">
            <a:pathLst>
              <a:path w="46571" h="104479">
                <a:moveTo>
                  <a:pt x="46571" y="104479"/>
                </a:moveTo>
                <a:lnTo>
                  <a:pt x="46571" y="0"/>
                </a:lnTo>
                <a:lnTo>
                  <a:pt x="45494" y="0"/>
                </a:lnTo>
                <a:lnTo>
                  <a:pt x="0" y="16432"/>
                </a:lnTo>
                <a:lnTo>
                  <a:pt x="0" y="33798"/>
                </a:lnTo>
                <a:lnTo>
                  <a:pt x="26407" y="24326"/>
                </a:lnTo>
                <a:lnTo>
                  <a:pt x="26407" y="104479"/>
                </a:lnTo>
                <a:lnTo>
                  <a:pt x="46571" y="104479"/>
                </a:lnTo>
                <a:close/>
              </a:path>
            </a:pathLst>
          </a:custGeom>
          <a:solidFill xmlns:a="http://schemas.openxmlformats.org/drawingml/2006/main">
            <a:srgbClr val="C53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){">
            <a:extLst xmlns:a="http://schemas.openxmlformats.org/drawingml/2006/main">
              <a:ext uri="{FF2B5EF4-FFF2-40B4-BE49-F238E27FC236}">
                <a16:creationId xmlns:a16="http://schemas.microsoft.com/office/drawing/2014/main" id="{66DF4475-5103-4B31-BA8F-D7EBE8F6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386" y="1405634"/>
            <a:ext cx="135392" cy="148968"/>
          </a:xfrm>
          <a:custGeom xmlns:a="http://schemas.openxmlformats.org/drawingml/2006/main">
            <a:pathLst>
              <a:path w="135392" h="148968">
                <a:moveTo>
                  <a:pt x="40543" y="75274"/>
                </a:moveTo>
                <a:lnTo>
                  <a:pt x="40543" y="73695"/>
                </a:lnTo>
                <a:cubicBezTo>
                  <a:pt x="40543" y="67141"/>
                  <a:pt x="40017" y="60934"/>
                  <a:pt x="38964" y="55074"/>
                </a:cubicBezTo>
                <a:cubicBezTo>
                  <a:pt x="37912" y="49214"/>
                  <a:pt x="36477" y="43748"/>
                  <a:pt x="34659" y="38677"/>
                </a:cubicBezTo>
                <a:cubicBezTo>
                  <a:pt x="32841" y="33606"/>
                  <a:pt x="30724" y="28978"/>
                  <a:pt x="28308" y="24792"/>
                </a:cubicBezTo>
                <a:cubicBezTo>
                  <a:pt x="25892" y="20606"/>
                  <a:pt x="23321" y="16863"/>
                  <a:pt x="20594" y="13562"/>
                </a:cubicBezTo>
                <a:cubicBezTo>
                  <a:pt x="17868" y="10309"/>
                  <a:pt x="15069" y="7535"/>
                  <a:pt x="12199" y="5238"/>
                </a:cubicBezTo>
                <a:cubicBezTo>
                  <a:pt x="9328" y="2942"/>
                  <a:pt x="6530" y="1196"/>
                  <a:pt x="3803" y="0"/>
                </a:cubicBezTo>
                <a:lnTo>
                  <a:pt x="0" y="10692"/>
                </a:lnTo>
                <a:cubicBezTo>
                  <a:pt x="1435" y="11792"/>
                  <a:pt x="2882" y="13120"/>
                  <a:pt x="4341" y="14674"/>
                </a:cubicBezTo>
                <a:cubicBezTo>
                  <a:pt x="5800" y="16229"/>
                  <a:pt x="7224" y="17987"/>
                  <a:pt x="8611" y="19949"/>
                </a:cubicBezTo>
                <a:cubicBezTo>
                  <a:pt x="10668" y="22915"/>
                  <a:pt x="12617" y="26431"/>
                  <a:pt x="14459" y="30497"/>
                </a:cubicBezTo>
                <a:cubicBezTo>
                  <a:pt x="16301" y="34563"/>
                  <a:pt x="17868" y="39156"/>
                  <a:pt x="19159" y="44274"/>
                </a:cubicBezTo>
                <a:cubicBezTo>
                  <a:pt x="20164" y="48388"/>
                  <a:pt x="20965" y="52885"/>
                  <a:pt x="21563" y="57765"/>
                </a:cubicBezTo>
                <a:cubicBezTo>
                  <a:pt x="22161" y="62644"/>
                  <a:pt x="22460" y="67906"/>
                  <a:pt x="22460" y="73551"/>
                </a:cubicBezTo>
                <a:lnTo>
                  <a:pt x="22460" y="75417"/>
                </a:lnTo>
                <a:cubicBezTo>
                  <a:pt x="22460" y="81205"/>
                  <a:pt x="22161" y="86587"/>
                  <a:pt x="21563" y="91562"/>
                </a:cubicBezTo>
                <a:cubicBezTo>
                  <a:pt x="20965" y="96538"/>
                  <a:pt x="20164" y="101082"/>
                  <a:pt x="19159" y="105196"/>
                </a:cubicBezTo>
                <a:cubicBezTo>
                  <a:pt x="17963" y="109693"/>
                  <a:pt x="16588" y="113759"/>
                  <a:pt x="15033" y="117395"/>
                </a:cubicBezTo>
                <a:cubicBezTo>
                  <a:pt x="13478" y="121031"/>
                  <a:pt x="11768" y="124284"/>
                  <a:pt x="9903" y="127154"/>
                </a:cubicBezTo>
                <a:cubicBezTo>
                  <a:pt x="8324" y="129594"/>
                  <a:pt x="6697" y="131735"/>
                  <a:pt x="5023" y="133576"/>
                </a:cubicBezTo>
                <a:cubicBezTo>
                  <a:pt x="3349" y="135418"/>
                  <a:pt x="1674" y="136961"/>
                  <a:pt x="0" y="138205"/>
                </a:cubicBezTo>
                <a:lnTo>
                  <a:pt x="3803" y="148968"/>
                </a:lnTo>
                <a:cubicBezTo>
                  <a:pt x="6530" y="147772"/>
                  <a:pt x="9328" y="146026"/>
                  <a:pt x="12199" y="143730"/>
                </a:cubicBezTo>
                <a:cubicBezTo>
                  <a:pt x="15069" y="141434"/>
                  <a:pt x="17868" y="138635"/>
                  <a:pt x="20594" y="135335"/>
                </a:cubicBezTo>
                <a:cubicBezTo>
                  <a:pt x="23321" y="132082"/>
                  <a:pt x="25892" y="128362"/>
                  <a:pt x="28308" y="124176"/>
                </a:cubicBezTo>
                <a:cubicBezTo>
                  <a:pt x="30724" y="119990"/>
                  <a:pt x="32841" y="115362"/>
                  <a:pt x="34659" y="110291"/>
                </a:cubicBezTo>
                <a:cubicBezTo>
                  <a:pt x="36477" y="105220"/>
                  <a:pt x="37912" y="99755"/>
                  <a:pt x="38964" y="93895"/>
                </a:cubicBezTo>
                <a:cubicBezTo>
                  <a:pt x="40017" y="88034"/>
                  <a:pt x="40543" y="81827"/>
                  <a:pt x="40543" y="75274"/>
                </a:cubicBezTo>
                <a:close/>
                <a:moveTo>
                  <a:pt x="132952" y="142008"/>
                </a:moveTo>
                <a:lnTo>
                  <a:pt x="135392" y="130670"/>
                </a:lnTo>
                <a:cubicBezTo>
                  <a:pt x="133000" y="130766"/>
                  <a:pt x="131051" y="130156"/>
                  <a:pt x="129544" y="128840"/>
                </a:cubicBezTo>
                <a:cubicBezTo>
                  <a:pt x="128037" y="127525"/>
                  <a:pt x="126853" y="125791"/>
                  <a:pt x="125992" y="123638"/>
                </a:cubicBezTo>
                <a:cubicBezTo>
                  <a:pt x="125131" y="121485"/>
                  <a:pt x="124545" y="119081"/>
                  <a:pt x="124234" y="116426"/>
                </a:cubicBezTo>
                <a:cubicBezTo>
                  <a:pt x="123923" y="113771"/>
                  <a:pt x="123767" y="111152"/>
                  <a:pt x="123767" y="108569"/>
                </a:cubicBezTo>
                <a:lnTo>
                  <a:pt x="123767" y="96873"/>
                </a:lnTo>
                <a:cubicBezTo>
                  <a:pt x="123767" y="91180"/>
                  <a:pt x="122380" y="86157"/>
                  <a:pt x="119605" y="81803"/>
                </a:cubicBezTo>
                <a:cubicBezTo>
                  <a:pt x="116831" y="77450"/>
                  <a:pt x="112477" y="74125"/>
                  <a:pt x="106545" y="71829"/>
                </a:cubicBezTo>
                <a:cubicBezTo>
                  <a:pt x="112430" y="69533"/>
                  <a:pt x="116771" y="66184"/>
                  <a:pt x="119569" y="61783"/>
                </a:cubicBezTo>
                <a:cubicBezTo>
                  <a:pt x="122368" y="57382"/>
                  <a:pt x="123767" y="52335"/>
                  <a:pt x="123767" y="46642"/>
                </a:cubicBezTo>
                <a:lnTo>
                  <a:pt x="123767" y="34946"/>
                </a:lnTo>
                <a:cubicBezTo>
                  <a:pt x="123767" y="32363"/>
                  <a:pt x="123827" y="29743"/>
                  <a:pt x="123947" y="27088"/>
                </a:cubicBezTo>
                <a:cubicBezTo>
                  <a:pt x="124066" y="24433"/>
                  <a:pt x="124485" y="22030"/>
                  <a:pt x="125202" y="19877"/>
                </a:cubicBezTo>
                <a:cubicBezTo>
                  <a:pt x="125920" y="17724"/>
                  <a:pt x="127068" y="15990"/>
                  <a:pt x="128647" y="14674"/>
                </a:cubicBezTo>
                <a:cubicBezTo>
                  <a:pt x="130225" y="13359"/>
                  <a:pt x="132474" y="12749"/>
                  <a:pt x="135392" y="12845"/>
                </a:cubicBezTo>
                <a:lnTo>
                  <a:pt x="132952" y="1579"/>
                </a:lnTo>
                <a:cubicBezTo>
                  <a:pt x="128312" y="1579"/>
                  <a:pt x="124317" y="2464"/>
                  <a:pt x="120969" y="4234"/>
                </a:cubicBezTo>
                <a:cubicBezTo>
                  <a:pt x="117620" y="6004"/>
                  <a:pt x="114917" y="8276"/>
                  <a:pt x="112860" y="11051"/>
                </a:cubicBezTo>
                <a:cubicBezTo>
                  <a:pt x="110373" y="14256"/>
                  <a:pt x="108555" y="18023"/>
                  <a:pt x="107407" y="22352"/>
                </a:cubicBezTo>
                <a:cubicBezTo>
                  <a:pt x="106258" y="26682"/>
                  <a:pt x="105684" y="30880"/>
                  <a:pt x="105684" y="34946"/>
                </a:cubicBezTo>
                <a:lnTo>
                  <a:pt x="105684" y="46642"/>
                </a:lnTo>
                <a:cubicBezTo>
                  <a:pt x="105684" y="53101"/>
                  <a:pt x="104201" y="57717"/>
                  <a:pt x="101235" y="60492"/>
                </a:cubicBezTo>
                <a:cubicBezTo>
                  <a:pt x="98269" y="63266"/>
                  <a:pt x="93749" y="64653"/>
                  <a:pt x="87673" y="64653"/>
                </a:cubicBezTo>
                <a:lnTo>
                  <a:pt x="87673" y="79005"/>
                </a:lnTo>
                <a:cubicBezTo>
                  <a:pt x="93749" y="79005"/>
                  <a:pt x="98269" y="80392"/>
                  <a:pt x="101235" y="83167"/>
                </a:cubicBezTo>
                <a:cubicBezTo>
                  <a:pt x="104201" y="85941"/>
                  <a:pt x="105684" y="90510"/>
                  <a:pt x="105684" y="96873"/>
                </a:cubicBezTo>
                <a:lnTo>
                  <a:pt x="105684" y="108569"/>
                </a:lnTo>
                <a:cubicBezTo>
                  <a:pt x="105684" y="112348"/>
                  <a:pt x="106199" y="116211"/>
                  <a:pt x="107227" y="120158"/>
                </a:cubicBezTo>
                <a:cubicBezTo>
                  <a:pt x="108256" y="124104"/>
                  <a:pt x="109918" y="127728"/>
                  <a:pt x="112214" y="131029"/>
                </a:cubicBezTo>
                <a:cubicBezTo>
                  <a:pt x="114367" y="134186"/>
                  <a:pt x="117177" y="136806"/>
                  <a:pt x="120646" y="138887"/>
                </a:cubicBezTo>
                <a:cubicBezTo>
                  <a:pt x="124114" y="140967"/>
                  <a:pt x="128216" y="142008"/>
                  <a:pt x="132952" y="142008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9F641B-5B8B-429A-9014-985852E1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49" y="1557080"/>
            <a:ext cx="705308" cy="176351"/>
          </a:xfrm>
          <a:custGeom xmlns:a="http://schemas.openxmlformats.org/drawingml/2006/main">
            <a:pathLst>
              <a:path w="705308" h="176351">
                <a:moveTo>
                  <a:pt x="0" y="0"/>
                </a:moveTo>
                <a:lnTo>
                  <a:pt x="705308" y="0"/>
                </a:lnTo>
                <a:lnTo>
                  <a:pt x="705308" y="176351"/>
                </a:lnTo>
                <a:lnTo>
                  <a:pt x="0" y="176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s=">
            <a:extLst xmlns:a="http://schemas.openxmlformats.org/drawingml/2006/main">
              <a:ext uri="{FF2B5EF4-FFF2-40B4-BE49-F238E27FC236}">
                <a16:creationId xmlns:a16="http://schemas.microsoft.com/office/drawing/2014/main" id="{2591334D-CE5D-44FE-A61B-77E90C9F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874" y="1619084"/>
            <a:ext cx="246817" cy="80584"/>
          </a:xfrm>
          <a:custGeom xmlns:a="http://schemas.openxmlformats.org/drawingml/2006/main">
            <a:pathLst>
              <a:path w="246817" h="80584">
                <a:moveTo>
                  <a:pt x="51450" y="57765"/>
                </a:moveTo>
                <a:cubicBezTo>
                  <a:pt x="51450" y="58961"/>
                  <a:pt x="51151" y="60061"/>
                  <a:pt x="50553" y="61066"/>
                </a:cubicBezTo>
                <a:cubicBezTo>
                  <a:pt x="49955" y="62070"/>
                  <a:pt x="49058" y="62955"/>
                  <a:pt x="47862" y="63721"/>
                </a:cubicBezTo>
                <a:cubicBezTo>
                  <a:pt x="46618" y="64486"/>
                  <a:pt x="45028" y="65096"/>
                  <a:pt x="43090" y="65550"/>
                </a:cubicBezTo>
                <a:cubicBezTo>
                  <a:pt x="41153" y="66005"/>
                  <a:pt x="38893" y="66232"/>
                  <a:pt x="36309" y="66232"/>
                </a:cubicBezTo>
                <a:cubicBezTo>
                  <a:pt x="34157" y="66232"/>
                  <a:pt x="32064" y="66017"/>
                  <a:pt x="30030" y="65586"/>
                </a:cubicBezTo>
                <a:cubicBezTo>
                  <a:pt x="27997" y="65156"/>
                  <a:pt x="26191" y="64462"/>
                  <a:pt x="24613" y="63505"/>
                </a:cubicBezTo>
                <a:cubicBezTo>
                  <a:pt x="23034" y="62596"/>
                  <a:pt x="21743" y="61388"/>
                  <a:pt x="20738" y="59882"/>
                </a:cubicBezTo>
                <a:cubicBezTo>
                  <a:pt x="19733" y="58375"/>
                  <a:pt x="19159" y="56569"/>
                  <a:pt x="19016" y="54464"/>
                </a:cubicBezTo>
                <a:lnTo>
                  <a:pt x="0" y="54464"/>
                </a:lnTo>
                <a:cubicBezTo>
                  <a:pt x="0" y="57621"/>
                  <a:pt x="777" y="60767"/>
                  <a:pt x="2332" y="63900"/>
                </a:cubicBezTo>
                <a:cubicBezTo>
                  <a:pt x="3887" y="67033"/>
                  <a:pt x="6171" y="69820"/>
                  <a:pt x="9185" y="72260"/>
                </a:cubicBezTo>
                <a:cubicBezTo>
                  <a:pt x="12199" y="74747"/>
                  <a:pt x="15942" y="76757"/>
                  <a:pt x="20415" y="78287"/>
                </a:cubicBezTo>
                <a:cubicBezTo>
                  <a:pt x="24888" y="79818"/>
                  <a:pt x="30042" y="80584"/>
                  <a:pt x="35879" y="80584"/>
                </a:cubicBezTo>
                <a:cubicBezTo>
                  <a:pt x="41189" y="80584"/>
                  <a:pt x="45997" y="79998"/>
                  <a:pt x="50302" y="78826"/>
                </a:cubicBezTo>
                <a:cubicBezTo>
                  <a:pt x="54607" y="77654"/>
                  <a:pt x="58291" y="76015"/>
                  <a:pt x="61353" y="73910"/>
                </a:cubicBezTo>
                <a:cubicBezTo>
                  <a:pt x="64366" y="71805"/>
                  <a:pt x="66699" y="69306"/>
                  <a:pt x="68349" y="66412"/>
                </a:cubicBezTo>
                <a:cubicBezTo>
                  <a:pt x="69999" y="63517"/>
                  <a:pt x="70825" y="60348"/>
                  <a:pt x="70825" y="56904"/>
                </a:cubicBezTo>
                <a:cubicBezTo>
                  <a:pt x="70825" y="53172"/>
                  <a:pt x="69999" y="49955"/>
                  <a:pt x="68349" y="47252"/>
                </a:cubicBezTo>
                <a:cubicBezTo>
                  <a:pt x="66699" y="44549"/>
                  <a:pt x="64414" y="42241"/>
                  <a:pt x="61496" y="40328"/>
                </a:cubicBezTo>
                <a:cubicBezTo>
                  <a:pt x="58578" y="38462"/>
                  <a:pt x="55110" y="36931"/>
                  <a:pt x="51091" y="35735"/>
                </a:cubicBezTo>
                <a:cubicBezTo>
                  <a:pt x="47073" y="34539"/>
                  <a:pt x="42720" y="33559"/>
                  <a:pt x="38031" y="32793"/>
                </a:cubicBezTo>
                <a:cubicBezTo>
                  <a:pt x="34778" y="32315"/>
                  <a:pt x="32099" y="31753"/>
                  <a:pt x="29995" y="31107"/>
                </a:cubicBezTo>
                <a:cubicBezTo>
                  <a:pt x="27890" y="30461"/>
                  <a:pt x="26239" y="29731"/>
                  <a:pt x="25043" y="28918"/>
                </a:cubicBezTo>
                <a:cubicBezTo>
                  <a:pt x="23800" y="28153"/>
                  <a:pt x="22938" y="27280"/>
                  <a:pt x="22460" y="26299"/>
                </a:cubicBezTo>
                <a:cubicBezTo>
                  <a:pt x="21982" y="25318"/>
                  <a:pt x="21743" y="24254"/>
                  <a:pt x="21743" y="23106"/>
                </a:cubicBezTo>
                <a:cubicBezTo>
                  <a:pt x="21743" y="21958"/>
                  <a:pt x="22018" y="20869"/>
                  <a:pt x="22568" y="19841"/>
                </a:cubicBezTo>
                <a:cubicBezTo>
                  <a:pt x="23118" y="18812"/>
                  <a:pt x="23919" y="17915"/>
                  <a:pt x="24972" y="17150"/>
                </a:cubicBezTo>
                <a:cubicBezTo>
                  <a:pt x="26120" y="16289"/>
                  <a:pt x="27603" y="15619"/>
                  <a:pt x="29421" y="15141"/>
                </a:cubicBezTo>
                <a:cubicBezTo>
                  <a:pt x="31238" y="14662"/>
                  <a:pt x="33367" y="14423"/>
                  <a:pt x="35807" y="14423"/>
                </a:cubicBezTo>
                <a:cubicBezTo>
                  <a:pt x="38677" y="14423"/>
                  <a:pt x="41129" y="14782"/>
                  <a:pt x="43162" y="15500"/>
                </a:cubicBezTo>
                <a:cubicBezTo>
                  <a:pt x="45195" y="16217"/>
                  <a:pt x="46810" y="17174"/>
                  <a:pt x="48006" y="18370"/>
                </a:cubicBezTo>
                <a:cubicBezTo>
                  <a:pt x="48867" y="19279"/>
                  <a:pt x="49513" y="20295"/>
                  <a:pt x="49943" y="21420"/>
                </a:cubicBezTo>
                <a:cubicBezTo>
                  <a:pt x="50374" y="22544"/>
                  <a:pt x="50589" y="23752"/>
                  <a:pt x="50589" y="25043"/>
                </a:cubicBezTo>
                <a:lnTo>
                  <a:pt x="70538" y="25043"/>
                </a:lnTo>
                <a:cubicBezTo>
                  <a:pt x="70538" y="21455"/>
                  <a:pt x="69748" y="18131"/>
                  <a:pt x="68170" y="15069"/>
                </a:cubicBezTo>
                <a:cubicBezTo>
                  <a:pt x="66591" y="12007"/>
                  <a:pt x="64319" y="9352"/>
                  <a:pt x="61353" y="7104"/>
                </a:cubicBezTo>
                <a:cubicBezTo>
                  <a:pt x="58339" y="4903"/>
                  <a:pt x="54679" y="3169"/>
                  <a:pt x="50374" y="1902"/>
                </a:cubicBezTo>
                <a:cubicBezTo>
                  <a:pt x="46068" y="634"/>
                  <a:pt x="41213" y="0"/>
                  <a:pt x="35807" y="0"/>
                </a:cubicBezTo>
                <a:cubicBezTo>
                  <a:pt x="30640" y="0"/>
                  <a:pt x="26000" y="646"/>
                  <a:pt x="21886" y="1937"/>
                </a:cubicBezTo>
                <a:cubicBezTo>
                  <a:pt x="17772" y="3229"/>
                  <a:pt x="14280" y="4975"/>
                  <a:pt x="11409" y="7176"/>
                </a:cubicBezTo>
                <a:cubicBezTo>
                  <a:pt x="8539" y="9376"/>
                  <a:pt x="6339" y="11936"/>
                  <a:pt x="4808" y="14854"/>
                </a:cubicBezTo>
                <a:cubicBezTo>
                  <a:pt x="3277" y="17772"/>
                  <a:pt x="2512" y="20834"/>
                  <a:pt x="2512" y="24039"/>
                </a:cubicBezTo>
                <a:cubicBezTo>
                  <a:pt x="2512" y="27340"/>
                  <a:pt x="3265" y="30258"/>
                  <a:pt x="4772" y="32793"/>
                </a:cubicBezTo>
                <a:cubicBezTo>
                  <a:pt x="6279" y="35329"/>
                  <a:pt x="8372" y="37553"/>
                  <a:pt x="11051" y="39467"/>
                </a:cubicBezTo>
                <a:cubicBezTo>
                  <a:pt x="13730" y="41428"/>
                  <a:pt x="16947" y="43090"/>
                  <a:pt x="20702" y="44454"/>
                </a:cubicBezTo>
                <a:cubicBezTo>
                  <a:pt x="24457" y="45817"/>
                  <a:pt x="28607" y="46953"/>
                  <a:pt x="33152" y="47862"/>
                </a:cubicBezTo>
                <a:cubicBezTo>
                  <a:pt x="36740" y="48532"/>
                  <a:pt x="39706" y="49202"/>
                  <a:pt x="42050" y="49871"/>
                </a:cubicBezTo>
                <a:cubicBezTo>
                  <a:pt x="44394" y="50541"/>
                  <a:pt x="46284" y="51259"/>
                  <a:pt x="47719" y="52024"/>
                </a:cubicBezTo>
                <a:cubicBezTo>
                  <a:pt x="49106" y="52837"/>
                  <a:pt x="50075" y="53698"/>
                  <a:pt x="50625" y="54607"/>
                </a:cubicBezTo>
                <a:cubicBezTo>
                  <a:pt x="51175" y="55516"/>
                  <a:pt x="51450" y="56569"/>
                  <a:pt x="51450" y="57765"/>
                </a:cubicBezTo>
                <a:close/>
                <a:moveTo>
                  <a:pt x="246817" y="27627"/>
                </a:moveTo>
                <a:lnTo>
                  <a:pt x="246817" y="11266"/>
                </a:lnTo>
                <a:lnTo>
                  <a:pt x="178934" y="11266"/>
                </a:lnTo>
                <a:lnTo>
                  <a:pt x="178934" y="27627"/>
                </a:lnTo>
                <a:lnTo>
                  <a:pt x="246817" y="27627"/>
                </a:lnTo>
                <a:moveTo>
                  <a:pt x="246817" y="58554"/>
                </a:moveTo>
                <a:lnTo>
                  <a:pt x="246817" y="42265"/>
                </a:lnTo>
                <a:lnTo>
                  <a:pt x="178934" y="42265"/>
                </a:lnTo>
                <a:lnTo>
                  <a:pt x="178934" y="58554"/>
                </a:lnTo>
                <a:lnTo>
                  <a:pt x="246817" y="58554"/>
                </a:ln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6F6E0F-49E5-4BB2-A373-D8657F27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49" y="1544215"/>
            <a:ext cx="705308" cy="193759"/>
          </a:xfrm>
          <a:custGeom xmlns:a="http://schemas.openxmlformats.org/drawingml/2006/main">
            <a:pathLst>
              <a:path w="705308" h="193759">
                <a:moveTo>
                  <a:pt x="0" y="0"/>
                </a:moveTo>
                <a:lnTo>
                  <a:pt x="705308" y="0"/>
                </a:lnTo>
                <a:lnTo>
                  <a:pt x="705308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msg-&gt;pos;">
            <a:extLst xmlns:a="http://schemas.openxmlformats.org/drawingml/2006/main">
              <a:ext uri="{FF2B5EF4-FFF2-40B4-BE49-F238E27FC236}">
                <a16:creationId xmlns:a16="http://schemas.microsoft.com/office/drawing/2014/main" id="{12E975ED-A9B0-46F6-B79A-6DE4E5B3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31" y="1614132"/>
            <a:ext cx="761709" cy="114597"/>
          </a:xfrm>
          <a:custGeom xmlns:a="http://schemas.openxmlformats.org/drawingml/2006/main">
            <a:pathLst>
              <a:path w="761709" h="114597">
                <a:moveTo>
                  <a:pt x="17150" y="6386"/>
                </a:moveTo>
                <a:lnTo>
                  <a:pt x="0" y="6386"/>
                </a:lnTo>
                <a:lnTo>
                  <a:pt x="0" y="84028"/>
                </a:lnTo>
                <a:lnTo>
                  <a:pt x="18155" y="84028"/>
                </a:lnTo>
                <a:lnTo>
                  <a:pt x="18155" y="25904"/>
                </a:lnTo>
                <a:cubicBezTo>
                  <a:pt x="18394" y="25283"/>
                  <a:pt x="18657" y="24708"/>
                  <a:pt x="18944" y="24182"/>
                </a:cubicBezTo>
                <a:cubicBezTo>
                  <a:pt x="19231" y="23656"/>
                  <a:pt x="19566" y="23202"/>
                  <a:pt x="19949" y="22819"/>
                </a:cubicBezTo>
                <a:cubicBezTo>
                  <a:pt x="20475" y="22293"/>
                  <a:pt x="21073" y="21886"/>
                  <a:pt x="21743" y="21599"/>
                </a:cubicBezTo>
                <a:cubicBezTo>
                  <a:pt x="22412" y="21312"/>
                  <a:pt x="23178" y="21168"/>
                  <a:pt x="24039" y="21168"/>
                </a:cubicBezTo>
                <a:cubicBezTo>
                  <a:pt x="24804" y="21168"/>
                  <a:pt x="25522" y="21276"/>
                  <a:pt x="26191" y="21491"/>
                </a:cubicBezTo>
                <a:cubicBezTo>
                  <a:pt x="26861" y="21707"/>
                  <a:pt x="27459" y="22077"/>
                  <a:pt x="27985" y="22604"/>
                </a:cubicBezTo>
                <a:cubicBezTo>
                  <a:pt x="28464" y="23130"/>
                  <a:pt x="28846" y="23871"/>
                  <a:pt x="29134" y="24828"/>
                </a:cubicBezTo>
                <a:cubicBezTo>
                  <a:pt x="29421" y="25785"/>
                  <a:pt x="29564" y="27005"/>
                  <a:pt x="29564" y="28488"/>
                </a:cubicBezTo>
                <a:lnTo>
                  <a:pt x="29564" y="84028"/>
                </a:lnTo>
                <a:lnTo>
                  <a:pt x="47145" y="84028"/>
                </a:lnTo>
                <a:lnTo>
                  <a:pt x="47145" y="26766"/>
                </a:lnTo>
                <a:cubicBezTo>
                  <a:pt x="47145" y="26191"/>
                  <a:pt x="47145" y="25737"/>
                  <a:pt x="47145" y="25402"/>
                </a:cubicBezTo>
                <a:cubicBezTo>
                  <a:pt x="47145" y="25067"/>
                  <a:pt x="47145" y="24852"/>
                  <a:pt x="47145" y="24756"/>
                </a:cubicBezTo>
                <a:cubicBezTo>
                  <a:pt x="47384" y="24230"/>
                  <a:pt x="47671" y="23764"/>
                  <a:pt x="48006" y="23357"/>
                </a:cubicBezTo>
                <a:cubicBezTo>
                  <a:pt x="48341" y="22950"/>
                  <a:pt x="48723" y="22580"/>
                  <a:pt x="49154" y="22245"/>
                </a:cubicBezTo>
                <a:cubicBezTo>
                  <a:pt x="49680" y="21910"/>
                  <a:pt x="50242" y="21647"/>
                  <a:pt x="50840" y="21455"/>
                </a:cubicBezTo>
                <a:cubicBezTo>
                  <a:pt x="51438" y="21264"/>
                  <a:pt x="52120" y="21168"/>
                  <a:pt x="52885" y="21168"/>
                </a:cubicBezTo>
                <a:cubicBezTo>
                  <a:pt x="53603" y="21168"/>
                  <a:pt x="54308" y="21276"/>
                  <a:pt x="55002" y="21491"/>
                </a:cubicBezTo>
                <a:cubicBezTo>
                  <a:pt x="55696" y="21707"/>
                  <a:pt x="56306" y="22077"/>
                  <a:pt x="56832" y="22604"/>
                </a:cubicBezTo>
                <a:cubicBezTo>
                  <a:pt x="57358" y="23178"/>
                  <a:pt x="57777" y="23943"/>
                  <a:pt x="58088" y="24900"/>
                </a:cubicBezTo>
                <a:cubicBezTo>
                  <a:pt x="58399" y="25857"/>
                  <a:pt x="58554" y="27076"/>
                  <a:pt x="58554" y="28559"/>
                </a:cubicBezTo>
                <a:lnTo>
                  <a:pt x="58554" y="84028"/>
                </a:lnTo>
                <a:lnTo>
                  <a:pt x="76709" y="84028"/>
                </a:lnTo>
                <a:lnTo>
                  <a:pt x="76709" y="28631"/>
                </a:lnTo>
                <a:cubicBezTo>
                  <a:pt x="76709" y="24326"/>
                  <a:pt x="76290" y="20678"/>
                  <a:pt x="75453" y="17688"/>
                </a:cubicBezTo>
                <a:cubicBezTo>
                  <a:pt x="74616" y="14698"/>
                  <a:pt x="73456" y="12247"/>
                  <a:pt x="71973" y="10333"/>
                </a:cubicBezTo>
                <a:cubicBezTo>
                  <a:pt x="70442" y="8467"/>
                  <a:pt x="68660" y="7104"/>
                  <a:pt x="66627" y="6243"/>
                </a:cubicBezTo>
                <a:cubicBezTo>
                  <a:pt x="64594" y="5382"/>
                  <a:pt x="62405" y="4951"/>
                  <a:pt x="60061" y="4951"/>
                </a:cubicBezTo>
                <a:cubicBezTo>
                  <a:pt x="58195" y="4951"/>
                  <a:pt x="56473" y="5190"/>
                  <a:pt x="54894" y="5669"/>
                </a:cubicBezTo>
                <a:cubicBezTo>
                  <a:pt x="53316" y="6147"/>
                  <a:pt x="51905" y="6817"/>
                  <a:pt x="50661" y="7678"/>
                </a:cubicBezTo>
                <a:cubicBezTo>
                  <a:pt x="49656" y="8348"/>
                  <a:pt x="48735" y="9149"/>
                  <a:pt x="47898" y="10082"/>
                </a:cubicBezTo>
                <a:cubicBezTo>
                  <a:pt x="47061" y="11015"/>
                  <a:pt x="46307" y="12055"/>
                  <a:pt x="45638" y="13203"/>
                </a:cubicBezTo>
                <a:cubicBezTo>
                  <a:pt x="45207" y="12007"/>
                  <a:pt x="44693" y="10943"/>
                  <a:pt x="44095" y="10010"/>
                </a:cubicBezTo>
                <a:cubicBezTo>
                  <a:pt x="43497" y="9077"/>
                  <a:pt x="42791" y="8276"/>
                  <a:pt x="41978" y="7606"/>
                </a:cubicBezTo>
                <a:cubicBezTo>
                  <a:pt x="40926" y="6697"/>
                  <a:pt x="39682" y="6028"/>
                  <a:pt x="38247" y="5597"/>
                </a:cubicBezTo>
                <a:cubicBezTo>
                  <a:pt x="36812" y="5167"/>
                  <a:pt x="35185" y="4951"/>
                  <a:pt x="33367" y="4951"/>
                </a:cubicBezTo>
                <a:cubicBezTo>
                  <a:pt x="29636" y="4951"/>
                  <a:pt x="26467" y="5920"/>
                  <a:pt x="23859" y="7857"/>
                </a:cubicBezTo>
                <a:cubicBezTo>
                  <a:pt x="21252" y="9795"/>
                  <a:pt x="19207" y="12438"/>
                  <a:pt x="17724" y="15787"/>
                </a:cubicBezTo>
                <a:lnTo>
                  <a:pt x="17150" y="6386"/>
                </a:lnTo>
                <a:close/>
                <a:moveTo>
                  <a:pt x="142998" y="62716"/>
                </a:moveTo>
                <a:cubicBezTo>
                  <a:pt x="142998" y="63912"/>
                  <a:pt x="142699" y="65012"/>
                  <a:pt x="142101" y="66017"/>
                </a:cubicBezTo>
                <a:cubicBezTo>
                  <a:pt x="141503" y="67021"/>
                  <a:pt x="140606" y="67906"/>
                  <a:pt x="139410" y="68672"/>
                </a:cubicBezTo>
                <a:cubicBezTo>
                  <a:pt x="138167" y="69437"/>
                  <a:pt x="136576" y="70047"/>
                  <a:pt x="134638" y="70502"/>
                </a:cubicBezTo>
                <a:cubicBezTo>
                  <a:pt x="132701" y="70956"/>
                  <a:pt x="130441" y="71183"/>
                  <a:pt x="127857" y="71183"/>
                </a:cubicBezTo>
                <a:cubicBezTo>
                  <a:pt x="125705" y="71183"/>
                  <a:pt x="123612" y="70968"/>
                  <a:pt x="121579" y="70538"/>
                </a:cubicBezTo>
                <a:cubicBezTo>
                  <a:pt x="119545" y="70107"/>
                  <a:pt x="117740" y="69413"/>
                  <a:pt x="116161" y="68457"/>
                </a:cubicBezTo>
                <a:cubicBezTo>
                  <a:pt x="114582" y="67548"/>
                  <a:pt x="113291" y="66340"/>
                  <a:pt x="112286" y="64833"/>
                </a:cubicBezTo>
                <a:cubicBezTo>
                  <a:pt x="111281" y="63326"/>
                  <a:pt x="110707" y="61520"/>
                  <a:pt x="110564" y="59415"/>
                </a:cubicBezTo>
                <a:lnTo>
                  <a:pt x="91548" y="59415"/>
                </a:lnTo>
                <a:cubicBezTo>
                  <a:pt x="91548" y="62572"/>
                  <a:pt x="92326" y="65718"/>
                  <a:pt x="93880" y="68851"/>
                </a:cubicBezTo>
                <a:cubicBezTo>
                  <a:pt x="95435" y="71985"/>
                  <a:pt x="97719" y="74771"/>
                  <a:pt x="100733" y="77211"/>
                </a:cubicBezTo>
                <a:cubicBezTo>
                  <a:pt x="103747" y="79699"/>
                  <a:pt x="107490" y="81708"/>
                  <a:pt x="111963" y="83239"/>
                </a:cubicBezTo>
                <a:cubicBezTo>
                  <a:pt x="116436" y="84769"/>
                  <a:pt x="121591" y="85535"/>
                  <a:pt x="127427" y="85535"/>
                </a:cubicBezTo>
                <a:cubicBezTo>
                  <a:pt x="132737" y="85535"/>
                  <a:pt x="137545" y="84949"/>
                  <a:pt x="141850" y="83777"/>
                </a:cubicBezTo>
                <a:cubicBezTo>
                  <a:pt x="146156" y="82605"/>
                  <a:pt x="149839" y="80966"/>
                  <a:pt x="152901" y="78861"/>
                </a:cubicBezTo>
                <a:cubicBezTo>
                  <a:pt x="155915" y="76757"/>
                  <a:pt x="158247" y="74257"/>
                  <a:pt x="159897" y="71363"/>
                </a:cubicBezTo>
                <a:cubicBezTo>
                  <a:pt x="161548" y="68469"/>
                  <a:pt x="162373" y="65299"/>
                  <a:pt x="162373" y="61855"/>
                </a:cubicBezTo>
                <a:cubicBezTo>
                  <a:pt x="162373" y="58124"/>
                  <a:pt x="161548" y="54906"/>
                  <a:pt x="159897" y="52204"/>
                </a:cubicBezTo>
                <a:cubicBezTo>
                  <a:pt x="158247" y="49501"/>
                  <a:pt x="155962" y="47192"/>
                  <a:pt x="153044" y="45279"/>
                </a:cubicBezTo>
                <a:cubicBezTo>
                  <a:pt x="150126" y="43413"/>
                  <a:pt x="146658" y="41882"/>
                  <a:pt x="142639" y="40686"/>
                </a:cubicBezTo>
                <a:cubicBezTo>
                  <a:pt x="138621" y="39491"/>
                  <a:pt x="134268" y="38510"/>
                  <a:pt x="129580" y="37744"/>
                </a:cubicBezTo>
                <a:cubicBezTo>
                  <a:pt x="126327" y="37266"/>
                  <a:pt x="123648" y="36704"/>
                  <a:pt x="121543" y="36058"/>
                </a:cubicBezTo>
                <a:cubicBezTo>
                  <a:pt x="119438" y="35412"/>
                  <a:pt x="117787" y="34683"/>
                  <a:pt x="116591" y="33870"/>
                </a:cubicBezTo>
                <a:cubicBezTo>
                  <a:pt x="115348" y="33104"/>
                  <a:pt x="114487" y="32231"/>
                  <a:pt x="114008" y="31250"/>
                </a:cubicBezTo>
                <a:cubicBezTo>
                  <a:pt x="113530" y="30270"/>
                  <a:pt x="113291" y="29205"/>
                  <a:pt x="113291" y="28057"/>
                </a:cubicBezTo>
                <a:cubicBezTo>
                  <a:pt x="113291" y="26909"/>
                  <a:pt x="113566" y="25821"/>
                  <a:pt x="114116" y="24792"/>
                </a:cubicBezTo>
                <a:cubicBezTo>
                  <a:pt x="114666" y="23764"/>
                  <a:pt x="115467" y="22867"/>
                  <a:pt x="116520" y="22101"/>
                </a:cubicBezTo>
                <a:cubicBezTo>
                  <a:pt x="117668" y="21240"/>
                  <a:pt x="119151" y="20570"/>
                  <a:pt x="120969" y="20092"/>
                </a:cubicBezTo>
                <a:cubicBezTo>
                  <a:pt x="122787" y="19614"/>
                  <a:pt x="124915" y="19375"/>
                  <a:pt x="127355" y="19375"/>
                </a:cubicBezTo>
                <a:cubicBezTo>
                  <a:pt x="130225" y="19375"/>
                  <a:pt x="132677" y="19733"/>
                  <a:pt x="134710" y="20451"/>
                </a:cubicBezTo>
                <a:cubicBezTo>
                  <a:pt x="136743" y="21168"/>
                  <a:pt x="138358" y="22125"/>
                  <a:pt x="139554" y="23321"/>
                </a:cubicBezTo>
                <a:cubicBezTo>
                  <a:pt x="140415" y="24230"/>
                  <a:pt x="141061" y="25247"/>
                  <a:pt x="141491" y="26371"/>
                </a:cubicBezTo>
                <a:cubicBezTo>
                  <a:pt x="141922" y="27495"/>
                  <a:pt x="142137" y="28703"/>
                  <a:pt x="142137" y="29995"/>
                </a:cubicBezTo>
                <a:lnTo>
                  <a:pt x="162086" y="29995"/>
                </a:lnTo>
                <a:cubicBezTo>
                  <a:pt x="162086" y="26407"/>
                  <a:pt x="161296" y="23082"/>
                  <a:pt x="159718" y="20020"/>
                </a:cubicBezTo>
                <a:cubicBezTo>
                  <a:pt x="158139" y="16959"/>
                  <a:pt x="155867" y="14304"/>
                  <a:pt x="152901" y="12055"/>
                </a:cubicBezTo>
                <a:cubicBezTo>
                  <a:pt x="149887" y="9855"/>
                  <a:pt x="146227" y="8121"/>
                  <a:pt x="141922" y="6853"/>
                </a:cubicBezTo>
                <a:cubicBezTo>
                  <a:pt x="137616" y="5585"/>
                  <a:pt x="132761" y="4951"/>
                  <a:pt x="127355" y="4951"/>
                </a:cubicBezTo>
                <a:cubicBezTo>
                  <a:pt x="122189" y="4951"/>
                  <a:pt x="117548" y="5597"/>
                  <a:pt x="113434" y="6889"/>
                </a:cubicBezTo>
                <a:cubicBezTo>
                  <a:pt x="109320" y="8180"/>
                  <a:pt x="105828" y="9926"/>
                  <a:pt x="102958" y="12127"/>
                </a:cubicBezTo>
                <a:cubicBezTo>
                  <a:pt x="100087" y="14328"/>
                  <a:pt x="97887" y="16887"/>
                  <a:pt x="96356" y="19805"/>
                </a:cubicBezTo>
                <a:cubicBezTo>
                  <a:pt x="94825" y="22723"/>
                  <a:pt x="94060" y="25785"/>
                  <a:pt x="94060" y="28990"/>
                </a:cubicBezTo>
                <a:cubicBezTo>
                  <a:pt x="94060" y="32291"/>
                  <a:pt x="94813" y="35209"/>
                  <a:pt x="96320" y="37744"/>
                </a:cubicBezTo>
                <a:cubicBezTo>
                  <a:pt x="97827" y="40280"/>
                  <a:pt x="99920" y="42504"/>
                  <a:pt x="102599" y="44418"/>
                </a:cubicBezTo>
                <a:cubicBezTo>
                  <a:pt x="105278" y="46379"/>
                  <a:pt x="108495" y="48042"/>
                  <a:pt x="112250" y="49405"/>
                </a:cubicBezTo>
                <a:cubicBezTo>
                  <a:pt x="116005" y="50768"/>
                  <a:pt x="120155" y="51905"/>
                  <a:pt x="124700" y="52813"/>
                </a:cubicBezTo>
                <a:cubicBezTo>
                  <a:pt x="128288" y="53483"/>
                  <a:pt x="131254" y="54153"/>
                  <a:pt x="133598" y="54823"/>
                </a:cubicBezTo>
                <a:cubicBezTo>
                  <a:pt x="135942" y="55492"/>
                  <a:pt x="137832" y="56210"/>
                  <a:pt x="139267" y="56975"/>
                </a:cubicBezTo>
                <a:cubicBezTo>
                  <a:pt x="140654" y="57789"/>
                  <a:pt x="141623" y="58650"/>
                  <a:pt x="142173" y="59559"/>
                </a:cubicBezTo>
                <a:cubicBezTo>
                  <a:pt x="142723" y="60468"/>
                  <a:pt x="142998" y="61520"/>
                  <a:pt x="142998" y="62716"/>
                </a:cubicBezTo>
                <a:close/>
                <a:moveTo>
                  <a:pt x="179078" y="44633"/>
                </a:moveTo>
                <a:lnTo>
                  <a:pt x="179078" y="46140"/>
                </a:lnTo>
                <a:cubicBezTo>
                  <a:pt x="179078" y="51785"/>
                  <a:pt x="179807" y="57011"/>
                  <a:pt x="181266" y="61819"/>
                </a:cubicBezTo>
                <a:cubicBezTo>
                  <a:pt x="182726" y="66627"/>
                  <a:pt x="184818" y="70777"/>
                  <a:pt x="187545" y="74269"/>
                </a:cubicBezTo>
                <a:cubicBezTo>
                  <a:pt x="190272" y="77761"/>
                  <a:pt x="193561" y="80500"/>
                  <a:pt x="197412" y="82485"/>
                </a:cubicBezTo>
                <a:cubicBezTo>
                  <a:pt x="201263" y="84470"/>
                  <a:pt x="205604" y="85463"/>
                  <a:pt x="210436" y="85463"/>
                </a:cubicBezTo>
                <a:cubicBezTo>
                  <a:pt x="212876" y="85463"/>
                  <a:pt x="215160" y="85200"/>
                  <a:pt x="217289" y="84674"/>
                </a:cubicBezTo>
                <a:cubicBezTo>
                  <a:pt x="219418" y="84148"/>
                  <a:pt x="221367" y="83406"/>
                  <a:pt x="223137" y="82449"/>
                </a:cubicBezTo>
                <a:cubicBezTo>
                  <a:pt x="224333" y="81780"/>
                  <a:pt x="225457" y="81014"/>
                  <a:pt x="226510" y="80153"/>
                </a:cubicBezTo>
                <a:cubicBezTo>
                  <a:pt x="227562" y="79292"/>
                  <a:pt x="228567" y="78335"/>
                  <a:pt x="229523" y="77283"/>
                </a:cubicBezTo>
                <a:lnTo>
                  <a:pt x="229523" y="81732"/>
                </a:lnTo>
                <a:cubicBezTo>
                  <a:pt x="229523" y="84363"/>
                  <a:pt x="229153" y="86731"/>
                  <a:pt x="228411" y="88836"/>
                </a:cubicBezTo>
                <a:cubicBezTo>
                  <a:pt x="227670" y="90941"/>
                  <a:pt x="226605" y="92711"/>
                  <a:pt x="225218" y="94146"/>
                </a:cubicBezTo>
                <a:cubicBezTo>
                  <a:pt x="223687" y="95724"/>
                  <a:pt x="221786" y="96920"/>
                  <a:pt x="219513" y="97734"/>
                </a:cubicBezTo>
                <a:cubicBezTo>
                  <a:pt x="217241" y="98547"/>
                  <a:pt x="214646" y="98954"/>
                  <a:pt x="211728" y="98954"/>
                </a:cubicBezTo>
                <a:cubicBezTo>
                  <a:pt x="209910" y="98954"/>
                  <a:pt x="208152" y="98774"/>
                  <a:pt x="206453" y="98415"/>
                </a:cubicBezTo>
                <a:cubicBezTo>
                  <a:pt x="204755" y="98057"/>
                  <a:pt x="203117" y="97518"/>
                  <a:pt x="201538" y="96801"/>
                </a:cubicBezTo>
                <a:cubicBezTo>
                  <a:pt x="199911" y="96083"/>
                  <a:pt x="198357" y="95162"/>
                  <a:pt x="196874" y="94038"/>
                </a:cubicBezTo>
                <a:cubicBezTo>
                  <a:pt x="195391" y="92914"/>
                  <a:pt x="194003" y="91610"/>
                  <a:pt x="192712" y="90127"/>
                </a:cubicBezTo>
                <a:lnTo>
                  <a:pt x="183742" y="102254"/>
                </a:lnTo>
                <a:cubicBezTo>
                  <a:pt x="185416" y="104407"/>
                  <a:pt x="187426" y="106261"/>
                  <a:pt x="189770" y="107816"/>
                </a:cubicBezTo>
                <a:cubicBezTo>
                  <a:pt x="192114" y="109370"/>
                  <a:pt x="194601" y="110650"/>
                  <a:pt x="197233" y="111655"/>
                </a:cubicBezTo>
                <a:cubicBezTo>
                  <a:pt x="199864" y="112659"/>
                  <a:pt x="202519" y="113401"/>
                  <a:pt x="205198" y="113879"/>
                </a:cubicBezTo>
                <a:cubicBezTo>
                  <a:pt x="207877" y="114357"/>
                  <a:pt x="210388" y="114597"/>
                  <a:pt x="212732" y="114597"/>
                </a:cubicBezTo>
                <a:cubicBezTo>
                  <a:pt x="218186" y="114597"/>
                  <a:pt x="223173" y="113867"/>
                  <a:pt x="227694" y="112408"/>
                </a:cubicBezTo>
                <a:cubicBezTo>
                  <a:pt x="232214" y="110949"/>
                  <a:pt x="236101" y="108808"/>
                  <a:pt x="239354" y="105986"/>
                </a:cubicBezTo>
                <a:cubicBezTo>
                  <a:pt x="242559" y="103163"/>
                  <a:pt x="245059" y="99695"/>
                  <a:pt x="246853" y="95581"/>
                </a:cubicBezTo>
                <a:cubicBezTo>
                  <a:pt x="248647" y="91467"/>
                  <a:pt x="249544" y="86779"/>
                  <a:pt x="249544" y="81516"/>
                </a:cubicBezTo>
                <a:lnTo>
                  <a:pt x="249544" y="6386"/>
                </a:lnTo>
                <a:lnTo>
                  <a:pt x="231389" y="6386"/>
                </a:lnTo>
                <a:lnTo>
                  <a:pt x="230600" y="13777"/>
                </a:lnTo>
                <a:cubicBezTo>
                  <a:pt x="229643" y="12581"/>
                  <a:pt x="228591" y="11493"/>
                  <a:pt x="227442" y="10512"/>
                </a:cubicBezTo>
                <a:cubicBezTo>
                  <a:pt x="226294" y="9532"/>
                  <a:pt x="225050" y="8683"/>
                  <a:pt x="223711" y="7965"/>
                </a:cubicBezTo>
                <a:cubicBezTo>
                  <a:pt x="221941" y="6960"/>
                  <a:pt x="219968" y="6207"/>
                  <a:pt x="217791" y="5705"/>
                </a:cubicBezTo>
                <a:cubicBezTo>
                  <a:pt x="215614" y="5202"/>
                  <a:pt x="213211" y="4951"/>
                  <a:pt x="210579" y="4951"/>
                </a:cubicBezTo>
                <a:cubicBezTo>
                  <a:pt x="205700" y="4951"/>
                  <a:pt x="201323" y="5908"/>
                  <a:pt x="197448" y="7822"/>
                </a:cubicBezTo>
                <a:cubicBezTo>
                  <a:pt x="193573" y="9735"/>
                  <a:pt x="190272" y="12438"/>
                  <a:pt x="187545" y="15930"/>
                </a:cubicBezTo>
                <a:cubicBezTo>
                  <a:pt x="184818" y="19422"/>
                  <a:pt x="182726" y="23608"/>
                  <a:pt x="181266" y="28488"/>
                </a:cubicBezTo>
                <a:cubicBezTo>
                  <a:pt x="179807" y="33367"/>
                  <a:pt x="179078" y="38749"/>
                  <a:pt x="179078" y="44633"/>
                </a:cubicBezTo>
                <a:moveTo>
                  <a:pt x="199098" y="46140"/>
                </a:moveTo>
                <a:lnTo>
                  <a:pt x="199098" y="44633"/>
                </a:lnTo>
                <a:cubicBezTo>
                  <a:pt x="199098" y="41380"/>
                  <a:pt x="199433" y="38330"/>
                  <a:pt x="200103" y="35484"/>
                </a:cubicBezTo>
                <a:cubicBezTo>
                  <a:pt x="200773" y="32638"/>
                  <a:pt x="201801" y="30138"/>
                  <a:pt x="203188" y="27985"/>
                </a:cubicBezTo>
                <a:cubicBezTo>
                  <a:pt x="204528" y="25881"/>
                  <a:pt x="206226" y="24218"/>
                  <a:pt x="208283" y="22998"/>
                </a:cubicBezTo>
                <a:cubicBezTo>
                  <a:pt x="210340" y="21778"/>
                  <a:pt x="212780" y="21168"/>
                  <a:pt x="215602" y="21168"/>
                </a:cubicBezTo>
                <a:cubicBezTo>
                  <a:pt x="217133" y="21168"/>
                  <a:pt x="218556" y="21312"/>
                  <a:pt x="219872" y="21599"/>
                </a:cubicBezTo>
                <a:cubicBezTo>
                  <a:pt x="221188" y="21886"/>
                  <a:pt x="222395" y="22293"/>
                  <a:pt x="223496" y="22819"/>
                </a:cubicBezTo>
                <a:cubicBezTo>
                  <a:pt x="224787" y="23441"/>
                  <a:pt x="225935" y="24254"/>
                  <a:pt x="226940" y="25259"/>
                </a:cubicBezTo>
                <a:cubicBezTo>
                  <a:pt x="227945" y="26263"/>
                  <a:pt x="228806" y="27435"/>
                  <a:pt x="229523" y="28775"/>
                </a:cubicBezTo>
                <a:lnTo>
                  <a:pt x="229523" y="61640"/>
                </a:lnTo>
                <a:cubicBezTo>
                  <a:pt x="228854" y="62836"/>
                  <a:pt x="228064" y="63912"/>
                  <a:pt x="227155" y="64869"/>
                </a:cubicBezTo>
                <a:cubicBezTo>
                  <a:pt x="226246" y="65825"/>
                  <a:pt x="225194" y="66639"/>
                  <a:pt x="223998" y="67308"/>
                </a:cubicBezTo>
                <a:cubicBezTo>
                  <a:pt x="222850" y="67930"/>
                  <a:pt x="221570" y="68409"/>
                  <a:pt x="220159" y="68744"/>
                </a:cubicBezTo>
                <a:cubicBezTo>
                  <a:pt x="218748" y="69078"/>
                  <a:pt x="217181" y="69246"/>
                  <a:pt x="215459" y="69246"/>
                </a:cubicBezTo>
                <a:cubicBezTo>
                  <a:pt x="212636" y="69246"/>
                  <a:pt x="210197" y="68648"/>
                  <a:pt x="208140" y="67452"/>
                </a:cubicBezTo>
                <a:cubicBezTo>
                  <a:pt x="206083" y="66256"/>
                  <a:pt x="204384" y="64606"/>
                  <a:pt x="203045" y="62501"/>
                </a:cubicBezTo>
                <a:cubicBezTo>
                  <a:pt x="201705" y="60444"/>
                  <a:pt x="200713" y="58016"/>
                  <a:pt x="200067" y="55217"/>
                </a:cubicBezTo>
                <a:cubicBezTo>
                  <a:pt x="199421" y="52419"/>
                  <a:pt x="199098" y="49393"/>
                  <a:pt x="199098" y="46140"/>
                </a:cubicBezTo>
                <a:close/>
                <a:moveTo>
                  <a:pt x="339154" y="45997"/>
                </a:moveTo>
                <a:lnTo>
                  <a:pt x="339154" y="29851"/>
                </a:lnTo>
                <a:lnTo>
                  <a:pt x="279380" y="29851"/>
                </a:lnTo>
                <a:lnTo>
                  <a:pt x="279380" y="45997"/>
                </a:lnTo>
                <a:lnTo>
                  <a:pt x="339154" y="45997"/>
                </a:lnTo>
                <a:close/>
                <a:moveTo>
                  <a:pt x="358873" y="73767"/>
                </a:moveTo>
                <a:lnTo>
                  <a:pt x="423455" y="47432"/>
                </a:lnTo>
                <a:lnTo>
                  <a:pt x="423455" y="31143"/>
                </a:lnTo>
                <a:lnTo>
                  <a:pt x="358873" y="4880"/>
                </a:lnTo>
                <a:lnTo>
                  <a:pt x="358873" y="24182"/>
                </a:lnTo>
                <a:lnTo>
                  <a:pt x="400062" y="37744"/>
                </a:lnTo>
                <a:lnTo>
                  <a:pt x="404368" y="39180"/>
                </a:lnTo>
                <a:lnTo>
                  <a:pt x="399990" y="40615"/>
                </a:lnTo>
                <a:lnTo>
                  <a:pt x="358873" y="54392"/>
                </a:lnTo>
                <a:lnTo>
                  <a:pt x="358873" y="73767"/>
                </a:lnTo>
                <a:close/>
                <a:moveTo>
                  <a:pt x="445901" y="113879"/>
                </a:moveTo>
                <a:lnTo>
                  <a:pt x="465849" y="113879"/>
                </a:lnTo>
                <a:lnTo>
                  <a:pt x="465849" y="77283"/>
                </a:lnTo>
                <a:cubicBezTo>
                  <a:pt x="466758" y="78287"/>
                  <a:pt x="467715" y="79196"/>
                  <a:pt x="468720" y="80010"/>
                </a:cubicBezTo>
                <a:cubicBezTo>
                  <a:pt x="469724" y="80823"/>
                  <a:pt x="470777" y="81564"/>
                  <a:pt x="471877" y="82234"/>
                </a:cubicBezTo>
                <a:cubicBezTo>
                  <a:pt x="473743" y="83286"/>
                  <a:pt x="475764" y="84088"/>
                  <a:pt x="477940" y="84638"/>
                </a:cubicBezTo>
                <a:cubicBezTo>
                  <a:pt x="480117" y="85188"/>
                  <a:pt x="482497" y="85463"/>
                  <a:pt x="485080" y="85463"/>
                </a:cubicBezTo>
                <a:cubicBezTo>
                  <a:pt x="489960" y="85463"/>
                  <a:pt x="494289" y="84459"/>
                  <a:pt x="498068" y="82449"/>
                </a:cubicBezTo>
                <a:cubicBezTo>
                  <a:pt x="501848" y="80440"/>
                  <a:pt x="505029" y="77665"/>
                  <a:pt x="507612" y="74125"/>
                </a:cubicBezTo>
                <a:cubicBezTo>
                  <a:pt x="510148" y="70633"/>
                  <a:pt x="512073" y="66471"/>
                  <a:pt x="513389" y="61640"/>
                </a:cubicBezTo>
                <a:cubicBezTo>
                  <a:pt x="514704" y="56808"/>
                  <a:pt x="515362" y="51570"/>
                  <a:pt x="515362" y="45925"/>
                </a:cubicBezTo>
                <a:lnTo>
                  <a:pt x="515362" y="44418"/>
                </a:lnTo>
                <a:cubicBezTo>
                  <a:pt x="515362" y="38534"/>
                  <a:pt x="514704" y="33164"/>
                  <a:pt x="513389" y="28308"/>
                </a:cubicBezTo>
                <a:cubicBezTo>
                  <a:pt x="512073" y="23453"/>
                  <a:pt x="510124" y="19279"/>
                  <a:pt x="507540" y="15787"/>
                </a:cubicBezTo>
                <a:cubicBezTo>
                  <a:pt x="504957" y="12342"/>
                  <a:pt x="501776" y="9675"/>
                  <a:pt x="497997" y="7786"/>
                </a:cubicBezTo>
                <a:cubicBezTo>
                  <a:pt x="494217" y="5896"/>
                  <a:pt x="489864" y="4951"/>
                  <a:pt x="484937" y="4951"/>
                </a:cubicBezTo>
                <a:cubicBezTo>
                  <a:pt x="482545" y="4951"/>
                  <a:pt x="480308" y="5202"/>
                  <a:pt x="478227" y="5705"/>
                </a:cubicBezTo>
                <a:cubicBezTo>
                  <a:pt x="476146" y="6207"/>
                  <a:pt x="474245" y="6913"/>
                  <a:pt x="472523" y="7822"/>
                </a:cubicBezTo>
                <a:cubicBezTo>
                  <a:pt x="471088" y="8587"/>
                  <a:pt x="469748" y="9484"/>
                  <a:pt x="468504" y="10512"/>
                </a:cubicBezTo>
                <a:cubicBezTo>
                  <a:pt x="467260" y="11541"/>
                  <a:pt x="466112" y="12701"/>
                  <a:pt x="465060" y="13993"/>
                </a:cubicBezTo>
                <a:lnTo>
                  <a:pt x="464342" y="6386"/>
                </a:lnTo>
                <a:lnTo>
                  <a:pt x="445901" y="6386"/>
                </a:lnTo>
                <a:lnTo>
                  <a:pt x="445901" y="113879"/>
                </a:lnTo>
                <a:moveTo>
                  <a:pt x="495413" y="44418"/>
                </a:moveTo>
                <a:lnTo>
                  <a:pt x="495413" y="45925"/>
                </a:lnTo>
                <a:cubicBezTo>
                  <a:pt x="495413" y="49130"/>
                  <a:pt x="495126" y="52156"/>
                  <a:pt x="494552" y="55002"/>
                </a:cubicBezTo>
                <a:cubicBezTo>
                  <a:pt x="493978" y="57848"/>
                  <a:pt x="493069" y="60348"/>
                  <a:pt x="491825" y="62501"/>
                </a:cubicBezTo>
                <a:cubicBezTo>
                  <a:pt x="490582" y="64653"/>
                  <a:pt x="488967" y="66352"/>
                  <a:pt x="486982" y="67596"/>
                </a:cubicBezTo>
                <a:cubicBezTo>
                  <a:pt x="484997" y="68839"/>
                  <a:pt x="482593" y="69461"/>
                  <a:pt x="479770" y="69461"/>
                </a:cubicBezTo>
                <a:cubicBezTo>
                  <a:pt x="478000" y="69461"/>
                  <a:pt x="476398" y="69282"/>
                  <a:pt x="474962" y="68923"/>
                </a:cubicBezTo>
                <a:cubicBezTo>
                  <a:pt x="473527" y="68564"/>
                  <a:pt x="472260" y="68050"/>
                  <a:pt x="471159" y="67380"/>
                </a:cubicBezTo>
                <a:cubicBezTo>
                  <a:pt x="470011" y="66663"/>
                  <a:pt x="468995" y="65802"/>
                  <a:pt x="468110" y="64797"/>
                </a:cubicBezTo>
                <a:cubicBezTo>
                  <a:pt x="467225" y="63792"/>
                  <a:pt x="466471" y="62668"/>
                  <a:pt x="465849" y="61424"/>
                </a:cubicBezTo>
                <a:lnTo>
                  <a:pt x="465849" y="28990"/>
                </a:lnTo>
                <a:cubicBezTo>
                  <a:pt x="466519" y="27651"/>
                  <a:pt x="467320" y="26478"/>
                  <a:pt x="468253" y="25474"/>
                </a:cubicBezTo>
                <a:cubicBezTo>
                  <a:pt x="469186" y="24469"/>
                  <a:pt x="470274" y="23632"/>
                  <a:pt x="471518" y="22962"/>
                </a:cubicBezTo>
                <a:cubicBezTo>
                  <a:pt x="472618" y="22388"/>
                  <a:pt x="473838" y="21946"/>
                  <a:pt x="475178" y="21635"/>
                </a:cubicBezTo>
                <a:cubicBezTo>
                  <a:pt x="476517" y="21324"/>
                  <a:pt x="478000" y="21168"/>
                  <a:pt x="479627" y="21168"/>
                </a:cubicBezTo>
                <a:cubicBezTo>
                  <a:pt x="482449" y="21168"/>
                  <a:pt x="484853" y="21766"/>
                  <a:pt x="486838" y="22962"/>
                </a:cubicBezTo>
                <a:cubicBezTo>
                  <a:pt x="488824" y="24158"/>
                  <a:pt x="490462" y="25785"/>
                  <a:pt x="491754" y="27842"/>
                </a:cubicBezTo>
                <a:cubicBezTo>
                  <a:pt x="492997" y="29947"/>
                  <a:pt x="493918" y="32422"/>
                  <a:pt x="494516" y="35269"/>
                </a:cubicBezTo>
                <a:cubicBezTo>
                  <a:pt x="495114" y="38115"/>
                  <a:pt x="495413" y="41165"/>
                  <a:pt x="495413" y="44418"/>
                </a:cubicBezTo>
                <a:close/>
                <a:moveTo>
                  <a:pt x="531062" y="44490"/>
                </a:moveTo>
                <a:lnTo>
                  <a:pt x="531062" y="45997"/>
                </a:lnTo>
                <a:cubicBezTo>
                  <a:pt x="531062" y="51689"/>
                  <a:pt x="531876" y="56940"/>
                  <a:pt x="533502" y="61747"/>
                </a:cubicBezTo>
                <a:cubicBezTo>
                  <a:pt x="535129" y="66555"/>
                  <a:pt x="537521" y="70729"/>
                  <a:pt x="540678" y="74269"/>
                </a:cubicBezTo>
                <a:cubicBezTo>
                  <a:pt x="543787" y="77809"/>
                  <a:pt x="547626" y="80572"/>
                  <a:pt x="552195" y="82557"/>
                </a:cubicBezTo>
                <a:cubicBezTo>
                  <a:pt x="556764" y="84542"/>
                  <a:pt x="561966" y="85535"/>
                  <a:pt x="567802" y="85535"/>
                </a:cubicBezTo>
                <a:cubicBezTo>
                  <a:pt x="573591" y="85535"/>
                  <a:pt x="578757" y="84542"/>
                  <a:pt x="583302" y="82557"/>
                </a:cubicBezTo>
                <a:cubicBezTo>
                  <a:pt x="587847" y="80572"/>
                  <a:pt x="591674" y="77809"/>
                  <a:pt x="594783" y="74269"/>
                </a:cubicBezTo>
                <a:cubicBezTo>
                  <a:pt x="597893" y="70729"/>
                  <a:pt x="600261" y="66555"/>
                  <a:pt x="601887" y="61747"/>
                </a:cubicBezTo>
                <a:cubicBezTo>
                  <a:pt x="603514" y="56940"/>
                  <a:pt x="604327" y="51689"/>
                  <a:pt x="604327" y="45997"/>
                </a:cubicBezTo>
                <a:lnTo>
                  <a:pt x="604327" y="44490"/>
                </a:lnTo>
                <a:cubicBezTo>
                  <a:pt x="604327" y="38845"/>
                  <a:pt x="603514" y="33618"/>
                  <a:pt x="601887" y="28811"/>
                </a:cubicBezTo>
                <a:cubicBezTo>
                  <a:pt x="600261" y="24003"/>
                  <a:pt x="597893" y="19829"/>
                  <a:pt x="594783" y="16289"/>
                </a:cubicBezTo>
                <a:cubicBezTo>
                  <a:pt x="591626" y="12749"/>
                  <a:pt x="587775" y="9974"/>
                  <a:pt x="583230" y="7965"/>
                </a:cubicBezTo>
                <a:cubicBezTo>
                  <a:pt x="578685" y="5956"/>
                  <a:pt x="573495" y="4951"/>
                  <a:pt x="567659" y="4951"/>
                </a:cubicBezTo>
                <a:cubicBezTo>
                  <a:pt x="561822" y="4951"/>
                  <a:pt x="556644" y="5956"/>
                  <a:pt x="552123" y="7965"/>
                </a:cubicBezTo>
                <a:cubicBezTo>
                  <a:pt x="547603" y="9974"/>
                  <a:pt x="543787" y="12749"/>
                  <a:pt x="540678" y="16289"/>
                </a:cubicBezTo>
                <a:cubicBezTo>
                  <a:pt x="537521" y="19829"/>
                  <a:pt x="535129" y="24003"/>
                  <a:pt x="533502" y="28811"/>
                </a:cubicBezTo>
                <a:cubicBezTo>
                  <a:pt x="531876" y="33618"/>
                  <a:pt x="531062" y="38845"/>
                  <a:pt x="531062" y="44490"/>
                </a:cubicBezTo>
                <a:moveTo>
                  <a:pt x="551011" y="45997"/>
                </a:moveTo>
                <a:lnTo>
                  <a:pt x="551011" y="44490"/>
                </a:lnTo>
                <a:cubicBezTo>
                  <a:pt x="551011" y="41332"/>
                  <a:pt x="551322" y="38342"/>
                  <a:pt x="551944" y="35520"/>
                </a:cubicBezTo>
                <a:cubicBezTo>
                  <a:pt x="552566" y="32697"/>
                  <a:pt x="553546" y="30210"/>
                  <a:pt x="554886" y="28057"/>
                </a:cubicBezTo>
                <a:cubicBezTo>
                  <a:pt x="556225" y="25904"/>
                  <a:pt x="557948" y="24206"/>
                  <a:pt x="560052" y="22962"/>
                </a:cubicBezTo>
                <a:cubicBezTo>
                  <a:pt x="562157" y="21719"/>
                  <a:pt x="564693" y="21097"/>
                  <a:pt x="567659" y="21097"/>
                </a:cubicBezTo>
                <a:cubicBezTo>
                  <a:pt x="570673" y="21097"/>
                  <a:pt x="573232" y="21719"/>
                  <a:pt x="575337" y="22962"/>
                </a:cubicBezTo>
                <a:cubicBezTo>
                  <a:pt x="577442" y="24206"/>
                  <a:pt x="579164" y="25904"/>
                  <a:pt x="580503" y="28057"/>
                </a:cubicBezTo>
                <a:cubicBezTo>
                  <a:pt x="581795" y="30210"/>
                  <a:pt x="582752" y="32697"/>
                  <a:pt x="583374" y="35520"/>
                </a:cubicBezTo>
                <a:cubicBezTo>
                  <a:pt x="583996" y="38342"/>
                  <a:pt x="584306" y="41332"/>
                  <a:pt x="584306" y="44490"/>
                </a:cubicBezTo>
                <a:lnTo>
                  <a:pt x="584306" y="45997"/>
                </a:lnTo>
                <a:cubicBezTo>
                  <a:pt x="584306" y="49250"/>
                  <a:pt x="583996" y="52299"/>
                  <a:pt x="583374" y="55146"/>
                </a:cubicBezTo>
                <a:cubicBezTo>
                  <a:pt x="582752" y="57992"/>
                  <a:pt x="581795" y="60468"/>
                  <a:pt x="580503" y="62572"/>
                </a:cubicBezTo>
                <a:cubicBezTo>
                  <a:pt x="579164" y="64725"/>
                  <a:pt x="577442" y="66423"/>
                  <a:pt x="575337" y="67667"/>
                </a:cubicBezTo>
                <a:cubicBezTo>
                  <a:pt x="573232" y="68911"/>
                  <a:pt x="570720" y="69533"/>
                  <a:pt x="567802" y="69533"/>
                </a:cubicBezTo>
                <a:cubicBezTo>
                  <a:pt x="564788" y="69533"/>
                  <a:pt x="562217" y="68911"/>
                  <a:pt x="560088" y="67667"/>
                </a:cubicBezTo>
                <a:cubicBezTo>
                  <a:pt x="557960" y="66423"/>
                  <a:pt x="556225" y="64725"/>
                  <a:pt x="554886" y="62572"/>
                </a:cubicBezTo>
                <a:cubicBezTo>
                  <a:pt x="553546" y="60468"/>
                  <a:pt x="552566" y="57992"/>
                  <a:pt x="551944" y="55146"/>
                </a:cubicBezTo>
                <a:cubicBezTo>
                  <a:pt x="551322" y="52299"/>
                  <a:pt x="551011" y="49250"/>
                  <a:pt x="551011" y="45997"/>
                </a:cubicBezTo>
                <a:close/>
                <a:moveTo>
                  <a:pt x="672051" y="62716"/>
                </a:moveTo>
                <a:cubicBezTo>
                  <a:pt x="672051" y="63912"/>
                  <a:pt x="671752" y="65012"/>
                  <a:pt x="671155" y="66017"/>
                </a:cubicBezTo>
                <a:cubicBezTo>
                  <a:pt x="670557" y="67021"/>
                  <a:pt x="669660" y="67906"/>
                  <a:pt x="668464" y="68672"/>
                </a:cubicBezTo>
                <a:cubicBezTo>
                  <a:pt x="667220" y="69437"/>
                  <a:pt x="665629" y="70047"/>
                  <a:pt x="663692" y="70502"/>
                </a:cubicBezTo>
                <a:cubicBezTo>
                  <a:pt x="661754" y="70956"/>
                  <a:pt x="659494" y="71183"/>
                  <a:pt x="656911" y="71183"/>
                </a:cubicBezTo>
                <a:cubicBezTo>
                  <a:pt x="654758" y="71183"/>
                  <a:pt x="652665" y="70968"/>
                  <a:pt x="650632" y="70538"/>
                </a:cubicBezTo>
                <a:cubicBezTo>
                  <a:pt x="648599" y="70107"/>
                  <a:pt x="646793" y="69413"/>
                  <a:pt x="645214" y="68457"/>
                </a:cubicBezTo>
                <a:cubicBezTo>
                  <a:pt x="643636" y="67548"/>
                  <a:pt x="642344" y="66340"/>
                  <a:pt x="641339" y="64833"/>
                </a:cubicBezTo>
                <a:cubicBezTo>
                  <a:pt x="640335" y="63326"/>
                  <a:pt x="639761" y="61520"/>
                  <a:pt x="639617" y="59415"/>
                </a:cubicBezTo>
                <a:lnTo>
                  <a:pt x="620601" y="59415"/>
                </a:lnTo>
                <a:cubicBezTo>
                  <a:pt x="620601" y="62572"/>
                  <a:pt x="621379" y="65718"/>
                  <a:pt x="622934" y="68851"/>
                </a:cubicBezTo>
                <a:cubicBezTo>
                  <a:pt x="624488" y="71985"/>
                  <a:pt x="626773" y="74771"/>
                  <a:pt x="629786" y="77211"/>
                </a:cubicBezTo>
                <a:cubicBezTo>
                  <a:pt x="632800" y="79699"/>
                  <a:pt x="636544" y="81708"/>
                  <a:pt x="641016" y="83239"/>
                </a:cubicBezTo>
                <a:cubicBezTo>
                  <a:pt x="645489" y="84769"/>
                  <a:pt x="650644" y="85535"/>
                  <a:pt x="656480" y="85535"/>
                </a:cubicBezTo>
                <a:cubicBezTo>
                  <a:pt x="661790" y="85535"/>
                  <a:pt x="666598" y="84949"/>
                  <a:pt x="670903" y="83777"/>
                </a:cubicBezTo>
                <a:cubicBezTo>
                  <a:pt x="675209" y="82605"/>
                  <a:pt x="678892" y="80966"/>
                  <a:pt x="681954" y="78861"/>
                </a:cubicBezTo>
                <a:cubicBezTo>
                  <a:pt x="684968" y="76757"/>
                  <a:pt x="687300" y="74257"/>
                  <a:pt x="688950" y="71363"/>
                </a:cubicBezTo>
                <a:cubicBezTo>
                  <a:pt x="690601" y="68469"/>
                  <a:pt x="691426" y="65299"/>
                  <a:pt x="691426" y="61855"/>
                </a:cubicBezTo>
                <a:cubicBezTo>
                  <a:pt x="691426" y="58124"/>
                  <a:pt x="690601" y="54906"/>
                  <a:pt x="688950" y="52204"/>
                </a:cubicBezTo>
                <a:cubicBezTo>
                  <a:pt x="687300" y="49501"/>
                  <a:pt x="685016" y="47192"/>
                  <a:pt x="682098" y="45279"/>
                </a:cubicBezTo>
                <a:cubicBezTo>
                  <a:pt x="679179" y="43413"/>
                  <a:pt x="675711" y="41882"/>
                  <a:pt x="671693" y="40686"/>
                </a:cubicBezTo>
                <a:cubicBezTo>
                  <a:pt x="667674" y="39491"/>
                  <a:pt x="663321" y="38510"/>
                  <a:pt x="658633" y="37744"/>
                </a:cubicBezTo>
                <a:cubicBezTo>
                  <a:pt x="655380" y="37266"/>
                  <a:pt x="652701" y="36704"/>
                  <a:pt x="650596" y="36058"/>
                </a:cubicBezTo>
                <a:cubicBezTo>
                  <a:pt x="648491" y="35412"/>
                  <a:pt x="646841" y="34683"/>
                  <a:pt x="645645" y="33870"/>
                </a:cubicBezTo>
                <a:cubicBezTo>
                  <a:pt x="644401" y="33104"/>
                  <a:pt x="643540" y="32231"/>
                  <a:pt x="643061" y="31250"/>
                </a:cubicBezTo>
                <a:cubicBezTo>
                  <a:pt x="642583" y="30270"/>
                  <a:pt x="642344" y="29205"/>
                  <a:pt x="642344" y="28057"/>
                </a:cubicBezTo>
                <a:cubicBezTo>
                  <a:pt x="642344" y="26909"/>
                  <a:pt x="642619" y="25821"/>
                  <a:pt x="643169" y="24792"/>
                </a:cubicBezTo>
                <a:cubicBezTo>
                  <a:pt x="643719" y="23764"/>
                  <a:pt x="644521" y="22867"/>
                  <a:pt x="645573" y="22101"/>
                </a:cubicBezTo>
                <a:cubicBezTo>
                  <a:pt x="646721" y="21240"/>
                  <a:pt x="648204" y="20570"/>
                  <a:pt x="650022" y="20092"/>
                </a:cubicBezTo>
                <a:cubicBezTo>
                  <a:pt x="651840" y="19614"/>
                  <a:pt x="653969" y="19375"/>
                  <a:pt x="656408" y="19375"/>
                </a:cubicBezTo>
                <a:cubicBezTo>
                  <a:pt x="659279" y="19375"/>
                  <a:pt x="661730" y="19733"/>
                  <a:pt x="663763" y="20451"/>
                </a:cubicBezTo>
                <a:cubicBezTo>
                  <a:pt x="665797" y="21168"/>
                  <a:pt x="667411" y="22125"/>
                  <a:pt x="668607" y="23321"/>
                </a:cubicBezTo>
                <a:cubicBezTo>
                  <a:pt x="669468" y="24230"/>
                  <a:pt x="670114" y="25247"/>
                  <a:pt x="670545" y="26371"/>
                </a:cubicBezTo>
                <a:cubicBezTo>
                  <a:pt x="670975" y="27495"/>
                  <a:pt x="671190" y="28703"/>
                  <a:pt x="671190" y="29995"/>
                </a:cubicBezTo>
                <a:lnTo>
                  <a:pt x="691139" y="29995"/>
                </a:lnTo>
                <a:cubicBezTo>
                  <a:pt x="691139" y="26407"/>
                  <a:pt x="690350" y="23082"/>
                  <a:pt x="688771" y="20020"/>
                </a:cubicBezTo>
                <a:cubicBezTo>
                  <a:pt x="687192" y="16959"/>
                  <a:pt x="684920" y="14304"/>
                  <a:pt x="681954" y="12055"/>
                </a:cubicBezTo>
                <a:cubicBezTo>
                  <a:pt x="678940" y="9855"/>
                  <a:pt x="675281" y="8121"/>
                  <a:pt x="670975" y="6853"/>
                </a:cubicBezTo>
                <a:cubicBezTo>
                  <a:pt x="666670" y="5585"/>
                  <a:pt x="661814" y="4951"/>
                  <a:pt x="656408" y="4951"/>
                </a:cubicBezTo>
                <a:cubicBezTo>
                  <a:pt x="651242" y="4951"/>
                  <a:pt x="646602" y="5597"/>
                  <a:pt x="642487" y="6889"/>
                </a:cubicBezTo>
                <a:cubicBezTo>
                  <a:pt x="638373" y="8180"/>
                  <a:pt x="634881" y="9926"/>
                  <a:pt x="632011" y="12127"/>
                </a:cubicBezTo>
                <a:cubicBezTo>
                  <a:pt x="629141" y="14328"/>
                  <a:pt x="626940" y="16887"/>
                  <a:pt x="625409" y="19805"/>
                </a:cubicBezTo>
                <a:cubicBezTo>
                  <a:pt x="623878" y="22723"/>
                  <a:pt x="623113" y="25785"/>
                  <a:pt x="623113" y="28990"/>
                </a:cubicBezTo>
                <a:cubicBezTo>
                  <a:pt x="623113" y="32291"/>
                  <a:pt x="623866" y="35209"/>
                  <a:pt x="625373" y="37744"/>
                </a:cubicBezTo>
                <a:cubicBezTo>
                  <a:pt x="626880" y="40280"/>
                  <a:pt x="628973" y="42504"/>
                  <a:pt x="631652" y="44418"/>
                </a:cubicBezTo>
                <a:cubicBezTo>
                  <a:pt x="634331" y="46379"/>
                  <a:pt x="637548" y="48042"/>
                  <a:pt x="641303" y="49405"/>
                </a:cubicBezTo>
                <a:cubicBezTo>
                  <a:pt x="645059" y="50768"/>
                  <a:pt x="649209" y="51905"/>
                  <a:pt x="653753" y="52813"/>
                </a:cubicBezTo>
                <a:cubicBezTo>
                  <a:pt x="657341" y="53483"/>
                  <a:pt x="660307" y="54153"/>
                  <a:pt x="662651" y="54823"/>
                </a:cubicBezTo>
                <a:cubicBezTo>
                  <a:pt x="664995" y="55492"/>
                  <a:pt x="666885" y="56210"/>
                  <a:pt x="668320" y="56975"/>
                </a:cubicBezTo>
                <a:cubicBezTo>
                  <a:pt x="669707" y="57789"/>
                  <a:pt x="670676" y="58650"/>
                  <a:pt x="671226" y="59559"/>
                </a:cubicBezTo>
                <a:cubicBezTo>
                  <a:pt x="671776" y="60468"/>
                  <a:pt x="672051" y="61520"/>
                  <a:pt x="672051" y="62716"/>
                </a:cubicBezTo>
                <a:close/>
                <a:moveTo>
                  <a:pt x="734011" y="13203"/>
                </a:moveTo>
                <a:cubicBezTo>
                  <a:pt x="734011" y="16887"/>
                  <a:pt x="735254" y="19972"/>
                  <a:pt x="737742" y="22460"/>
                </a:cubicBezTo>
                <a:cubicBezTo>
                  <a:pt x="740230" y="24948"/>
                  <a:pt x="743602" y="26191"/>
                  <a:pt x="747860" y="26191"/>
                </a:cubicBezTo>
                <a:cubicBezTo>
                  <a:pt x="752069" y="26191"/>
                  <a:pt x="755430" y="24960"/>
                  <a:pt x="757942" y="22496"/>
                </a:cubicBezTo>
                <a:cubicBezTo>
                  <a:pt x="760453" y="20032"/>
                  <a:pt x="761709" y="16935"/>
                  <a:pt x="761709" y="13203"/>
                </a:cubicBezTo>
                <a:cubicBezTo>
                  <a:pt x="761709" y="9472"/>
                  <a:pt x="760477" y="6339"/>
                  <a:pt x="758013" y="3803"/>
                </a:cubicBezTo>
                <a:cubicBezTo>
                  <a:pt x="755550" y="1268"/>
                  <a:pt x="752165" y="0"/>
                  <a:pt x="747860" y="0"/>
                </a:cubicBezTo>
                <a:cubicBezTo>
                  <a:pt x="743506" y="0"/>
                  <a:pt x="740110" y="1280"/>
                  <a:pt x="737670" y="3839"/>
                </a:cubicBezTo>
                <a:cubicBezTo>
                  <a:pt x="735230" y="6398"/>
                  <a:pt x="734011" y="9520"/>
                  <a:pt x="734011" y="13203"/>
                </a:cubicBezTo>
                <a:moveTo>
                  <a:pt x="756327" y="82449"/>
                </a:moveTo>
                <a:lnTo>
                  <a:pt x="756399" y="66591"/>
                </a:lnTo>
                <a:lnTo>
                  <a:pt x="737670" y="66591"/>
                </a:lnTo>
                <a:lnTo>
                  <a:pt x="737670" y="83382"/>
                </a:lnTo>
                <a:cubicBezTo>
                  <a:pt x="737670" y="88644"/>
                  <a:pt x="737048" y="93153"/>
                  <a:pt x="735804" y="96908"/>
                </a:cubicBezTo>
                <a:cubicBezTo>
                  <a:pt x="734561" y="100664"/>
                  <a:pt x="733030" y="104264"/>
                  <a:pt x="731212" y="107708"/>
                </a:cubicBezTo>
                <a:lnTo>
                  <a:pt x="741760" y="113161"/>
                </a:lnTo>
                <a:cubicBezTo>
                  <a:pt x="746066" y="109334"/>
                  <a:pt x="749570" y="104622"/>
                  <a:pt x="752273" y="99025"/>
                </a:cubicBezTo>
                <a:cubicBezTo>
                  <a:pt x="754976" y="93428"/>
                  <a:pt x="756327" y="87903"/>
                  <a:pt x="756327" y="82449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size=len*num;">
            <a:extLst xmlns:a="http://schemas.openxmlformats.org/drawingml/2006/main">
              <a:ext uri="{FF2B5EF4-FFF2-40B4-BE49-F238E27FC236}">
                <a16:creationId xmlns:a16="http://schemas.microsoft.com/office/drawing/2014/main" id="{50EA7B0B-D5F8-41E5-A532-BFC25851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874" y="1764292"/>
            <a:ext cx="1463837" cy="139353"/>
          </a:xfrm>
          <a:custGeom xmlns:a="http://schemas.openxmlformats.org/drawingml/2006/main">
            <a:pathLst>
              <a:path w="1463837" h="139353">
                <a:moveTo>
                  <a:pt x="51450" y="88907"/>
                </a:moveTo>
                <a:cubicBezTo>
                  <a:pt x="51450" y="90103"/>
                  <a:pt x="51151" y="91204"/>
                  <a:pt x="50553" y="92208"/>
                </a:cubicBezTo>
                <a:cubicBezTo>
                  <a:pt x="49955" y="93213"/>
                  <a:pt x="49058" y="94098"/>
                  <a:pt x="47862" y="94863"/>
                </a:cubicBezTo>
                <a:cubicBezTo>
                  <a:pt x="46618" y="95629"/>
                  <a:pt x="45028" y="96239"/>
                  <a:pt x="43090" y="96693"/>
                </a:cubicBezTo>
                <a:cubicBezTo>
                  <a:pt x="41153" y="97148"/>
                  <a:pt x="38893" y="97375"/>
                  <a:pt x="36309" y="97375"/>
                </a:cubicBezTo>
                <a:cubicBezTo>
                  <a:pt x="34157" y="97375"/>
                  <a:pt x="32064" y="97160"/>
                  <a:pt x="30030" y="96729"/>
                </a:cubicBezTo>
                <a:cubicBezTo>
                  <a:pt x="27997" y="96298"/>
                  <a:pt x="26191" y="95605"/>
                  <a:pt x="24613" y="94648"/>
                </a:cubicBezTo>
                <a:cubicBezTo>
                  <a:pt x="23034" y="93739"/>
                  <a:pt x="21743" y="92531"/>
                  <a:pt x="20738" y="91024"/>
                </a:cubicBezTo>
                <a:cubicBezTo>
                  <a:pt x="19733" y="89517"/>
                  <a:pt x="19159" y="87712"/>
                  <a:pt x="19016" y="85607"/>
                </a:cubicBezTo>
                <a:lnTo>
                  <a:pt x="0" y="85607"/>
                </a:lnTo>
                <a:cubicBezTo>
                  <a:pt x="0" y="88764"/>
                  <a:pt x="777" y="91909"/>
                  <a:pt x="2332" y="95043"/>
                </a:cubicBezTo>
                <a:cubicBezTo>
                  <a:pt x="3887" y="98176"/>
                  <a:pt x="6171" y="100963"/>
                  <a:pt x="9185" y="103402"/>
                </a:cubicBezTo>
                <a:cubicBezTo>
                  <a:pt x="12199" y="105890"/>
                  <a:pt x="15942" y="107899"/>
                  <a:pt x="20415" y="109430"/>
                </a:cubicBezTo>
                <a:cubicBezTo>
                  <a:pt x="24888" y="110961"/>
                  <a:pt x="30042" y="111726"/>
                  <a:pt x="35879" y="111726"/>
                </a:cubicBezTo>
                <a:cubicBezTo>
                  <a:pt x="41189" y="111726"/>
                  <a:pt x="45997" y="111140"/>
                  <a:pt x="50302" y="109968"/>
                </a:cubicBezTo>
                <a:cubicBezTo>
                  <a:pt x="54607" y="108796"/>
                  <a:pt x="58291" y="107158"/>
                  <a:pt x="61353" y="105053"/>
                </a:cubicBezTo>
                <a:cubicBezTo>
                  <a:pt x="64366" y="102948"/>
                  <a:pt x="66699" y="100448"/>
                  <a:pt x="68349" y="97554"/>
                </a:cubicBezTo>
                <a:cubicBezTo>
                  <a:pt x="69999" y="94660"/>
                  <a:pt x="70825" y="91491"/>
                  <a:pt x="70825" y="88046"/>
                </a:cubicBezTo>
                <a:cubicBezTo>
                  <a:pt x="70825" y="84315"/>
                  <a:pt x="69999" y="81098"/>
                  <a:pt x="68349" y="78395"/>
                </a:cubicBezTo>
                <a:cubicBezTo>
                  <a:pt x="66699" y="75692"/>
                  <a:pt x="64414" y="73384"/>
                  <a:pt x="61496" y="71470"/>
                </a:cubicBezTo>
                <a:cubicBezTo>
                  <a:pt x="58578" y="69605"/>
                  <a:pt x="55110" y="68074"/>
                  <a:pt x="51091" y="66878"/>
                </a:cubicBezTo>
                <a:cubicBezTo>
                  <a:pt x="47073" y="65682"/>
                  <a:pt x="42720" y="64701"/>
                  <a:pt x="38031" y="63936"/>
                </a:cubicBezTo>
                <a:cubicBezTo>
                  <a:pt x="34778" y="63457"/>
                  <a:pt x="32099" y="62895"/>
                  <a:pt x="29995" y="62250"/>
                </a:cubicBezTo>
                <a:cubicBezTo>
                  <a:pt x="27890" y="61604"/>
                  <a:pt x="26239" y="60874"/>
                  <a:pt x="25043" y="60061"/>
                </a:cubicBezTo>
                <a:cubicBezTo>
                  <a:pt x="23800" y="59296"/>
                  <a:pt x="22938" y="58423"/>
                  <a:pt x="22460" y="57442"/>
                </a:cubicBezTo>
                <a:cubicBezTo>
                  <a:pt x="21982" y="56461"/>
                  <a:pt x="21743" y="55397"/>
                  <a:pt x="21743" y="54249"/>
                </a:cubicBezTo>
                <a:cubicBezTo>
                  <a:pt x="21743" y="53101"/>
                  <a:pt x="22018" y="52012"/>
                  <a:pt x="22568" y="50984"/>
                </a:cubicBezTo>
                <a:cubicBezTo>
                  <a:pt x="23118" y="49955"/>
                  <a:pt x="23919" y="49058"/>
                  <a:pt x="24972" y="48293"/>
                </a:cubicBezTo>
                <a:cubicBezTo>
                  <a:pt x="26120" y="47432"/>
                  <a:pt x="27603" y="46762"/>
                  <a:pt x="29421" y="46284"/>
                </a:cubicBezTo>
                <a:cubicBezTo>
                  <a:pt x="31238" y="45805"/>
                  <a:pt x="33367" y="45566"/>
                  <a:pt x="35807" y="45566"/>
                </a:cubicBezTo>
                <a:cubicBezTo>
                  <a:pt x="38677" y="45566"/>
                  <a:pt x="41129" y="45925"/>
                  <a:pt x="43162" y="46642"/>
                </a:cubicBezTo>
                <a:cubicBezTo>
                  <a:pt x="45195" y="47360"/>
                  <a:pt x="46810" y="48317"/>
                  <a:pt x="48006" y="49513"/>
                </a:cubicBezTo>
                <a:cubicBezTo>
                  <a:pt x="48867" y="50422"/>
                  <a:pt x="49513" y="51438"/>
                  <a:pt x="49943" y="52562"/>
                </a:cubicBezTo>
                <a:cubicBezTo>
                  <a:pt x="50374" y="53687"/>
                  <a:pt x="50589" y="54894"/>
                  <a:pt x="50589" y="56186"/>
                </a:cubicBezTo>
                <a:lnTo>
                  <a:pt x="70538" y="56186"/>
                </a:lnTo>
                <a:cubicBezTo>
                  <a:pt x="70538" y="52598"/>
                  <a:pt x="69748" y="49273"/>
                  <a:pt x="68170" y="46212"/>
                </a:cubicBezTo>
                <a:cubicBezTo>
                  <a:pt x="66591" y="43150"/>
                  <a:pt x="64319" y="40495"/>
                  <a:pt x="61353" y="38247"/>
                </a:cubicBezTo>
                <a:cubicBezTo>
                  <a:pt x="58339" y="36046"/>
                  <a:pt x="54679" y="34312"/>
                  <a:pt x="50374" y="33044"/>
                </a:cubicBezTo>
                <a:cubicBezTo>
                  <a:pt x="46068" y="31777"/>
                  <a:pt x="41213" y="31143"/>
                  <a:pt x="35807" y="31143"/>
                </a:cubicBezTo>
                <a:cubicBezTo>
                  <a:pt x="30640" y="31143"/>
                  <a:pt x="26000" y="31789"/>
                  <a:pt x="21886" y="33080"/>
                </a:cubicBezTo>
                <a:cubicBezTo>
                  <a:pt x="17772" y="34372"/>
                  <a:pt x="14280" y="36118"/>
                  <a:pt x="11409" y="38318"/>
                </a:cubicBezTo>
                <a:cubicBezTo>
                  <a:pt x="8539" y="40519"/>
                  <a:pt x="6339" y="43078"/>
                  <a:pt x="4808" y="45997"/>
                </a:cubicBezTo>
                <a:cubicBezTo>
                  <a:pt x="3277" y="48915"/>
                  <a:pt x="2512" y="51976"/>
                  <a:pt x="2512" y="55181"/>
                </a:cubicBezTo>
                <a:cubicBezTo>
                  <a:pt x="2512" y="58482"/>
                  <a:pt x="3265" y="61400"/>
                  <a:pt x="4772" y="63936"/>
                </a:cubicBezTo>
                <a:cubicBezTo>
                  <a:pt x="6279" y="66471"/>
                  <a:pt x="8372" y="68696"/>
                  <a:pt x="11051" y="70609"/>
                </a:cubicBezTo>
                <a:cubicBezTo>
                  <a:pt x="13730" y="72571"/>
                  <a:pt x="16947" y="74233"/>
                  <a:pt x="20702" y="75596"/>
                </a:cubicBezTo>
                <a:cubicBezTo>
                  <a:pt x="24457" y="76960"/>
                  <a:pt x="28607" y="78096"/>
                  <a:pt x="33152" y="79005"/>
                </a:cubicBezTo>
                <a:cubicBezTo>
                  <a:pt x="36740" y="79675"/>
                  <a:pt x="39706" y="80344"/>
                  <a:pt x="42050" y="81014"/>
                </a:cubicBezTo>
                <a:cubicBezTo>
                  <a:pt x="44394" y="81684"/>
                  <a:pt x="46284" y="82401"/>
                  <a:pt x="47719" y="83167"/>
                </a:cubicBezTo>
                <a:cubicBezTo>
                  <a:pt x="49106" y="83980"/>
                  <a:pt x="50075" y="84841"/>
                  <a:pt x="50625" y="85750"/>
                </a:cubicBezTo>
                <a:cubicBezTo>
                  <a:pt x="51175" y="86659"/>
                  <a:pt x="51450" y="87712"/>
                  <a:pt x="51450" y="88907"/>
                </a:cubicBezTo>
                <a:close/>
                <a:moveTo>
                  <a:pt x="94849" y="32578"/>
                </a:moveTo>
                <a:lnTo>
                  <a:pt x="94849" y="48867"/>
                </a:lnTo>
                <a:lnTo>
                  <a:pt x="116950" y="48867"/>
                </a:lnTo>
                <a:lnTo>
                  <a:pt x="116950" y="94002"/>
                </a:lnTo>
                <a:lnTo>
                  <a:pt x="94849" y="94002"/>
                </a:lnTo>
                <a:lnTo>
                  <a:pt x="94849" y="110219"/>
                </a:lnTo>
                <a:lnTo>
                  <a:pt x="158139" y="110219"/>
                </a:lnTo>
                <a:lnTo>
                  <a:pt x="158139" y="94002"/>
                </a:lnTo>
                <a:lnTo>
                  <a:pt x="137114" y="94002"/>
                </a:lnTo>
                <a:lnTo>
                  <a:pt x="137114" y="32578"/>
                </a:lnTo>
                <a:lnTo>
                  <a:pt x="94849" y="32578"/>
                </a:lnTo>
                <a:moveTo>
                  <a:pt x="115515" y="12701"/>
                </a:moveTo>
                <a:cubicBezTo>
                  <a:pt x="115515" y="14232"/>
                  <a:pt x="115790" y="15655"/>
                  <a:pt x="116340" y="16971"/>
                </a:cubicBezTo>
                <a:cubicBezTo>
                  <a:pt x="116890" y="18286"/>
                  <a:pt x="117668" y="19398"/>
                  <a:pt x="118672" y="20307"/>
                </a:cubicBezTo>
                <a:cubicBezTo>
                  <a:pt x="119677" y="21264"/>
                  <a:pt x="120885" y="22006"/>
                  <a:pt x="122296" y="22532"/>
                </a:cubicBezTo>
                <a:cubicBezTo>
                  <a:pt x="123707" y="23058"/>
                  <a:pt x="125274" y="23321"/>
                  <a:pt x="126996" y="23321"/>
                </a:cubicBezTo>
                <a:cubicBezTo>
                  <a:pt x="130536" y="23321"/>
                  <a:pt x="133347" y="22329"/>
                  <a:pt x="135428" y="20343"/>
                </a:cubicBezTo>
                <a:cubicBezTo>
                  <a:pt x="137509" y="18358"/>
                  <a:pt x="138549" y="15811"/>
                  <a:pt x="138549" y="12701"/>
                </a:cubicBezTo>
                <a:cubicBezTo>
                  <a:pt x="138549" y="9592"/>
                  <a:pt x="137509" y="7044"/>
                  <a:pt x="135428" y="5059"/>
                </a:cubicBezTo>
                <a:cubicBezTo>
                  <a:pt x="133347" y="3074"/>
                  <a:pt x="130536" y="2081"/>
                  <a:pt x="126996" y="2081"/>
                </a:cubicBezTo>
                <a:cubicBezTo>
                  <a:pt x="125274" y="2081"/>
                  <a:pt x="123707" y="2344"/>
                  <a:pt x="122296" y="2870"/>
                </a:cubicBezTo>
                <a:cubicBezTo>
                  <a:pt x="120885" y="3397"/>
                  <a:pt x="119677" y="4114"/>
                  <a:pt x="118672" y="5023"/>
                </a:cubicBezTo>
                <a:cubicBezTo>
                  <a:pt x="117668" y="5980"/>
                  <a:pt x="116890" y="7116"/>
                  <a:pt x="116340" y="8431"/>
                </a:cubicBezTo>
                <a:cubicBezTo>
                  <a:pt x="115790" y="9747"/>
                  <a:pt x="115515" y="11170"/>
                  <a:pt x="115515" y="12701"/>
                </a:cubicBezTo>
                <a:close/>
                <a:moveTo>
                  <a:pt x="203332" y="94218"/>
                </a:moveTo>
                <a:lnTo>
                  <a:pt x="247247" y="44561"/>
                </a:lnTo>
                <a:lnTo>
                  <a:pt x="247247" y="32578"/>
                </a:lnTo>
                <a:lnTo>
                  <a:pt x="177069" y="32578"/>
                </a:lnTo>
                <a:lnTo>
                  <a:pt x="177069" y="48795"/>
                </a:lnTo>
                <a:lnTo>
                  <a:pt x="219549" y="48795"/>
                </a:lnTo>
                <a:lnTo>
                  <a:pt x="176064" y="97877"/>
                </a:lnTo>
                <a:lnTo>
                  <a:pt x="176064" y="110219"/>
                </a:lnTo>
                <a:lnTo>
                  <a:pt x="249041" y="110219"/>
                </a:lnTo>
                <a:lnTo>
                  <a:pt x="249041" y="94218"/>
                </a:lnTo>
                <a:lnTo>
                  <a:pt x="203332" y="94218"/>
                </a:lnTo>
                <a:close/>
                <a:moveTo>
                  <a:pt x="303563" y="111655"/>
                </a:moveTo>
                <a:cubicBezTo>
                  <a:pt x="311073" y="111655"/>
                  <a:pt x="317579" y="110195"/>
                  <a:pt x="323081" y="107277"/>
                </a:cubicBezTo>
                <a:cubicBezTo>
                  <a:pt x="328582" y="104359"/>
                  <a:pt x="332601" y="101106"/>
                  <a:pt x="335136" y="97518"/>
                </a:cubicBezTo>
                <a:lnTo>
                  <a:pt x="325162" y="86755"/>
                </a:lnTo>
                <a:cubicBezTo>
                  <a:pt x="322865" y="89721"/>
                  <a:pt x="319876" y="91945"/>
                  <a:pt x="316192" y="93428"/>
                </a:cubicBezTo>
                <a:cubicBezTo>
                  <a:pt x="312508" y="94911"/>
                  <a:pt x="308705" y="95653"/>
                  <a:pt x="304783" y="95653"/>
                </a:cubicBezTo>
                <a:cubicBezTo>
                  <a:pt x="302008" y="95653"/>
                  <a:pt x="299449" y="95222"/>
                  <a:pt x="297105" y="94361"/>
                </a:cubicBezTo>
                <a:cubicBezTo>
                  <a:pt x="294760" y="93500"/>
                  <a:pt x="292680" y="92280"/>
                  <a:pt x="290862" y="90701"/>
                </a:cubicBezTo>
                <a:cubicBezTo>
                  <a:pt x="289092" y="89171"/>
                  <a:pt x="287680" y="87460"/>
                  <a:pt x="286628" y="85571"/>
                </a:cubicBezTo>
                <a:cubicBezTo>
                  <a:pt x="285576" y="83681"/>
                  <a:pt x="284714" y="81182"/>
                  <a:pt x="284045" y="78072"/>
                </a:cubicBezTo>
                <a:lnTo>
                  <a:pt x="284045" y="77857"/>
                </a:lnTo>
                <a:lnTo>
                  <a:pt x="336715" y="77857"/>
                </a:lnTo>
                <a:lnTo>
                  <a:pt x="336715" y="69389"/>
                </a:lnTo>
                <a:cubicBezTo>
                  <a:pt x="336715" y="63697"/>
                  <a:pt x="335925" y="58494"/>
                  <a:pt x="334347" y="53782"/>
                </a:cubicBezTo>
                <a:cubicBezTo>
                  <a:pt x="332768" y="49070"/>
                  <a:pt x="330472" y="45040"/>
                  <a:pt x="327458" y="41691"/>
                </a:cubicBezTo>
                <a:cubicBezTo>
                  <a:pt x="324396" y="38342"/>
                  <a:pt x="320677" y="35747"/>
                  <a:pt x="316300" y="33905"/>
                </a:cubicBezTo>
                <a:cubicBezTo>
                  <a:pt x="311922" y="32064"/>
                  <a:pt x="306935" y="31143"/>
                  <a:pt x="301338" y="31143"/>
                </a:cubicBezTo>
                <a:cubicBezTo>
                  <a:pt x="295933" y="31143"/>
                  <a:pt x="290933" y="32123"/>
                  <a:pt x="286341" y="34085"/>
                </a:cubicBezTo>
                <a:cubicBezTo>
                  <a:pt x="281748" y="36046"/>
                  <a:pt x="277778" y="38797"/>
                  <a:pt x="274429" y="42337"/>
                </a:cubicBezTo>
                <a:cubicBezTo>
                  <a:pt x="271081" y="45877"/>
                  <a:pt x="268473" y="50099"/>
                  <a:pt x="266608" y="55002"/>
                </a:cubicBezTo>
                <a:cubicBezTo>
                  <a:pt x="264742" y="59905"/>
                  <a:pt x="263809" y="65323"/>
                  <a:pt x="263809" y="71255"/>
                </a:cubicBezTo>
                <a:lnTo>
                  <a:pt x="263809" y="74125"/>
                </a:lnTo>
                <a:cubicBezTo>
                  <a:pt x="263809" y="79340"/>
                  <a:pt x="264754" y="84231"/>
                  <a:pt x="266644" y="88800"/>
                </a:cubicBezTo>
                <a:cubicBezTo>
                  <a:pt x="268533" y="93368"/>
                  <a:pt x="271224" y="97327"/>
                  <a:pt x="274716" y="100676"/>
                </a:cubicBezTo>
                <a:cubicBezTo>
                  <a:pt x="278208" y="104072"/>
                  <a:pt x="282394" y="106751"/>
                  <a:pt x="287274" y="108713"/>
                </a:cubicBezTo>
                <a:cubicBezTo>
                  <a:pt x="292153" y="110674"/>
                  <a:pt x="297583" y="111655"/>
                  <a:pt x="303563" y="111655"/>
                </a:cubicBezTo>
                <a:moveTo>
                  <a:pt x="301195" y="47288"/>
                </a:moveTo>
                <a:cubicBezTo>
                  <a:pt x="303730" y="47288"/>
                  <a:pt x="305967" y="47683"/>
                  <a:pt x="307904" y="48472"/>
                </a:cubicBezTo>
                <a:cubicBezTo>
                  <a:pt x="309842" y="49261"/>
                  <a:pt x="311480" y="50326"/>
                  <a:pt x="312819" y="51665"/>
                </a:cubicBezTo>
                <a:cubicBezTo>
                  <a:pt x="314159" y="53053"/>
                  <a:pt x="315211" y="54679"/>
                  <a:pt x="315977" y="56545"/>
                </a:cubicBezTo>
                <a:cubicBezTo>
                  <a:pt x="316742" y="58411"/>
                  <a:pt x="317125" y="60396"/>
                  <a:pt x="317125" y="62501"/>
                </a:cubicBezTo>
                <a:lnTo>
                  <a:pt x="317125" y="64079"/>
                </a:lnTo>
                <a:lnTo>
                  <a:pt x="284403" y="64079"/>
                </a:lnTo>
                <a:cubicBezTo>
                  <a:pt x="284882" y="61544"/>
                  <a:pt x="285599" y="59248"/>
                  <a:pt x="286556" y="57191"/>
                </a:cubicBezTo>
                <a:cubicBezTo>
                  <a:pt x="287513" y="55134"/>
                  <a:pt x="288709" y="53364"/>
                  <a:pt x="290144" y="51881"/>
                </a:cubicBezTo>
                <a:cubicBezTo>
                  <a:pt x="291531" y="50398"/>
                  <a:pt x="293158" y="49261"/>
                  <a:pt x="295024" y="48472"/>
                </a:cubicBezTo>
                <a:cubicBezTo>
                  <a:pt x="296889" y="47683"/>
                  <a:pt x="298946" y="47288"/>
                  <a:pt x="301195" y="47288"/>
                </a:cubicBezTo>
                <a:close/>
                <a:moveTo>
                  <a:pt x="511344" y="58769"/>
                </a:moveTo>
                <a:lnTo>
                  <a:pt x="511344" y="42409"/>
                </a:lnTo>
                <a:lnTo>
                  <a:pt x="443461" y="42409"/>
                </a:lnTo>
                <a:lnTo>
                  <a:pt x="443461" y="58769"/>
                </a:lnTo>
                <a:lnTo>
                  <a:pt x="511344" y="58769"/>
                </a:lnTo>
                <a:moveTo>
                  <a:pt x="511344" y="89697"/>
                </a:moveTo>
                <a:lnTo>
                  <a:pt x="511344" y="73408"/>
                </a:lnTo>
                <a:lnTo>
                  <a:pt x="443461" y="73408"/>
                </a:lnTo>
                <a:lnTo>
                  <a:pt x="443461" y="89697"/>
                </a:lnTo>
                <a:lnTo>
                  <a:pt x="511344" y="89697"/>
                </a:lnTo>
                <a:close/>
                <a:moveTo>
                  <a:pt x="622754" y="0"/>
                </a:moveTo>
                <a:lnTo>
                  <a:pt x="622754" y="16289"/>
                </a:lnTo>
                <a:lnTo>
                  <a:pt x="646004" y="16289"/>
                </a:lnTo>
                <a:lnTo>
                  <a:pt x="646004" y="94002"/>
                </a:lnTo>
                <a:lnTo>
                  <a:pt x="622754" y="94002"/>
                </a:lnTo>
                <a:lnTo>
                  <a:pt x="622754" y="110219"/>
                </a:lnTo>
                <a:lnTo>
                  <a:pt x="688412" y="110219"/>
                </a:lnTo>
                <a:lnTo>
                  <a:pt x="688412" y="94002"/>
                </a:lnTo>
                <a:lnTo>
                  <a:pt x="666167" y="94002"/>
                </a:lnTo>
                <a:lnTo>
                  <a:pt x="666167" y="0"/>
                </a:lnTo>
                <a:lnTo>
                  <a:pt x="622754" y="0"/>
                </a:lnTo>
                <a:close/>
                <a:moveTo>
                  <a:pt x="744440" y="111655"/>
                </a:moveTo>
                <a:cubicBezTo>
                  <a:pt x="751951" y="111655"/>
                  <a:pt x="758457" y="110195"/>
                  <a:pt x="763958" y="107277"/>
                </a:cubicBezTo>
                <a:cubicBezTo>
                  <a:pt x="769460" y="104359"/>
                  <a:pt x="773478" y="101106"/>
                  <a:pt x="776014" y="97518"/>
                </a:cubicBezTo>
                <a:lnTo>
                  <a:pt x="766039" y="86755"/>
                </a:lnTo>
                <a:cubicBezTo>
                  <a:pt x="763743" y="89721"/>
                  <a:pt x="760753" y="91945"/>
                  <a:pt x="757070" y="93428"/>
                </a:cubicBezTo>
                <a:cubicBezTo>
                  <a:pt x="753386" y="94911"/>
                  <a:pt x="749583" y="95653"/>
                  <a:pt x="745660" y="95653"/>
                </a:cubicBezTo>
                <a:cubicBezTo>
                  <a:pt x="742886" y="95653"/>
                  <a:pt x="740326" y="95222"/>
                  <a:pt x="737982" y="94361"/>
                </a:cubicBezTo>
                <a:cubicBezTo>
                  <a:pt x="735638" y="93500"/>
                  <a:pt x="733557" y="92280"/>
                  <a:pt x="731739" y="90701"/>
                </a:cubicBezTo>
                <a:cubicBezTo>
                  <a:pt x="729969" y="89171"/>
                  <a:pt x="728558" y="87460"/>
                  <a:pt x="727506" y="85571"/>
                </a:cubicBezTo>
                <a:cubicBezTo>
                  <a:pt x="726453" y="83681"/>
                  <a:pt x="725592" y="81182"/>
                  <a:pt x="724922" y="78072"/>
                </a:cubicBezTo>
                <a:lnTo>
                  <a:pt x="724922" y="77857"/>
                </a:lnTo>
                <a:lnTo>
                  <a:pt x="777592" y="77857"/>
                </a:lnTo>
                <a:lnTo>
                  <a:pt x="777592" y="69389"/>
                </a:lnTo>
                <a:cubicBezTo>
                  <a:pt x="777592" y="63697"/>
                  <a:pt x="776803" y="58494"/>
                  <a:pt x="775224" y="53782"/>
                </a:cubicBezTo>
                <a:cubicBezTo>
                  <a:pt x="773646" y="49070"/>
                  <a:pt x="771350" y="45040"/>
                  <a:pt x="768336" y="41691"/>
                </a:cubicBezTo>
                <a:cubicBezTo>
                  <a:pt x="765274" y="38342"/>
                  <a:pt x="761555" y="35747"/>
                  <a:pt x="757177" y="33905"/>
                </a:cubicBezTo>
                <a:cubicBezTo>
                  <a:pt x="752800" y="32064"/>
                  <a:pt x="747813" y="31143"/>
                  <a:pt x="742216" y="31143"/>
                </a:cubicBezTo>
                <a:cubicBezTo>
                  <a:pt x="736810" y="31143"/>
                  <a:pt x="731811" y="32123"/>
                  <a:pt x="727219" y="34085"/>
                </a:cubicBezTo>
                <a:cubicBezTo>
                  <a:pt x="722626" y="36046"/>
                  <a:pt x="718656" y="38797"/>
                  <a:pt x="715307" y="42337"/>
                </a:cubicBezTo>
                <a:cubicBezTo>
                  <a:pt x="711958" y="45877"/>
                  <a:pt x="709351" y="50099"/>
                  <a:pt x="707485" y="55002"/>
                </a:cubicBezTo>
                <a:cubicBezTo>
                  <a:pt x="705620" y="59905"/>
                  <a:pt x="704687" y="65323"/>
                  <a:pt x="704687" y="71255"/>
                </a:cubicBezTo>
                <a:lnTo>
                  <a:pt x="704687" y="74125"/>
                </a:lnTo>
                <a:cubicBezTo>
                  <a:pt x="704687" y="79340"/>
                  <a:pt x="705632" y="84231"/>
                  <a:pt x="707521" y="88800"/>
                </a:cubicBezTo>
                <a:cubicBezTo>
                  <a:pt x="709411" y="93368"/>
                  <a:pt x="712102" y="97327"/>
                  <a:pt x="715594" y="100676"/>
                </a:cubicBezTo>
                <a:cubicBezTo>
                  <a:pt x="719086" y="104072"/>
                  <a:pt x="723272" y="106751"/>
                  <a:pt x="728152" y="108713"/>
                </a:cubicBezTo>
                <a:cubicBezTo>
                  <a:pt x="733031" y="110674"/>
                  <a:pt x="738461" y="111655"/>
                  <a:pt x="744440" y="111655"/>
                </a:cubicBezTo>
                <a:moveTo>
                  <a:pt x="742072" y="47288"/>
                </a:moveTo>
                <a:cubicBezTo>
                  <a:pt x="744608" y="47288"/>
                  <a:pt x="746844" y="47683"/>
                  <a:pt x="748782" y="48472"/>
                </a:cubicBezTo>
                <a:cubicBezTo>
                  <a:pt x="750719" y="49261"/>
                  <a:pt x="752358" y="50326"/>
                  <a:pt x="753697" y="51665"/>
                </a:cubicBezTo>
                <a:cubicBezTo>
                  <a:pt x="755037" y="53053"/>
                  <a:pt x="756089" y="54679"/>
                  <a:pt x="756855" y="56545"/>
                </a:cubicBezTo>
                <a:cubicBezTo>
                  <a:pt x="757620" y="58411"/>
                  <a:pt x="758003" y="60396"/>
                  <a:pt x="758003" y="62501"/>
                </a:cubicBezTo>
                <a:lnTo>
                  <a:pt x="758003" y="64079"/>
                </a:lnTo>
                <a:lnTo>
                  <a:pt x="725281" y="64079"/>
                </a:lnTo>
                <a:cubicBezTo>
                  <a:pt x="725760" y="61544"/>
                  <a:pt x="726477" y="59248"/>
                  <a:pt x="727434" y="57191"/>
                </a:cubicBezTo>
                <a:cubicBezTo>
                  <a:pt x="728391" y="55134"/>
                  <a:pt x="729587" y="53364"/>
                  <a:pt x="731022" y="51881"/>
                </a:cubicBezTo>
                <a:cubicBezTo>
                  <a:pt x="732409" y="50398"/>
                  <a:pt x="734036" y="49261"/>
                  <a:pt x="735901" y="48472"/>
                </a:cubicBezTo>
                <a:cubicBezTo>
                  <a:pt x="737767" y="47683"/>
                  <a:pt x="739824" y="47288"/>
                  <a:pt x="742072" y="47288"/>
                </a:cubicBezTo>
                <a:close/>
                <a:moveTo>
                  <a:pt x="794943" y="110219"/>
                </a:moveTo>
                <a:lnTo>
                  <a:pt x="814964" y="110219"/>
                </a:lnTo>
                <a:lnTo>
                  <a:pt x="814964" y="55038"/>
                </a:lnTo>
                <a:cubicBezTo>
                  <a:pt x="815633" y="53986"/>
                  <a:pt x="816375" y="53029"/>
                  <a:pt x="817188" y="52168"/>
                </a:cubicBezTo>
                <a:cubicBezTo>
                  <a:pt x="818001" y="51307"/>
                  <a:pt x="818910" y="50565"/>
                  <a:pt x="819915" y="49943"/>
                </a:cubicBezTo>
                <a:cubicBezTo>
                  <a:pt x="821159" y="49082"/>
                  <a:pt x="822582" y="48436"/>
                  <a:pt x="824184" y="48006"/>
                </a:cubicBezTo>
                <a:cubicBezTo>
                  <a:pt x="825787" y="47575"/>
                  <a:pt x="827545" y="47360"/>
                  <a:pt x="829459" y="47360"/>
                </a:cubicBezTo>
                <a:cubicBezTo>
                  <a:pt x="831755" y="47360"/>
                  <a:pt x="833812" y="47587"/>
                  <a:pt x="835630" y="48042"/>
                </a:cubicBezTo>
                <a:cubicBezTo>
                  <a:pt x="837448" y="48496"/>
                  <a:pt x="839002" y="49297"/>
                  <a:pt x="840294" y="50445"/>
                </a:cubicBezTo>
                <a:cubicBezTo>
                  <a:pt x="841586" y="51594"/>
                  <a:pt x="842578" y="53160"/>
                  <a:pt x="843272" y="55146"/>
                </a:cubicBezTo>
                <a:cubicBezTo>
                  <a:pt x="843966" y="57131"/>
                  <a:pt x="844312" y="59654"/>
                  <a:pt x="844312" y="62716"/>
                </a:cubicBezTo>
                <a:lnTo>
                  <a:pt x="844312" y="110219"/>
                </a:lnTo>
                <a:lnTo>
                  <a:pt x="864261" y="110219"/>
                </a:lnTo>
                <a:lnTo>
                  <a:pt x="864261" y="62429"/>
                </a:lnTo>
                <a:cubicBezTo>
                  <a:pt x="864261" y="56784"/>
                  <a:pt x="863603" y="51988"/>
                  <a:pt x="862288" y="48042"/>
                </a:cubicBezTo>
                <a:cubicBezTo>
                  <a:pt x="860972" y="44095"/>
                  <a:pt x="859142" y="40854"/>
                  <a:pt x="856798" y="38318"/>
                </a:cubicBezTo>
                <a:cubicBezTo>
                  <a:pt x="854406" y="35831"/>
                  <a:pt x="851584" y="34013"/>
                  <a:pt x="848331" y="32865"/>
                </a:cubicBezTo>
                <a:cubicBezTo>
                  <a:pt x="845078" y="31717"/>
                  <a:pt x="841490" y="31143"/>
                  <a:pt x="837567" y="31143"/>
                </a:cubicBezTo>
                <a:cubicBezTo>
                  <a:pt x="834506" y="31143"/>
                  <a:pt x="831611" y="31573"/>
                  <a:pt x="828885" y="32434"/>
                </a:cubicBezTo>
                <a:cubicBezTo>
                  <a:pt x="826158" y="33295"/>
                  <a:pt x="823646" y="34539"/>
                  <a:pt x="821350" y="36166"/>
                </a:cubicBezTo>
                <a:cubicBezTo>
                  <a:pt x="820011" y="37123"/>
                  <a:pt x="818743" y="38199"/>
                  <a:pt x="817547" y="39395"/>
                </a:cubicBezTo>
                <a:cubicBezTo>
                  <a:pt x="816351" y="40591"/>
                  <a:pt x="815251" y="41906"/>
                  <a:pt x="814246" y="43341"/>
                </a:cubicBezTo>
                <a:lnTo>
                  <a:pt x="813026" y="32578"/>
                </a:lnTo>
                <a:lnTo>
                  <a:pt x="794943" y="32578"/>
                </a:lnTo>
                <a:lnTo>
                  <a:pt x="794943" y="110219"/>
                </a:lnTo>
                <a:close/>
                <a:moveTo>
                  <a:pt x="1000356" y="46355"/>
                </a:moveTo>
                <a:lnTo>
                  <a:pt x="980408" y="69820"/>
                </a:lnTo>
                <a:lnTo>
                  <a:pt x="993252" y="78646"/>
                </a:lnTo>
                <a:lnTo>
                  <a:pt x="1008393" y="52742"/>
                </a:lnTo>
                <a:lnTo>
                  <a:pt x="1023534" y="79435"/>
                </a:lnTo>
                <a:lnTo>
                  <a:pt x="1036307" y="70179"/>
                </a:lnTo>
                <a:lnTo>
                  <a:pt x="1017076" y="47001"/>
                </a:lnTo>
                <a:lnTo>
                  <a:pt x="1045635" y="40471"/>
                </a:lnTo>
                <a:lnTo>
                  <a:pt x="1040899" y="25474"/>
                </a:lnTo>
                <a:lnTo>
                  <a:pt x="1014205" y="37170"/>
                </a:lnTo>
                <a:lnTo>
                  <a:pt x="1017004" y="5741"/>
                </a:lnTo>
                <a:lnTo>
                  <a:pt x="1001289" y="5741"/>
                </a:lnTo>
                <a:lnTo>
                  <a:pt x="1003872" y="36668"/>
                </a:lnTo>
                <a:lnTo>
                  <a:pt x="976963" y="24756"/>
                </a:lnTo>
                <a:lnTo>
                  <a:pt x="972227" y="39467"/>
                </a:lnTo>
                <a:lnTo>
                  <a:pt x="1000356" y="46355"/>
                </a:lnTo>
                <a:close/>
                <a:moveTo>
                  <a:pt x="1147645" y="110219"/>
                </a:moveTo>
                <a:lnTo>
                  <a:pt x="1167666" y="110219"/>
                </a:lnTo>
                <a:lnTo>
                  <a:pt x="1167666" y="55038"/>
                </a:lnTo>
                <a:cubicBezTo>
                  <a:pt x="1168335" y="53986"/>
                  <a:pt x="1169077" y="53029"/>
                  <a:pt x="1169890" y="52168"/>
                </a:cubicBezTo>
                <a:cubicBezTo>
                  <a:pt x="1170703" y="51307"/>
                  <a:pt x="1171612" y="50565"/>
                  <a:pt x="1172617" y="49943"/>
                </a:cubicBezTo>
                <a:cubicBezTo>
                  <a:pt x="1173861" y="49082"/>
                  <a:pt x="1175284" y="48436"/>
                  <a:pt x="1176886" y="48006"/>
                </a:cubicBezTo>
                <a:cubicBezTo>
                  <a:pt x="1178489" y="47575"/>
                  <a:pt x="1180247" y="47360"/>
                  <a:pt x="1182161" y="47360"/>
                </a:cubicBezTo>
                <a:cubicBezTo>
                  <a:pt x="1184457" y="47360"/>
                  <a:pt x="1186514" y="47587"/>
                  <a:pt x="1188332" y="48042"/>
                </a:cubicBezTo>
                <a:cubicBezTo>
                  <a:pt x="1190150" y="48496"/>
                  <a:pt x="1191704" y="49297"/>
                  <a:pt x="1192996" y="50445"/>
                </a:cubicBezTo>
                <a:cubicBezTo>
                  <a:pt x="1194288" y="51594"/>
                  <a:pt x="1195280" y="53160"/>
                  <a:pt x="1195974" y="55146"/>
                </a:cubicBezTo>
                <a:cubicBezTo>
                  <a:pt x="1196668" y="57131"/>
                  <a:pt x="1197014" y="59654"/>
                  <a:pt x="1197014" y="62716"/>
                </a:cubicBezTo>
                <a:lnTo>
                  <a:pt x="1197014" y="110219"/>
                </a:lnTo>
                <a:lnTo>
                  <a:pt x="1216963" y="110219"/>
                </a:lnTo>
                <a:lnTo>
                  <a:pt x="1216963" y="62429"/>
                </a:lnTo>
                <a:cubicBezTo>
                  <a:pt x="1216963" y="56784"/>
                  <a:pt x="1216305" y="51988"/>
                  <a:pt x="1214990" y="48042"/>
                </a:cubicBezTo>
                <a:cubicBezTo>
                  <a:pt x="1213674" y="44095"/>
                  <a:pt x="1211844" y="40854"/>
                  <a:pt x="1209500" y="38318"/>
                </a:cubicBezTo>
                <a:cubicBezTo>
                  <a:pt x="1207108" y="35831"/>
                  <a:pt x="1204286" y="34013"/>
                  <a:pt x="1201033" y="32865"/>
                </a:cubicBezTo>
                <a:cubicBezTo>
                  <a:pt x="1197780" y="31717"/>
                  <a:pt x="1194192" y="31143"/>
                  <a:pt x="1190269" y="31143"/>
                </a:cubicBezTo>
                <a:cubicBezTo>
                  <a:pt x="1187208" y="31143"/>
                  <a:pt x="1184313" y="31573"/>
                  <a:pt x="1181587" y="32434"/>
                </a:cubicBezTo>
                <a:cubicBezTo>
                  <a:pt x="1178860" y="33295"/>
                  <a:pt x="1176348" y="34539"/>
                  <a:pt x="1174052" y="36166"/>
                </a:cubicBezTo>
                <a:cubicBezTo>
                  <a:pt x="1172713" y="37123"/>
                  <a:pt x="1171445" y="38199"/>
                  <a:pt x="1170249" y="39395"/>
                </a:cubicBezTo>
                <a:cubicBezTo>
                  <a:pt x="1169053" y="40591"/>
                  <a:pt x="1167953" y="41906"/>
                  <a:pt x="1166948" y="43341"/>
                </a:cubicBezTo>
                <a:lnTo>
                  <a:pt x="1165728" y="32578"/>
                </a:lnTo>
                <a:lnTo>
                  <a:pt x="1147645" y="32578"/>
                </a:lnTo>
                <a:lnTo>
                  <a:pt x="1147645" y="110219"/>
                </a:lnTo>
                <a:close/>
                <a:moveTo>
                  <a:pt x="1286482" y="110219"/>
                </a:moveTo>
                <a:lnTo>
                  <a:pt x="1304564" y="110219"/>
                </a:lnTo>
                <a:lnTo>
                  <a:pt x="1304564" y="32578"/>
                </a:lnTo>
                <a:lnTo>
                  <a:pt x="1284544" y="32578"/>
                </a:lnTo>
                <a:lnTo>
                  <a:pt x="1284544" y="87042"/>
                </a:lnTo>
                <a:cubicBezTo>
                  <a:pt x="1283922" y="88286"/>
                  <a:pt x="1283181" y="89410"/>
                  <a:pt x="1282320" y="90414"/>
                </a:cubicBezTo>
                <a:cubicBezTo>
                  <a:pt x="1281459" y="91419"/>
                  <a:pt x="1280478" y="92280"/>
                  <a:pt x="1279378" y="92998"/>
                </a:cubicBezTo>
                <a:cubicBezTo>
                  <a:pt x="1278086" y="93811"/>
                  <a:pt x="1276591" y="94433"/>
                  <a:pt x="1274893" y="94863"/>
                </a:cubicBezTo>
                <a:cubicBezTo>
                  <a:pt x="1273195" y="95294"/>
                  <a:pt x="1271293" y="95509"/>
                  <a:pt x="1269188" y="95509"/>
                </a:cubicBezTo>
                <a:cubicBezTo>
                  <a:pt x="1266844" y="95509"/>
                  <a:pt x="1264859" y="95222"/>
                  <a:pt x="1263232" y="94648"/>
                </a:cubicBezTo>
                <a:cubicBezTo>
                  <a:pt x="1261606" y="94074"/>
                  <a:pt x="1260290" y="93117"/>
                  <a:pt x="1259286" y="91778"/>
                </a:cubicBezTo>
                <a:cubicBezTo>
                  <a:pt x="1258281" y="90486"/>
                  <a:pt x="1257551" y="88764"/>
                  <a:pt x="1257097" y="86611"/>
                </a:cubicBezTo>
                <a:cubicBezTo>
                  <a:pt x="1256642" y="84458"/>
                  <a:pt x="1256415" y="81803"/>
                  <a:pt x="1256415" y="78646"/>
                </a:cubicBezTo>
                <a:lnTo>
                  <a:pt x="1256415" y="32578"/>
                </a:lnTo>
                <a:lnTo>
                  <a:pt x="1236467" y="32578"/>
                </a:lnTo>
                <a:lnTo>
                  <a:pt x="1236467" y="78503"/>
                </a:lnTo>
                <a:cubicBezTo>
                  <a:pt x="1236467" y="84387"/>
                  <a:pt x="1237124" y="89422"/>
                  <a:pt x="1238440" y="93608"/>
                </a:cubicBezTo>
                <a:cubicBezTo>
                  <a:pt x="1239756" y="97793"/>
                  <a:pt x="1241609" y="101226"/>
                  <a:pt x="1244001" y="103905"/>
                </a:cubicBezTo>
                <a:cubicBezTo>
                  <a:pt x="1246393" y="106632"/>
                  <a:pt x="1249263" y="108617"/>
                  <a:pt x="1252612" y="109861"/>
                </a:cubicBezTo>
                <a:cubicBezTo>
                  <a:pt x="1255961" y="111104"/>
                  <a:pt x="1259644" y="111726"/>
                  <a:pt x="1263663" y="111726"/>
                </a:cubicBezTo>
                <a:cubicBezTo>
                  <a:pt x="1268064" y="111726"/>
                  <a:pt x="1272118" y="110626"/>
                  <a:pt x="1275826" y="108425"/>
                </a:cubicBezTo>
                <a:cubicBezTo>
                  <a:pt x="1279533" y="106225"/>
                  <a:pt x="1282702" y="103187"/>
                  <a:pt x="1285333" y="99312"/>
                </a:cubicBezTo>
                <a:lnTo>
                  <a:pt x="1286482" y="110219"/>
                </a:lnTo>
                <a:close/>
                <a:moveTo>
                  <a:pt x="1336410" y="32578"/>
                </a:moveTo>
                <a:lnTo>
                  <a:pt x="1319260" y="32578"/>
                </a:lnTo>
                <a:lnTo>
                  <a:pt x="1319260" y="110219"/>
                </a:lnTo>
                <a:lnTo>
                  <a:pt x="1337415" y="110219"/>
                </a:lnTo>
                <a:lnTo>
                  <a:pt x="1337415" y="52096"/>
                </a:lnTo>
                <a:cubicBezTo>
                  <a:pt x="1337654" y="51474"/>
                  <a:pt x="1337917" y="50900"/>
                  <a:pt x="1338204" y="50374"/>
                </a:cubicBezTo>
                <a:cubicBezTo>
                  <a:pt x="1338491" y="49847"/>
                  <a:pt x="1338826" y="49393"/>
                  <a:pt x="1339209" y="49010"/>
                </a:cubicBezTo>
                <a:cubicBezTo>
                  <a:pt x="1339735" y="48484"/>
                  <a:pt x="1340333" y="48077"/>
                  <a:pt x="1341003" y="47790"/>
                </a:cubicBezTo>
                <a:cubicBezTo>
                  <a:pt x="1341673" y="47503"/>
                  <a:pt x="1342438" y="47360"/>
                  <a:pt x="1343299" y="47360"/>
                </a:cubicBezTo>
                <a:cubicBezTo>
                  <a:pt x="1344064" y="47360"/>
                  <a:pt x="1344782" y="47468"/>
                  <a:pt x="1345452" y="47683"/>
                </a:cubicBezTo>
                <a:cubicBezTo>
                  <a:pt x="1346121" y="47898"/>
                  <a:pt x="1346719" y="48269"/>
                  <a:pt x="1347246" y="48795"/>
                </a:cubicBezTo>
                <a:cubicBezTo>
                  <a:pt x="1347724" y="49321"/>
                  <a:pt x="1348107" y="50063"/>
                  <a:pt x="1348394" y="51020"/>
                </a:cubicBezTo>
                <a:cubicBezTo>
                  <a:pt x="1348681" y="51976"/>
                  <a:pt x="1348824" y="53196"/>
                  <a:pt x="1348824" y="54679"/>
                </a:cubicBezTo>
                <a:lnTo>
                  <a:pt x="1348824" y="110219"/>
                </a:lnTo>
                <a:lnTo>
                  <a:pt x="1366405" y="110219"/>
                </a:lnTo>
                <a:lnTo>
                  <a:pt x="1366405" y="52957"/>
                </a:lnTo>
                <a:cubicBezTo>
                  <a:pt x="1366405" y="52383"/>
                  <a:pt x="1366405" y="51928"/>
                  <a:pt x="1366405" y="51594"/>
                </a:cubicBezTo>
                <a:cubicBezTo>
                  <a:pt x="1366405" y="51259"/>
                  <a:pt x="1366405" y="51043"/>
                  <a:pt x="1366405" y="50948"/>
                </a:cubicBezTo>
                <a:cubicBezTo>
                  <a:pt x="1366644" y="50422"/>
                  <a:pt x="1366931" y="49955"/>
                  <a:pt x="1367266" y="49549"/>
                </a:cubicBezTo>
                <a:cubicBezTo>
                  <a:pt x="1367601" y="49142"/>
                  <a:pt x="1367984" y="48771"/>
                  <a:pt x="1368414" y="48436"/>
                </a:cubicBezTo>
                <a:cubicBezTo>
                  <a:pt x="1368940" y="48101"/>
                  <a:pt x="1369502" y="47838"/>
                  <a:pt x="1370100" y="47647"/>
                </a:cubicBezTo>
                <a:cubicBezTo>
                  <a:pt x="1370698" y="47456"/>
                  <a:pt x="1371380" y="47360"/>
                  <a:pt x="1372146" y="47360"/>
                </a:cubicBezTo>
                <a:cubicBezTo>
                  <a:pt x="1372863" y="47360"/>
                  <a:pt x="1373569" y="47468"/>
                  <a:pt x="1374262" y="47683"/>
                </a:cubicBezTo>
                <a:cubicBezTo>
                  <a:pt x="1374956" y="47898"/>
                  <a:pt x="1375566" y="48269"/>
                  <a:pt x="1376092" y="48795"/>
                </a:cubicBezTo>
                <a:cubicBezTo>
                  <a:pt x="1376618" y="49369"/>
                  <a:pt x="1377037" y="50135"/>
                  <a:pt x="1377348" y="51091"/>
                </a:cubicBezTo>
                <a:cubicBezTo>
                  <a:pt x="1377659" y="52048"/>
                  <a:pt x="1377814" y="53268"/>
                  <a:pt x="1377814" y="54751"/>
                </a:cubicBezTo>
                <a:lnTo>
                  <a:pt x="1377814" y="110219"/>
                </a:lnTo>
                <a:lnTo>
                  <a:pt x="1395969" y="110219"/>
                </a:lnTo>
                <a:lnTo>
                  <a:pt x="1395969" y="54823"/>
                </a:lnTo>
                <a:cubicBezTo>
                  <a:pt x="1395969" y="50517"/>
                  <a:pt x="1395550" y="46870"/>
                  <a:pt x="1394713" y="43880"/>
                </a:cubicBezTo>
                <a:cubicBezTo>
                  <a:pt x="1393876" y="40890"/>
                  <a:pt x="1392716" y="38438"/>
                  <a:pt x="1391233" y="36525"/>
                </a:cubicBezTo>
                <a:cubicBezTo>
                  <a:pt x="1389702" y="34659"/>
                  <a:pt x="1387920" y="33295"/>
                  <a:pt x="1385887" y="32434"/>
                </a:cubicBezTo>
                <a:cubicBezTo>
                  <a:pt x="1383854" y="31573"/>
                  <a:pt x="1381665" y="31143"/>
                  <a:pt x="1379321" y="31143"/>
                </a:cubicBezTo>
                <a:cubicBezTo>
                  <a:pt x="1377456" y="31143"/>
                  <a:pt x="1375733" y="31382"/>
                  <a:pt x="1374155" y="31860"/>
                </a:cubicBezTo>
                <a:cubicBezTo>
                  <a:pt x="1372576" y="32339"/>
                  <a:pt x="1371165" y="33008"/>
                  <a:pt x="1369921" y="33870"/>
                </a:cubicBezTo>
                <a:cubicBezTo>
                  <a:pt x="1368916" y="34539"/>
                  <a:pt x="1367996" y="35341"/>
                  <a:pt x="1367158" y="36273"/>
                </a:cubicBezTo>
                <a:cubicBezTo>
                  <a:pt x="1366321" y="37206"/>
                  <a:pt x="1365568" y="38247"/>
                  <a:pt x="1364898" y="39395"/>
                </a:cubicBezTo>
                <a:cubicBezTo>
                  <a:pt x="1364467" y="38199"/>
                  <a:pt x="1363953" y="37134"/>
                  <a:pt x="1363355" y="36202"/>
                </a:cubicBezTo>
                <a:cubicBezTo>
                  <a:pt x="1362757" y="35269"/>
                  <a:pt x="1362052" y="34467"/>
                  <a:pt x="1361238" y="33798"/>
                </a:cubicBezTo>
                <a:cubicBezTo>
                  <a:pt x="1360186" y="32889"/>
                  <a:pt x="1358942" y="32219"/>
                  <a:pt x="1357507" y="31789"/>
                </a:cubicBezTo>
                <a:cubicBezTo>
                  <a:pt x="1356072" y="31358"/>
                  <a:pt x="1354445" y="31143"/>
                  <a:pt x="1352627" y="31143"/>
                </a:cubicBezTo>
                <a:cubicBezTo>
                  <a:pt x="1348896" y="31143"/>
                  <a:pt x="1345727" y="32111"/>
                  <a:pt x="1343120" y="34049"/>
                </a:cubicBezTo>
                <a:cubicBezTo>
                  <a:pt x="1340512" y="35986"/>
                  <a:pt x="1338467" y="38629"/>
                  <a:pt x="1336984" y="41978"/>
                </a:cubicBezTo>
                <a:lnTo>
                  <a:pt x="1336410" y="32578"/>
                </a:lnTo>
                <a:close/>
                <a:moveTo>
                  <a:pt x="1436139" y="39395"/>
                </a:moveTo>
                <a:cubicBezTo>
                  <a:pt x="1436139" y="43078"/>
                  <a:pt x="1437382" y="46164"/>
                  <a:pt x="1439870" y="48652"/>
                </a:cubicBezTo>
                <a:cubicBezTo>
                  <a:pt x="1442358" y="51139"/>
                  <a:pt x="1445730" y="52383"/>
                  <a:pt x="1449988" y="52383"/>
                </a:cubicBezTo>
                <a:cubicBezTo>
                  <a:pt x="1454198" y="52383"/>
                  <a:pt x="1457558" y="51151"/>
                  <a:pt x="1460070" y="48687"/>
                </a:cubicBezTo>
                <a:cubicBezTo>
                  <a:pt x="1462581" y="46224"/>
                  <a:pt x="1463837" y="43126"/>
                  <a:pt x="1463837" y="39395"/>
                </a:cubicBezTo>
                <a:cubicBezTo>
                  <a:pt x="1463837" y="35663"/>
                  <a:pt x="1462605" y="32530"/>
                  <a:pt x="1460141" y="29995"/>
                </a:cubicBezTo>
                <a:cubicBezTo>
                  <a:pt x="1457678" y="27459"/>
                  <a:pt x="1454293" y="26191"/>
                  <a:pt x="1449988" y="26191"/>
                </a:cubicBezTo>
                <a:cubicBezTo>
                  <a:pt x="1445634" y="26191"/>
                  <a:pt x="1442238" y="27471"/>
                  <a:pt x="1439798" y="30030"/>
                </a:cubicBezTo>
                <a:cubicBezTo>
                  <a:pt x="1437358" y="32590"/>
                  <a:pt x="1436139" y="35711"/>
                  <a:pt x="1436139" y="39395"/>
                </a:cubicBezTo>
                <a:moveTo>
                  <a:pt x="1458455" y="108641"/>
                </a:moveTo>
                <a:lnTo>
                  <a:pt x="1458527" y="92782"/>
                </a:lnTo>
                <a:lnTo>
                  <a:pt x="1439798" y="92782"/>
                </a:lnTo>
                <a:lnTo>
                  <a:pt x="1439798" y="109574"/>
                </a:lnTo>
                <a:cubicBezTo>
                  <a:pt x="1439798" y="114836"/>
                  <a:pt x="1439176" y="119345"/>
                  <a:pt x="1437932" y="123100"/>
                </a:cubicBezTo>
                <a:cubicBezTo>
                  <a:pt x="1436689" y="126855"/>
                  <a:pt x="1435158" y="130455"/>
                  <a:pt x="1433340" y="133899"/>
                </a:cubicBezTo>
                <a:lnTo>
                  <a:pt x="1443888" y="139353"/>
                </a:lnTo>
                <a:cubicBezTo>
                  <a:pt x="1448194" y="135526"/>
                  <a:pt x="1451698" y="130814"/>
                  <a:pt x="1454401" y="125217"/>
                </a:cubicBezTo>
                <a:cubicBezTo>
                  <a:pt x="1457104" y="119620"/>
                  <a:pt x="1458455" y="114094"/>
                  <a:pt x="1458455" y="108641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emalloc(size);">
            <a:extLst xmlns:a="http://schemas.openxmlformats.org/drawingml/2006/main">
              <a:ext uri="{FF2B5EF4-FFF2-40B4-BE49-F238E27FC236}">
                <a16:creationId xmlns:a16="http://schemas.microsoft.com/office/drawing/2014/main" id="{49063427-7A16-4898-949B-A50391AF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157" y="1934687"/>
            <a:ext cx="1200028" cy="148968"/>
          </a:xfrm>
          <a:custGeom xmlns:a="http://schemas.openxmlformats.org/drawingml/2006/main">
            <a:pathLst>
              <a:path w="1200028" h="148968">
                <a:moveTo>
                  <a:pt x="39754" y="117610"/>
                </a:moveTo>
                <a:cubicBezTo>
                  <a:pt x="47264" y="117610"/>
                  <a:pt x="53770" y="116151"/>
                  <a:pt x="59272" y="113233"/>
                </a:cubicBezTo>
                <a:cubicBezTo>
                  <a:pt x="64773" y="110315"/>
                  <a:pt x="68791" y="107062"/>
                  <a:pt x="71327" y="103474"/>
                </a:cubicBezTo>
                <a:lnTo>
                  <a:pt x="61353" y="92711"/>
                </a:lnTo>
                <a:cubicBezTo>
                  <a:pt x="59056" y="95677"/>
                  <a:pt x="56066" y="97901"/>
                  <a:pt x="52383" y="99384"/>
                </a:cubicBezTo>
                <a:cubicBezTo>
                  <a:pt x="48699" y="100867"/>
                  <a:pt x="44896" y="101609"/>
                  <a:pt x="40973" y="101609"/>
                </a:cubicBezTo>
                <a:cubicBezTo>
                  <a:pt x="38199" y="101609"/>
                  <a:pt x="35640" y="101178"/>
                  <a:pt x="33295" y="100317"/>
                </a:cubicBezTo>
                <a:cubicBezTo>
                  <a:pt x="30951" y="99456"/>
                  <a:pt x="28870" y="98236"/>
                  <a:pt x="27053" y="96657"/>
                </a:cubicBezTo>
                <a:cubicBezTo>
                  <a:pt x="25283" y="95126"/>
                  <a:pt x="23871" y="93416"/>
                  <a:pt x="22819" y="91527"/>
                </a:cubicBezTo>
                <a:cubicBezTo>
                  <a:pt x="21766" y="89637"/>
                  <a:pt x="20905" y="87137"/>
                  <a:pt x="20236" y="84028"/>
                </a:cubicBezTo>
                <a:lnTo>
                  <a:pt x="20236" y="83813"/>
                </a:lnTo>
                <a:lnTo>
                  <a:pt x="72906" y="83813"/>
                </a:lnTo>
                <a:lnTo>
                  <a:pt x="72906" y="75345"/>
                </a:lnTo>
                <a:cubicBezTo>
                  <a:pt x="72906" y="69653"/>
                  <a:pt x="72116" y="64450"/>
                  <a:pt x="70538" y="59738"/>
                </a:cubicBezTo>
                <a:cubicBezTo>
                  <a:pt x="68959" y="55026"/>
                  <a:pt x="66663" y="50996"/>
                  <a:pt x="63649" y="47647"/>
                </a:cubicBezTo>
                <a:cubicBezTo>
                  <a:pt x="60587" y="44298"/>
                  <a:pt x="56868" y="41703"/>
                  <a:pt x="52491" y="39861"/>
                </a:cubicBezTo>
                <a:cubicBezTo>
                  <a:pt x="48113" y="38019"/>
                  <a:pt x="43126" y="37099"/>
                  <a:pt x="37529" y="37099"/>
                </a:cubicBezTo>
                <a:cubicBezTo>
                  <a:pt x="32123" y="37099"/>
                  <a:pt x="27124" y="38079"/>
                  <a:pt x="22532" y="40041"/>
                </a:cubicBezTo>
                <a:cubicBezTo>
                  <a:pt x="17939" y="42002"/>
                  <a:pt x="13969" y="44753"/>
                  <a:pt x="10620" y="48293"/>
                </a:cubicBezTo>
                <a:cubicBezTo>
                  <a:pt x="7271" y="51833"/>
                  <a:pt x="4664" y="56055"/>
                  <a:pt x="2799" y="60958"/>
                </a:cubicBezTo>
                <a:cubicBezTo>
                  <a:pt x="933" y="65861"/>
                  <a:pt x="0" y="71279"/>
                  <a:pt x="0" y="77211"/>
                </a:cubicBezTo>
                <a:lnTo>
                  <a:pt x="0" y="80081"/>
                </a:lnTo>
                <a:cubicBezTo>
                  <a:pt x="0" y="85296"/>
                  <a:pt x="945" y="90187"/>
                  <a:pt x="2834" y="94756"/>
                </a:cubicBezTo>
                <a:cubicBezTo>
                  <a:pt x="4724" y="99324"/>
                  <a:pt x="7415" y="103283"/>
                  <a:pt x="10907" y="106632"/>
                </a:cubicBezTo>
                <a:cubicBezTo>
                  <a:pt x="14399" y="110028"/>
                  <a:pt x="18585" y="112707"/>
                  <a:pt x="23465" y="114668"/>
                </a:cubicBezTo>
                <a:cubicBezTo>
                  <a:pt x="28344" y="116630"/>
                  <a:pt x="33774" y="117610"/>
                  <a:pt x="39754" y="117610"/>
                </a:cubicBezTo>
                <a:moveTo>
                  <a:pt x="37386" y="53244"/>
                </a:moveTo>
                <a:cubicBezTo>
                  <a:pt x="39921" y="53244"/>
                  <a:pt x="42157" y="53639"/>
                  <a:pt x="44095" y="54428"/>
                </a:cubicBezTo>
                <a:cubicBezTo>
                  <a:pt x="46032" y="55217"/>
                  <a:pt x="47671" y="56282"/>
                  <a:pt x="49010" y="57621"/>
                </a:cubicBezTo>
                <a:cubicBezTo>
                  <a:pt x="50350" y="59009"/>
                  <a:pt x="51402" y="60635"/>
                  <a:pt x="52168" y="62501"/>
                </a:cubicBezTo>
                <a:cubicBezTo>
                  <a:pt x="52933" y="64366"/>
                  <a:pt x="53316" y="66352"/>
                  <a:pt x="53316" y="68457"/>
                </a:cubicBezTo>
                <a:lnTo>
                  <a:pt x="53316" y="70035"/>
                </a:lnTo>
                <a:lnTo>
                  <a:pt x="20594" y="70035"/>
                </a:lnTo>
                <a:cubicBezTo>
                  <a:pt x="21073" y="67500"/>
                  <a:pt x="21790" y="65204"/>
                  <a:pt x="22747" y="63147"/>
                </a:cubicBezTo>
                <a:cubicBezTo>
                  <a:pt x="23704" y="61089"/>
                  <a:pt x="24900" y="59319"/>
                  <a:pt x="26335" y="57836"/>
                </a:cubicBezTo>
                <a:cubicBezTo>
                  <a:pt x="27722" y="56354"/>
                  <a:pt x="29349" y="55217"/>
                  <a:pt x="31214" y="54428"/>
                </a:cubicBezTo>
                <a:cubicBezTo>
                  <a:pt x="33080" y="53639"/>
                  <a:pt x="35137" y="53244"/>
                  <a:pt x="37386" y="53244"/>
                </a:cubicBezTo>
                <a:close/>
                <a:moveTo>
                  <a:pt x="102671" y="38534"/>
                </a:moveTo>
                <a:lnTo>
                  <a:pt x="85521" y="38534"/>
                </a:lnTo>
                <a:lnTo>
                  <a:pt x="85521" y="116175"/>
                </a:lnTo>
                <a:lnTo>
                  <a:pt x="103675" y="116175"/>
                </a:lnTo>
                <a:lnTo>
                  <a:pt x="103675" y="58052"/>
                </a:lnTo>
                <a:cubicBezTo>
                  <a:pt x="103914" y="57430"/>
                  <a:pt x="104177" y="56856"/>
                  <a:pt x="104465" y="56330"/>
                </a:cubicBezTo>
                <a:cubicBezTo>
                  <a:pt x="104752" y="55803"/>
                  <a:pt x="105086" y="55349"/>
                  <a:pt x="105469" y="54966"/>
                </a:cubicBezTo>
                <a:cubicBezTo>
                  <a:pt x="105995" y="54440"/>
                  <a:pt x="106593" y="54033"/>
                  <a:pt x="107263" y="53746"/>
                </a:cubicBezTo>
                <a:cubicBezTo>
                  <a:pt x="107933" y="53459"/>
                  <a:pt x="108698" y="53316"/>
                  <a:pt x="109559" y="53316"/>
                </a:cubicBezTo>
                <a:cubicBezTo>
                  <a:pt x="110325" y="53316"/>
                  <a:pt x="111042" y="53423"/>
                  <a:pt x="111712" y="53639"/>
                </a:cubicBezTo>
                <a:cubicBezTo>
                  <a:pt x="112382" y="53854"/>
                  <a:pt x="112980" y="54225"/>
                  <a:pt x="113506" y="54751"/>
                </a:cubicBezTo>
                <a:cubicBezTo>
                  <a:pt x="113984" y="55277"/>
                  <a:pt x="114367" y="56019"/>
                  <a:pt x="114654" y="56975"/>
                </a:cubicBezTo>
                <a:cubicBezTo>
                  <a:pt x="114941" y="57932"/>
                  <a:pt x="115085" y="59152"/>
                  <a:pt x="115085" y="60635"/>
                </a:cubicBezTo>
                <a:lnTo>
                  <a:pt x="115085" y="116175"/>
                </a:lnTo>
                <a:lnTo>
                  <a:pt x="132665" y="116175"/>
                </a:lnTo>
                <a:lnTo>
                  <a:pt x="132665" y="58913"/>
                </a:lnTo>
                <a:cubicBezTo>
                  <a:pt x="132665" y="58339"/>
                  <a:pt x="132665" y="57884"/>
                  <a:pt x="132665" y="57549"/>
                </a:cubicBezTo>
                <a:cubicBezTo>
                  <a:pt x="132665" y="57215"/>
                  <a:pt x="132665" y="56999"/>
                  <a:pt x="132665" y="56904"/>
                </a:cubicBezTo>
                <a:cubicBezTo>
                  <a:pt x="132904" y="56377"/>
                  <a:pt x="133191" y="55911"/>
                  <a:pt x="133526" y="55504"/>
                </a:cubicBezTo>
                <a:cubicBezTo>
                  <a:pt x="133861" y="55098"/>
                  <a:pt x="134244" y="54727"/>
                  <a:pt x="134674" y="54392"/>
                </a:cubicBezTo>
                <a:cubicBezTo>
                  <a:pt x="135201" y="54057"/>
                  <a:pt x="135763" y="53794"/>
                  <a:pt x="136361" y="53603"/>
                </a:cubicBezTo>
                <a:cubicBezTo>
                  <a:pt x="136959" y="53411"/>
                  <a:pt x="137640" y="53316"/>
                  <a:pt x="138406" y="53316"/>
                </a:cubicBezTo>
                <a:cubicBezTo>
                  <a:pt x="139123" y="53316"/>
                  <a:pt x="139829" y="53423"/>
                  <a:pt x="140523" y="53639"/>
                </a:cubicBezTo>
                <a:cubicBezTo>
                  <a:pt x="141216" y="53854"/>
                  <a:pt x="141826" y="54225"/>
                  <a:pt x="142352" y="54751"/>
                </a:cubicBezTo>
                <a:cubicBezTo>
                  <a:pt x="142879" y="55325"/>
                  <a:pt x="143297" y="56090"/>
                  <a:pt x="143608" y="57047"/>
                </a:cubicBezTo>
                <a:cubicBezTo>
                  <a:pt x="143919" y="58004"/>
                  <a:pt x="144075" y="59224"/>
                  <a:pt x="144075" y="60707"/>
                </a:cubicBezTo>
                <a:lnTo>
                  <a:pt x="144075" y="116175"/>
                </a:lnTo>
                <a:lnTo>
                  <a:pt x="162229" y="116175"/>
                </a:lnTo>
                <a:lnTo>
                  <a:pt x="162229" y="60779"/>
                </a:lnTo>
                <a:cubicBezTo>
                  <a:pt x="162229" y="56473"/>
                  <a:pt x="161811" y="52825"/>
                  <a:pt x="160973" y="49836"/>
                </a:cubicBezTo>
                <a:cubicBezTo>
                  <a:pt x="160136" y="46846"/>
                  <a:pt x="158976" y="44394"/>
                  <a:pt x="157493" y="42480"/>
                </a:cubicBezTo>
                <a:cubicBezTo>
                  <a:pt x="155962" y="40615"/>
                  <a:pt x="154180" y="39251"/>
                  <a:pt x="152147" y="38390"/>
                </a:cubicBezTo>
                <a:cubicBezTo>
                  <a:pt x="150114" y="37529"/>
                  <a:pt x="147926" y="37099"/>
                  <a:pt x="145582" y="37099"/>
                </a:cubicBezTo>
                <a:cubicBezTo>
                  <a:pt x="143716" y="37099"/>
                  <a:pt x="141994" y="37338"/>
                  <a:pt x="140415" y="37816"/>
                </a:cubicBezTo>
                <a:cubicBezTo>
                  <a:pt x="138836" y="38295"/>
                  <a:pt x="137425" y="38964"/>
                  <a:pt x="136181" y="39825"/>
                </a:cubicBezTo>
                <a:cubicBezTo>
                  <a:pt x="135177" y="40495"/>
                  <a:pt x="134256" y="41296"/>
                  <a:pt x="133419" y="42229"/>
                </a:cubicBezTo>
                <a:cubicBezTo>
                  <a:pt x="132581" y="43162"/>
                  <a:pt x="131828" y="44203"/>
                  <a:pt x="131158" y="45351"/>
                </a:cubicBezTo>
                <a:cubicBezTo>
                  <a:pt x="130728" y="44155"/>
                  <a:pt x="130213" y="43090"/>
                  <a:pt x="129615" y="42157"/>
                </a:cubicBezTo>
                <a:cubicBezTo>
                  <a:pt x="129018" y="41225"/>
                  <a:pt x="128312" y="40423"/>
                  <a:pt x="127499" y="39754"/>
                </a:cubicBezTo>
                <a:cubicBezTo>
                  <a:pt x="126446" y="38845"/>
                  <a:pt x="125202" y="38175"/>
                  <a:pt x="123767" y="37744"/>
                </a:cubicBezTo>
                <a:cubicBezTo>
                  <a:pt x="122332" y="37314"/>
                  <a:pt x="120706" y="37099"/>
                  <a:pt x="118888" y="37099"/>
                </a:cubicBezTo>
                <a:cubicBezTo>
                  <a:pt x="115156" y="37099"/>
                  <a:pt x="111987" y="38067"/>
                  <a:pt x="109380" y="40005"/>
                </a:cubicBezTo>
                <a:cubicBezTo>
                  <a:pt x="106773" y="41942"/>
                  <a:pt x="104728" y="44585"/>
                  <a:pt x="103245" y="47934"/>
                </a:cubicBezTo>
                <a:lnTo>
                  <a:pt x="102671" y="38534"/>
                </a:lnTo>
                <a:close/>
                <a:moveTo>
                  <a:pt x="226940" y="116175"/>
                </a:moveTo>
                <a:lnTo>
                  <a:pt x="247176" y="116175"/>
                </a:lnTo>
                <a:lnTo>
                  <a:pt x="247176" y="114955"/>
                </a:lnTo>
                <a:cubicBezTo>
                  <a:pt x="246171" y="112994"/>
                  <a:pt x="245406" y="110650"/>
                  <a:pt x="244879" y="107923"/>
                </a:cubicBezTo>
                <a:cubicBezTo>
                  <a:pt x="244353" y="105196"/>
                  <a:pt x="244090" y="101752"/>
                  <a:pt x="244090" y="97590"/>
                </a:cubicBezTo>
                <a:lnTo>
                  <a:pt x="244090" y="64295"/>
                </a:lnTo>
                <a:cubicBezTo>
                  <a:pt x="244090" y="59798"/>
                  <a:pt x="243253" y="55839"/>
                  <a:pt x="241579" y="52419"/>
                </a:cubicBezTo>
                <a:cubicBezTo>
                  <a:pt x="239904" y="48998"/>
                  <a:pt x="237584" y="46164"/>
                  <a:pt x="234618" y="43916"/>
                </a:cubicBezTo>
                <a:cubicBezTo>
                  <a:pt x="231652" y="41667"/>
                  <a:pt x="228148" y="39969"/>
                  <a:pt x="224106" y="38821"/>
                </a:cubicBezTo>
                <a:cubicBezTo>
                  <a:pt x="220063" y="37673"/>
                  <a:pt x="215698" y="37099"/>
                  <a:pt x="211010" y="37099"/>
                </a:cubicBezTo>
                <a:cubicBezTo>
                  <a:pt x="205796" y="37099"/>
                  <a:pt x="201167" y="37756"/>
                  <a:pt x="197125" y="39072"/>
                </a:cubicBezTo>
                <a:cubicBezTo>
                  <a:pt x="193083" y="40387"/>
                  <a:pt x="189674" y="42169"/>
                  <a:pt x="186899" y="44418"/>
                </a:cubicBezTo>
                <a:cubicBezTo>
                  <a:pt x="184077" y="46666"/>
                  <a:pt x="181936" y="49273"/>
                  <a:pt x="180477" y="52239"/>
                </a:cubicBezTo>
                <a:cubicBezTo>
                  <a:pt x="179018" y="55205"/>
                  <a:pt x="178289" y="58339"/>
                  <a:pt x="178289" y="61640"/>
                </a:cubicBezTo>
                <a:lnTo>
                  <a:pt x="198237" y="61640"/>
                </a:lnTo>
                <a:cubicBezTo>
                  <a:pt x="198237" y="60252"/>
                  <a:pt x="198440" y="58985"/>
                  <a:pt x="198847" y="57836"/>
                </a:cubicBezTo>
                <a:cubicBezTo>
                  <a:pt x="199254" y="56688"/>
                  <a:pt x="199888" y="55708"/>
                  <a:pt x="200749" y="54894"/>
                </a:cubicBezTo>
                <a:cubicBezTo>
                  <a:pt x="201705" y="53986"/>
                  <a:pt x="202949" y="53280"/>
                  <a:pt x="204480" y="52778"/>
                </a:cubicBezTo>
                <a:cubicBezTo>
                  <a:pt x="206011" y="52275"/>
                  <a:pt x="207829" y="52024"/>
                  <a:pt x="209934" y="52024"/>
                </a:cubicBezTo>
                <a:cubicBezTo>
                  <a:pt x="212325" y="52024"/>
                  <a:pt x="214418" y="52323"/>
                  <a:pt x="216212" y="52921"/>
                </a:cubicBezTo>
                <a:cubicBezTo>
                  <a:pt x="218006" y="53519"/>
                  <a:pt x="219501" y="54368"/>
                  <a:pt x="220697" y="55468"/>
                </a:cubicBezTo>
                <a:cubicBezTo>
                  <a:pt x="221845" y="56521"/>
                  <a:pt x="222706" y="57777"/>
                  <a:pt x="223280" y="59236"/>
                </a:cubicBezTo>
                <a:cubicBezTo>
                  <a:pt x="223855" y="60695"/>
                  <a:pt x="224142" y="62333"/>
                  <a:pt x="224142" y="64151"/>
                </a:cubicBezTo>
                <a:lnTo>
                  <a:pt x="224142" y="68744"/>
                </a:lnTo>
                <a:lnTo>
                  <a:pt x="213019" y="68744"/>
                </a:lnTo>
                <a:cubicBezTo>
                  <a:pt x="207279" y="68744"/>
                  <a:pt x="202196" y="69258"/>
                  <a:pt x="197771" y="70286"/>
                </a:cubicBezTo>
                <a:cubicBezTo>
                  <a:pt x="193346" y="71315"/>
                  <a:pt x="189626" y="72810"/>
                  <a:pt x="186612" y="74771"/>
                </a:cubicBezTo>
                <a:cubicBezTo>
                  <a:pt x="183264" y="76924"/>
                  <a:pt x="180752" y="79663"/>
                  <a:pt x="179078" y="82987"/>
                </a:cubicBezTo>
                <a:cubicBezTo>
                  <a:pt x="177404" y="86312"/>
                  <a:pt x="176566" y="90127"/>
                  <a:pt x="176566" y="94433"/>
                </a:cubicBezTo>
                <a:cubicBezTo>
                  <a:pt x="176566" y="97781"/>
                  <a:pt x="177236" y="100879"/>
                  <a:pt x="178576" y="103725"/>
                </a:cubicBezTo>
                <a:cubicBezTo>
                  <a:pt x="179915" y="106572"/>
                  <a:pt x="181781" y="109023"/>
                  <a:pt x="184173" y="111081"/>
                </a:cubicBezTo>
                <a:cubicBezTo>
                  <a:pt x="186565" y="113138"/>
                  <a:pt x="189423" y="114740"/>
                  <a:pt x="192748" y="115888"/>
                </a:cubicBezTo>
                <a:cubicBezTo>
                  <a:pt x="196072" y="117036"/>
                  <a:pt x="199720" y="117610"/>
                  <a:pt x="203691" y="117610"/>
                </a:cubicBezTo>
                <a:cubicBezTo>
                  <a:pt x="206130" y="117610"/>
                  <a:pt x="208403" y="117383"/>
                  <a:pt x="210508" y="116929"/>
                </a:cubicBezTo>
                <a:cubicBezTo>
                  <a:pt x="212613" y="116474"/>
                  <a:pt x="214550" y="115840"/>
                  <a:pt x="216320" y="115027"/>
                </a:cubicBezTo>
                <a:cubicBezTo>
                  <a:pt x="218042" y="114262"/>
                  <a:pt x="219621" y="113353"/>
                  <a:pt x="221056" y="112300"/>
                </a:cubicBezTo>
                <a:cubicBezTo>
                  <a:pt x="222491" y="111248"/>
                  <a:pt x="223759" y="110124"/>
                  <a:pt x="224859" y="108928"/>
                </a:cubicBezTo>
                <a:cubicBezTo>
                  <a:pt x="225098" y="110315"/>
                  <a:pt x="225385" y="111631"/>
                  <a:pt x="225720" y="112874"/>
                </a:cubicBezTo>
                <a:cubicBezTo>
                  <a:pt x="226055" y="114118"/>
                  <a:pt x="226462" y="115219"/>
                  <a:pt x="226940" y="116175"/>
                </a:cubicBezTo>
                <a:moveTo>
                  <a:pt x="207924" y="102183"/>
                </a:moveTo>
                <a:cubicBezTo>
                  <a:pt x="206059" y="102183"/>
                  <a:pt x="204420" y="101955"/>
                  <a:pt x="203009" y="101501"/>
                </a:cubicBezTo>
                <a:cubicBezTo>
                  <a:pt x="201598" y="101046"/>
                  <a:pt x="200414" y="100436"/>
                  <a:pt x="199457" y="99671"/>
                </a:cubicBezTo>
                <a:cubicBezTo>
                  <a:pt x="198500" y="98858"/>
                  <a:pt x="197771" y="97865"/>
                  <a:pt x="197268" y="96693"/>
                </a:cubicBezTo>
                <a:cubicBezTo>
                  <a:pt x="196766" y="95521"/>
                  <a:pt x="196515" y="94241"/>
                  <a:pt x="196515" y="92854"/>
                </a:cubicBezTo>
                <a:cubicBezTo>
                  <a:pt x="196515" y="91084"/>
                  <a:pt x="196850" y="89446"/>
                  <a:pt x="197520" y="87939"/>
                </a:cubicBezTo>
                <a:cubicBezTo>
                  <a:pt x="198189" y="86432"/>
                  <a:pt x="199218" y="85128"/>
                  <a:pt x="200605" y="84028"/>
                </a:cubicBezTo>
                <a:cubicBezTo>
                  <a:pt x="201992" y="82976"/>
                  <a:pt x="203786" y="82150"/>
                  <a:pt x="205987" y="81552"/>
                </a:cubicBezTo>
                <a:cubicBezTo>
                  <a:pt x="208187" y="80954"/>
                  <a:pt x="210843" y="80655"/>
                  <a:pt x="213952" y="80655"/>
                </a:cubicBezTo>
                <a:lnTo>
                  <a:pt x="224142" y="80655"/>
                </a:lnTo>
                <a:lnTo>
                  <a:pt x="224142" y="94002"/>
                </a:lnTo>
                <a:cubicBezTo>
                  <a:pt x="223567" y="95007"/>
                  <a:pt x="222778" y="95999"/>
                  <a:pt x="221774" y="96980"/>
                </a:cubicBezTo>
                <a:cubicBezTo>
                  <a:pt x="220769" y="97961"/>
                  <a:pt x="219573" y="98834"/>
                  <a:pt x="218186" y="99599"/>
                </a:cubicBezTo>
                <a:cubicBezTo>
                  <a:pt x="216798" y="100365"/>
                  <a:pt x="215244" y="100987"/>
                  <a:pt x="213521" y="101465"/>
                </a:cubicBezTo>
                <a:cubicBezTo>
                  <a:pt x="211799" y="101943"/>
                  <a:pt x="209934" y="102183"/>
                  <a:pt x="207924" y="102183"/>
                </a:cubicBezTo>
                <a:close/>
                <a:moveTo>
                  <a:pt x="270770" y="5956"/>
                </a:moveTo>
                <a:lnTo>
                  <a:pt x="270770" y="22245"/>
                </a:lnTo>
                <a:lnTo>
                  <a:pt x="294019" y="22245"/>
                </a:lnTo>
                <a:lnTo>
                  <a:pt x="294019" y="99958"/>
                </a:lnTo>
                <a:lnTo>
                  <a:pt x="270770" y="99958"/>
                </a:lnTo>
                <a:lnTo>
                  <a:pt x="270770" y="116175"/>
                </a:lnTo>
                <a:lnTo>
                  <a:pt x="336428" y="116175"/>
                </a:lnTo>
                <a:lnTo>
                  <a:pt x="336428" y="99958"/>
                </a:lnTo>
                <a:lnTo>
                  <a:pt x="314183" y="99958"/>
                </a:lnTo>
                <a:lnTo>
                  <a:pt x="314183" y="5956"/>
                </a:lnTo>
                <a:lnTo>
                  <a:pt x="270770" y="5956"/>
                </a:lnTo>
                <a:close/>
                <a:moveTo>
                  <a:pt x="358945" y="5956"/>
                </a:moveTo>
                <a:lnTo>
                  <a:pt x="358945" y="22245"/>
                </a:lnTo>
                <a:lnTo>
                  <a:pt x="382195" y="22245"/>
                </a:lnTo>
                <a:lnTo>
                  <a:pt x="382195" y="99958"/>
                </a:lnTo>
                <a:lnTo>
                  <a:pt x="358945" y="99958"/>
                </a:lnTo>
                <a:lnTo>
                  <a:pt x="358945" y="116175"/>
                </a:lnTo>
                <a:lnTo>
                  <a:pt x="424603" y="116175"/>
                </a:lnTo>
                <a:lnTo>
                  <a:pt x="424603" y="99958"/>
                </a:lnTo>
                <a:lnTo>
                  <a:pt x="402358" y="99958"/>
                </a:lnTo>
                <a:lnTo>
                  <a:pt x="402358" y="5956"/>
                </a:lnTo>
                <a:lnTo>
                  <a:pt x="358945" y="5956"/>
                </a:lnTo>
                <a:close/>
                <a:moveTo>
                  <a:pt x="440232" y="76637"/>
                </a:moveTo>
                <a:lnTo>
                  <a:pt x="440232" y="78144"/>
                </a:lnTo>
                <a:cubicBezTo>
                  <a:pt x="440232" y="83837"/>
                  <a:pt x="441045" y="89087"/>
                  <a:pt x="442672" y="93895"/>
                </a:cubicBezTo>
                <a:cubicBezTo>
                  <a:pt x="444298" y="98702"/>
                  <a:pt x="446690" y="102876"/>
                  <a:pt x="449847" y="106416"/>
                </a:cubicBezTo>
                <a:cubicBezTo>
                  <a:pt x="452957" y="109956"/>
                  <a:pt x="456796" y="112719"/>
                  <a:pt x="461365" y="114704"/>
                </a:cubicBezTo>
                <a:cubicBezTo>
                  <a:pt x="465933" y="116690"/>
                  <a:pt x="471135" y="117682"/>
                  <a:pt x="476972" y="117682"/>
                </a:cubicBezTo>
                <a:cubicBezTo>
                  <a:pt x="482760" y="117682"/>
                  <a:pt x="487927" y="116690"/>
                  <a:pt x="492471" y="114704"/>
                </a:cubicBezTo>
                <a:cubicBezTo>
                  <a:pt x="497016" y="112719"/>
                  <a:pt x="500843" y="109956"/>
                  <a:pt x="503953" y="106416"/>
                </a:cubicBezTo>
                <a:cubicBezTo>
                  <a:pt x="507062" y="102876"/>
                  <a:pt x="509430" y="98702"/>
                  <a:pt x="511057" y="93895"/>
                </a:cubicBezTo>
                <a:cubicBezTo>
                  <a:pt x="512683" y="89087"/>
                  <a:pt x="513496" y="83837"/>
                  <a:pt x="513496" y="78144"/>
                </a:cubicBezTo>
                <a:lnTo>
                  <a:pt x="513496" y="76637"/>
                </a:lnTo>
                <a:cubicBezTo>
                  <a:pt x="513496" y="70992"/>
                  <a:pt x="512683" y="65766"/>
                  <a:pt x="511057" y="60958"/>
                </a:cubicBezTo>
                <a:cubicBezTo>
                  <a:pt x="509430" y="56150"/>
                  <a:pt x="507062" y="51976"/>
                  <a:pt x="503953" y="48436"/>
                </a:cubicBezTo>
                <a:cubicBezTo>
                  <a:pt x="500795" y="44896"/>
                  <a:pt x="496944" y="42122"/>
                  <a:pt x="492400" y="40112"/>
                </a:cubicBezTo>
                <a:cubicBezTo>
                  <a:pt x="487855" y="38103"/>
                  <a:pt x="482665" y="37099"/>
                  <a:pt x="476828" y="37099"/>
                </a:cubicBezTo>
                <a:cubicBezTo>
                  <a:pt x="470992" y="37099"/>
                  <a:pt x="465813" y="38103"/>
                  <a:pt x="461293" y="40112"/>
                </a:cubicBezTo>
                <a:cubicBezTo>
                  <a:pt x="456772" y="42122"/>
                  <a:pt x="452957" y="44896"/>
                  <a:pt x="449847" y="48436"/>
                </a:cubicBezTo>
                <a:cubicBezTo>
                  <a:pt x="446690" y="51976"/>
                  <a:pt x="444298" y="56150"/>
                  <a:pt x="442672" y="60958"/>
                </a:cubicBezTo>
                <a:cubicBezTo>
                  <a:pt x="441045" y="65766"/>
                  <a:pt x="440232" y="70992"/>
                  <a:pt x="440232" y="76637"/>
                </a:cubicBezTo>
                <a:moveTo>
                  <a:pt x="460181" y="78144"/>
                </a:moveTo>
                <a:lnTo>
                  <a:pt x="460181" y="76637"/>
                </a:lnTo>
                <a:cubicBezTo>
                  <a:pt x="460181" y="73480"/>
                  <a:pt x="460491" y="70490"/>
                  <a:pt x="461113" y="67667"/>
                </a:cubicBezTo>
                <a:cubicBezTo>
                  <a:pt x="461735" y="64845"/>
                  <a:pt x="462716" y="62357"/>
                  <a:pt x="464055" y="60204"/>
                </a:cubicBezTo>
                <a:cubicBezTo>
                  <a:pt x="465395" y="58052"/>
                  <a:pt x="467117" y="56354"/>
                  <a:pt x="469222" y="55110"/>
                </a:cubicBezTo>
                <a:cubicBezTo>
                  <a:pt x="471327" y="53866"/>
                  <a:pt x="473862" y="53244"/>
                  <a:pt x="476828" y="53244"/>
                </a:cubicBezTo>
                <a:cubicBezTo>
                  <a:pt x="479842" y="53244"/>
                  <a:pt x="482401" y="53866"/>
                  <a:pt x="484506" y="55110"/>
                </a:cubicBezTo>
                <a:cubicBezTo>
                  <a:pt x="486611" y="56354"/>
                  <a:pt x="488333" y="58052"/>
                  <a:pt x="489673" y="60204"/>
                </a:cubicBezTo>
                <a:cubicBezTo>
                  <a:pt x="490964" y="62357"/>
                  <a:pt x="491921" y="64845"/>
                  <a:pt x="492543" y="67667"/>
                </a:cubicBezTo>
                <a:cubicBezTo>
                  <a:pt x="493165" y="70490"/>
                  <a:pt x="493476" y="73480"/>
                  <a:pt x="493476" y="76637"/>
                </a:cubicBezTo>
                <a:lnTo>
                  <a:pt x="493476" y="78144"/>
                </a:lnTo>
                <a:cubicBezTo>
                  <a:pt x="493476" y="81397"/>
                  <a:pt x="493165" y="84447"/>
                  <a:pt x="492543" y="87293"/>
                </a:cubicBezTo>
                <a:cubicBezTo>
                  <a:pt x="491921" y="90139"/>
                  <a:pt x="490964" y="92615"/>
                  <a:pt x="489673" y="94720"/>
                </a:cubicBezTo>
                <a:cubicBezTo>
                  <a:pt x="488333" y="96873"/>
                  <a:pt x="486611" y="98571"/>
                  <a:pt x="484506" y="99815"/>
                </a:cubicBezTo>
                <a:cubicBezTo>
                  <a:pt x="482401" y="101058"/>
                  <a:pt x="479890" y="101680"/>
                  <a:pt x="476972" y="101680"/>
                </a:cubicBezTo>
                <a:cubicBezTo>
                  <a:pt x="473958" y="101680"/>
                  <a:pt x="471387" y="101058"/>
                  <a:pt x="469258" y="99815"/>
                </a:cubicBezTo>
                <a:cubicBezTo>
                  <a:pt x="467129" y="98571"/>
                  <a:pt x="465395" y="96873"/>
                  <a:pt x="464055" y="94720"/>
                </a:cubicBezTo>
                <a:cubicBezTo>
                  <a:pt x="462716" y="92615"/>
                  <a:pt x="461735" y="90139"/>
                  <a:pt x="461113" y="87293"/>
                </a:cubicBezTo>
                <a:cubicBezTo>
                  <a:pt x="460491" y="84447"/>
                  <a:pt x="460181" y="81397"/>
                  <a:pt x="460181" y="78144"/>
                </a:cubicBezTo>
                <a:close/>
                <a:moveTo>
                  <a:pt x="565506" y="101680"/>
                </a:moveTo>
                <a:cubicBezTo>
                  <a:pt x="562301" y="101680"/>
                  <a:pt x="559658" y="101034"/>
                  <a:pt x="557577" y="99743"/>
                </a:cubicBezTo>
                <a:cubicBezTo>
                  <a:pt x="555496" y="98451"/>
                  <a:pt x="553857" y="96729"/>
                  <a:pt x="552662" y="94576"/>
                </a:cubicBezTo>
                <a:cubicBezTo>
                  <a:pt x="551418" y="92471"/>
                  <a:pt x="550557" y="90020"/>
                  <a:pt x="550078" y="87221"/>
                </a:cubicBezTo>
                <a:cubicBezTo>
                  <a:pt x="549600" y="84423"/>
                  <a:pt x="549361" y="81516"/>
                  <a:pt x="549361" y="78503"/>
                </a:cubicBezTo>
                <a:lnTo>
                  <a:pt x="549361" y="76350"/>
                </a:lnTo>
                <a:cubicBezTo>
                  <a:pt x="549361" y="73384"/>
                  <a:pt x="549612" y="70514"/>
                  <a:pt x="550114" y="67739"/>
                </a:cubicBezTo>
                <a:cubicBezTo>
                  <a:pt x="550616" y="64964"/>
                  <a:pt x="551489" y="62501"/>
                  <a:pt x="552733" y="60348"/>
                </a:cubicBezTo>
                <a:cubicBezTo>
                  <a:pt x="553929" y="58195"/>
                  <a:pt x="555556" y="56473"/>
                  <a:pt x="557613" y="55181"/>
                </a:cubicBezTo>
                <a:cubicBezTo>
                  <a:pt x="559670" y="53890"/>
                  <a:pt x="562277" y="53244"/>
                  <a:pt x="565434" y="53244"/>
                </a:cubicBezTo>
                <a:cubicBezTo>
                  <a:pt x="567587" y="53244"/>
                  <a:pt x="569572" y="53615"/>
                  <a:pt x="571390" y="54356"/>
                </a:cubicBezTo>
                <a:cubicBezTo>
                  <a:pt x="573208" y="55098"/>
                  <a:pt x="574763" y="56090"/>
                  <a:pt x="576054" y="57334"/>
                </a:cubicBezTo>
                <a:cubicBezTo>
                  <a:pt x="577346" y="58578"/>
                  <a:pt x="578327" y="60061"/>
                  <a:pt x="578996" y="61783"/>
                </a:cubicBezTo>
                <a:cubicBezTo>
                  <a:pt x="579666" y="63505"/>
                  <a:pt x="579953" y="65323"/>
                  <a:pt x="579858" y="67237"/>
                </a:cubicBezTo>
                <a:lnTo>
                  <a:pt x="598658" y="67237"/>
                </a:lnTo>
                <a:cubicBezTo>
                  <a:pt x="598754" y="62644"/>
                  <a:pt x="597988" y="58494"/>
                  <a:pt x="596362" y="54787"/>
                </a:cubicBezTo>
                <a:cubicBezTo>
                  <a:pt x="594735" y="51079"/>
                  <a:pt x="592463" y="47910"/>
                  <a:pt x="589545" y="45279"/>
                </a:cubicBezTo>
                <a:cubicBezTo>
                  <a:pt x="586579" y="42696"/>
                  <a:pt x="583063" y="40686"/>
                  <a:pt x="578996" y="39251"/>
                </a:cubicBezTo>
                <a:cubicBezTo>
                  <a:pt x="574930" y="37816"/>
                  <a:pt x="570505" y="37099"/>
                  <a:pt x="565721" y="37099"/>
                </a:cubicBezTo>
                <a:cubicBezTo>
                  <a:pt x="559742" y="37099"/>
                  <a:pt x="554491" y="38127"/>
                  <a:pt x="549971" y="40184"/>
                </a:cubicBezTo>
                <a:cubicBezTo>
                  <a:pt x="545450" y="42241"/>
                  <a:pt x="541659" y="45040"/>
                  <a:pt x="538597" y="48580"/>
                </a:cubicBezTo>
                <a:cubicBezTo>
                  <a:pt x="535535" y="52120"/>
                  <a:pt x="533239" y="56270"/>
                  <a:pt x="531708" y="61030"/>
                </a:cubicBezTo>
                <a:cubicBezTo>
                  <a:pt x="530178" y="65790"/>
                  <a:pt x="529412" y="70896"/>
                  <a:pt x="529412" y="76350"/>
                </a:cubicBezTo>
                <a:lnTo>
                  <a:pt x="529412" y="78503"/>
                </a:lnTo>
                <a:cubicBezTo>
                  <a:pt x="529412" y="83956"/>
                  <a:pt x="530189" y="89063"/>
                  <a:pt x="531744" y="93823"/>
                </a:cubicBezTo>
                <a:cubicBezTo>
                  <a:pt x="533299" y="98583"/>
                  <a:pt x="535607" y="102733"/>
                  <a:pt x="538669" y="106273"/>
                </a:cubicBezTo>
                <a:cubicBezTo>
                  <a:pt x="541683" y="109813"/>
                  <a:pt x="545462" y="112599"/>
                  <a:pt x="550006" y="114633"/>
                </a:cubicBezTo>
                <a:cubicBezTo>
                  <a:pt x="554551" y="116666"/>
                  <a:pt x="559837" y="117682"/>
                  <a:pt x="565865" y="117682"/>
                </a:cubicBezTo>
                <a:cubicBezTo>
                  <a:pt x="570314" y="117682"/>
                  <a:pt x="574536" y="116977"/>
                  <a:pt x="578530" y="115565"/>
                </a:cubicBezTo>
                <a:cubicBezTo>
                  <a:pt x="582525" y="114154"/>
                  <a:pt x="586029" y="112205"/>
                  <a:pt x="589043" y="109717"/>
                </a:cubicBezTo>
                <a:cubicBezTo>
                  <a:pt x="592056" y="107230"/>
                  <a:pt x="594436" y="104264"/>
                  <a:pt x="596182" y="100819"/>
                </a:cubicBezTo>
                <a:cubicBezTo>
                  <a:pt x="597929" y="97375"/>
                  <a:pt x="598754" y="93643"/>
                  <a:pt x="598658" y="89625"/>
                </a:cubicBezTo>
                <a:lnTo>
                  <a:pt x="579858" y="89625"/>
                </a:lnTo>
                <a:cubicBezTo>
                  <a:pt x="579953" y="91443"/>
                  <a:pt x="579630" y="93093"/>
                  <a:pt x="578889" y="94576"/>
                </a:cubicBezTo>
                <a:cubicBezTo>
                  <a:pt x="578147" y="96059"/>
                  <a:pt x="577107" y="97327"/>
                  <a:pt x="575767" y="98379"/>
                </a:cubicBezTo>
                <a:cubicBezTo>
                  <a:pt x="574428" y="99432"/>
                  <a:pt x="572873" y="100245"/>
                  <a:pt x="571103" y="100819"/>
                </a:cubicBezTo>
                <a:cubicBezTo>
                  <a:pt x="569333" y="101393"/>
                  <a:pt x="567467" y="101680"/>
                  <a:pt x="565506" y="101680"/>
                </a:cubicBezTo>
                <a:close/>
                <a:moveTo>
                  <a:pt x="633948" y="73695"/>
                </a:moveTo>
                <a:lnTo>
                  <a:pt x="633948" y="75274"/>
                </a:lnTo>
                <a:cubicBezTo>
                  <a:pt x="633948" y="82067"/>
                  <a:pt x="634463" y="88429"/>
                  <a:pt x="635491" y="94361"/>
                </a:cubicBezTo>
                <a:cubicBezTo>
                  <a:pt x="636520" y="100293"/>
                  <a:pt x="637919" y="105770"/>
                  <a:pt x="639689" y="110793"/>
                </a:cubicBezTo>
                <a:cubicBezTo>
                  <a:pt x="641459" y="115864"/>
                  <a:pt x="643528" y="120481"/>
                  <a:pt x="645896" y="124643"/>
                </a:cubicBezTo>
                <a:cubicBezTo>
                  <a:pt x="648264" y="128805"/>
                  <a:pt x="650764" y="132464"/>
                  <a:pt x="653395" y="135622"/>
                </a:cubicBezTo>
                <a:cubicBezTo>
                  <a:pt x="656026" y="138827"/>
                  <a:pt x="658741" y="141554"/>
                  <a:pt x="661539" y="143802"/>
                </a:cubicBezTo>
                <a:cubicBezTo>
                  <a:pt x="664338" y="146050"/>
                  <a:pt x="667052" y="147772"/>
                  <a:pt x="669684" y="148968"/>
                </a:cubicBezTo>
                <a:lnTo>
                  <a:pt x="673558" y="138205"/>
                </a:lnTo>
                <a:cubicBezTo>
                  <a:pt x="671693" y="136770"/>
                  <a:pt x="669803" y="134976"/>
                  <a:pt x="667890" y="132823"/>
                </a:cubicBezTo>
                <a:cubicBezTo>
                  <a:pt x="665976" y="130670"/>
                  <a:pt x="664158" y="128135"/>
                  <a:pt x="662436" y="125217"/>
                </a:cubicBezTo>
                <a:cubicBezTo>
                  <a:pt x="660810" y="122538"/>
                  <a:pt x="659291" y="119404"/>
                  <a:pt x="657879" y="115817"/>
                </a:cubicBezTo>
                <a:cubicBezTo>
                  <a:pt x="656468" y="112229"/>
                  <a:pt x="655236" y="108330"/>
                  <a:pt x="654184" y="104120"/>
                </a:cubicBezTo>
                <a:cubicBezTo>
                  <a:pt x="653419" y="101106"/>
                  <a:pt x="652713" y="97064"/>
                  <a:pt x="652067" y="91993"/>
                </a:cubicBezTo>
                <a:cubicBezTo>
                  <a:pt x="651421" y="86922"/>
                  <a:pt x="651098" y="81397"/>
                  <a:pt x="651098" y="75417"/>
                </a:cubicBezTo>
                <a:lnTo>
                  <a:pt x="651098" y="73551"/>
                </a:lnTo>
                <a:cubicBezTo>
                  <a:pt x="651098" y="67476"/>
                  <a:pt x="651433" y="61855"/>
                  <a:pt x="652103" y="56688"/>
                </a:cubicBezTo>
                <a:cubicBezTo>
                  <a:pt x="652773" y="51522"/>
                  <a:pt x="653658" y="46810"/>
                  <a:pt x="654758" y="42552"/>
                </a:cubicBezTo>
                <a:cubicBezTo>
                  <a:pt x="656002" y="38151"/>
                  <a:pt x="657449" y="34085"/>
                  <a:pt x="659099" y="30353"/>
                </a:cubicBezTo>
                <a:cubicBezTo>
                  <a:pt x="660750" y="26622"/>
                  <a:pt x="662532" y="23393"/>
                  <a:pt x="664445" y="20666"/>
                </a:cubicBezTo>
                <a:cubicBezTo>
                  <a:pt x="665928" y="18561"/>
                  <a:pt x="667435" y="16696"/>
                  <a:pt x="668966" y="15069"/>
                </a:cubicBezTo>
                <a:cubicBezTo>
                  <a:pt x="670497" y="13443"/>
                  <a:pt x="672028" y="12055"/>
                  <a:pt x="673558" y="10907"/>
                </a:cubicBezTo>
                <a:lnTo>
                  <a:pt x="669684" y="0"/>
                </a:lnTo>
                <a:cubicBezTo>
                  <a:pt x="667052" y="1196"/>
                  <a:pt x="664338" y="2906"/>
                  <a:pt x="661539" y="5131"/>
                </a:cubicBezTo>
                <a:cubicBezTo>
                  <a:pt x="658741" y="7355"/>
                  <a:pt x="656026" y="10070"/>
                  <a:pt x="653395" y="13275"/>
                </a:cubicBezTo>
                <a:cubicBezTo>
                  <a:pt x="650764" y="16480"/>
                  <a:pt x="648264" y="20164"/>
                  <a:pt x="645896" y="24326"/>
                </a:cubicBezTo>
                <a:cubicBezTo>
                  <a:pt x="643528" y="28488"/>
                  <a:pt x="641459" y="33080"/>
                  <a:pt x="639689" y="38103"/>
                </a:cubicBezTo>
                <a:cubicBezTo>
                  <a:pt x="637919" y="43174"/>
                  <a:pt x="636520" y="48687"/>
                  <a:pt x="635491" y="54643"/>
                </a:cubicBezTo>
                <a:cubicBezTo>
                  <a:pt x="634463" y="60599"/>
                  <a:pt x="633948" y="66950"/>
                  <a:pt x="633948" y="73695"/>
                </a:cubicBezTo>
                <a:close/>
                <a:moveTo>
                  <a:pt x="757572" y="94863"/>
                </a:moveTo>
                <a:cubicBezTo>
                  <a:pt x="757572" y="96059"/>
                  <a:pt x="757273" y="97160"/>
                  <a:pt x="756675" y="98164"/>
                </a:cubicBezTo>
                <a:cubicBezTo>
                  <a:pt x="756077" y="99169"/>
                  <a:pt x="755180" y="100054"/>
                  <a:pt x="753984" y="100819"/>
                </a:cubicBezTo>
                <a:cubicBezTo>
                  <a:pt x="752740" y="101585"/>
                  <a:pt x="751150" y="102195"/>
                  <a:pt x="749212" y="102649"/>
                </a:cubicBezTo>
                <a:cubicBezTo>
                  <a:pt x="747275" y="103103"/>
                  <a:pt x="745015" y="103331"/>
                  <a:pt x="742431" y="103331"/>
                </a:cubicBezTo>
                <a:cubicBezTo>
                  <a:pt x="740279" y="103331"/>
                  <a:pt x="738186" y="103115"/>
                  <a:pt x="736152" y="102685"/>
                </a:cubicBezTo>
                <a:cubicBezTo>
                  <a:pt x="734119" y="102254"/>
                  <a:pt x="732313" y="101561"/>
                  <a:pt x="730735" y="100604"/>
                </a:cubicBezTo>
                <a:cubicBezTo>
                  <a:pt x="729156" y="99695"/>
                  <a:pt x="727864" y="98487"/>
                  <a:pt x="726860" y="96980"/>
                </a:cubicBezTo>
                <a:cubicBezTo>
                  <a:pt x="725855" y="95473"/>
                  <a:pt x="725281" y="93667"/>
                  <a:pt x="725138" y="91562"/>
                </a:cubicBezTo>
                <a:lnTo>
                  <a:pt x="706122" y="91562"/>
                </a:lnTo>
                <a:cubicBezTo>
                  <a:pt x="706122" y="94720"/>
                  <a:pt x="706899" y="97865"/>
                  <a:pt x="708454" y="100999"/>
                </a:cubicBezTo>
                <a:cubicBezTo>
                  <a:pt x="710009" y="104132"/>
                  <a:pt x="712293" y="106919"/>
                  <a:pt x="715307" y="109358"/>
                </a:cubicBezTo>
                <a:cubicBezTo>
                  <a:pt x="718321" y="111846"/>
                  <a:pt x="722064" y="113855"/>
                  <a:pt x="726537" y="115386"/>
                </a:cubicBezTo>
                <a:cubicBezTo>
                  <a:pt x="731010" y="116917"/>
                  <a:pt x="736164" y="117682"/>
                  <a:pt x="742001" y="117682"/>
                </a:cubicBezTo>
                <a:cubicBezTo>
                  <a:pt x="747311" y="117682"/>
                  <a:pt x="752119" y="117096"/>
                  <a:pt x="756424" y="115924"/>
                </a:cubicBezTo>
                <a:cubicBezTo>
                  <a:pt x="760729" y="114752"/>
                  <a:pt x="764413" y="113114"/>
                  <a:pt x="767475" y="111009"/>
                </a:cubicBezTo>
                <a:cubicBezTo>
                  <a:pt x="770488" y="108904"/>
                  <a:pt x="772821" y="106404"/>
                  <a:pt x="774471" y="103510"/>
                </a:cubicBezTo>
                <a:cubicBezTo>
                  <a:pt x="776121" y="100616"/>
                  <a:pt x="776947" y="97447"/>
                  <a:pt x="776947" y="94002"/>
                </a:cubicBezTo>
                <a:cubicBezTo>
                  <a:pt x="776947" y="90271"/>
                  <a:pt x="776121" y="87054"/>
                  <a:pt x="774471" y="84351"/>
                </a:cubicBezTo>
                <a:cubicBezTo>
                  <a:pt x="772821" y="81648"/>
                  <a:pt x="770536" y="79340"/>
                  <a:pt x="767618" y="77426"/>
                </a:cubicBezTo>
                <a:cubicBezTo>
                  <a:pt x="764700" y="75561"/>
                  <a:pt x="761232" y="74030"/>
                  <a:pt x="757213" y="72834"/>
                </a:cubicBezTo>
                <a:cubicBezTo>
                  <a:pt x="753195" y="71638"/>
                  <a:pt x="748842" y="70657"/>
                  <a:pt x="744153" y="69892"/>
                </a:cubicBezTo>
                <a:cubicBezTo>
                  <a:pt x="740900" y="69413"/>
                  <a:pt x="738221" y="68851"/>
                  <a:pt x="736117" y="68205"/>
                </a:cubicBezTo>
                <a:cubicBezTo>
                  <a:pt x="734012" y="67560"/>
                  <a:pt x="732361" y="66830"/>
                  <a:pt x="731165" y="66017"/>
                </a:cubicBezTo>
                <a:cubicBezTo>
                  <a:pt x="729922" y="65251"/>
                  <a:pt x="729060" y="64378"/>
                  <a:pt x="728582" y="63398"/>
                </a:cubicBezTo>
                <a:cubicBezTo>
                  <a:pt x="728104" y="62417"/>
                  <a:pt x="727864" y="61353"/>
                  <a:pt x="727864" y="60204"/>
                </a:cubicBezTo>
                <a:cubicBezTo>
                  <a:pt x="727864" y="59056"/>
                  <a:pt x="728140" y="57968"/>
                  <a:pt x="728690" y="56940"/>
                </a:cubicBezTo>
                <a:cubicBezTo>
                  <a:pt x="729240" y="55911"/>
                  <a:pt x="730041" y="55014"/>
                  <a:pt x="731094" y="54249"/>
                </a:cubicBezTo>
                <a:cubicBezTo>
                  <a:pt x="732242" y="53388"/>
                  <a:pt x="733725" y="52718"/>
                  <a:pt x="735543" y="52239"/>
                </a:cubicBezTo>
                <a:cubicBezTo>
                  <a:pt x="737360" y="51761"/>
                  <a:pt x="739489" y="51522"/>
                  <a:pt x="741929" y="51522"/>
                </a:cubicBezTo>
                <a:cubicBezTo>
                  <a:pt x="744799" y="51522"/>
                  <a:pt x="747251" y="51881"/>
                  <a:pt x="749284" y="52598"/>
                </a:cubicBezTo>
                <a:cubicBezTo>
                  <a:pt x="751317" y="53316"/>
                  <a:pt x="752932" y="54273"/>
                  <a:pt x="754128" y="55468"/>
                </a:cubicBezTo>
                <a:cubicBezTo>
                  <a:pt x="754989" y="56377"/>
                  <a:pt x="755635" y="57394"/>
                  <a:pt x="756065" y="58518"/>
                </a:cubicBezTo>
                <a:cubicBezTo>
                  <a:pt x="756496" y="59642"/>
                  <a:pt x="756711" y="60850"/>
                  <a:pt x="756711" y="62142"/>
                </a:cubicBezTo>
                <a:lnTo>
                  <a:pt x="776660" y="62142"/>
                </a:lnTo>
                <a:cubicBezTo>
                  <a:pt x="776660" y="58554"/>
                  <a:pt x="775870" y="55229"/>
                  <a:pt x="774292" y="52168"/>
                </a:cubicBezTo>
                <a:cubicBezTo>
                  <a:pt x="772713" y="49106"/>
                  <a:pt x="770441" y="46451"/>
                  <a:pt x="767475" y="44203"/>
                </a:cubicBezTo>
                <a:cubicBezTo>
                  <a:pt x="764461" y="42002"/>
                  <a:pt x="760801" y="40268"/>
                  <a:pt x="756496" y="39000"/>
                </a:cubicBezTo>
                <a:cubicBezTo>
                  <a:pt x="752190" y="37732"/>
                  <a:pt x="747335" y="37099"/>
                  <a:pt x="741929" y="37099"/>
                </a:cubicBezTo>
                <a:cubicBezTo>
                  <a:pt x="736762" y="37099"/>
                  <a:pt x="732122" y="37744"/>
                  <a:pt x="728008" y="39036"/>
                </a:cubicBezTo>
                <a:cubicBezTo>
                  <a:pt x="723894" y="40328"/>
                  <a:pt x="720402" y="42074"/>
                  <a:pt x="717531" y="44274"/>
                </a:cubicBezTo>
                <a:cubicBezTo>
                  <a:pt x="714661" y="46475"/>
                  <a:pt x="712461" y="49034"/>
                  <a:pt x="710930" y="51952"/>
                </a:cubicBezTo>
                <a:cubicBezTo>
                  <a:pt x="709399" y="54871"/>
                  <a:pt x="708634" y="57932"/>
                  <a:pt x="708634" y="61137"/>
                </a:cubicBezTo>
                <a:cubicBezTo>
                  <a:pt x="708634" y="64438"/>
                  <a:pt x="709387" y="67356"/>
                  <a:pt x="710894" y="69892"/>
                </a:cubicBezTo>
                <a:cubicBezTo>
                  <a:pt x="712401" y="72427"/>
                  <a:pt x="714494" y="74652"/>
                  <a:pt x="717173" y="76565"/>
                </a:cubicBezTo>
                <a:cubicBezTo>
                  <a:pt x="719852" y="78527"/>
                  <a:pt x="723069" y="80189"/>
                  <a:pt x="726824" y="81552"/>
                </a:cubicBezTo>
                <a:cubicBezTo>
                  <a:pt x="730579" y="82916"/>
                  <a:pt x="734729" y="84052"/>
                  <a:pt x="739274" y="84961"/>
                </a:cubicBezTo>
                <a:cubicBezTo>
                  <a:pt x="742862" y="85631"/>
                  <a:pt x="745828" y="86300"/>
                  <a:pt x="748172" y="86970"/>
                </a:cubicBezTo>
                <a:cubicBezTo>
                  <a:pt x="750516" y="87640"/>
                  <a:pt x="752406" y="88357"/>
                  <a:pt x="753841" y="89123"/>
                </a:cubicBezTo>
                <a:cubicBezTo>
                  <a:pt x="755228" y="89936"/>
                  <a:pt x="756197" y="90797"/>
                  <a:pt x="756747" y="91706"/>
                </a:cubicBezTo>
                <a:cubicBezTo>
                  <a:pt x="757297" y="92615"/>
                  <a:pt x="757572" y="93667"/>
                  <a:pt x="757572" y="94863"/>
                </a:cubicBezTo>
                <a:close/>
                <a:moveTo>
                  <a:pt x="800971" y="38534"/>
                </a:moveTo>
                <a:lnTo>
                  <a:pt x="800971" y="54823"/>
                </a:lnTo>
                <a:lnTo>
                  <a:pt x="823072" y="54823"/>
                </a:lnTo>
                <a:lnTo>
                  <a:pt x="823072" y="99958"/>
                </a:lnTo>
                <a:lnTo>
                  <a:pt x="800971" y="99958"/>
                </a:lnTo>
                <a:lnTo>
                  <a:pt x="800971" y="116175"/>
                </a:lnTo>
                <a:lnTo>
                  <a:pt x="864261" y="116175"/>
                </a:lnTo>
                <a:lnTo>
                  <a:pt x="864261" y="99958"/>
                </a:lnTo>
                <a:lnTo>
                  <a:pt x="843236" y="99958"/>
                </a:lnTo>
                <a:lnTo>
                  <a:pt x="843236" y="38534"/>
                </a:lnTo>
                <a:lnTo>
                  <a:pt x="800971" y="38534"/>
                </a:lnTo>
                <a:moveTo>
                  <a:pt x="821637" y="18657"/>
                </a:moveTo>
                <a:cubicBezTo>
                  <a:pt x="821637" y="20188"/>
                  <a:pt x="821912" y="21611"/>
                  <a:pt x="822462" y="22927"/>
                </a:cubicBezTo>
                <a:cubicBezTo>
                  <a:pt x="823012" y="24242"/>
                  <a:pt x="823790" y="25354"/>
                  <a:pt x="824794" y="26263"/>
                </a:cubicBezTo>
                <a:cubicBezTo>
                  <a:pt x="825799" y="27220"/>
                  <a:pt x="827007" y="27961"/>
                  <a:pt x="828418" y="28488"/>
                </a:cubicBezTo>
                <a:cubicBezTo>
                  <a:pt x="829829" y="29014"/>
                  <a:pt x="831396" y="29277"/>
                  <a:pt x="833118" y="29277"/>
                </a:cubicBezTo>
                <a:cubicBezTo>
                  <a:pt x="836658" y="29277"/>
                  <a:pt x="839469" y="28284"/>
                  <a:pt x="841550" y="26299"/>
                </a:cubicBezTo>
                <a:cubicBezTo>
                  <a:pt x="843631" y="24314"/>
                  <a:pt x="844671" y="21766"/>
                  <a:pt x="844671" y="18657"/>
                </a:cubicBezTo>
                <a:cubicBezTo>
                  <a:pt x="844671" y="15547"/>
                  <a:pt x="843631" y="13000"/>
                  <a:pt x="841550" y="11015"/>
                </a:cubicBezTo>
                <a:cubicBezTo>
                  <a:pt x="839469" y="9029"/>
                  <a:pt x="836658" y="8037"/>
                  <a:pt x="833118" y="8037"/>
                </a:cubicBezTo>
                <a:cubicBezTo>
                  <a:pt x="831396" y="8037"/>
                  <a:pt x="829829" y="8300"/>
                  <a:pt x="828418" y="8826"/>
                </a:cubicBezTo>
                <a:cubicBezTo>
                  <a:pt x="827007" y="9352"/>
                  <a:pt x="825799" y="10070"/>
                  <a:pt x="824794" y="10979"/>
                </a:cubicBezTo>
                <a:cubicBezTo>
                  <a:pt x="823790" y="11936"/>
                  <a:pt x="823012" y="13072"/>
                  <a:pt x="822462" y="14387"/>
                </a:cubicBezTo>
                <a:cubicBezTo>
                  <a:pt x="821912" y="15703"/>
                  <a:pt x="821637" y="17126"/>
                  <a:pt x="821637" y="18657"/>
                </a:cubicBezTo>
                <a:close/>
                <a:moveTo>
                  <a:pt x="909454" y="100173"/>
                </a:moveTo>
                <a:lnTo>
                  <a:pt x="953369" y="50517"/>
                </a:lnTo>
                <a:lnTo>
                  <a:pt x="953369" y="38534"/>
                </a:lnTo>
                <a:lnTo>
                  <a:pt x="883191" y="38534"/>
                </a:lnTo>
                <a:lnTo>
                  <a:pt x="883191" y="54751"/>
                </a:lnTo>
                <a:lnTo>
                  <a:pt x="925671" y="54751"/>
                </a:lnTo>
                <a:lnTo>
                  <a:pt x="882186" y="103833"/>
                </a:lnTo>
                <a:lnTo>
                  <a:pt x="882186" y="116175"/>
                </a:lnTo>
                <a:lnTo>
                  <a:pt x="955163" y="116175"/>
                </a:lnTo>
                <a:lnTo>
                  <a:pt x="955163" y="100173"/>
                </a:lnTo>
                <a:lnTo>
                  <a:pt x="909454" y="100173"/>
                </a:lnTo>
                <a:close/>
                <a:moveTo>
                  <a:pt x="1009685" y="117610"/>
                </a:moveTo>
                <a:cubicBezTo>
                  <a:pt x="1017195" y="117610"/>
                  <a:pt x="1023701" y="116151"/>
                  <a:pt x="1029203" y="113233"/>
                </a:cubicBezTo>
                <a:cubicBezTo>
                  <a:pt x="1034704" y="110315"/>
                  <a:pt x="1038722" y="107062"/>
                  <a:pt x="1041258" y="103474"/>
                </a:cubicBezTo>
                <a:lnTo>
                  <a:pt x="1031284" y="92711"/>
                </a:lnTo>
                <a:cubicBezTo>
                  <a:pt x="1028987" y="95677"/>
                  <a:pt x="1025997" y="97901"/>
                  <a:pt x="1022314" y="99384"/>
                </a:cubicBezTo>
                <a:cubicBezTo>
                  <a:pt x="1018630" y="100867"/>
                  <a:pt x="1014827" y="101609"/>
                  <a:pt x="1010904" y="101609"/>
                </a:cubicBezTo>
                <a:cubicBezTo>
                  <a:pt x="1008130" y="101609"/>
                  <a:pt x="1005570" y="101178"/>
                  <a:pt x="1003226" y="100317"/>
                </a:cubicBezTo>
                <a:cubicBezTo>
                  <a:pt x="1000882" y="99456"/>
                  <a:pt x="998801" y="98236"/>
                  <a:pt x="996983" y="96657"/>
                </a:cubicBezTo>
                <a:cubicBezTo>
                  <a:pt x="995213" y="95126"/>
                  <a:pt x="993802" y="93416"/>
                  <a:pt x="992750" y="91527"/>
                </a:cubicBezTo>
                <a:cubicBezTo>
                  <a:pt x="991697" y="89637"/>
                  <a:pt x="990836" y="87137"/>
                  <a:pt x="990167" y="84028"/>
                </a:cubicBezTo>
                <a:lnTo>
                  <a:pt x="990167" y="83813"/>
                </a:lnTo>
                <a:lnTo>
                  <a:pt x="1042836" y="83813"/>
                </a:lnTo>
                <a:lnTo>
                  <a:pt x="1042836" y="75345"/>
                </a:lnTo>
                <a:cubicBezTo>
                  <a:pt x="1042836" y="69653"/>
                  <a:pt x="1042047" y="64450"/>
                  <a:pt x="1040469" y="59738"/>
                </a:cubicBezTo>
                <a:cubicBezTo>
                  <a:pt x="1038890" y="55026"/>
                  <a:pt x="1036594" y="50996"/>
                  <a:pt x="1033580" y="47647"/>
                </a:cubicBezTo>
                <a:cubicBezTo>
                  <a:pt x="1030518" y="44298"/>
                  <a:pt x="1026799" y="41703"/>
                  <a:pt x="1022422" y="39861"/>
                </a:cubicBezTo>
                <a:cubicBezTo>
                  <a:pt x="1018044" y="38019"/>
                  <a:pt x="1013057" y="37099"/>
                  <a:pt x="1007460" y="37099"/>
                </a:cubicBezTo>
                <a:cubicBezTo>
                  <a:pt x="1002054" y="37099"/>
                  <a:pt x="997055" y="38079"/>
                  <a:pt x="992463" y="40041"/>
                </a:cubicBezTo>
                <a:cubicBezTo>
                  <a:pt x="987870" y="42002"/>
                  <a:pt x="983900" y="44753"/>
                  <a:pt x="980551" y="48293"/>
                </a:cubicBezTo>
                <a:cubicBezTo>
                  <a:pt x="977202" y="51833"/>
                  <a:pt x="974595" y="56055"/>
                  <a:pt x="972729" y="60958"/>
                </a:cubicBezTo>
                <a:cubicBezTo>
                  <a:pt x="970864" y="65861"/>
                  <a:pt x="969931" y="71279"/>
                  <a:pt x="969931" y="77211"/>
                </a:cubicBezTo>
                <a:lnTo>
                  <a:pt x="969931" y="80081"/>
                </a:lnTo>
                <a:cubicBezTo>
                  <a:pt x="969931" y="85296"/>
                  <a:pt x="970876" y="90187"/>
                  <a:pt x="972765" y="94756"/>
                </a:cubicBezTo>
                <a:cubicBezTo>
                  <a:pt x="974655" y="99324"/>
                  <a:pt x="977346" y="103283"/>
                  <a:pt x="980838" y="106632"/>
                </a:cubicBezTo>
                <a:cubicBezTo>
                  <a:pt x="984330" y="110028"/>
                  <a:pt x="988516" y="112707"/>
                  <a:pt x="993396" y="114668"/>
                </a:cubicBezTo>
                <a:cubicBezTo>
                  <a:pt x="998275" y="116630"/>
                  <a:pt x="1003705" y="117610"/>
                  <a:pt x="1009685" y="117610"/>
                </a:cubicBezTo>
                <a:moveTo>
                  <a:pt x="1007317" y="53244"/>
                </a:moveTo>
                <a:cubicBezTo>
                  <a:pt x="1009852" y="53244"/>
                  <a:pt x="1012088" y="53639"/>
                  <a:pt x="1014026" y="54428"/>
                </a:cubicBezTo>
                <a:cubicBezTo>
                  <a:pt x="1015963" y="55217"/>
                  <a:pt x="1017602" y="56282"/>
                  <a:pt x="1018941" y="57621"/>
                </a:cubicBezTo>
                <a:cubicBezTo>
                  <a:pt x="1020281" y="59009"/>
                  <a:pt x="1021333" y="60635"/>
                  <a:pt x="1022099" y="62501"/>
                </a:cubicBezTo>
                <a:cubicBezTo>
                  <a:pt x="1022864" y="64366"/>
                  <a:pt x="1023247" y="66352"/>
                  <a:pt x="1023247" y="68457"/>
                </a:cubicBezTo>
                <a:lnTo>
                  <a:pt x="1023247" y="70035"/>
                </a:lnTo>
                <a:lnTo>
                  <a:pt x="990525" y="70035"/>
                </a:lnTo>
                <a:cubicBezTo>
                  <a:pt x="991004" y="67500"/>
                  <a:pt x="991721" y="65204"/>
                  <a:pt x="992678" y="63147"/>
                </a:cubicBezTo>
                <a:cubicBezTo>
                  <a:pt x="993635" y="61089"/>
                  <a:pt x="994831" y="59319"/>
                  <a:pt x="996266" y="57836"/>
                </a:cubicBezTo>
                <a:cubicBezTo>
                  <a:pt x="997653" y="56354"/>
                  <a:pt x="999280" y="55217"/>
                  <a:pt x="1001145" y="54428"/>
                </a:cubicBezTo>
                <a:cubicBezTo>
                  <a:pt x="1003011" y="53639"/>
                  <a:pt x="1005068" y="53244"/>
                  <a:pt x="1007317" y="53244"/>
                </a:cubicBezTo>
                <a:close/>
                <a:moveTo>
                  <a:pt x="1113288" y="75274"/>
                </a:moveTo>
                <a:lnTo>
                  <a:pt x="1113288" y="73695"/>
                </a:lnTo>
                <a:cubicBezTo>
                  <a:pt x="1113288" y="67141"/>
                  <a:pt x="1112762" y="60934"/>
                  <a:pt x="1111709" y="55074"/>
                </a:cubicBezTo>
                <a:cubicBezTo>
                  <a:pt x="1110657" y="49214"/>
                  <a:pt x="1109222" y="43748"/>
                  <a:pt x="1107404" y="38677"/>
                </a:cubicBezTo>
                <a:cubicBezTo>
                  <a:pt x="1105586" y="33606"/>
                  <a:pt x="1103469" y="28978"/>
                  <a:pt x="1101053" y="24792"/>
                </a:cubicBezTo>
                <a:cubicBezTo>
                  <a:pt x="1098637" y="20606"/>
                  <a:pt x="1096066" y="16863"/>
                  <a:pt x="1093339" y="13562"/>
                </a:cubicBezTo>
                <a:cubicBezTo>
                  <a:pt x="1090613" y="10309"/>
                  <a:pt x="1087814" y="7535"/>
                  <a:pt x="1084944" y="5238"/>
                </a:cubicBezTo>
                <a:cubicBezTo>
                  <a:pt x="1082073" y="2942"/>
                  <a:pt x="1079275" y="1196"/>
                  <a:pt x="1076548" y="0"/>
                </a:cubicBezTo>
                <a:lnTo>
                  <a:pt x="1072745" y="10692"/>
                </a:lnTo>
                <a:cubicBezTo>
                  <a:pt x="1074180" y="11792"/>
                  <a:pt x="1075627" y="13120"/>
                  <a:pt x="1077086" y="14674"/>
                </a:cubicBezTo>
                <a:cubicBezTo>
                  <a:pt x="1078545" y="16229"/>
                  <a:pt x="1079968" y="17987"/>
                  <a:pt x="1081356" y="19949"/>
                </a:cubicBezTo>
                <a:cubicBezTo>
                  <a:pt x="1083413" y="22915"/>
                  <a:pt x="1085362" y="26431"/>
                  <a:pt x="1087204" y="30497"/>
                </a:cubicBezTo>
                <a:cubicBezTo>
                  <a:pt x="1089046" y="34563"/>
                  <a:pt x="1090613" y="39156"/>
                  <a:pt x="1091904" y="44274"/>
                </a:cubicBezTo>
                <a:cubicBezTo>
                  <a:pt x="1092909" y="48388"/>
                  <a:pt x="1093710" y="52885"/>
                  <a:pt x="1094308" y="57765"/>
                </a:cubicBezTo>
                <a:cubicBezTo>
                  <a:pt x="1094906" y="62644"/>
                  <a:pt x="1095205" y="67906"/>
                  <a:pt x="1095205" y="73551"/>
                </a:cubicBezTo>
                <a:lnTo>
                  <a:pt x="1095205" y="75417"/>
                </a:lnTo>
                <a:cubicBezTo>
                  <a:pt x="1095205" y="81205"/>
                  <a:pt x="1094906" y="86587"/>
                  <a:pt x="1094308" y="91562"/>
                </a:cubicBezTo>
                <a:cubicBezTo>
                  <a:pt x="1093710" y="96538"/>
                  <a:pt x="1092909" y="101082"/>
                  <a:pt x="1091904" y="105196"/>
                </a:cubicBezTo>
                <a:cubicBezTo>
                  <a:pt x="1090708" y="109693"/>
                  <a:pt x="1089333" y="113759"/>
                  <a:pt x="1087778" y="117395"/>
                </a:cubicBezTo>
                <a:cubicBezTo>
                  <a:pt x="1086223" y="121031"/>
                  <a:pt x="1084513" y="124284"/>
                  <a:pt x="1082647" y="127154"/>
                </a:cubicBezTo>
                <a:cubicBezTo>
                  <a:pt x="1081069" y="129594"/>
                  <a:pt x="1079442" y="131735"/>
                  <a:pt x="1077768" y="133576"/>
                </a:cubicBezTo>
                <a:cubicBezTo>
                  <a:pt x="1076094" y="135418"/>
                  <a:pt x="1074419" y="136961"/>
                  <a:pt x="1072745" y="138205"/>
                </a:cubicBezTo>
                <a:lnTo>
                  <a:pt x="1076548" y="148968"/>
                </a:lnTo>
                <a:cubicBezTo>
                  <a:pt x="1079275" y="147772"/>
                  <a:pt x="1082073" y="146026"/>
                  <a:pt x="1084944" y="143730"/>
                </a:cubicBezTo>
                <a:cubicBezTo>
                  <a:pt x="1087814" y="141434"/>
                  <a:pt x="1090613" y="138635"/>
                  <a:pt x="1093339" y="135335"/>
                </a:cubicBezTo>
                <a:cubicBezTo>
                  <a:pt x="1096066" y="132082"/>
                  <a:pt x="1098637" y="128362"/>
                  <a:pt x="1101053" y="124176"/>
                </a:cubicBezTo>
                <a:cubicBezTo>
                  <a:pt x="1103469" y="119990"/>
                  <a:pt x="1105586" y="115362"/>
                  <a:pt x="1107404" y="110291"/>
                </a:cubicBezTo>
                <a:cubicBezTo>
                  <a:pt x="1109222" y="105220"/>
                  <a:pt x="1110657" y="99755"/>
                  <a:pt x="1111709" y="93895"/>
                </a:cubicBezTo>
                <a:cubicBezTo>
                  <a:pt x="1112762" y="88034"/>
                  <a:pt x="1113288" y="81827"/>
                  <a:pt x="1113288" y="75274"/>
                </a:cubicBezTo>
                <a:close/>
                <a:moveTo>
                  <a:pt x="1172330" y="45351"/>
                </a:moveTo>
                <a:cubicBezTo>
                  <a:pt x="1172330" y="49034"/>
                  <a:pt x="1173574" y="52120"/>
                  <a:pt x="1176061" y="54607"/>
                </a:cubicBezTo>
                <a:cubicBezTo>
                  <a:pt x="1178549" y="57095"/>
                  <a:pt x="1181921" y="58339"/>
                  <a:pt x="1186179" y="58339"/>
                </a:cubicBezTo>
                <a:cubicBezTo>
                  <a:pt x="1190389" y="58339"/>
                  <a:pt x="1193749" y="57107"/>
                  <a:pt x="1196261" y="54643"/>
                </a:cubicBezTo>
                <a:cubicBezTo>
                  <a:pt x="1198772" y="52180"/>
                  <a:pt x="1200028" y="49082"/>
                  <a:pt x="1200028" y="45351"/>
                </a:cubicBezTo>
                <a:cubicBezTo>
                  <a:pt x="1200028" y="41619"/>
                  <a:pt x="1198796" y="38486"/>
                  <a:pt x="1196333" y="35950"/>
                </a:cubicBezTo>
                <a:cubicBezTo>
                  <a:pt x="1193869" y="33415"/>
                  <a:pt x="1190484" y="32147"/>
                  <a:pt x="1186179" y="32147"/>
                </a:cubicBezTo>
                <a:cubicBezTo>
                  <a:pt x="1181826" y="32147"/>
                  <a:pt x="1178429" y="33427"/>
                  <a:pt x="1175989" y="35986"/>
                </a:cubicBezTo>
                <a:cubicBezTo>
                  <a:pt x="1173550" y="38546"/>
                  <a:pt x="1172330" y="41667"/>
                  <a:pt x="1172330" y="45351"/>
                </a:cubicBezTo>
                <a:moveTo>
                  <a:pt x="1194646" y="114597"/>
                </a:moveTo>
                <a:lnTo>
                  <a:pt x="1194718" y="98738"/>
                </a:lnTo>
                <a:lnTo>
                  <a:pt x="1175989" y="98738"/>
                </a:lnTo>
                <a:lnTo>
                  <a:pt x="1175989" y="115529"/>
                </a:lnTo>
                <a:cubicBezTo>
                  <a:pt x="1175989" y="120792"/>
                  <a:pt x="1175368" y="125300"/>
                  <a:pt x="1174124" y="129056"/>
                </a:cubicBezTo>
                <a:cubicBezTo>
                  <a:pt x="1172880" y="132811"/>
                  <a:pt x="1171349" y="136411"/>
                  <a:pt x="1169531" y="139855"/>
                </a:cubicBezTo>
                <a:lnTo>
                  <a:pt x="1180080" y="145309"/>
                </a:lnTo>
                <a:cubicBezTo>
                  <a:pt x="1184385" y="141482"/>
                  <a:pt x="1187889" y="136770"/>
                  <a:pt x="1190592" y="131173"/>
                </a:cubicBezTo>
                <a:cubicBezTo>
                  <a:pt x="1193295" y="125576"/>
                  <a:pt x="1194646" y="120050"/>
                  <a:pt x="1194646" y="114597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}">
            <a:extLst xmlns:a="http://schemas.openxmlformats.org/drawingml/2006/main">
              <a:ext uri="{FF2B5EF4-FFF2-40B4-BE49-F238E27FC236}">
                <a16:creationId xmlns:a16="http://schemas.microsoft.com/office/drawing/2014/main" id="{FFE81C48-1D44-4A99-9BEE-8CD0411F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768" y="2112617"/>
            <a:ext cx="47719" cy="140429"/>
          </a:xfrm>
          <a:custGeom xmlns:a="http://schemas.openxmlformats.org/drawingml/2006/main">
            <a:pathLst>
              <a:path w="47719" h="140429">
                <a:moveTo>
                  <a:pt x="0" y="129092"/>
                </a:moveTo>
                <a:lnTo>
                  <a:pt x="2440" y="140429"/>
                </a:lnTo>
                <a:cubicBezTo>
                  <a:pt x="7176" y="140429"/>
                  <a:pt x="11278" y="139413"/>
                  <a:pt x="14746" y="137380"/>
                </a:cubicBezTo>
                <a:cubicBezTo>
                  <a:pt x="18214" y="135346"/>
                  <a:pt x="21025" y="132679"/>
                  <a:pt x="23178" y="129379"/>
                </a:cubicBezTo>
                <a:cubicBezTo>
                  <a:pt x="25330" y="126221"/>
                  <a:pt x="26957" y="122633"/>
                  <a:pt x="28057" y="118615"/>
                </a:cubicBezTo>
                <a:cubicBezTo>
                  <a:pt x="29157" y="114597"/>
                  <a:pt x="29708" y="110722"/>
                  <a:pt x="29708" y="106990"/>
                </a:cubicBezTo>
                <a:lnTo>
                  <a:pt x="29708" y="95294"/>
                </a:lnTo>
                <a:cubicBezTo>
                  <a:pt x="29708" y="93045"/>
                  <a:pt x="29887" y="91024"/>
                  <a:pt x="30246" y="89230"/>
                </a:cubicBezTo>
                <a:cubicBezTo>
                  <a:pt x="30605" y="87436"/>
                  <a:pt x="31143" y="85870"/>
                  <a:pt x="31860" y="84530"/>
                </a:cubicBezTo>
                <a:cubicBezTo>
                  <a:pt x="33200" y="82043"/>
                  <a:pt x="35185" y="80237"/>
                  <a:pt x="37816" y="79113"/>
                </a:cubicBezTo>
                <a:cubicBezTo>
                  <a:pt x="40447" y="77988"/>
                  <a:pt x="43748" y="77426"/>
                  <a:pt x="47719" y="77426"/>
                </a:cubicBezTo>
                <a:lnTo>
                  <a:pt x="47719" y="63075"/>
                </a:lnTo>
                <a:cubicBezTo>
                  <a:pt x="44179" y="63075"/>
                  <a:pt x="41153" y="62620"/>
                  <a:pt x="38641" y="61711"/>
                </a:cubicBezTo>
                <a:cubicBezTo>
                  <a:pt x="36130" y="60802"/>
                  <a:pt x="34180" y="59367"/>
                  <a:pt x="32793" y="57406"/>
                </a:cubicBezTo>
                <a:cubicBezTo>
                  <a:pt x="31741" y="55971"/>
                  <a:pt x="30963" y="54225"/>
                  <a:pt x="30461" y="52168"/>
                </a:cubicBezTo>
                <a:cubicBezTo>
                  <a:pt x="29959" y="50111"/>
                  <a:pt x="29708" y="47743"/>
                  <a:pt x="29708" y="45064"/>
                </a:cubicBezTo>
                <a:lnTo>
                  <a:pt x="29708" y="33367"/>
                </a:lnTo>
                <a:cubicBezTo>
                  <a:pt x="29708" y="29732"/>
                  <a:pt x="29265" y="25964"/>
                  <a:pt x="28380" y="22065"/>
                </a:cubicBezTo>
                <a:cubicBezTo>
                  <a:pt x="27495" y="18167"/>
                  <a:pt x="26000" y="14639"/>
                  <a:pt x="23895" y="11481"/>
                </a:cubicBezTo>
                <a:cubicBezTo>
                  <a:pt x="21695" y="7989"/>
                  <a:pt x="18848" y="5202"/>
                  <a:pt x="15356" y="3121"/>
                </a:cubicBezTo>
                <a:cubicBezTo>
                  <a:pt x="11864" y="1040"/>
                  <a:pt x="7558" y="0"/>
                  <a:pt x="2440" y="0"/>
                </a:cubicBezTo>
                <a:lnTo>
                  <a:pt x="0" y="11266"/>
                </a:lnTo>
                <a:cubicBezTo>
                  <a:pt x="2918" y="11170"/>
                  <a:pt x="5167" y="11780"/>
                  <a:pt x="6745" y="13096"/>
                </a:cubicBezTo>
                <a:cubicBezTo>
                  <a:pt x="8324" y="14411"/>
                  <a:pt x="9472" y="16145"/>
                  <a:pt x="10190" y="18298"/>
                </a:cubicBezTo>
                <a:cubicBezTo>
                  <a:pt x="10907" y="20451"/>
                  <a:pt x="11326" y="22855"/>
                  <a:pt x="11445" y="25510"/>
                </a:cubicBezTo>
                <a:cubicBezTo>
                  <a:pt x="11565" y="28165"/>
                  <a:pt x="11625" y="30784"/>
                  <a:pt x="11625" y="33367"/>
                </a:cubicBezTo>
                <a:lnTo>
                  <a:pt x="11625" y="45064"/>
                </a:lnTo>
                <a:cubicBezTo>
                  <a:pt x="11625" y="48365"/>
                  <a:pt x="12079" y="51486"/>
                  <a:pt x="12988" y="54428"/>
                </a:cubicBezTo>
                <a:cubicBezTo>
                  <a:pt x="13897" y="57370"/>
                  <a:pt x="15308" y="60037"/>
                  <a:pt x="17222" y="62429"/>
                </a:cubicBezTo>
                <a:cubicBezTo>
                  <a:pt x="18513" y="64055"/>
                  <a:pt x="20044" y="65538"/>
                  <a:pt x="21814" y="66878"/>
                </a:cubicBezTo>
                <a:cubicBezTo>
                  <a:pt x="23584" y="68217"/>
                  <a:pt x="25617" y="69366"/>
                  <a:pt x="27914" y="70322"/>
                </a:cubicBezTo>
                <a:cubicBezTo>
                  <a:pt x="25091" y="71518"/>
                  <a:pt x="22663" y="72965"/>
                  <a:pt x="20630" y="74664"/>
                </a:cubicBezTo>
                <a:cubicBezTo>
                  <a:pt x="18597" y="76362"/>
                  <a:pt x="16911" y="78287"/>
                  <a:pt x="15571" y="80440"/>
                </a:cubicBezTo>
                <a:cubicBezTo>
                  <a:pt x="14232" y="82593"/>
                  <a:pt x="13239" y="84913"/>
                  <a:pt x="12593" y="87401"/>
                </a:cubicBezTo>
                <a:cubicBezTo>
                  <a:pt x="11948" y="89888"/>
                  <a:pt x="11625" y="92519"/>
                  <a:pt x="11625" y="95294"/>
                </a:cubicBezTo>
                <a:lnTo>
                  <a:pt x="11625" y="106990"/>
                </a:lnTo>
                <a:cubicBezTo>
                  <a:pt x="11625" y="109574"/>
                  <a:pt x="11457" y="112193"/>
                  <a:pt x="11122" y="114848"/>
                </a:cubicBezTo>
                <a:cubicBezTo>
                  <a:pt x="10788" y="117503"/>
                  <a:pt x="10190" y="119907"/>
                  <a:pt x="9328" y="122059"/>
                </a:cubicBezTo>
                <a:cubicBezTo>
                  <a:pt x="8467" y="124212"/>
                  <a:pt x="7283" y="125946"/>
                  <a:pt x="5776" y="127262"/>
                </a:cubicBezTo>
                <a:cubicBezTo>
                  <a:pt x="4270" y="128577"/>
                  <a:pt x="2344" y="129187"/>
                  <a:pt x="0" y="129092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}">
            <a:extLst xmlns:a="http://schemas.openxmlformats.org/drawingml/2006/main">
              <a:ext uri="{FF2B5EF4-FFF2-40B4-BE49-F238E27FC236}">
                <a16:creationId xmlns:a16="http://schemas.microsoft.com/office/drawing/2014/main" id="{38223FC9-6D45-48D1-96F3-41597FBB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92" y="2288968"/>
            <a:ext cx="47719" cy="140429"/>
          </a:xfrm>
          <a:custGeom xmlns:a="http://schemas.openxmlformats.org/drawingml/2006/main">
            <a:pathLst>
              <a:path w="47719" h="140429">
                <a:moveTo>
                  <a:pt x="0" y="129092"/>
                </a:moveTo>
                <a:lnTo>
                  <a:pt x="2440" y="140429"/>
                </a:lnTo>
                <a:cubicBezTo>
                  <a:pt x="7176" y="140429"/>
                  <a:pt x="11278" y="139413"/>
                  <a:pt x="14746" y="137380"/>
                </a:cubicBezTo>
                <a:cubicBezTo>
                  <a:pt x="18214" y="135346"/>
                  <a:pt x="21025" y="132679"/>
                  <a:pt x="23178" y="129379"/>
                </a:cubicBezTo>
                <a:cubicBezTo>
                  <a:pt x="25330" y="126221"/>
                  <a:pt x="26957" y="122633"/>
                  <a:pt x="28057" y="118615"/>
                </a:cubicBezTo>
                <a:cubicBezTo>
                  <a:pt x="29157" y="114597"/>
                  <a:pt x="29708" y="110722"/>
                  <a:pt x="29708" y="106990"/>
                </a:cubicBezTo>
                <a:lnTo>
                  <a:pt x="29708" y="95294"/>
                </a:lnTo>
                <a:cubicBezTo>
                  <a:pt x="29708" y="93045"/>
                  <a:pt x="29887" y="91024"/>
                  <a:pt x="30246" y="89230"/>
                </a:cubicBezTo>
                <a:cubicBezTo>
                  <a:pt x="30605" y="87436"/>
                  <a:pt x="31143" y="85870"/>
                  <a:pt x="31860" y="84530"/>
                </a:cubicBezTo>
                <a:cubicBezTo>
                  <a:pt x="33200" y="82043"/>
                  <a:pt x="35185" y="80237"/>
                  <a:pt x="37816" y="79113"/>
                </a:cubicBezTo>
                <a:cubicBezTo>
                  <a:pt x="40447" y="77988"/>
                  <a:pt x="43748" y="77426"/>
                  <a:pt x="47719" y="77426"/>
                </a:cubicBezTo>
                <a:lnTo>
                  <a:pt x="47719" y="63075"/>
                </a:lnTo>
                <a:cubicBezTo>
                  <a:pt x="44179" y="63075"/>
                  <a:pt x="41153" y="62620"/>
                  <a:pt x="38641" y="61711"/>
                </a:cubicBezTo>
                <a:cubicBezTo>
                  <a:pt x="36130" y="60802"/>
                  <a:pt x="34180" y="59367"/>
                  <a:pt x="32793" y="57406"/>
                </a:cubicBezTo>
                <a:cubicBezTo>
                  <a:pt x="31741" y="55971"/>
                  <a:pt x="30963" y="54225"/>
                  <a:pt x="30461" y="52168"/>
                </a:cubicBezTo>
                <a:cubicBezTo>
                  <a:pt x="29959" y="50111"/>
                  <a:pt x="29708" y="47743"/>
                  <a:pt x="29708" y="45064"/>
                </a:cubicBezTo>
                <a:lnTo>
                  <a:pt x="29708" y="33367"/>
                </a:lnTo>
                <a:cubicBezTo>
                  <a:pt x="29708" y="29732"/>
                  <a:pt x="29265" y="25964"/>
                  <a:pt x="28380" y="22065"/>
                </a:cubicBezTo>
                <a:cubicBezTo>
                  <a:pt x="27495" y="18167"/>
                  <a:pt x="26000" y="14639"/>
                  <a:pt x="23895" y="11481"/>
                </a:cubicBezTo>
                <a:cubicBezTo>
                  <a:pt x="21695" y="7989"/>
                  <a:pt x="18848" y="5202"/>
                  <a:pt x="15356" y="3121"/>
                </a:cubicBezTo>
                <a:cubicBezTo>
                  <a:pt x="11864" y="1040"/>
                  <a:pt x="7558" y="0"/>
                  <a:pt x="2440" y="0"/>
                </a:cubicBezTo>
                <a:lnTo>
                  <a:pt x="0" y="11266"/>
                </a:lnTo>
                <a:cubicBezTo>
                  <a:pt x="2918" y="11170"/>
                  <a:pt x="5167" y="11780"/>
                  <a:pt x="6745" y="13096"/>
                </a:cubicBezTo>
                <a:cubicBezTo>
                  <a:pt x="8324" y="14411"/>
                  <a:pt x="9472" y="16145"/>
                  <a:pt x="10190" y="18298"/>
                </a:cubicBezTo>
                <a:cubicBezTo>
                  <a:pt x="10907" y="20451"/>
                  <a:pt x="11326" y="22855"/>
                  <a:pt x="11445" y="25510"/>
                </a:cubicBezTo>
                <a:cubicBezTo>
                  <a:pt x="11565" y="28165"/>
                  <a:pt x="11625" y="30784"/>
                  <a:pt x="11625" y="33367"/>
                </a:cubicBezTo>
                <a:lnTo>
                  <a:pt x="11625" y="45064"/>
                </a:lnTo>
                <a:cubicBezTo>
                  <a:pt x="11625" y="48365"/>
                  <a:pt x="12079" y="51486"/>
                  <a:pt x="12988" y="54428"/>
                </a:cubicBezTo>
                <a:cubicBezTo>
                  <a:pt x="13897" y="57370"/>
                  <a:pt x="15308" y="60037"/>
                  <a:pt x="17222" y="62429"/>
                </a:cubicBezTo>
                <a:cubicBezTo>
                  <a:pt x="18513" y="64055"/>
                  <a:pt x="20044" y="65538"/>
                  <a:pt x="21814" y="66878"/>
                </a:cubicBezTo>
                <a:cubicBezTo>
                  <a:pt x="23584" y="68217"/>
                  <a:pt x="25617" y="69366"/>
                  <a:pt x="27914" y="70322"/>
                </a:cubicBezTo>
                <a:cubicBezTo>
                  <a:pt x="25091" y="71518"/>
                  <a:pt x="22663" y="72965"/>
                  <a:pt x="20630" y="74664"/>
                </a:cubicBezTo>
                <a:cubicBezTo>
                  <a:pt x="18597" y="76362"/>
                  <a:pt x="16911" y="78287"/>
                  <a:pt x="15571" y="80440"/>
                </a:cubicBezTo>
                <a:cubicBezTo>
                  <a:pt x="14232" y="82593"/>
                  <a:pt x="13239" y="84913"/>
                  <a:pt x="12593" y="87401"/>
                </a:cubicBezTo>
                <a:cubicBezTo>
                  <a:pt x="11948" y="89888"/>
                  <a:pt x="11625" y="92519"/>
                  <a:pt x="11625" y="95294"/>
                </a:cubicBezTo>
                <a:lnTo>
                  <a:pt x="11625" y="106990"/>
                </a:lnTo>
                <a:cubicBezTo>
                  <a:pt x="11625" y="109574"/>
                  <a:pt x="11457" y="112193"/>
                  <a:pt x="11122" y="114848"/>
                </a:cubicBezTo>
                <a:cubicBezTo>
                  <a:pt x="10788" y="117503"/>
                  <a:pt x="10190" y="119907"/>
                  <a:pt x="9328" y="122059"/>
                </a:cubicBezTo>
                <a:cubicBezTo>
                  <a:pt x="8467" y="124212"/>
                  <a:pt x="7283" y="125946"/>
                  <a:pt x="5776" y="127262"/>
                </a:cubicBezTo>
                <a:cubicBezTo>
                  <a:pt x="4270" y="128577"/>
                  <a:pt x="2344" y="129187"/>
                  <a:pt x="0" y="129092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8FC96C-941F-4FCE-AC70-67C79D45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775" y="1352553"/>
            <a:ext cx="2409473" cy="1589403"/>
          </a:xfrm>
          <a:custGeom xmlns:a="http://schemas.openxmlformats.org/drawingml/2006/main">
            <a:pathLst>
              <a:path w="2409473" h="1589403">
                <a:moveTo>
                  <a:pt x="0" y="0"/>
                </a:moveTo>
                <a:lnTo>
                  <a:pt x="2409473" y="0"/>
                </a:lnTo>
                <a:lnTo>
                  <a:pt x="2409473" y="1589403"/>
                </a:lnTo>
                <a:lnTo>
                  <a:pt x="0" y="15894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struct">
            <a:extLst xmlns:a="http://schemas.openxmlformats.org/drawingml/2006/main">
              <a:ext uri="{FF2B5EF4-FFF2-40B4-BE49-F238E27FC236}">
                <a16:creationId xmlns:a16="http://schemas.microsoft.com/office/drawing/2014/main" id="{E7CE2EE5-AF7B-4352-BD36-5E3C0E4E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3834" y="1473283"/>
            <a:ext cx="511200" cy="98164"/>
          </a:xfrm>
          <a:custGeom xmlns:a="http://schemas.openxmlformats.org/drawingml/2006/main">
            <a:pathLst>
              <a:path w="511200" h="98164">
                <a:moveTo>
                  <a:pt x="51450" y="75345"/>
                </a:moveTo>
                <a:cubicBezTo>
                  <a:pt x="51450" y="76541"/>
                  <a:pt x="51151" y="77642"/>
                  <a:pt x="50553" y="78646"/>
                </a:cubicBezTo>
                <a:cubicBezTo>
                  <a:pt x="49955" y="79651"/>
                  <a:pt x="49058" y="80536"/>
                  <a:pt x="47862" y="81301"/>
                </a:cubicBezTo>
                <a:cubicBezTo>
                  <a:pt x="46618" y="82067"/>
                  <a:pt x="45028" y="82677"/>
                  <a:pt x="43090" y="83131"/>
                </a:cubicBezTo>
                <a:cubicBezTo>
                  <a:pt x="41153" y="83585"/>
                  <a:pt x="38893" y="83813"/>
                  <a:pt x="36309" y="83813"/>
                </a:cubicBezTo>
                <a:cubicBezTo>
                  <a:pt x="34157" y="83813"/>
                  <a:pt x="32064" y="83597"/>
                  <a:pt x="30030" y="83167"/>
                </a:cubicBezTo>
                <a:cubicBezTo>
                  <a:pt x="27997" y="82736"/>
                  <a:pt x="26191" y="82043"/>
                  <a:pt x="24613" y="81086"/>
                </a:cubicBezTo>
                <a:cubicBezTo>
                  <a:pt x="23034" y="80177"/>
                  <a:pt x="21743" y="78969"/>
                  <a:pt x="20738" y="77462"/>
                </a:cubicBezTo>
                <a:cubicBezTo>
                  <a:pt x="19733" y="75955"/>
                  <a:pt x="19159" y="74149"/>
                  <a:pt x="19016" y="72044"/>
                </a:cubicBezTo>
                <a:lnTo>
                  <a:pt x="0" y="72044"/>
                </a:lnTo>
                <a:cubicBezTo>
                  <a:pt x="0" y="75202"/>
                  <a:pt x="777" y="78347"/>
                  <a:pt x="2332" y="81481"/>
                </a:cubicBezTo>
                <a:cubicBezTo>
                  <a:pt x="3887" y="84614"/>
                  <a:pt x="6171" y="87401"/>
                  <a:pt x="9185" y="89840"/>
                </a:cubicBezTo>
                <a:cubicBezTo>
                  <a:pt x="12199" y="92328"/>
                  <a:pt x="15942" y="94337"/>
                  <a:pt x="20415" y="95868"/>
                </a:cubicBezTo>
                <a:cubicBezTo>
                  <a:pt x="24888" y="97399"/>
                  <a:pt x="30042" y="98164"/>
                  <a:pt x="35879" y="98164"/>
                </a:cubicBezTo>
                <a:cubicBezTo>
                  <a:pt x="41189" y="98164"/>
                  <a:pt x="45997" y="97578"/>
                  <a:pt x="50302" y="96406"/>
                </a:cubicBezTo>
                <a:cubicBezTo>
                  <a:pt x="54607" y="95234"/>
                  <a:pt x="58291" y="93596"/>
                  <a:pt x="61353" y="91491"/>
                </a:cubicBezTo>
                <a:cubicBezTo>
                  <a:pt x="64366" y="89386"/>
                  <a:pt x="66699" y="86886"/>
                  <a:pt x="68349" y="83992"/>
                </a:cubicBezTo>
                <a:cubicBezTo>
                  <a:pt x="69999" y="81098"/>
                  <a:pt x="70825" y="77929"/>
                  <a:pt x="70825" y="74484"/>
                </a:cubicBezTo>
                <a:cubicBezTo>
                  <a:pt x="70825" y="70753"/>
                  <a:pt x="69999" y="67536"/>
                  <a:pt x="68349" y="64833"/>
                </a:cubicBezTo>
                <a:cubicBezTo>
                  <a:pt x="66699" y="62130"/>
                  <a:pt x="64414" y="59822"/>
                  <a:pt x="61496" y="57908"/>
                </a:cubicBezTo>
                <a:cubicBezTo>
                  <a:pt x="58578" y="56043"/>
                  <a:pt x="55110" y="54512"/>
                  <a:pt x="51091" y="53316"/>
                </a:cubicBezTo>
                <a:cubicBezTo>
                  <a:pt x="47073" y="52120"/>
                  <a:pt x="42720" y="51139"/>
                  <a:pt x="38031" y="50374"/>
                </a:cubicBezTo>
                <a:cubicBezTo>
                  <a:pt x="34778" y="49895"/>
                  <a:pt x="32099" y="49333"/>
                  <a:pt x="29995" y="48687"/>
                </a:cubicBezTo>
                <a:cubicBezTo>
                  <a:pt x="27890" y="48042"/>
                  <a:pt x="26239" y="47312"/>
                  <a:pt x="25043" y="46499"/>
                </a:cubicBezTo>
                <a:cubicBezTo>
                  <a:pt x="23800" y="45733"/>
                  <a:pt x="22938" y="44860"/>
                  <a:pt x="22460" y="43880"/>
                </a:cubicBezTo>
                <a:cubicBezTo>
                  <a:pt x="21982" y="42899"/>
                  <a:pt x="21743" y="41835"/>
                  <a:pt x="21743" y="40686"/>
                </a:cubicBezTo>
                <a:cubicBezTo>
                  <a:pt x="21743" y="39538"/>
                  <a:pt x="22018" y="38450"/>
                  <a:pt x="22568" y="37422"/>
                </a:cubicBezTo>
                <a:cubicBezTo>
                  <a:pt x="23118" y="36393"/>
                  <a:pt x="23919" y="35496"/>
                  <a:pt x="24972" y="34731"/>
                </a:cubicBezTo>
                <a:cubicBezTo>
                  <a:pt x="26120" y="33870"/>
                  <a:pt x="27603" y="33200"/>
                  <a:pt x="29421" y="32721"/>
                </a:cubicBezTo>
                <a:cubicBezTo>
                  <a:pt x="31238" y="32243"/>
                  <a:pt x="33367" y="32004"/>
                  <a:pt x="35807" y="32004"/>
                </a:cubicBezTo>
                <a:cubicBezTo>
                  <a:pt x="38677" y="32004"/>
                  <a:pt x="41129" y="32363"/>
                  <a:pt x="43162" y="33080"/>
                </a:cubicBezTo>
                <a:cubicBezTo>
                  <a:pt x="45195" y="33798"/>
                  <a:pt x="46810" y="34755"/>
                  <a:pt x="48006" y="35950"/>
                </a:cubicBezTo>
                <a:cubicBezTo>
                  <a:pt x="48867" y="36859"/>
                  <a:pt x="49513" y="37876"/>
                  <a:pt x="49943" y="39000"/>
                </a:cubicBezTo>
                <a:cubicBezTo>
                  <a:pt x="50374" y="40124"/>
                  <a:pt x="50589" y="41332"/>
                  <a:pt x="50589" y="42624"/>
                </a:cubicBezTo>
                <a:lnTo>
                  <a:pt x="70538" y="42624"/>
                </a:lnTo>
                <a:cubicBezTo>
                  <a:pt x="70538" y="39036"/>
                  <a:pt x="69748" y="35711"/>
                  <a:pt x="68170" y="32650"/>
                </a:cubicBezTo>
                <a:cubicBezTo>
                  <a:pt x="66591" y="29588"/>
                  <a:pt x="64319" y="26933"/>
                  <a:pt x="61353" y="24685"/>
                </a:cubicBezTo>
                <a:cubicBezTo>
                  <a:pt x="58339" y="22484"/>
                  <a:pt x="54679" y="20750"/>
                  <a:pt x="50374" y="19482"/>
                </a:cubicBezTo>
                <a:cubicBezTo>
                  <a:pt x="46068" y="18214"/>
                  <a:pt x="41213" y="17581"/>
                  <a:pt x="35807" y="17581"/>
                </a:cubicBezTo>
                <a:cubicBezTo>
                  <a:pt x="30640" y="17581"/>
                  <a:pt x="26000" y="18226"/>
                  <a:pt x="21886" y="19518"/>
                </a:cubicBezTo>
                <a:cubicBezTo>
                  <a:pt x="17772" y="20810"/>
                  <a:pt x="14280" y="22556"/>
                  <a:pt x="11409" y="24756"/>
                </a:cubicBezTo>
                <a:cubicBezTo>
                  <a:pt x="8539" y="26957"/>
                  <a:pt x="6339" y="29516"/>
                  <a:pt x="4808" y="32434"/>
                </a:cubicBezTo>
                <a:cubicBezTo>
                  <a:pt x="3277" y="35352"/>
                  <a:pt x="2512" y="38414"/>
                  <a:pt x="2512" y="41619"/>
                </a:cubicBezTo>
                <a:cubicBezTo>
                  <a:pt x="2512" y="44920"/>
                  <a:pt x="3265" y="47838"/>
                  <a:pt x="4772" y="50374"/>
                </a:cubicBezTo>
                <a:cubicBezTo>
                  <a:pt x="6279" y="52909"/>
                  <a:pt x="8372" y="55134"/>
                  <a:pt x="11051" y="57047"/>
                </a:cubicBezTo>
                <a:cubicBezTo>
                  <a:pt x="13730" y="59009"/>
                  <a:pt x="16947" y="60671"/>
                  <a:pt x="20702" y="62034"/>
                </a:cubicBezTo>
                <a:cubicBezTo>
                  <a:pt x="24457" y="63398"/>
                  <a:pt x="28607" y="64534"/>
                  <a:pt x="33152" y="65443"/>
                </a:cubicBezTo>
                <a:cubicBezTo>
                  <a:pt x="36740" y="66113"/>
                  <a:pt x="39706" y="66782"/>
                  <a:pt x="42050" y="67452"/>
                </a:cubicBezTo>
                <a:cubicBezTo>
                  <a:pt x="44394" y="68122"/>
                  <a:pt x="46284" y="68839"/>
                  <a:pt x="47719" y="69605"/>
                </a:cubicBezTo>
                <a:cubicBezTo>
                  <a:pt x="49106" y="70418"/>
                  <a:pt x="50075" y="71279"/>
                  <a:pt x="50625" y="72188"/>
                </a:cubicBezTo>
                <a:cubicBezTo>
                  <a:pt x="51175" y="73097"/>
                  <a:pt x="51450" y="74149"/>
                  <a:pt x="51450" y="75345"/>
                </a:cubicBezTo>
                <a:close/>
                <a:moveTo>
                  <a:pt x="126136" y="0"/>
                </a:moveTo>
                <a:lnTo>
                  <a:pt x="106187" y="0"/>
                </a:lnTo>
                <a:lnTo>
                  <a:pt x="106187" y="19016"/>
                </a:lnTo>
                <a:lnTo>
                  <a:pt x="88463" y="19016"/>
                </a:lnTo>
                <a:lnTo>
                  <a:pt x="88463" y="33726"/>
                </a:lnTo>
                <a:lnTo>
                  <a:pt x="106187" y="33726"/>
                </a:lnTo>
                <a:lnTo>
                  <a:pt x="106187" y="69031"/>
                </a:lnTo>
                <a:cubicBezTo>
                  <a:pt x="106187" y="74149"/>
                  <a:pt x="106857" y="78539"/>
                  <a:pt x="108196" y="82198"/>
                </a:cubicBezTo>
                <a:cubicBezTo>
                  <a:pt x="109536" y="85858"/>
                  <a:pt x="111449" y="88860"/>
                  <a:pt x="113937" y="91204"/>
                </a:cubicBezTo>
                <a:cubicBezTo>
                  <a:pt x="116377" y="93596"/>
                  <a:pt x="119331" y="95354"/>
                  <a:pt x="122799" y="96478"/>
                </a:cubicBezTo>
                <a:cubicBezTo>
                  <a:pt x="126267" y="97602"/>
                  <a:pt x="130130" y="98164"/>
                  <a:pt x="134388" y="98164"/>
                </a:cubicBezTo>
                <a:cubicBezTo>
                  <a:pt x="136588" y="98164"/>
                  <a:pt x="138825" y="98057"/>
                  <a:pt x="141097" y="97841"/>
                </a:cubicBezTo>
                <a:cubicBezTo>
                  <a:pt x="143369" y="97626"/>
                  <a:pt x="145558" y="97327"/>
                  <a:pt x="147663" y="96944"/>
                </a:cubicBezTo>
                <a:cubicBezTo>
                  <a:pt x="149768" y="96562"/>
                  <a:pt x="151753" y="96071"/>
                  <a:pt x="153619" y="95473"/>
                </a:cubicBezTo>
                <a:cubicBezTo>
                  <a:pt x="155484" y="94875"/>
                  <a:pt x="157111" y="94170"/>
                  <a:pt x="158498" y="93356"/>
                </a:cubicBezTo>
                <a:lnTo>
                  <a:pt x="156561" y="79651"/>
                </a:lnTo>
                <a:cubicBezTo>
                  <a:pt x="155652" y="79890"/>
                  <a:pt x="154563" y="80129"/>
                  <a:pt x="153296" y="80368"/>
                </a:cubicBezTo>
                <a:cubicBezTo>
                  <a:pt x="152028" y="80608"/>
                  <a:pt x="150677" y="80823"/>
                  <a:pt x="149241" y="81014"/>
                </a:cubicBezTo>
                <a:cubicBezTo>
                  <a:pt x="147758" y="81253"/>
                  <a:pt x="146216" y="81445"/>
                  <a:pt x="144613" y="81588"/>
                </a:cubicBezTo>
                <a:cubicBezTo>
                  <a:pt x="143011" y="81732"/>
                  <a:pt x="141444" y="81803"/>
                  <a:pt x="139913" y="81803"/>
                </a:cubicBezTo>
                <a:cubicBezTo>
                  <a:pt x="137808" y="81803"/>
                  <a:pt x="135907" y="81564"/>
                  <a:pt x="134208" y="81086"/>
                </a:cubicBezTo>
                <a:cubicBezTo>
                  <a:pt x="132510" y="80608"/>
                  <a:pt x="131063" y="79794"/>
                  <a:pt x="129867" y="78646"/>
                </a:cubicBezTo>
                <a:cubicBezTo>
                  <a:pt x="128671" y="77546"/>
                  <a:pt x="127750" y="76051"/>
                  <a:pt x="127104" y="74161"/>
                </a:cubicBezTo>
                <a:cubicBezTo>
                  <a:pt x="126458" y="72272"/>
                  <a:pt x="126136" y="69916"/>
                  <a:pt x="126136" y="67093"/>
                </a:cubicBezTo>
                <a:lnTo>
                  <a:pt x="126136" y="33726"/>
                </a:lnTo>
                <a:lnTo>
                  <a:pt x="155126" y="33726"/>
                </a:lnTo>
                <a:lnTo>
                  <a:pt x="155126" y="19016"/>
                </a:lnTo>
                <a:lnTo>
                  <a:pt x="126136" y="19016"/>
                </a:lnTo>
                <a:lnTo>
                  <a:pt x="126136" y="0"/>
                </a:lnTo>
                <a:close/>
                <a:moveTo>
                  <a:pt x="233470" y="17581"/>
                </a:moveTo>
                <a:cubicBezTo>
                  <a:pt x="228256" y="17581"/>
                  <a:pt x="223448" y="18836"/>
                  <a:pt x="219047" y="21348"/>
                </a:cubicBezTo>
                <a:cubicBezTo>
                  <a:pt x="214646" y="23859"/>
                  <a:pt x="210867" y="27316"/>
                  <a:pt x="207709" y="31717"/>
                </a:cubicBezTo>
                <a:lnTo>
                  <a:pt x="207566" y="29995"/>
                </a:lnTo>
                <a:lnTo>
                  <a:pt x="206777" y="19016"/>
                </a:lnTo>
                <a:lnTo>
                  <a:pt x="188191" y="19016"/>
                </a:lnTo>
                <a:lnTo>
                  <a:pt x="188191" y="96657"/>
                </a:lnTo>
                <a:lnTo>
                  <a:pt x="208140" y="96657"/>
                </a:lnTo>
                <a:lnTo>
                  <a:pt x="208140" y="50015"/>
                </a:lnTo>
                <a:cubicBezTo>
                  <a:pt x="209049" y="47814"/>
                  <a:pt x="210197" y="45901"/>
                  <a:pt x="211584" y="44274"/>
                </a:cubicBezTo>
                <a:cubicBezTo>
                  <a:pt x="212972" y="42648"/>
                  <a:pt x="214646" y="41308"/>
                  <a:pt x="216607" y="40256"/>
                </a:cubicBezTo>
                <a:cubicBezTo>
                  <a:pt x="218234" y="39347"/>
                  <a:pt x="220088" y="38665"/>
                  <a:pt x="222169" y="38211"/>
                </a:cubicBezTo>
                <a:cubicBezTo>
                  <a:pt x="224250" y="37756"/>
                  <a:pt x="226582" y="37529"/>
                  <a:pt x="229165" y="37529"/>
                </a:cubicBezTo>
                <a:cubicBezTo>
                  <a:pt x="231653" y="37529"/>
                  <a:pt x="234272" y="37685"/>
                  <a:pt x="237022" y="37996"/>
                </a:cubicBezTo>
                <a:cubicBezTo>
                  <a:pt x="239773" y="38307"/>
                  <a:pt x="242464" y="38773"/>
                  <a:pt x="245095" y="39395"/>
                </a:cubicBezTo>
                <a:lnTo>
                  <a:pt x="248037" y="19518"/>
                </a:lnTo>
                <a:cubicBezTo>
                  <a:pt x="246458" y="19040"/>
                  <a:pt x="244389" y="18597"/>
                  <a:pt x="241830" y="18191"/>
                </a:cubicBezTo>
                <a:cubicBezTo>
                  <a:pt x="239271" y="17784"/>
                  <a:pt x="236484" y="17581"/>
                  <a:pt x="233470" y="17581"/>
                </a:cubicBezTo>
                <a:close/>
                <a:moveTo>
                  <a:pt x="316551" y="96657"/>
                </a:moveTo>
                <a:lnTo>
                  <a:pt x="334634" y="96657"/>
                </a:lnTo>
                <a:lnTo>
                  <a:pt x="334634" y="19016"/>
                </a:lnTo>
                <a:lnTo>
                  <a:pt x="314613" y="19016"/>
                </a:lnTo>
                <a:lnTo>
                  <a:pt x="314613" y="73480"/>
                </a:lnTo>
                <a:cubicBezTo>
                  <a:pt x="313992" y="74723"/>
                  <a:pt x="313250" y="75848"/>
                  <a:pt x="312389" y="76852"/>
                </a:cubicBezTo>
                <a:cubicBezTo>
                  <a:pt x="311528" y="77857"/>
                  <a:pt x="310547" y="78718"/>
                  <a:pt x="309447" y="79435"/>
                </a:cubicBezTo>
                <a:cubicBezTo>
                  <a:pt x="308155" y="80249"/>
                  <a:pt x="306660" y="80871"/>
                  <a:pt x="304962" y="81301"/>
                </a:cubicBezTo>
                <a:cubicBezTo>
                  <a:pt x="303264" y="81732"/>
                  <a:pt x="301362" y="81947"/>
                  <a:pt x="299257" y="81947"/>
                </a:cubicBezTo>
                <a:cubicBezTo>
                  <a:pt x="296913" y="81947"/>
                  <a:pt x="294928" y="81660"/>
                  <a:pt x="293302" y="81086"/>
                </a:cubicBezTo>
                <a:cubicBezTo>
                  <a:pt x="291675" y="80512"/>
                  <a:pt x="290359" y="79555"/>
                  <a:pt x="289355" y="78216"/>
                </a:cubicBezTo>
                <a:cubicBezTo>
                  <a:pt x="288350" y="76924"/>
                  <a:pt x="287621" y="75202"/>
                  <a:pt x="287166" y="73049"/>
                </a:cubicBezTo>
                <a:cubicBezTo>
                  <a:pt x="286712" y="70896"/>
                  <a:pt x="286485" y="68241"/>
                  <a:pt x="286485" y="65084"/>
                </a:cubicBezTo>
                <a:lnTo>
                  <a:pt x="286485" y="19016"/>
                </a:lnTo>
                <a:lnTo>
                  <a:pt x="266536" y="19016"/>
                </a:lnTo>
                <a:lnTo>
                  <a:pt x="266536" y="64940"/>
                </a:lnTo>
                <a:cubicBezTo>
                  <a:pt x="266536" y="70825"/>
                  <a:pt x="267194" y="75860"/>
                  <a:pt x="268509" y="80045"/>
                </a:cubicBezTo>
                <a:cubicBezTo>
                  <a:pt x="269825" y="84231"/>
                  <a:pt x="271679" y="87664"/>
                  <a:pt x="274071" y="90343"/>
                </a:cubicBezTo>
                <a:cubicBezTo>
                  <a:pt x="276462" y="93069"/>
                  <a:pt x="279333" y="95055"/>
                  <a:pt x="282681" y="96298"/>
                </a:cubicBezTo>
                <a:cubicBezTo>
                  <a:pt x="286030" y="97542"/>
                  <a:pt x="289714" y="98164"/>
                  <a:pt x="293732" y="98164"/>
                </a:cubicBezTo>
                <a:cubicBezTo>
                  <a:pt x="298133" y="98164"/>
                  <a:pt x="302187" y="97064"/>
                  <a:pt x="305895" y="94863"/>
                </a:cubicBezTo>
                <a:cubicBezTo>
                  <a:pt x="309602" y="92663"/>
                  <a:pt x="312772" y="89625"/>
                  <a:pt x="315403" y="85750"/>
                </a:cubicBezTo>
                <a:lnTo>
                  <a:pt x="316551" y="96657"/>
                </a:lnTo>
                <a:close/>
                <a:moveTo>
                  <a:pt x="388438" y="82162"/>
                </a:moveTo>
                <a:cubicBezTo>
                  <a:pt x="385232" y="82162"/>
                  <a:pt x="382589" y="81516"/>
                  <a:pt x="380508" y="80225"/>
                </a:cubicBezTo>
                <a:cubicBezTo>
                  <a:pt x="378427" y="78933"/>
                  <a:pt x="376789" y="77211"/>
                  <a:pt x="375593" y="75058"/>
                </a:cubicBezTo>
                <a:cubicBezTo>
                  <a:pt x="374349" y="72953"/>
                  <a:pt x="373488" y="70502"/>
                  <a:pt x="373010" y="67703"/>
                </a:cubicBezTo>
                <a:cubicBezTo>
                  <a:pt x="372531" y="64905"/>
                  <a:pt x="372292" y="61998"/>
                  <a:pt x="372292" y="58985"/>
                </a:cubicBezTo>
                <a:lnTo>
                  <a:pt x="372292" y="56832"/>
                </a:lnTo>
                <a:cubicBezTo>
                  <a:pt x="372292" y="53866"/>
                  <a:pt x="372543" y="50996"/>
                  <a:pt x="373046" y="48221"/>
                </a:cubicBezTo>
                <a:cubicBezTo>
                  <a:pt x="373548" y="45446"/>
                  <a:pt x="374421" y="42983"/>
                  <a:pt x="375665" y="40830"/>
                </a:cubicBezTo>
                <a:cubicBezTo>
                  <a:pt x="376861" y="38677"/>
                  <a:pt x="378487" y="36955"/>
                  <a:pt x="380544" y="35663"/>
                </a:cubicBezTo>
                <a:cubicBezTo>
                  <a:pt x="382601" y="34372"/>
                  <a:pt x="385208" y="33726"/>
                  <a:pt x="388366" y="33726"/>
                </a:cubicBezTo>
                <a:cubicBezTo>
                  <a:pt x="390519" y="33726"/>
                  <a:pt x="392504" y="34097"/>
                  <a:pt x="394322" y="34838"/>
                </a:cubicBezTo>
                <a:cubicBezTo>
                  <a:pt x="396140" y="35580"/>
                  <a:pt x="397694" y="36572"/>
                  <a:pt x="398986" y="37816"/>
                </a:cubicBezTo>
                <a:cubicBezTo>
                  <a:pt x="400278" y="39060"/>
                  <a:pt x="401258" y="40543"/>
                  <a:pt x="401928" y="42265"/>
                </a:cubicBezTo>
                <a:cubicBezTo>
                  <a:pt x="402598" y="43987"/>
                  <a:pt x="402885" y="45805"/>
                  <a:pt x="402789" y="47719"/>
                </a:cubicBezTo>
                <a:lnTo>
                  <a:pt x="421590" y="47719"/>
                </a:lnTo>
                <a:cubicBezTo>
                  <a:pt x="421685" y="43126"/>
                  <a:pt x="420920" y="38976"/>
                  <a:pt x="419293" y="35269"/>
                </a:cubicBezTo>
                <a:cubicBezTo>
                  <a:pt x="417667" y="31561"/>
                  <a:pt x="415394" y="28392"/>
                  <a:pt x="412476" y="25761"/>
                </a:cubicBezTo>
                <a:cubicBezTo>
                  <a:pt x="409510" y="23178"/>
                  <a:pt x="405994" y="21168"/>
                  <a:pt x="401928" y="19733"/>
                </a:cubicBezTo>
                <a:cubicBezTo>
                  <a:pt x="397862" y="18298"/>
                  <a:pt x="393437" y="17581"/>
                  <a:pt x="388653" y="17581"/>
                </a:cubicBezTo>
                <a:cubicBezTo>
                  <a:pt x="382673" y="17581"/>
                  <a:pt x="377423" y="18609"/>
                  <a:pt x="372902" y="20666"/>
                </a:cubicBezTo>
                <a:cubicBezTo>
                  <a:pt x="368381" y="22723"/>
                  <a:pt x="364590" y="25522"/>
                  <a:pt x="361529" y="29062"/>
                </a:cubicBezTo>
                <a:cubicBezTo>
                  <a:pt x="358467" y="32602"/>
                  <a:pt x="356171" y="36752"/>
                  <a:pt x="354640" y="41512"/>
                </a:cubicBezTo>
                <a:cubicBezTo>
                  <a:pt x="353109" y="46272"/>
                  <a:pt x="352344" y="51378"/>
                  <a:pt x="352344" y="56832"/>
                </a:cubicBezTo>
                <a:lnTo>
                  <a:pt x="352344" y="58985"/>
                </a:lnTo>
                <a:cubicBezTo>
                  <a:pt x="352344" y="64438"/>
                  <a:pt x="353121" y="69545"/>
                  <a:pt x="354676" y="74305"/>
                </a:cubicBezTo>
                <a:cubicBezTo>
                  <a:pt x="356230" y="79065"/>
                  <a:pt x="358539" y="83215"/>
                  <a:pt x="361600" y="86755"/>
                </a:cubicBezTo>
                <a:cubicBezTo>
                  <a:pt x="364614" y="90295"/>
                  <a:pt x="368393" y="93081"/>
                  <a:pt x="372938" y="95114"/>
                </a:cubicBezTo>
                <a:cubicBezTo>
                  <a:pt x="377483" y="97148"/>
                  <a:pt x="382769" y="98164"/>
                  <a:pt x="388796" y="98164"/>
                </a:cubicBezTo>
                <a:cubicBezTo>
                  <a:pt x="393245" y="98164"/>
                  <a:pt x="397467" y="97459"/>
                  <a:pt x="401462" y="96047"/>
                </a:cubicBezTo>
                <a:cubicBezTo>
                  <a:pt x="405456" y="94636"/>
                  <a:pt x="408960" y="92687"/>
                  <a:pt x="411974" y="90199"/>
                </a:cubicBezTo>
                <a:cubicBezTo>
                  <a:pt x="414988" y="87712"/>
                  <a:pt x="417368" y="84746"/>
                  <a:pt x="419114" y="81301"/>
                </a:cubicBezTo>
                <a:cubicBezTo>
                  <a:pt x="420860" y="77857"/>
                  <a:pt x="421685" y="74125"/>
                  <a:pt x="421590" y="70107"/>
                </a:cubicBezTo>
                <a:lnTo>
                  <a:pt x="402789" y="70107"/>
                </a:lnTo>
                <a:cubicBezTo>
                  <a:pt x="402885" y="71925"/>
                  <a:pt x="402562" y="73575"/>
                  <a:pt x="401820" y="75058"/>
                </a:cubicBezTo>
                <a:cubicBezTo>
                  <a:pt x="401079" y="76541"/>
                  <a:pt x="400038" y="77809"/>
                  <a:pt x="398699" y="78861"/>
                </a:cubicBezTo>
                <a:cubicBezTo>
                  <a:pt x="397359" y="79914"/>
                  <a:pt x="395805" y="80727"/>
                  <a:pt x="394035" y="81301"/>
                </a:cubicBezTo>
                <a:cubicBezTo>
                  <a:pt x="392265" y="81875"/>
                  <a:pt x="390399" y="82162"/>
                  <a:pt x="388438" y="82162"/>
                </a:cubicBezTo>
                <a:close/>
                <a:moveTo>
                  <a:pt x="478837" y="0"/>
                </a:moveTo>
                <a:lnTo>
                  <a:pt x="458889" y="0"/>
                </a:lnTo>
                <a:lnTo>
                  <a:pt x="458889" y="19016"/>
                </a:lnTo>
                <a:lnTo>
                  <a:pt x="441165" y="19016"/>
                </a:lnTo>
                <a:lnTo>
                  <a:pt x="441165" y="33726"/>
                </a:lnTo>
                <a:lnTo>
                  <a:pt x="458889" y="33726"/>
                </a:lnTo>
                <a:lnTo>
                  <a:pt x="458889" y="69031"/>
                </a:lnTo>
                <a:cubicBezTo>
                  <a:pt x="458889" y="74149"/>
                  <a:pt x="459559" y="78539"/>
                  <a:pt x="460898" y="82198"/>
                </a:cubicBezTo>
                <a:cubicBezTo>
                  <a:pt x="462237" y="85858"/>
                  <a:pt x="464151" y="88860"/>
                  <a:pt x="466639" y="91204"/>
                </a:cubicBezTo>
                <a:cubicBezTo>
                  <a:pt x="469078" y="93596"/>
                  <a:pt x="472032" y="95354"/>
                  <a:pt x="475501" y="96478"/>
                </a:cubicBezTo>
                <a:cubicBezTo>
                  <a:pt x="478969" y="97602"/>
                  <a:pt x="482832" y="98164"/>
                  <a:pt x="487089" y="98164"/>
                </a:cubicBezTo>
                <a:cubicBezTo>
                  <a:pt x="489290" y="98164"/>
                  <a:pt x="491526" y="98057"/>
                  <a:pt x="493799" y="97841"/>
                </a:cubicBezTo>
                <a:cubicBezTo>
                  <a:pt x="496071" y="97626"/>
                  <a:pt x="498260" y="97327"/>
                  <a:pt x="500365" y="96944"/>
                </a:cubicBezTo>
                <a:cubicBezTo>
                  <a:pt x="502469" y="96562"/>
                  <a:pt x="504455" y="96071"/>
                  <a:pt x="506320" y="95473"/>
                </a:cubicBezTo>
                <a:cubicBezTo>
                  <a:pt x="508186" y="94875"/>
                  <a:pt x="509813" y="94170"/>
                  <a:pt x="511200" y="93356"/>
                </a:cubicBezTo>
                <a:lnTo>
                  <a:pt x="509263" y="79651"/>
                </a:lnTo>
                <a:cubicBezTo>
                  <a:pt x="508354" y="79890"/>
                  <a:pt x="507265" y="80129"/>
                  <a:pt x="505998" y="80368"/>
                </a:cubicBezTo>
                <a:cubicBezTo>
                  <a:pt x="504730" y="80608"/>
                  <a:pt x="503378" y="80823"/>
                  <a:pt x="501943" y="81014"/>
                </a:cubicBezTo>
                <a:cubicBezTo>
                  <a:pt x="500460" y="81253"/>
                  <a:pt x="498917" y="81445"/>
                  <a:pt x="497315" y="81588"/>
                </a:cubicBezTo>
                <a:cubicBezTo>
                  <a:pt x="495712" y="81732"/>
                  <a:pt x="494146" y="81803"/>
                  <a:pt x="492615" y="81803"/>
                </a:cubicBezTo>
                <a:cubicBezTo>
                  <a:pt x="490510" y="81803"/>
                  <a:pt x="488608" y="81564"/>
                  <a:pt x="486910" y="81086"/>
                </a:cubicBezTo>
                <a:cubicBezTo>
                  <a:pt x="485212" y="80608"/>
                  <a:pt x="483765" y="79794"/>
                  <a:pt x="482569" y="78646"/>
                </a:cubicBezTo>
                <a:cubicBezTo>
                  <a:pt x="481373" y="77546"/>
                  <a:pt x="480452" y="76051"/>
                  <a:pt x="479806" y="74161"/>
                </a:cubicBezTo>
                <a:cubicBezTo>
                  <a:pt x="479160" y="72272"/>
                  <a:pt x="478837" y="69916"/>
                  <a:pt x="478837" y="67093"/>
                </a:cubicBezTo>
                <a:lnTo>
                  <a:pt x="478837" y="33726"/>
                </a:lnTo>
                <a:lnTo>
                  <a:pt x="507827" y="33726"/>
                </a:lnTo>
                <a:lnTo>
                  <a:pt x="507827" y="19016"/>
                </a:lnTo>
                <a:lnTo>
                  <a:pt x="478837" y="19016"/>
                </a:lnTo>
                <a:lnTo>
                  <a:pt x="478837" y="0"/>
                </a:lnTo>
                <a:close/>
              </a:path>
            </a:pathLst>
          </a:custGeom>
          <a:solidFill xmlns:a="http://schemas.openxmlformats.org/drawingml/2006/main">
            <a:srgbClr val="3F51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Buffer">
            <a:extLst xmlns:a="http://schemas.openxmlformats.org/drawingml/2006/main">
              <a:ext uri="{FF2B5EF4-FFF2-40B4-BE49-F238E27FC236}">
                <a16:creationId xmlns:a16="http://schemas.microsoft.com/office/drawing/2014/main" id="{A35C3A6D-9D57-458B-A4C3-AB8350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1480" y="1456491"/>
            <a:ext cx="512061" cy="114955"/>
          </a:xfrm>
          <a:custGeom xmlns:a="http://schemas.openxmlformats.org/drawingml/2006/main">
            <a:pathLst>
              <a:path w="512061" h="114955">
                <a:moveTo>
                  <a:pt x="0" y="113449"/>
                </a:moveTo>
                <a:lnTo>
                  <a:pt x="38103" y="113449"/>
                </a:lnTo>
                <a:cubicBezTo>
                  <a:pt x="43844" y="113449"/>
                  <a:pt x="49010" y="112803"/>
                  <a:pt x="53603" y="111511"/>
                </a:cubicBezTo>
                <a:cubicBezTo>
                  <a:pt x="58195" y="110219"/>
                  <a:pt x="62094" y="108282"/>
                  <a:pt x="65299" y="105699"/>
                </a:cubicBezTo>
                <a:cubicBezTo>
                  <a:pt x="68504" y="103115"/>
                  <a:pt x="70968" y="99910"/>
                  <a:pt x="72690" y="96083"/>
                </a:cubicBezTo>
                <a:cubicBezTo>
                  <a:pt x="74412" y="92256"/>
                  <a:pt x="75274" y="87831"/>
                  <a:pt x="75274" y="82808"/>
                </a:cubicBezTo>
                <a:cubicBezTo>
                  <a:pt x="75274" y="80177"/>
                  <a:pt x="74927" y="77630"/>
                  <a:pt x="74233" y="75166"/>
                </a:cubicBezTo>
                <a:cubicBezTo>
                  <a:pt x="73539" y="72702"/>
                  <a:pt x="72475" y="70418"/>
                  <a:pt x="71040" y="68313"/>
                </a:cubicBezTo>
                <a:cubicBezTo>
                  <a:pt x="69653" y="66352"/>
                  <a:pt x="67942" y="64630"/>
                  <a:pt x="65909" y="63147"/>
                </a:cubicBezTo>
                <a:cubicBezTo>
                  <a:pt x="63876" y="61664"/>
                  <a:pt x="61137" y="60444"/>
                  <a:pt x="57693" y="59487"/>
                </a:cubicBezTo>
                <a:lnTo>
                  <a:pt x="57693" y="59415"/>
                </a:lnTo>
                <a:cubicBezTo>
                  <a:pt x="59463" y="58745"/>
                  <a:pt x="61078" y="57932"/>
                  <a:pt x="62537" y="56975"/>
                </a:cubicBezTo>
                <a:cubicBezTo>
                  <a:pt x="63996" y="56019"/>
                  <a:pt x="65299" y="54966"/>
                  <a:pt x="66447" y="53818"/>
                </a:cubicBezTo>
                <a:cubicBezTo>
                  <a:pt x="68552" y="51713"/>
                  <a:pt x="70143" y="49261"/>
                  <a:pt x="71219" y="46463"/>
                </a:cubicBezTo>
                <a:cubicBezTo>
                  <a:pt x="72296" y="43664"/>
                  <a:pt x="72858" y="40686"/>
                  <a:pt x="72906" y="37529"/>
                </a:cubicBezTo>
                <a:cubicBezTo>
                  <a:pt x="72906" y="32650"/>
                  <a:pt x="72009" y="28416"/>
                  <a:pt x="70215" y="24828"/>
                </a:cubicBezTo>
                <a:cubicBezTo>
                  <a:pt x="68421" y="21240"/>
                  <a:pt x="65873" y="18274"/>
                  <a:pt x="62572" y="15930"/>
                </a:cubicBezTo>
                <a:cubicBezTo>
                  <a:pt x="59272" y="13586"/>
                  <a:pt x="55289" y="11840"/>
                  <a:pt x="50625" y="10692"/>
                </a:cubicBezTo>
                <a:cubicBezTo>
                  <a:pt x="45961" y="9544"/>
                  <a:pt x="40782" y="8970"/>
                  <a:pt x="35089" y="8970"/>
                </a:cubicBezTo>
                <a:lnTo>
                  <a:pt x="0" y="8970"/>
                </a:lnTo>
                <a:lnTo>
                  <a:pt x="0" y="113449"/>
                </a:lnTo>
                <a:moveTo>
                  <a:pt x="20236" y="67380"/>
                </a:moveTo>
                <a:lnTo>
                  <a:pt x="39036" y="67380"/>
                </a:lnTo>
                <a:cubicBezTo>
                  <a:pt x="41859" y="67428"/>
                  <a:pt x="44298" y="67811"/>
                  <a:pt x="46355" y="68528"/>
                </a:cubicBezTo>
                <a:cubicBezTo>
                  <a:pt x="48412" y="69246"/>
                  <a:pt x="50087" y="70274"/>
                  <a:pt x="51378" y="71614"/>
                </a:cubicBezTo>
                <a:cubicBezTo>
                  <a:pt x="52670" y="72906"/>
                  <a:pt x="53615" y="74484"/>
                  <a:pt x="54213" y="76350"/>
                </a:cubicBezTo>
                <a:cubicBezTo>
                  <a:pt x="54811" y="78216"/>
                  <a:pt x="55110" y="80320"/>
                  <a:pt x="55110" y="82665"/>
                </a:cubicBezTo>
                <a:cubicBezTo>
                  <a:pt x="55110" y="84913"/>
                  <a:pt x="54715" y="86946"/>
                  <a:pt x="53926" y="88764"/>
                </a:cubicBezTo>
                <a:cubicBezTo>
                  <a:pt x="53136" y="90582"/>
                  <a:pt x="51976" y="92137"/>
                  <a:pt x="50445" y="93428"/>
                </a:cubicBezTo>
                <a:cubicBezTo>
                  <a:pt x="49058" y="94576"/>
                  <a:pt x="47324" y="95485"/>
                  <a:pt x="45243" y="96155"/>
                </a:cubicBezTo>
                <a:cubicBezTo>
                  <a:pt x="43162" y="96825"/>
                  <a:pt x="40806" y="97160"/>
                  <a:pt x="38175" y="97160"/>
                </a:cubicBezTo>
                <a:lnTo>
                  <a:pt x="20236" y="97160"/>
                </a:lnTo>
                <a:lnTo>
                  <a:pt x="20236" y="67380"/>
                </a:lnTo>
                <a:moveTo>
                  <a:pt x="20236" y="52813"/>
                </a:moveTo>
                <a:lnTo>
                  <a:pt x="20236" y="25402"/>
                </a:lnTo>
                <a:lnTo>
                  <a:pt x="35161" y="25402"/>
                </a:lnTo>
                <a:cubicBezTo>
                  <a:pt x="38414" y="25450"/>
                  <a:pt x="41249" y="25809"/>
                  <a:pt x="43664" y="26478"/>
                </a:cubicBezTo>
                <a:cubicBezTo>
                  <a:pt x="46080" y="27148"/>
                  <a:pt x="48006" y="28225"/>
                  <a:pt x="49441" y="29708"/>
                </a:cubicBezTo>
                <a:cubicBezTo>
                  <a:pt x="50541" y="30760"/>
                  <a:pt x="51366" y="32076"/>
                  <a:pt x="51917" y="33654"/>
                </a:cubicBezTo>
                <a:cubicBezTo>
                  <a:pt x="52467" y="35233"/>
                  <a:pt x="52742" y="37075"/>
                  <a:pt x="52742" y="39180"/>
                </a:cubicBezTo>
                <a:cubicBezTo>
                  <a:pt x="52742" y="41189"/>
                  <a:pt x="52419" y="42983"/>
                  <a:pt x="51773" y="44561"/>
                </a:cubicBezTo>
                <a:cubicBezTo>
                  <a:pt x="51127" y="46140"/>
                  <a:pt x="50206" y="47480"/>
                  <a:pt x="49010" y="48580"/>
                </a:cubicBezTo>
                <a:cubicBezTo>
                  <a:pt x="47575" y="49967"/>
                  <a:pt x="45686" y="51008"/>
                  <a:pt x="43341" y="51701"/>
                </a:cubicBezTo>
                <a:cubicBezTo>
                  <a:pt x="40997" y="52395"/>
                  <a:pt x="38295" y="52766"/>
                  <a:pt x="35233" y="52813"/>
                </a:cubicBezTo>
                <a:lnTo>
                  <a:pt x="20236" y="52813"/>
                </a:lnTo>
                <a:close/>
                <a:moveTo>
                  <a:pt x="139697" y="113449"/>
                </a:moveTo>
                <a:lnTo>
                  <a:pt x="157780" y="113449"/>
                </a:lnTo>
                <a:lnTo>
                  <a:pt x="157780" y="35807"/>
                </a:lnTo>
                <a:lnTo>
                  <a:pt x="137760" y="35807"/>
                </a:lnTo>
                <a:lnTo>
                  <a:pt x="137760" y="90271"/>
                </a:lnTo>
                <a:cubicBezTo>
                  <a:pt x="137138" y="91515"/>
                  <a:pt x="136397" y="92639"/>
                  <a:pt x="135535" y="93643"/>
                </a:cubicBezTo>
                <a:cubicBezTo>
                  <a:pt x="134674" y="94648"/>
                  <a:pt x="133694" y="95509"/>
                  <a:pt x="132593" y="96227"/>
                </a:cubicBezTo>
                <a:cubicBezTo>
                  <a:pt x="131302" y="97040"/>
                  <a:pt x="129807" y="97662"/>
                  <a:pt x="128109" y="98092"/>
                </a:cubicBezTo>
                <a:cubicBezTo>
                  <a:pt x="126410" y="98523"/>
                  <a:pt x="124509" y="98738"/>
                  <a:pt x="122404" y="98738"/>
                </a:cubicBezTo>
                <a:cubicBezTo>
                  <a:pt x="120060" y="98738"/>
                  <a:pt x="118075" y="98451"/>
                  <a:pt x="116448" y="97877"/>
                </a:cubicBezTo>
                <a:cubicBezTo>
                  <a:pt x="114822" y="97303"/>
                  <a:pt x="113506" y="96346"/>
                  <a:pt x="112501" y="95007"/>
                </a:cubicBezTo>
                <a:cubicBezTo>
                  <a:pt x="111497" y="93715"/>
                  <a:pt x="110767" y="91993"/>
                  <a:pt x="110313" y="89840"/>
                </a:cubicBezTo>
                <a:cubicBezTo>
                  <a:pt x="109858" y="87688"/>
                  <a:pt x="109631" y="85033"/>
                  <a:pt x="109631" y="81875"/>
                </a:cubicBezTo>
                <a:lnTo>
                  <a:pt x="109631" y="35807"/>
                </a:lnTo>
                <a:lnTo>
                  <a:pt x="89682" y="35807"/>
                </a:lnTo>
                <a:lnTo>
                  <a:pt x="89682" y="81732"/>
                </a:lnTo>
                <a:cubicBezTo>
                  <a:pt x="89682" y="87616"/>
                  <a:pt x="90340" y="92651"/>
                  <a:pt x="91656" y="96837"/>
                </a:cubicBezTo>
                <a:cubicBezTo>
                  <a:pt x="92971" y="101023"/>
                  <a:pt x="94825" y="104455"/>
                  <a:pt x="97217" y="107134"/>
                </a:cubicBezTo>
                <a:cubicBezTo>
                  <a:pt x="99609" y="109861"/>
                  <a:pt x="102479" y="111846"/>
                  <a:pt x="105828" y="113090"/>
                </a:cubicBezTo>
                <a:cubicBezTo>
                  <a:pt x="109177" y="114334"/>
                  <a:pt x="112860" y="114955"/>
                  <a:pt x="116879" y="114955"/>
                </a:cubicBezTo>
                <a:cubicBezTo>
                  <a:pt x="121280" y="114955"/>
                  <a:pt x="125334" y="113855"/>
                  <a:pt x="129041" y="111655"/>
                </a:cubicBezTo>
                <a:cubicBezTo>
                  <a:pt x="132749" y="109454"/>
                  <a:pt x="135918" y="106416"/>
                  <a:pt x="138549" y="102541"/>
                </a:cubicBezTo>
                <a:lnTo>
                  <a:pt x="139697" y="113449"/>
                </a:lnTo>
                <a:close/>
                <a:moveTo>
                  <a:pt x="196516" y="113449"/>
                </a:moveTo>
                <a:lnTo>
                  <a:pt x="216536" y="113449"/>
                </a:lnTo>
                <a:lnTo>
                  <a:pt x="216536" y="50517"/>
                </a:lnTo>
                <a:lnTo>
                  <a:pt x="244521" y="50517"/>
                </a:lnTo>
                <a:lnTo>
                  <a:pt x="244521" y="35807"/>
                </a:lnTo>
                <a:lnTo>
                  <a:pt x="216536" y="35807"/>
                </a:lnTo>
                <a:lnTo>
                  <a:pt x="216536" y="31573"/>
                </a:lnTo>
                <a:cubicBezTo>
                  <a:pt x="216536" y="29277"/>
                  <a:pt x="216835" y="27220"/>
                  <a:pt x="217433" y="25402"/>
                </a:cubicBezTo>
                <a:cubicBezTo>
                  <a:pt x="218031" y="23584"/>
                  <a:pt x="218952" y="22053"/>
                  <a:pt x="220196" y="20810"/>
                </a:cubicBezTo>
                <a:cubicBezTo>
                  <a:pt x="221583" y="19327"/>
                  <a:pt x="223449" y="18202"/>
                  <a:pt x="225793" y="17437"/>
                </a:cubicBezTo>
                <a:cubicBezTo>
                  <a:pt x="228137" y="16672"/>
                  <a:pt x="230983" y="16289"/>
                  <a:pt x="234332" y="16289"/>
                </a:cubicBezTo>
                <a:cubicBezTo>
                  <a:pt x="237441" y="16289"/>
                  <a:pt x="240144" y="16432"/>
                  <a:pt x="242440" y="16719"/>
                </a:cubicBezTo>
                <a:cubicBezTo>
                  <a:pt x="244737" y="17007"/>
                  <a:pt x="246794" y="17341"/>
                  <a:pt x="248611" y="17724"/>
                </a:cubicBezTo>
                <a:lnTo>
                  <a:pt x="249903" y="2081"/>
                </a:lnTo>
                <a:cubicBezTo>
                  <a:pt x="248277" y="1794"/>
                  <a:pt x="246710" y="1531"/>
                  <a:pt x="245203" y="1292"/>
                </a:cubicBezTo>
                <a:cubicBezTo>
                  <a:pt x="243696" y="1052"/>
                  <a:pt x="242201" y="837"/>
                  <a:pt x="240718" y="646"/>
                </a:cubicBezTo>
                <a:cubicBezTo>
                  <a:pt x="239235" y="454"/>
                  <a:pt x="237716" y="299"/>
                  <a:pt x="236162" y="179"/>
                </a:cubicBezTo>
                <a:cubicBezTo>
                  <a:pt x="234607" y="60"/>
                  <a:pt x="232992" y="0"/>
                  <a:pt x="231318" y="0"/>
                </a:cubicBezTo>
                <a:cubicBezTo>
                  <a:pt x="226008" y="0"/>
                  <a:pt x="221200" y="682"/>
                  <a:pt x="216895" y="2045"/>
                </a:cubicBezTo>
                <a:cubicBezTo>
                  <a:pt x="212589" y="3408"/>
                  <a:pt x="208930" y="5430"/>
                  <a:pt x="205916" y="8109"/>
                </a:cubicBezTo>
                <a:cubicBezTo>
                  <a:pt x="202902" y="10788"/>
                  <a:pt x="200582" y="14088"/>
                  <a:pt x="198955" y="18011"/>
                </a:cubicBezTo>
                <a:cubicBezTo>
                  <a:pt x="197329" y="21934"/>
                  <a:pt x="196516" y="26455"/>
                  <a:pt x="196516" y="31573"/>
                </a:cubicBezTo>
                <a:lnTo>
                  <a:pt x="196516" y="35807"/>
                </a:lnTo>
                <a:lnTo>
                  <a:pt x="176136" y="35807"/>
                </a:lnTo>
                <a:lnTo>
                  <a:pt x="176136" y="50517"/>
                </a:lnTo>
                <a:lnTo>
                  <a:pt x="196516" y="50517"/>
                </a:lnTo>
                <a:lnTo>
                  <a:pt x="196516" y="113449"/>
                </a:lnTo>
                <a:close/>
                <a:moveTo>
                  <a:pt x="284691" y="113449"/>
                </a:moveTo>
                <a:lnTo>
                  <a:pt x="304711" y="113449"/>
                </a:lnTo>
                <a:lnTo>
                  <a:pt x="304711" y="50517"/>
                </a:lnTo>
                <a:lnTo>
                  <a:pt x="332697" y="50517"/>
                </a:lnTo>
                <a:lnTo>
                  <a:pt x="332697" y="35807"/>
                </a:lnTo>
                <a:lnTo>
                  <a:pt x="304711" y="35807"/>
                </a:lnTo>
                <a:lnTo>
                  <a:pt x="304711" y="31573"/>
                </a:lnTo>
                <a:cubicBezTo>
                  <a:pt x="304711" y="29277"/>
                  <a:pt x="305010" y="27220"/>
                  <a:pt x="305608" y="25402"/>
                </a:cubicBezTo>
                <a:cubicBezTo>
                  <a:pt x="306206" y="23584"/>
                  <a:pt x="307127" y="22053"/>
                  <a:pt x="308371" y="20810"/>
                </a:cubicBezTo>
                <a:cubicBezTo>
                  <a:pt x="309758" y="19327"/>
                  <a:pt x="311624" y="18202"/>
                  <a:pt x="313968" y="17437"/>
                </a:cubicBezTo>
                <a:cubicBezTo>
                  <a:pt x="316312" y="16672"/>
                  <a:pt x="319158" y="16289"/>
                  <a:pt x="322507" y="16289"/>
                </a:cubicBezTo>
                <a:cubicBezTo>
                  <a:pt x="325617" y="16289"/>
                  <a:pt x="328319" y="16432"/>
                  <a:pt x="330616" y="16719"/>
                </a:cubicBezTo>
                <a:cubicBezTo>
                  <a:pt x="332912" y="17007"/>
                  <a:pt x="334969" y="17341"/>
                  <a:pt x="336787" y="17724"/>
                </a:cubicBezTo>
                <a:lnTo>
                  <a:pt x="338078" y="2081"/>
                </a:lnTo>
                <a:cubicBezTo>
                  <a:pt x="336452" y="1794"/>
                  <a:pt x="334885" y="1531"/>
                  <a:pt x="333378" y="1292"/>
                </a:cubicBezTo>
                <a:cubicBezTo>
                  <a:pt x="331871" y="1052"/>
                  <a:pt x="330376" y="837"/>
                  <a:pt x="328893" y="646"/>
                </a:cubicBezTo>
                <a:cubicBezTo>
                  <a:pt x="327410" y="454"/>
                  <a:pt x="325892" y="299"/>
                  <a:pt x="324337" y="179"/>
                </a:cubicBezTo>
                <a:cubicBezTo>
                  <a:pt x="322782" y="60"/>
                  <a:pt x="321168" y="0"/>
                  <a:pt x="319493" y="0"/>
                </a:cubicBezTo>
                <a:cubicBezTo>
                  <a:pt x="314183" y="0"/>
                  <a:pt x="309375" y="682"/>
                  <a:pt x="305070" y="2045"/>
                </a:cubicBezTo>
                <a:cubicBezTo>
                  <a:pt x="300765" y="3408"/>
                  <a:pt x="297105" y="5430"/>
                  <a:pt x="294091" y="8109"/>
                </a:cubicBezTo>
                <a:cubicBezTo>
                  <a:pt x="291077" y="10788"/>
                  <a:pt x="288757" y="14088"/>
                  <a:pt x="287131" y="18011"/>
                </a:cubicBezTo>
                <a:cubicBezTo>
                  <a:pt x="285504" y="21934"/>
                  <a:pt x="284691" y="26455"/>
                  <a:pt x="284691" y="31573"/>
                </a:cubicBezTo>
                <a:lnTo>
                  <a:pt x="284691" y="35807"/>
                </a:lnTo>
                <a:lnTo>
                  <a:pt x="264312" y="35807"/>
                </a:lnTo>
                <a:lnTo>
                  <a:pt x="264312" y="50517"/>
                </a:lnTo>
                <a:lnTo>
                  <a:pt x="284691" y="50517"/>
                </a:lnTo>
                <a:lnTo>
                  <a:pt x="284691" y="113449"/>
                </a:lnTo>
                <a:close/>
                <a:moveTo>
                  <a:pt x="391236" y="114884"/>
                </a:moveTo>
                <a:cubicBezTo>
                  <a:pt x="398747" y="114884"/>
                  <a:pt x="405253" y="113425"/>
                  <a:pt x="410754" y="110506"/>
                </a:cubicBezTo>
                <a:cubicBezTo>
                  <a:pt x="416256" y="107588"/>
                  <a:pt x="420274" y="104335"/>
                  <a:pt x="422810" y="100747"/>
                </a:cubicBezTo>
                <a:lnTo>
                  <a:pt x="412835" y="89984"/>
                </a:lnTo>
                <a:cubicBezTo>
                  <a:pt x="410539" y="92950"/>
                  <a:pt x="407549" y="95174"/>
                  <a:pt x="403866" y="96657"/>
                </a:cubicBezTo>
                <a:cubicBezTo>
                  <a:pt x="400182" y="98140"/>
                  <a:pt x="396379" y="98882"/>
                  <a:pt x="392456" y="98882"/>
                </a:cubicBezTo>
                <a:cubicBezTo>
                  <a:pt x="389682" y="98882"/>
                  <a:pt x="387122" y="98451"/>
                  <a:pt x="384778" y="97590"/>
                </a:cubicBezTo>
                <a:cubicBezTo>
                  <a:pt x="382434" y="96729"/>
                  <a:pt x="380353" y="95509"/>
                  <a:pt x="378535" y="93930"/>
                </a:cubicBezTo>
                <a:cubicBezTo>
                  <a:pt x="376765" y="92400"/>
                  <a:pt x="375354" y="90689"/>
                  <a:pt x="374302" y="88800"/>
                </a:cubicBezTo>
                <a:cubicBezTo>
                  <a:pt x="373249" y="86910"/>
                  <a:pt x="372388" y="84411"/>
                  <a:pt x="371718" y="81301"/>
                </a:cubicBezTo>
                <a:lnTo>
                  <a:pt x="371718" y="81086"/>
                </a:lnTo>
                <a:lnTo>
                  <a:pt x="424388" y="81086"/>
                </a:lnTo>
                <a:lnTo>
                  <a:pt x="424388" y="72619"/>
                </a:lnTo>
                <a:cubicBezTo>
                  <a:pt x="424388" y="66926"/>
                  <a:pt x="423599" y="61723"/>
                  <a:pt x="422020" y="57011"/>
                </a:cubicBezTo>
                <a:cubicBezTo>
                  <a:pt x="420442" y="52299"/>
                  <a:pt x="418145" y="48269"/>
                  <a:pt x="415132" y="44920"/>
                </a:cubicBezTo>
                <a:cubicBezTo>
                  <a:pt x="412070" y="41571"/>
                  <a:pt x="408351" y="38976"/>
                  <a:pt x="403973" y="37134"/>
                </a:cubicBezTo>
                <a:cubicBezTo>
                  <a:pt x="399596" y="35293"/>
                  <a:pt x="394609" y="34372"/>
                  <a:pt x="389012" y="34372"/>
                </a:cubicBezTo>
                <a:cubicBezTo>
                  <a:pt x="383606" y="34372"/>
                  <a:pt x="378607" y="35352"/>
                  <a:pt x="374015" y="37314"/>
                </a:cubicBezTo>
                <a:cubicBezTo>
                  <a:pt x="369422" y="39275"/>
                  <a:pt x="365452" y="42026"/>
                  <a:pt x="362103" y="45566"/>
                </a:cubicBezTo>
                <a:cubicBezTo>
                  <a:pt x="358754" y="49106"/>
                  <a:pt x="356147" y="53328"/>
                  <a:pt x="354281" y="58231"/>
                </a:cubicBezTo>
                <a:cubicBezTo>
                  <a:pt x="352416" y="63135"/>
                  <a:pt x="351483" y="68552"/>
                  <a:pt x="351483" y="74484"/>
                </a:cubicBezTo>
                <a:lnTo>
                  <a:pt x="351483" y="77355"/>
                </a:lnTo>
                <a:cubicBezTo>
                  <a:pt x="351483" y="82569"/>
                  <a:pt x="352428" y="87460"/>
                  <a:pt x="354317" y="92029"/>
                </a:cubicBezTo>
                <a:cubicBezTo>
                  <a:pt x="356207" y="96597"/>
                  <a:pt x="358898" y="100556"/>
                  <a:pt x="362390" y="103905"/>
                </a:cubicBezTo>
                <a:cubicBezTo>
                  <a:pt x="365882" y="107301"/>
                  <a:pt x="370068" y="109980"/>
                  <a:pt x="374947" y="111942"/>
                </a:cubicBezTo>
                <a:cubicBezTo>
                  <a:pt x="379827" y="113903"/>
                  <a:pt x="385257" y="114884"/>
                  <a:pt x="391236" y="114884"/>
                </a:cubicBezTo>
                <a:moveTo>
                  <a:pt x="388868" y="50517"/>
                </a:moveTo>
                <a:cubicBezTo>
                  <a:pt x="391404" y="50517"/>
                  <a:pt x="393640" y="50912"/>
                  <a:pt x="395578" y="51701"/>
                </a:cubicBezTo>
                <a:cubicBezTo>
                  <a:pt x="397515" y="52491"/>
                  <a:pt x="399154" y="53555"/>
                  <a:pt x="400493" y="54894"/>
                </a:cubicBezTo>
                <a:cubicBezTo>
                  <a:pt x="401833" y="56282"/>
                  <a:pt x="402885" y="57908"/>
                  <a:pt x="403650" y="59774"/>
                </a:cubicBezTo>
                <a:cubicBezTo>
                  <a:pt x="404416" y="61640"/>
                  <a:pt x="404799" y="63625"/>
                  <a:pt x="404799" y="65730"/>
                </a:cubicBezTo>
                <a:lnTo>
                  <a:pt x="404799" y="67308"/>
                </a:lnTo>
                <a:lnTo>
                  <a:pt x="372077" y="67308"/>
                </a:lnTo>
                <a:cubicBezTo>
                  <a:pt x="372556" y="64773"/>
                  <a:pt x="373273" y="62477"/>
                  <a:pt x="374230" y="60420"/>
                </a:cubicBezTo>
                <a:cubicBezTo>
                  <a:pt x="375187" y="58363"/>
                  <a:pt x="376383" y="56593"/>
                  <a:pt x="377818" y="55110"/>
                </a:cubicBezTo>
                <a:cubicBezTo>
                  <a:pt x="379205" y="53627"/>
                  <a:pt x="380832" y="52491"/>
                  <a:pt x="382697" y="51701"/>
                </a:cubicBezTo>
                <a:cubicBezTo>
                  <a:pt x="384563" y="50912"/>
                  <a:pt x="386620" y="50517"/>
                  <a:pt x="388868" y="50517"/>
                </a:cubicBezTo>
                <a:close/>
                <a:moveTo>
                  <a:pt x="497495" y="34372"/>
                </a:moveTo>
                <a:cubicBezTo>
                  <a:pt x="492280" y="34372"/>
                  <a:pt x="487472" y="35628"/>
                  <a:pt x="483071" y="38139"/>
                </a:cubicBezTo>
                <a:cubicBezTo>
                  <a:pt x="478670" y="40651"/>
                  <a:pt x="474891" y="44107"/>
                  <a:pt x="471734" y="48508"/>
                </a:cubicBezTo>
                <a:lnTo>
                  <a:pt x="471590" y="46786"/>
                </a:lnTo>
                <a:lnTo>
                  <a:pt x="470801" y="35807"/>
                </a:lnTo>
                <a:lnTo>
                  <a:pt x="452216" y="35807"/>
                </a:lnTo>
                <a:lnTo>
                  <a:pt x="452216" y="113449"/>
                </a:lnTo>
                <a:lnTo>
                  <a:pt x="472164" y="113449"/>
                </a:lnTo>
                <a:lnTo>
                  <a:pt x="472164" y="66806"/>
                </a:lnTo>
                <a:cubicBezTo>
                  <a:pt x="473073" y="64606"/>
                  <a:pt x="474221" y="62692"/>
                  <a:pt x="475609" y="61066"/>
                </a:cubicBezTo>
                <a:cubicBezTo>
                  <a:pt x="476996" y="59439"/>
                  <a:pt x="478670" y="58100"/>
                  <a:pt x="480632" y="57047"/>
                </a:cubicBezTo>
                <a:cubicBezTo>
                  <a:pt x="482258" y="56138"/>
                  <a:pt x="484112" y="55457"/>
                  <a:pt x="486193" y="55002"/>
                </a:cubicBezTo>
                <a:cubicBezTo>
                  <a:pt x="488274" y="54548"/>
                  <a:pt x="490606" y="54320"/>
                  <a:pt x="493189" y="54320"/>
                </a:cubicBezTo>
                <a:cubicBezTo>
                  <a:pt x="495677" y="54320"/>
                  <a:pt x="498296" y="54476"/>
                  <a:pt x="501047" y="54787"/>
                </a:cubicBezTo>
                <a:cubicBezTo>
                  <a:pt x="503797" y="55098"/>
                  <a:pt x="506488" y="55564"/>
                  <a:pt x="509119" y="56186"/>
                </a:cubicBezTo>
                <a:lnTo>
                  <a:pt x="512061" y="36309"/>
                </a:lnTo>
                <a:cubicBezTo>
                  <a:pt x="510483" y="35831"/>
                  <a:pt x="508414" y="35388"/>
                  <a:pt x="505854" y="34982"/>
                </a:cubicBezTo>
                <a:cubicBezTo>
                  <a:pt x="503295" y="34575"/>
                  <a:pt x="500508" y="34372"/>
                  <a:pt x="497495" y="34372"/>
                </a:cubicBezTo>
                <a:close/>
              </a:path>
            </a:pathLst>
          </a:custGeom>
          <a:solidFill xmlns:a="http://schemas.openxmlformats.org/drawingml/2006/main">
            <a:srgbClr val="9C2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{">
            <a:extLst xmlns:a="http://schemas.openxmlformats.org/drawingml/2006/main">
              <a:ext uri="{FF2B5EF4-FFF2-40B4-BE49-F238E27FC236}">
                <a16:creationId xmlns:a16="http://schemas.microsoft.com/office/drawing/2014/main" id="{052A7006-1504-4F9A-BF93-84333486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1541" y="1455343"/>
            <a:ext cx="47719" cy="140429"/>
          </a:xfrm>
          <a:custGeom xmlns:a="http://schemas.openxmlformats.org/drawingml/2006/main">
            <a:pathLst>
              <a:path w="47719" h="140429">
                <a:moveTo>
                  <a:pt x="45279" y="140429"/>
                </a:moveTo>
                <a:lnTo>
                  <a:pt x="47719" y="129092"/>
                </a:lnTo>
                <a:cubicBezTo>
                  <a:pt x="45327" y="129187"/>
                  <a:pt x="43377" y="128577"/>
                  <a:pt x="41870" y="127262"/>
                </a:cubicBezTo>
                <a:cubicBezTo>
                  <a:pt x="40364" y="125946"/>
                  <a:pt x="39180" y="124212"/>
                  <a:pt x="38318" y="122059"/>
                </a:cubicBezTo>
                <a:cubicBezTo>
                  <a:pt x="37457" y="119907"/>
                  <a:pt x="36871" y="117503"/>
                  <a:pt x="36560" y="114848"/>
                </a:cubicBezTo>
                <a:cubicBezTo>
                  <a:pt x="36249" y="112193"/>
                  <a:pt x="36094" y="109574"/>
                  <a:pt x="36094" y="106990"/>
                </a:cubicBezTo>
                <a:lnTo>
                  <a:pt x="36094" y="95294"/>
                </a:lnTo>
                <a:cubicBezTo>
                  <a:pt x="36094" y="89601"/>
                  <a:pt x="34707" y="84578"/>
                  <a:pt x="31932" y="80225"/>
                </a:cubicBezTo>
                <a:cubicBezTo>
                  <a:pt x="29157" y="75872"/>
                  <a:pt x="24804" y="72547"/>
                  <a:pt x="18872" y="70251"/>
                </a:cubicBezTo>
                <a:cubicBezTo>
                  <a:pt x="24756" y="67954"/>
                  <a:pt x="29098" y="64606"/>
                  <a:pt x="31896" y="60204"/>
                </a:cubicBezTo>
                <a:cubicBezTo>
                  <a:pt x="34695" y="55803"/>
                  <a:pt x="36094" y="50756"/>
                  <a:pt x="36094" y="45064"/>
                </a:cubicBezTo>
                <a:lnTo>
                  <a:pt x="36094" y="33367"/>
                </a:lnTo>
                <a:cubicBezTo>
                  <a:pt x="36094" y="30784"/>
                  <a:pt x="36154" y="28165"/>
                  <a:pt x="36273" y="25510"/>
                </a:cubicBezTo>
                <a:cubicBezTo>
                  <a:pt x="36393" y="22855"/>
                  <a:pt x="36812" y="20451"/>
                  <a:pt x="37529" y="18298"/>
                </a:cubicBezTo>
                <a:cubicBezTo>
                  <a:pt x="38247" y="16145"/>
                  <a:pt x="39395" y="14411"/>
                  <a:pt x="40973" y="13096"/>
                </a:cubicBezTo>
                <a:cubicBezTo>
                  <a:pt x="42552" y="11780"/>
                  <a:pt x="44801" y="11170"/>
                  <a:pt x="47719" y="11266"/>
                </a:cubicBezTo>
                <a:lnTo>
                  <a:pt x="45279" y="0"/>
                </a:lnTo>
                <a:cubicBezTo>
                  <a:pt x="40639" y="0"/>
                  <a:pt x="36644" y="885"/>
                  <a:pt x="33295" y="2655"/>
                </a:cubicBezTo>
                <a:cubicBezTo>
                  <a:pt x="29947" y="4425"/>
                  <a:pt x="27244" y="6697"/>
                  <a:pt x="25187" y="9472"/>
                </a:cubicBezTo>
                <a:cubicBezTo>
                  <a:pt x="22699" y="12677"/>
                  <a:pt x="20881" y="16444"/>
                  <a:pt x="19733" y="20774"/>
                </a:cubicBezTo>
                <a:cubicBezTo>
                  <a:pt x="18585" y="25103"/>
                  <a:pt x="18011" y="29301"/>
                  <a:pt x="18011" y="33367"/>
                </a:cubicBezTo>
                <a:lnTo>
                  <a:pt x="18011" y="45064"/>
                </a:lnTo>
                <a:cubicBezTo>
                  <a:pt x="18011" y="51522"/>
                  <a:pt x="16528" y="56138"/>
                  <a:pt x="13562" y="58913"/>
                </a:cubicBezTo>
                <a:cubicBezTo>
                  <a:pt x="10596" y="61687"/>
                  <a:pt x="6075" y="63075"/>
                  <a:pt x="0" y="63075"/>
                </a:cubicBezTo>
                <a:lnTo>
                  <a:pt x="0" y="77426"/>
                </a:lnTo>
                <a:cubicBezTo>
                  <a:pt x="6075" y="77426"/>
                  <a:pt x="10596" y="78814"/>
                  <a:pt x="13562" y="81588"/>
                </a:cubicBezTo>
                <a:cubicBezTo>
                  <a:pt x="16528" y="84363"/>
                  <a:pt x="18011" y="88931"/>
                  <a:pt x="18011" y="95294"/>
                </a:cubicBezTo>
                <a:lnTo>
                  <a:pt x="18011" y="106990"/>
                </a:lnTo>
                <a:cubicBezTo>
                  <a:pt x="18011" y="110770"/>
                  <a:pt x="18525" y="114633"/>
                  <a:pt x="19554" y="118579"/>
                </a:cubicBezTo>
                <a:cubicBezTo>
                  <a:pt x="20582" y="122526"/>
                  <a:pt x="22245" y="126150"/>
                  <a:pt x="24541" y="129450"/>
                </a:cubicBezTo>
                <a:cubicBezTo>
                  <a:pt x="26694" y="132608"/>
                  <a:pt x="29504" y="135227"/>
                  <a:pt x="32973" y="137308"/>
                </a:cubicBezTo>
                <a:cubicBezTo>
                  <a:pt x="36441" y="139389"/>
                  <a:pt x="40543" y="140429"/>
                  <a:pt x="45279" y="140429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uint8_t*buffer;">
            <a:extLst xmlns:a="http://schemas.openxmlformats.org/drawingml/2006/main">
              <a:ext uri="{FF2B5EF4-FFF2-40B4-BE49-F238E27FC236}">
                <a16:creationId xmlns:a16="http://schemas.microsoft.com/office/drawing/2014/main" id="{94A2CD79-59B7-4B7B-AA4B-F8CDED23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8546" y="1632842"/>
            <a:ext cx="1373652" cy="142582"/>
          </a:xfrm>
          <a:custGeom xmlns:a="http://schemas.openxmlformats.org/drawingml/2006/main">
            <a:pathLst>
              <a:path w="1373652" h="142582">
                <a:moveTo>
                  <a:pt x="50015" y="113449"/>
                </a:moveTo>
                <a:lnTo>
                  <a:pt x="68098" y="113449"/>
                </a:lnTo>
                <a:lnTo>
                  <a:pt x="68098" y="35807"/>
                </a:lnTo>
                <a:lnTo>
                  <a:pt x="48077" y="35807"/>
                </a:lnTo>
                <a:lnTo>
                  <a:pt x="48077" y="90271"/>
                </a:lnTo>
                <a:cubicBezTo>
                  <a:pt x="47456" y="91515"/>
                  <a:pt x="46714" y="92639"/>
                  <a:pt x="45853" y="93643"/>
                </a:cubicBezTo>
                <a:cubicBezTo>
                  <a:pt x="44992" y="94648"/>
                  <a:pt x="44011" y="95509"/>
                  <a:pt x="42911" y="96227"/>
                </a:cubicBezTo>
                <a:cubicBezTo>
                  <a:pt x="41619" y="97040"/>
                  <a:pt x="40124" y="97662"/>
                  <a:pt x="38426" y="98092"/>
                </a:cubicBezTo>
                <a:cubicBezTo>
                  <a:pt x="36728" y="98523"/>
                  <a:pt x="34826" y="98738"/>
                  <a:pt x="32721" y="98738"/>
                </a:cubicBezTo>
                <a:cubicBezTo>
                  <a:pt x="30377" y="98738"/>
                  <a:pt x="28392" y="98451"/>
                  <a:pt x="26766" y="97877"/>
                </a:cubicBezTo>
                <a:cubicBezTo>
                  <a:pt x="25139" y="97303"/>
                  <a:pt x="23823" y="96346"/>
                  <a:pt x="22819" y="95007"/>
                </a:cubicBezTo>
                <a:cubicBezTo>
                  <a:pt x="21814" y="93715"/>
                  <a:pt x="21085" y="91993"/>
                  <a:pt x="20630" y="89840"/>
                </a:cubicBezTo>
                <a:cubicBezTo>
                  <a:pt x="20176" y="87688"/>
                  <a:pt x="19949" y="85033"/>
                  <a:pt x="19949" y="81875"/>
                </a:cubicBezTo>
                <a:lnTo>
                  <a:pt x="19949" y="35807"/>
                </a:lnTo>
                <a:lnTo>
                  <a:pt x="0" y="35807"/>
                </a:lnTo>
                <a:lnTo>
                  <a:pt x="0" y="81732"/>
                </a:lnTo>
                <a:cubicBezTo>
                  <a:pt x="0" y="87616"/>
                  <a:pt x="658" y="92651"/>
                  <a:pt x="1973" y="96837"/>
                </a:cubicBezTo>
                <a:cubicBezTo>
                  <a:pt x="3289" y="101023"/>
                  <a:pt x="5143" y="104455"/>
                  <a:pt x="7535" y="107134"/>
                </a:cubicBezTo>
                <a:cubicBezTo>
                  <a:pt x="9926" y="109861"/>
                  <a:pt x="12797" y="111846"/>
                  <a:pt x="16145" y="113090"/>
                </a:cubicBezTo>
                <a:cubicBezTo>
                  <a:pt x="19494" y="114334"/>
                  <a:pt x="23178" y="114955"/>
                  <a:pt x="27196" y="114955"/>
                </a:cubicBezTo>
                <a:cubicBezTo>
                  <a:pt x="31597" y="114955"/>
                  <a:pt x="35651" y="113855"/>
                  <a:pt x="39359" y="111655"/>
                </a:cubicBezTo>
                <a:cubicBezTo>
                  <a:pt x="43066" y="109454"/>
                  <a:pt x="46236" y="106416"/>
                  <a:pt x="48867" y="102541"/>
                </a:cubicBezTo>
                <a:lnTo>
                  <a:pt x="50015" y="113449"/>
                </a:lnTo>
                <a:close/>
                <a:moveTo>
                  <a:pt x="92840" y="35807"/>
                </a:moveTo>
                <a:lnTo>
                  <a:pt x="92840" y="52096"/>
                </a:lnTo>
                <a:lnTo>
                  <a:pt x="114941" y="52096"/>
                </a:lnTo>
                <a:lnTo>
                  <a:pt x="114941" y="97231"/>
                </a:lnTo>
                <a:lnTo>
                  <a:pt x="92840" y="97231"/>
                </a:lnTo>
                <a:lnTo>
                  <a:pt x="92840" y="113449"/>
                </a:lnTo>
                <a:lnTo>
                  <a:pt x="156130" y="113449"/>
                </a:lnTo>
                <a:lnTo>
                  <a:pt x="156130" y="97231"/>
                </a:lnTo>
                <a:lnTo>
                  <a:pt x="135105" y="97231"/>
                </a:lnTo>
                <a:lnTo>
                  <a:pt x="135105" y="35807"/>
                </a:lnTo>
                <a:lnTo>
                  <a:pt x="92840" y="35807"/>
                </a:lnTo>
                <a:moveTo>
                  <a:pt x="113506" y="15930"/>
                </a:moveTo>
                <a:cubicBezTo>
                  <a:pt x="113506" y="17461"/>
                  <a:pt x="113781" y="18884"/>
                  <a:pt x="114331" y="20200"/>
                </a:cubicBezTo>
                <a:cubicBezTo>
                  <a:pt x="114881" y="21515"/>
                  <a:pt x="115658" y="22628"/>
                  <a:pt x="116663" y="23536"/>
                </a:cubicBezTo>
                <a:cubicBezTo>
                  <a:pt x="117668" y="24493"/>
                  <a:pt x="118876" y="25235"/>
                  <a:pt x="120287" y="25761"/>
                </a:cubicBezTo>
                <a:cubicBezTo>
                  <a:pt x="121698" y="26287"/>
                  <a:pt x="123265" y="26550"/>
                  <a:pt x="124987" y="26550"/>
                </a:cubicBezTo>
                <a:cubicBezTo>
                  <a:pt x="128527" y="26550"/>
                  <a:pt x="131337" y="25558"/>
                  <a:pt x="133418" y="23572"/>
                </a:cubicBezTo>
                <a:cubicBezTo>
                  <a:pt x="135499" y="21587"/>
                  <a:pt x="136540" y="19040"/>
                  <a:pt x="136540" y="15930"/>
                </a:cubicBezTo>
                <a:cubicBezTo>
                  <a:pt x="136540" y="12821"/>
                  <a:pt x="135499" y="10273"/>
                  <a:pt x="133418" y="8288"/>
                </a:cubicBezTo>
                <a:cubicBezTo>
                  <a:pt x="131337" y="6303"/>
                  <a:pt x="128527" y="5310"/>
                  <a:pt x="124987" y="5310"/>
                </a:cubicBezTo>
                <a:cubicBezTo>
                  <a:pt x="123265" y="5310"/>
                  <a:pt x="121698" y="5573"/>
                  <a:pt x="120287" y="6099"/>
                </a:cubicBezTo>
                <a:cubicBezTo>
                  <a:pt x="118876" y="6626"/>
                  <a:pt x="117668" y="7343"/>
                  <a:pt x="116663" y="8252"/>
                </a:cubicBezTo>
                <a:cubicBezTo>
                  <a:pt x="115658" y="9209"/>
                  <a:pt x="114881" y="10345"/>
                  <a:pt x="114331" y="11661"/>
                </a:cubicBezTo>
                <a:cubicBezTo>
                  <a:pt x="113781" y="12976"/>
                  <a:pt x="113506" y="14399"/>
                  <a:pt x="113506" y="15930"/>
                </a:cubicBezTo>
                <a:close/>
                <a:moveTo>
                  <a:pt x="175705" y="113449"/>
                </a:moveTo>
                <a:lnTo>
                  <a:pt x="195725" y="113449"/>
                </a:lnTo>
                <a:lnTo>
                  <a:pt x="195725" y="58267"/>
                </a:lnTo>
                <a:cubicBezTo>
                  <a:pt x="196395" y="57215"/>
                  <a:pt x="197137" y="56258"/>
                  <a:pt x="197950" y="55397"/>
                </a:cubicBezTo>
                <a:cubicBezTo>
                  <a:pt x="198763" y="54536"/>
                  <a:pt x="199672" y="53794"/>
                  <a:pt x="200677" y="53172"/>
                </a:cubicBezTo>
                <a:cubicBezTo>
                  <a:pt x="201920" y="52311"/>
                  <a:pt x="203344" y="51665"/>
                  <a:pt x="204946" y="51235"/>
                </a:cubicBezTo>
                <a:cubicBezTo>
                  <a:pt x="206549" y="50804"/>
                  <a:pt x="208307" y="50589"/>
                  <a:pt x="210220" y="50589"/>
                </a:cubicBezTo>
                <a:cubicBezTo>
                  <a:pt x="212517" y="50589"/>
                  <a:pt x="214574" y="50816"/>
                  <a:pt x="216392" y="51271"/>
                </a:cubicBezTo>
                <a:cubicBezTo>
                  <a:pt x="218209" y="51725"/>
                  <a:pt x="219764" y="52526"/>
                  <a:pt x="221056" y="53675"/>
                </a:cubicBezTo>
                <a:cubicBezTo>
                  <a:pt x="222347" y="54823"/>
                  <a:pt x="223340" y="56389"/>
                  <a:pt x="224034" y="58375"/>
                </a:cubicBezTo>
                <a:cubicBezTo>
                  <a:pt x="224727" y="60360"/>
                  <a:pt x="225074" y="62883"/>
                  <a:pt x="225074" y="65945"/>
                </a:cubicBezTo>
                <a:lnTo>
                  <a:pt x="225074" y="113449"/>
                </a:lnTo>
                <a:lnTo>
                  <a:pt x="245023" y="113449"/>
                </a:lnTo>
                <a:lnTo>
                  <a:pt x="245023" y="65658"/>
                </a:lnTo>
                <a:cubicBezTo>
                  <a:pt x="245023" y="60013"/>
                  <a:pt x="244365" y="55217"/>
                  <a:pt x="243049" y="51271"/>
                </a:cubicBezTo>
                <a:cubicBezTo>
                  <a:pt x="241734" y="47324"/>
                  <a:pt x="239904" y="44083"/>
                  <a:pt x="237560" y="41548"/>
                </a:cubicBezTo>
                <a:cubicBezTo>
                  <a:pt x="235168" y="39060"/>
                  <a:pt x="232346" y="37242"/>
                  <a:pt x="229093" y="36094"/>
                </a:cubicBezTo>
                <a:cubicBezTo>
                  <a:pt x="225840" y="34946"/>
                  <a:pt x="222252" y="34372"/>
                  <a:pt x="218329" y="34372"/>
                </a:cubicBezTo>
                <a:cubicBezTo>
                  <a:pt x="215267" y="34372"/>
                  <a:pt x="212373" y="34802"/>
                  <a:pt x="209646" y="35663"/>
                </a:cubicBezTo>
                <a:cubicBezTo>
                  <a:pt x="206920" y="36525"/>
                  <a:pt x="204408" y="37768"/>
                  <a:pt x="202112" y="39395"/>
                </a:cubicBezTo>
                <a:cubicBezTo>
                  <a:pt x="200772" y="40352"/>
                  <a:pt x="199505" y="41428"/>
                  <a:pt x="198309" y="42624"/>
                </a:cubicBezTo>
                <a:cubicBezTo>
                  <a:pt x="197113" y="43820"/>
                  <a:pt x="196012" y="45135"/>
                  <a:pt x="195008" y="46571"/>
                </a:cubicBezTo>
                <a:lnTo>
                  <a:pt x="193788" y="35807"/>
                </a:lnTo>
                <a:lnTo>
                  <a:pt x="175705" y="35807"/>
                </a:lnTo>
                <a:lnTo>
                  <a:pt x="175705" y="113449"/>
                </a:lnTo>
                <a:close/>
                <a:moveTo>
                  <a:pt x="300477" y="16791"/>
                </a:moveTo>
                <a:lnTo>
                  <a:pt x="280528" y="16791"/>
                </a:lnTo>
                <a:lnTo>
                  <a:pt x="280528" y="35807"/>
                </a:lnTo>
                <a:lnTo>
                  <a:pt x="262804" y="35807"/>
                </a:lnTo>
                <a:lnTo>
                  <a:pt x="262804" y="50517"/>
                </a:lnTo>
                <a:lnTo>
                  <a:pt x="280528" y="50517"/>
                </a:lnTo>
                <a:lnTo>
                  <a:pt x="280528" y="85822"/>
                </a:lnTo>
                <a:cubicBezTo>
                  <a:pt x="280528" y="90941"/>
                  <a:pt x="281198" y="95330"/>
                  <a:pt x="282537" y="98989"/>
                </a:cubicBezTo>
                <a:cubicBezTo>
                  <a:pt x="283877" y="102649"/>
                  <a:pt x="285790" y="105651"/>
                  <a:pt x="288278" y="107995"/>
                </a:cubicBezTo>
                <a:cubicBezTo>
                  <a:pt x="290718" y="110387"/>
                  <a:pt x="293672" y="112145"/>
                  <a:pt x="297140" y="113269"/>
                </a:cubicBezTo>
                <a:cubicBezTo>
                  <a:pt x="300608" y="114393"/>
                  <a:pt x="304471" y="114955"/>
                  <a:pt x="308729" y="114955"/>
                </a:cubicBezTo>
                <a:cubicBezTo>
                  <a:pt x="310929" y="114955"/>
                  <a:pt x="313166" y="114848"/>
                  <a:pt x="315438" y="114633"/>
                </a:cubicBezTo>
                <a:cubicBezTo>
                  <a:pt x="317710" y="114417"/>
                  <a:pt x="319899" y="114118"/>
                  <a:pt x="322004" y="113736"/>
                </a:cubicBezTo>
                <a:cubicBezTo>
                  <a:pt x="324109" y="113353"/>
                  <a:pt x="326094" y="112862"/>
                  <a:pt x="327960" y="112265"/>
                </a:cubicBezTo>
                <a:cubicBezTo>
                  <a:pt x="329825" y="111667"/>
                  <a:pt x="331452" y="110961"/>
                  <a:pt x="332839" y="110148"/>
                </a:cubicBezTo>
                <a:lnTo>
                  <a:pt x="330902" y="96442"/>
                </a:lnTo>
                <a:cubicBezTo>
                  <a:pt x="329993" y="96681"/>
                  <a:pt x="328905" y="96920"/>
                  <a:pt x="327637" y="97160"/>
                </a:cubicBezTo>
                <a:cubicBezTo>
                  <a:pt x="326369" y="97399"/>
                  <a:pt x="325018" y="97614"/>
                  <a:pt x="323583" y="97805"/>
                </a:cubicBezTo>
                <a:cubicBezTo>
                  <a:pt x="322100" y="98045"/>
                  <a:pt x="320557" y="98236"/>
                  <a:pt x="318954" y="98379"/>
                </a:cubicBezTo>
                <a:cubicBezTo>
                  <a:pt x="317352" y="98523"/>
                  <a:pt x="315785" y="98595"/>
                  <a:pt x="314254" y="98595"/>
                </a:cubicBezTo>
                <a:cubicBezTo>
                  <a:pt x="312149" y="98595"/>
                  <a:pt x="310248" y="98356"/>
                  <a:pt x="308549" y="97877"/>
                </a:cubicBezTo>
                <a:cubicBezTo>
                  <a:pt x="306851" y="97399"/>
                  <a:pt x="305404" y="96586"/>
                  <a:pt x="304208" y="95437"/>
                </a:cubicBezTo>
                <a:cubicBezTo>
                  <a:pt x="303012" y="94337"/>
                  <a:pt x="302091" y="92842"/>
                  <a:pt x="301445" y="90953"/>
                </a:cubicBezTo>
                <a:cubicBezTo>
                  <a:pt x="300800" y="89063"/>
                  <a:pt x="300477" y="86707"/>
                  <a:pt x="300477" y="83884"/>
                </a:cubicBezTo>
                <a:lnTo>
                  <a:pt x="300477" y="50517"/>
                </a:lnTo>
                <a:lnTo>
                  <a:pt x="329467" y="50517"/>
                </a:lnTo>
                <a:lnTo>
                  <a:pt x="329467" y="35807"/>
                </a:lnTo>
                <a:lnTo>
                  <a:pt x="300477" y="35807"/>
                </a:lnTo>
                <a:lnTo>
                  <a:pt x="300477" y="16791"/>
                </a:lnTo>
                <a:close/>
                <a:moveTo>
                  <a:pt x="417643" y="36740"/>
                </a:moveTo>
                <a:cubicBezTo>
                  <a:pt x="417643" y="32004"/>
                  <a:pt x="416818" y="27830"/>
                  <a:pt x="415167" y="24218"/>
                </a:cubicBezTo>
                <a:cubicBezTo>
                  <a:pt x="413517" y="20606"/>
                  <a:pt x="411233" y="17557"/>
                  <a:pt x="408314" y="15069"/>
                </a:cubicBezTo>
                <a:cubicBezTo>
                  <a:pt x="405348" y="12581"/>
                  <a:pt x="401856" y="10704"/>
                  <a:pt x="397838" y="9436"/>
                </a:cubicBezTo>
                <a:cubicBezTo>
                  <a:pt x="393819" y="8168"/>
                  <a:pt x="389442" y="7535"/>
                  <a:pt x="384706" y="7535"/>
                </a:cubicBezTo>
                <a:cubicBezTo>
                  <a:pt x="379970" y="7535"/>
                  <a:pt x="375605" y="8168"/>
                  <a:pt x="371610" y="9436"/>
                </a:cubicBezTo>
                <a:cubicBezTo>
                  <a:pt x="367616" y="10704"/>
                  <a:pt x="364184" y="12581"/>
                  <a:pt x="361313" y="15069"/>
                </a:cubicBezTo>
                <a:cubicBezTo>
                  <a:pt x="358395" y="17557"/>
                  <a:pt x="356123" y="20606"/>
                  <a:pt x="354496" y="24218"/>
                </a:cubicBezTo>
                <a:cubicBezTo>
                  <a:pt x="352870" y="27830"/>
                  <a:pt x="352057" y="32004"/>
                  <a:pt x="352057" y="36740"/>
                </a:cubicBezTo>
                <a:cubicBezTo>
                  <a:pt x="352057" y="39323"/>
                  <a:pt x="352403" y="41787"/>
                  <a:pt x="353097" y="44131"/>
                </a:cubicBezTo>
                <a:cubicBezTo>
                  <a:pt x="353791" y="46475"/>
                  <a:pt x="354783" y="48628"/>
                  <a:pt x="356075" y="50589"/>
                </a:cubicBezTo>
                <a:cubicBezTo>
                  <a:pt x="357271" y="52455"/>
                  <a:pt x="358742" y="54153"/>
                  <a:pt x="360488" y="55684"/>
                </a:cubicBezTo>
                <a:cubicBezTo>
                  <a:pt x="362234" y="57215"/>
                  <a:pt x="364184" y="58530"/>
                  <a:pt x="366336" y="59630"/>
                </a:cubicBezTo>
                <a:cubicBezTo>
                  <a:pt x="363801" y="60826"/>
                  <a:pt x="361517" y="62273"/>
                  <a:pt x="359483" y="63972"/>
                </a:cubicBezTo>
                <a:cubicBezTo>
                  <a:pt x="357450" y="65670"/>
                  <a:pt x="355716" y="67572"/>
                  <a:pt x="354281" y="69676"/>
                </a:cubicBezTo>
                <a:cubicBezTo>
                  <a:pt x="352846" y="71829"/>
                  <a:pt x="351734" y="74185"/>
                  <a:pt x="350944" y="76745"/>
                </a:cubicBezTo>
                <a:cubicBezTo>
                  <a:pt x="350155" y="79304"/>
                  <a:pt x="349760" y="82019"/>
                  <a:pt x="349760" y="84889"/>
                </a:cubicBezTo>
                <a:cubicBezTo>
                  <a:pt x="349760" y="89816"/>
                  <a:pt x="350657" y="94146"/>
                  <a:pt x="352451" y="97877"/>
                </a:cubicBezTo>
                <a:cubicBezTo>
                  <a:pt x="354245" y="101609"/>
                  <a:pt x="356721" y="104718"/>
                  <a:pt x="359878" y="107206"/>
                </a:cubicBezTo>
                <a:cubicBezTo>
                  <a:pt x="363035" y="109741"/>
                  <a:pt x="366755" y="111655"/>
                  <a:pt x="371036" y="112946"/>
                </a:cubicBezTo>
                <a:cubicBezTo>
                  <a:pt x="375318" y="114238"/>
                  <a:pt x="379946" y="114884"/>
                  <a:pt x="384921" y="114884"/>
                </a:cubicBezTo>
                <a:cubicBezTo>
                  <a:pt x="389849" y="114884"/>
                  <a:pt x="394441" y="114238"/>
                  <a:pt x="398699" y="112946"/>
                </a:cubicBezTo>
                <a:cubicBezTo>
                  <a:pt x="402956" y="111655"/>
                  <a:pt x="406664" y="109741"/>
                  <a:pt x="409821" y="107206"/>
                </a:cubicBezTo>
                <a:cubicBezTo>
                  <a:pt x="412931" y="104718"/>
                  <a:pt x="415382" y="101609"/>
                  <a:pt x="417176" y="97877"/>
                </a:cubicBezTo>
                <a:cubicBezTo>
                  <a:pt x="418970" y="94146"/>
                  <a:pt x="419867" y="89816"/>
                  <a:pt x="419867" y="84889"/>
                </a:cubicBezTo>
                <a:cubicBezTo>
                  <a:pt x="419867" y="81158"/>
                  <a:pt x="419222" y="77713"/>
                  <a:pt x="417930" y="74556"/>
                </a:cubicBezTo>
                <a:cubicBezTo>
                  <a:pt x="416638" y="71399"/>
                  <a:pt x="414844" y="68624"/>
                  <a:pt x="412548" y="66232"/>
                </a:cubicBezTo>
                <a:cubicBezTo>
                  <a:pt x="411304" y="64893"/>
                  <a:pt x="409893" y="63685"/>
                  <a:pt x="408314" y="62608"/>
                </a:cubicBezTo>
                <a:cubicBezTo>
                  <a:pt x="406736" y="61532"/>
                  <a:pt x="405061" y="60563"/>
                  <a:pt x="403291" y="59702"/>
                </a:cubicBezTo>
                <a:cubicBezTo>
                  <a:pt x="405253" y="58698"/>
                  <a:pt x="407035" y="57514"/>
                  <a:pt x="408637" y="56150"/>
                </a:cubicBezTo>
                <a:cubicBezTo>
                  <a:pt x="410240" y="54787"/>
                  <a:pt x="411639" y="53316"/>
                  <a:pt x="412835" y="51737"/>
                </a:cubicBezTo>
                <a:cubicBezTo>
                  <a:pt x="414366" y="49632"/>
                  <a:pt x="415550" y="47324"/>
                  <a:pt x="416387" y="44813"/>
                </a:cubicBezTo>
                <a:cubicBezTo>
                  <a:pt x="417224" y="42301"/>
                  <a:pt x="417643" y="39610"/>
                  <a:pt x="417643" y="36740"/>
                </a:cubicBezTo>
                <a:moveTo>
                  <a:pt x="399847" y="83526"/>
                </a:moveTo>
                <a:cubicBezTo>
                  <a:pt x="399847" y="85918"/>
                  <a:pt x="399476" y="88058"/>
                  <a:pt x="398735" y="89948"/>
                </a:cubicBezTo>
                <a:cubicBezTo>
                  <a:pt x="397993" y="91838"/>
                  <a:pt x="396977" y="93452"/>
                  <a:pt x="395685" y="94792"/>
                </a:cubicBezTo>
                <a:cubicBezTo>
                  <a:pt x="394346" y="96131"/>
                  <a:pt x="392767" y="97148"/>
                  <a:pt x="390949" y="97841"/>
                </a:cubicBezTo>
                <a:cubicBezTo>
                  <a:pt x="389131" y="98535"/>
                  <a:pt x="387122" y="98882"/>
                  <a:pt x="384921" y="98882"/>
                </a:cubicBezTo>
                <a:cubicBezTo>
                  <a:pt x="382673" y="98882"/>
                  <a:pt x="380640" y="98559"/>
                  <a:pt x="378822" y="97913"/>
                </a:cubicBezTo>
                <a:cubicBezTo>
                  <a:pt x="377004" y="97267"/>
                  <a:pt x="375449" y="96322"/>
                  <a:pt x="374158" y="95079"/>
                </a:cubicBezTo>
                <a:cubicBezTo>
                  <a:pt x="372771" y="93787"/>
                  <a:pt x="371694" y="92160"/>
                  <a:pt x="370929" y="90199"/>
                </a:cubicBezTo>
                <a:cubicBezTo>
                  <a:pt x="370163" y="88238"/>
                  <a:pt x="369781" y="86013"/>
                  <a:pt x="369781" y="83526"/>
                </a:cubicBezTo>
                <a:cubicBezTo>
                  <a:pt x="369781" y="81134"/>
                  <a:pt x="370139" y="78981"/>
                  <a:pt x="370857" y="77067"/>
                </a:cubicBezTo>
                <a:cubicBezTo>
                  <a:pt x="371575" y="75154"/>
                  <a:pt x="372579" y="73504"/>
                  <a:pt x="373871" y="72116"/>
                </a:cubicBezTo>
                <a:cubicBezTo>
                  <a:pt x="375162" y="70777"/>
                  <a:pt x="376729" y="69748"/>
                  <a:pt x="378571" y="69031"/>
                </a:cubicBezTo>
                <a:cubicBezTo>
                  <a:pt x="380413" y="68313"/>
                  <a:pt x="382482" y="67954"/>
                  <a:pt x="384778" y="67954"/>
                </a:cubicBezTo>
                <a:cubicBezTo>
                  <a:pt x="387074" y="67954"/>
                  <a:pt x="389143" y="68313"/>
                  <a:pt x="390985" y="69031"/>
                </a:cubicBezTo>
                <a:cubicBezTo>
                  <a:pt x="392827" y="69748"/>
                  <a:pt x="394417" y="70777"/>
                  <a:pt x="395757" y="72116"/>
                </a:cubicBezTo>
                <a:cubicBezTo>
                  <a:pt x="397048" y="73504"/>
                  <a:pt x="398053" y="75154"/>
                  <a:pt x="398771" y="77067"/>
                </a:cubicBezTo>
                <a:cubicBezTo>
                  <a:pt x="399488" y="78981"/>
                  <a:pt x="399847" y="81134"/>
                  <a:pt x="399847" y="83526"/>
                </a:cubicBezTo>
                <a:moveTo>
                  <a:pt x="397766" y="37673"/>
                </a:moveTo>
                <a:cubicBezTo>
                  <a:pt x="397766" y="39778"/>
                  <a:pt x="397467" y="41703"/>
                  <a:pt x="396869" y="43449"/>
                </a:cubicBezTo>
                <a:cubicBezTo>
                  <a:pt x="396271" y="45195"/>
                  <a:pt x="395422" y="46690"/>
                  <a:pt x="394322" y="47934"/>
                </a:cubicBezTo>
                <a:cubicBezTo>
                  <a:pt x="393221" y="49178"/>
                  <a:pt x="391882" y="50146"/>
                  <a:pt x="390303" y="50840"/>
                </a:cubicBezTo>
                <a:cubicBezTo>
                  <a:pt x="388725" y="51534"/>
                  <a:pt x="386931" y="51881"/>
                  <a:pt x="384921" y="51881"/>
                </a:cubicBezTo>
                <a:cubicBezTo>
                  <a:pt x="382912" y="51881"/>
                  <a:pt x="381106" y="51534"/>
                  <a:pt x="379504" y="50840"/>
                </a:cubicBezTo>
                <a:cubicBezTo>
                  <a:pt x="377901" y="50146"/>
                  <a:pt x="376550" y="49178"/>
                  <a:pt x="375449" y="47934"/>
                </a:cubicBezTo>
                <a:cubicBezTo>
                  <a:pt x="374301" y="46690"/>
                  <a:pt x="373440" y="45195"/>
                  <a:pt x="372866" y="43449"/>
                </a:cubicBezTo>
                <a:cubicBezTo>
                  <a:pt x="372292" y="41703"/>
                  <a:pt x="372005" y="39754"/>
                  <a:pt x="372005" y="37601"/>
                </a:cubicBezTo>
                <a:cubicBezTo>
                  <a:pt x="372005" y="35496"/>
                  <a:pt x="372280" y="33571"/>
                  <a:pt x="372830" y="31824"/>
                </a:cubicBezTo>
                <a:cubicBezTo>
                  <a:pt x="373380" y="30078"/>
                  <a:pt x="374206" y="28607"/>
                  <a:pt x="375306" y="27411"/>
                </a:cubicBezTo>
                <a:cubicBezTo>
                  <a:pt x="376358" y="26215"/>
                  <a:pt x="377674" y="25295"/>
                  <a:pt x="379253" y="24649"/>
                </a:cubicBezTo>
                <a:cubicBezTo>
                  <a:pt x="380831" y="24003"/>
                  <a:pt x="382649" y="23680"/>
                  <a:pt x="384706" y="23680"/>
                </a:cubicBezTo>
                <a:cubicBezTo>
                  <a:pt x="386715" y="23680"/>
                  <a:pt x="388521" y="24015"/>
                  <a:pt x="390124" y="24685"/>
                </a:cubicBezTo>
                <a:cubicBezTo>
                  <a:pt x="391726" y="25354"/>
                  <a:pt x="393102" y="26287"/>
                  <a:pt x="394250" y="27483"/>
                </a:cubicBezTo>
                <a:cubicBezTo>
                  <a:pt x="395350" y="28727"/>
                  <a:pt x="396211" y="30210"/>
                  <a:pt x="396833" y="31932"/>
                </a:cubicBezTo>
                <a:cubicBezTo>
                  <a:pt x="397455" y="33654"/>
                  <a:pt x="397766" y="35568"/>
                  <a:pt x="397766" y="37673"/>
                </a:cubicBezTo>
                <a:close/>
                <a:moveTo>
                  <a:pt x="506177" y="129020"/>
                </a:moveTo>
                <a:lnTo>
                  <a:pt x="506177" y="113449"/>
                </a:lnTo>
                <a:lnTo>
                  <a:pt x="440734" y="113449"/>
                </a:lnTo>
                <a:lnTo>
                  <a:pt x="440734" y="129020"/>
                </a:lnTo>
                <a:lnTo>
                  <a:pt x="506177" y="129020"/>
                </a:lnTo>
                <a:close/>
                <a:moveTo>
                  <a:pt x="565004" y="16791"/>
                </a:moveTo>
                <a:lnTo>
                  <a:pt x="545055" y="16791"/>
                </a:lnTo>
                <a:lnTo>
                  <a:pt x="545055" y="35807"/>
                </a:lnTo>
                <a:lnTo>
                  <a:pt x="527331" y="35807"/>
                </a:lnTo>
                <a:lnTo>
                  <a:pt x="527331" y="50517"/>
                </a:lnTo>
                <a:lnTo>
                  <a:pt x="545055" y="50517"/>
                </a:lnTo>
                <a:lnTo>
                  <a:pt x="545055" y="85822"/>
                </a:lnTo>
                <a:cubicBezTo>
                  <a:pt x="545055" y="90941"/>
                  <a:pt x="545725" y="95330"/>
                  <a:pt x="547064" y="98989"/>
                </a:cubicBezTo>
                <a:cubicBezTo>
                  <a:pt x="548404" y="102649"/>
                  <a:pt x="550317" y="105651"/>
                  <a:pt x="552805" y="107995"/>
                </a:cubicBezTo>
                <a:cubicBezTo>
                  <a:pt x="555245" y="110387"/>
                  <a:pt x="558199" y="112145"/>
                  <a:pt x="561667" y="113269"/>
                </a:cubicBezTo>
                <a:cubicBezTo>
                  <a:pt x="565135" y="114393"/>
                  <a:pt x="568998" y="114955"/>
                  <a:pt x="573256" y="114955"/>
                </a:cubicBezTo>
                <a:cubicBezTo>
                  <a:pt x="575456" y="114955"/>
                  <a:pt x="577693" y="114848"/>
                  <a:pt x="579965" y="114633"/>
                </a:cubicBezTo>
                <a:cubicBezTo>
                  <a:pt x="582237" y="114417"/>
                  <a:pt x="584426" y="114118"/>
                  <a:pt x="586531" y="113736"/>
                </a:cubicBezTo>
                <a:cubicBezTo>
                  <a:pt x="588636" y="113353"/>
                  <a:pt x="590621" y="112862"/>
                  <a:pt x="592487" y="112265"/>
                </a:cubicBezTo>
                <a:cubicBezTo>
                  <a:pt x="594353" y="111667"/>
                  <a:pt x="595979" y="110961"/>
                  <a:pt x="597366" y="110148"/>
                </a:cubicBezTo>
                <a:lnTo>
                  <a:pt x="595429" y="96442"/>
                </a:lnTo>
                <a:cubicBezTo>
                  <a:pt x="594520" y="96681"/>
                  <a:pt x="593432" y="96920"/>
                  <a:pt x="592164" y="97160"/>
                </a:cubicBezTo>
                <a:cubicBezTo>
                  <a:pt x="590896" y="97399"/>
                  <a:pt x="589545" y="97614"/>
                  <a:pt x="588110" y="97805"/>
                </a:cubicBezTo>
                <a:cubicBezTo>
                  <a:pt x="586627" y="98045"/>
                  <a:pt x="585084" y="98236"/>
                  <a:pt x="583481" y="98379"/>
                </a:cubicBezTo>
                <a:cubicBezTo>
                  <a:pt x="581879" y="98523"/>
                  <a:pt x="580312" y="98595"/>
                  <a:pt x="578781" y="98595"/>
                </a:cubicBezTo>
                <a:cubicBezTo>
                  <a:pt x="576676" y="98595"/>
                  <a:pt x="574775" y="98356"/>
                  <a:pt x="573076" y="97877"/>
                </a:cubicBezTo>
                <a:cubicBezTo>
                  <a:pt x="571378" y="97399"/>
                  <a:pt x="569931" y="96586"/>
                  <a:pt x="568735" y="95437"/>
                </a:cubicBezTo>
                <a:cubicBezTo>
                  <a:pt x="567539" y="94337"/>
                  <a:pt x="566618" y="92842"/>
                  <a:pt x="565972" y="90953"/>
                </a:cubicBezTo>
                <a:cubicBezTo>
                  <a:pt x="565327" y="89063"/>
                  <a:pt x="565004" y="86707"/>
                  <a:pt x="565004" y="83884"/>
                </a:cubicBezTo>
                <a:lnTo>
                  <a:pt x="565004" y="50517"/>
                </a:lnTo>
                <a:lnTo>
                  <a:pt x="593994" y="50517"/>
                </a:lnTo>
                <a:lnTo>
                  <a:pt x="593994" y="35807"/>
                </a:lnTo>
                <a:lnTo>
                  <a:pt x="565004" y="35807"/>
                </a:lnTo>
                <a:lnTo>
                  <a:pt x="565004" y="16791"/>
                </a:lnTo>
                <a:close/>
                <a:moveTo>
                  <a:pt x="645645" y="49584"/>
                </a:moveTo>
                <a:lnTo>
                  <a:pt x="625696" y="73049"/>
                </a:lnTo>
                <a:lnTo>
                  <a:pt x="638541" y="81875"/>
                </a:lnTo>
                <a:lnTo>
                  <a:pt x="653682" y="55971"/>
                </a:lnTo>
                <a:lnTo>
                  <a:pt x="668822" y="82665"/>
                </a:lnTo>
                <a:lnTo>
                  <a:pt x="681595" y="73408"/>
                </a:lnTo>
                <a:lnTo>
                  <a:pt x="662364" y="50230"/>
                </a:lnTo>
                <a:lnTo>
                  <a:pt x="690924" y="43700"/>
                </a:lnTo>
                <a:lnTo>
                  <a:pt x="686188" y="28703"/>
                </a:lnTo>
                <a:lnTo>
                  <a:pt x="659494" y="40399"/>
                </a:lnTo>
                <a:lnTo>
                  <a:pt x="662293" y="8970"/>
                </a:lnTo>
                <a:lnTo>
                  <a:pt x="646578" y="8970"/>
                </a:lnTo>
                <a:lnTo>
                  <a:pt x="649161" y="39897"/>
                </a:lnTo>
                <a:lnTo>
                  <a:pt x="622252" y="27985"/>
                </a:lnTo>
                <a:lnTo>
                  <a:pt x="617516" y="42696"/>
                </a:lnTo>
                <a:lnTo>
                  <a:pt x="645645" y="49584"/>
                </a:lnTo>
                <a:close/>
                <a:moveTo>
                  <a:pt x="862897" y="75417"/>
                </a:moveTo>
                <a:lnTo>
                  <a:pt x="862897" y="73910"/>
                </a:lnTo>
                <a:cubicBezTo>
                  <a:pt x="862897" y="69222"/>
                  <a:pt x="862479" y="64821"/>
                  <a:pt x="861642" y="60707"/>
                </a:cubicBezTo>
                <a:cubicBezTo>
                  <a:pt x="860805" y="56593"/>
                  <a:pt x="859525" y="52885"/>
                  <a:pt x="857803" y="49584"/>
                </a:cubicBezTo>
                <a:cubicBezTo>
                  <a:pt x="856702" y="47527"/>
                  <a:pt x="855435" y="45626"/>
                  <a:pt x="854000" y="43880"/>
                </a:cubicBezTo>
                <a:cubicBezTo>
                  <a:pt x="852564" y="42134"/>
                  <a:pt x="850962" y="40639"/>
                  <a:pt x="849192" y="39395"/>
                </a:cubicBezTo>
                <a:cubicBezTo>
                  <a:pt x="846991" y="37768"/>
                  <a:pt x="844492" y="36525"/>
                  <a:pt x="841693" y="35663"/>
                </a:cubicBezTo>
                <a:cubicBezTo>
                  <a:pt x="838895" y="34802"/>
                  <a:pt x="835821" y="34372"/>
                  <a:pt x="832472" y="34372"/>
                </a:cubicBezTo>
                <a:cubicBezTo>
                  <a:pt x="830033" y="34372"/>
                  <a:pt x="827772" y="34623"/>
                  <a:pt x="825691" y="35125"/>
                </a:cubicBezTo>
                <a:cubicBezTo>
                  <a:pt x="823610" y="35628"/>
                  <a:pt x="821685" y="36381"/>
                  <a:pt x="819915" y="37386"/>
                </a:cubicBezTo>
                <a:cubicBezTo>
                  <a:pt x="818671" y="38055"/>
                  <a:pt x="817499" y="38857"/>
                  <a:pt x="816399" y="39790"/>
                </a:cubicBezTo>
                <a:cubicBezTo>
                  <a:pt x="815298" y="40722"/>
                  <a:pt x="814270" y="41739"/>
                  <a:pt x="813313" y="42839"/>
                </a:cubicBezTo>
                <a:lnTo>
                  <a:pt x="813313" y="3229"/>
                </a:lnTo>
                <a:lnTo>
                  <a:pt x="793364" y="3229"/>
                </a:lnTo>
                <a:lnTo>
                  <a:pt x="793364" y="113449"/>
                </a:lnTo>
                <a:lnTo>
                  <a:pt x="811304" y="113449"/>
                </a:lnTo>
                <a:lnTo>
                  <a:pt x="812237" y="105196"/>
                </a:lnTo>
                <a:cubicBezTo>
                  <a:pt x="813050" y="106249"/>
                  <a:pt x="813911" y="107218"/>
                  <a:pt x="814820" y="108103"/>
                </a:cubicBezTo>
                <a:cubicBezTo>
                  <a:pt x="815729" y="108988"/>
                  <a:pt x="816710" y="109789"/>
                  <a:pt x="817762" y="110506"/>
                </a:cubicBezTo>
                <a:cubicBezTo>
                  <a:pt x="819723" y="111942"/>
                  <a:pt x="821936" y="113030"/>
                  <a:pt x="824400" y="113771"/>
                </a:cubicBezTo>
                <a:cubicBezTo>
                  <a:pt x="826863" y="114513"/>
                  <a:pt x="829602" y="114884"/>
                  <a:pt x="832616" y="114884"/>
                </a:cubicBezTo>
                <a:cubicBezTo>
                  <a:pt x="835917" y="114884"/>
                  <a:pt x="838942" y="114465"/>
                  <a:pt x="841693" y="113628"/>
                </a:cubicBezTo>
                <a:cubicBezTo>
                  <a:pt x="844444" y="112791"/>
                  <a:pt x="846919" y="111583"/>
                  <a:pt x="849120" y="110004"/>
                </a:cubicBezTo>
                <a:cubicBezTo>
                  <a:pt x="851560" y="108330"/>
                  <a:pt x="853677" y="106225"/>
                  <a:pt x="855471" y="103689"/>
                </a:cubicBezTo>
                <a:cubicBezTo>
                  <a:pt x="857264" y="101154"/>
                  <a:pt x="858712" y="98332"/>
                  <a:pt x="859812" y="95222"/>
                </a:cubicBezTo>
                <a:cubicBezTo>
                  <a:pt x="860816" y="92400"/>
                  <a:pt x="861582" y="89326"/>
                  <a:pt x="862108" y="86001"/>
                </a:cubicBezTo>
                <a:cubicBezTo>
                  <a:pt x="862634" y="82677"/>
                  <a:pt x="862897" y="79148"/>
                  <a:pt x="862897" y="75417"/>
                </a:cubicBezTo>
                <a:moveTo>
                  <a:pt x="842949" y="73910"/>
                </a:moveTo>
                <a:lnTo>
                  <a:pt x="842949" y="75417"/>
                </a:lnTo>
                <a:cubicBezTo>
                  <a:pt x="842949" y="77426"/>
                  <a:pt x="842865" y="79364"/>
                  <a:pt x="842698" y="81229"/>
                </a:cubicBezTo>
                <a:cubicBezTo>
                  <a:pt x="842530" y="83095"/>
                  <a:pt x="842255" y="84817"/>
                  <a:pt x="841873" y="86396"/>
                </a:cubicBezTo>
                <a:cubicBezTo>
                  <a:pt x="841394" y="88549"/>
                  <a:pt x="840689" y="90474"/>
                  <a:pt x="839756" y="92172"/>
                </a:cubicBezTo>
                <a:cubicBezTo>
                  <a:pt x="838823" y="93871"/>
                  <a:pt x="837615" y="95246"/>
                  <a:pt x="836132" y="96298"/>
                </a:cubicBezTo>
                <a:cubicBezTo>
                  <a:pt x="835079" y="97064"/>
                  <a:pt x="833836" y="97662"/>
                  <a:pt x="832401" y="98092"/>
                </a:cubicBezTo>
                <a:cubicBezTo>
                  <a:pt x="830965" y="98523"/>
                  <a:pt x="829363" y="98738"/>
                  <a:pt x="827593" y="98738"/>
                </a:cubicBezTo>
                <a:cubicBezTo>
                  <a:pt x="825536" y="98738"/>
                  <a:pt x="823706" y="98499"/>
                  <a:pt x="822103" y="98021"/>
                </a:cubicBezTo>
                <a:cubicBezTo>
                  <a:pt x="820501" y="97542"/>
                  <a:pt x="819101" y="96849"/>
                  <a:pt x="817906" y="95940"/>
                </a:cubicBezTo>
                <a:cubicBezTo>
                  <a:pt x="816901" y="95222"/>
                  <a:pt x="816028" y="94373"/>
                  <a:pt x="815286" y="93392"/>
                </a:cubicBezTo>
                <a:cubicBezTo>
                  <a:pt x="814545" y="92412"/>
                  <a:pt x="813887" y="91323"/>
                  <a:pt x="813313" y="90127"/>
                </a:cubicBezTo>
                <a:lnTo>
                  <a:pt x="813313" y="59200"/>
                </a:lnTo>
                <a:cubicBezTo>
                  <a:pt x="813744" y="58291"/>
                  <a:pt x="814222" y="57442"/>
                  <a:pt x="814748" y="56652"/>
                </a:cubicBezTo>
                <a:cubicBezTo>
                  <a:pt x="815274" y="55863"/>
                  <a:pt x="815848" y="55158"/>
                  <a:pt x="816470" y="54536"/>
                </a:cubicBezTo>
                <a:cubicBezTo>
                  <a:pt x="817762" y="53244"/>
                  <a:pt x="819317" y="52263"/>
                  <a:pt x="821135" y="51594"/>
                </a:cubicBezTo>
                <a:cubicBezTo>
                  <a:pt x="822952" y="50924"/>
                  <a:pt x="825057" y="50589"/>
                  <a:pt x="827449" y="50589"/>
                </a:cubicBezTo>
                <a:cubicBezTo>
                  <a:pt x="829219" y="50589"/>
                  <a:pt x="830798" y="50792"/>
                  <a:pt x="832185" y="51199"/>
                </a:cubicBezTo>
                <a:cubicBezTo>
                  <a:pt x="833573" y="51606"/>
                  <a:pt x="834816" y="52215"/>
                  <a:pt x="835917" y="53029"/>
                </a:cubicBezTo>
                <a:cubicBezTo>
                  <a:pt x="837591" y="54320"/>
                  <a:pt x="838847" y="55744"/>
                  <a:pt x="839684" y="57298"/>
                </a:cubicBezTo>
                <a:cubicBezTo>
                  <a:pt x="840521" y="58853"/>
                  <a:pt x="841203" y="60611"/>
                  <a:pt x="841729" y="62572"/>
                </a:cubicBezTo>
                <a:cubicBezTo>
                  <a:pt x="842160" y="64247"/>
                  <a:pt x="842470" y="66041"/>
                  <a:pt x="842662" y="67954"/>
                </a:cubicBezTo>
                <a:cubicBezTo>
                  <a:pt x="842853" y="69868"/>
                  <a:pt x="842949" y="71853"/>
                  <a:pt x="842949" y="73910"/>
                </a:cubicBezTo>
                <a:close/>
                <a:moveTo>
                  <a:pt x="931770" y="113449"/>
                </a:moveTo>
                <a:lnTo>
                  <a:pt x="949853" y="113449"/>
                </a:lnTo>
                <a:lnTo>
                  <a:pt x="949853" y="35807"/>
                </a:lnTo>
                <a:lnTo>
                  <a:pt x="929832" y="35807"/>
                </a:lnTo>
                <a:lnTo>
                  <a:pt x="929832" y="90271"/>
                </a:lnTo>
                <a:cubicBezTo>
                  <a:pt x="929210" y="91515"/>
                  <a:pt x="928469" y="92639"/>
                  <a:pt x="927608" y="93643"/>
                </a:cubicBezTo>
                <a:cubicBezTo>
                  <a:pt x="926747" y="94648"/>
                  <a:pt x="925766" y="95509"/>
                  <a:pt x="924666" y="96227"/>
                </a:cubicBezTo>
                <a:cubicBezTo>
                  <a:pt x="923374" y="97040"/>
                  <a:pt x="921879" y="97662"/>
                  <a:pt x="920181" y="98092"/>
                </a:cubicBezTo>
                <a:cubicBezTo>
                  <a:pt x="918483" y="98523"/>
                  <a:pt x="916581" y="98738"/>
                  <a:pt x="914476" y="98738"/>
                </a:cubicBezTo>
                <a:cubicBezTo>
                  <a:pt x="912132" y="98738"/>
                  <a:pt x="910147" y="98451"/>
                  <a:pt x="908520" y="97877"/>
                </a:cubicBezTo>
                <a:cubicBezTo>
                  <a:pt x="906894" y="97303"/>
                  <a:pt x="905578" y="96346"/>
                  <a:pt x="904574" y="95007"/>
                </a:cubicBezTo>
                <a:cubicBezTo>
                  <a:pt x="903569" y="93715"/>
                  <a:pt x="902840" y="91993"/>
                  <a:pt x="902385" y="89840"/>
                </a:cubicBezTo>
                <a:cubicBezTo>
                  <a:pt x="901931" y="87688"/>
                  <a:pt x="901703" y="85033"/>
                  <a:pt x="901703" y="81875"/>
                </a:cubicBezTo>
                <a:lnTo>
                  <a:pt x="901703" y="35807"/>
                </a:lnTo>
                <a:lnTo>
                  <a:pt x="881755" y="35807"/>
                </a:lnTo>
                <a:lnTo>
                  <a:pt x="881755" y="81732"/>
                </a:lnTo>
                <a:cubicBezTo>
                  <a:pt x="881755" y="87616"/>
                  <a:pt x="882413" y="92651"/>
                  <a:pt x="883728" y="96837"/>
                </a:cubicBezTo>
                <a:cubicBezTo>
                  <a:pt x="885044" y="101023"/>
                  <a:pt x="886897" y="104455"/>
                  <a:pt x="889289" y="107134"/>
                </a:cubicBezTo>
                <a:cubicBezTo>
                  <a:pt x="891681" y="109861"/>
                  <a:pt x="894552" y="111846"/>
                  <a:pt x="897900" y="113090"/>
                </a:cubicBezTo>
                <a:cubicBezTo>
                  <a:pt x="901249" y="114334"/>
                  <a:pt x="904932" y="114955"/>
                  <a:pt x="908951" y="114955"/>
                </a:cubicBezTo>
                <a:cubicBezTo>
                  <a:pt x="913352" y="114955"/>
                  <a:pt x="917406" y="113855"/>
                  <a:pt x="921114" y="111655"/>
                </a:cubicBezTo>
                <a:cubicBezTo>
                  <a:pt x="924821" y="109454"/>
                  <a:pt x="927990" y="106416"/>
                  <a:pt x="930622" y="102541"/>
                </a:cubicBezTo>
                <a:lnTo>
                  <a:pt x="931770" y="113449"/>
                </a:lnTo>
                <a:close/>
                <a:moveTo>
                  <a:pt x="988588" y="113449"/>
                </a:moveTo>
                <a:lnTo>
                  <a:pt x="1008608" y="113449"/>
                </a:lnTo>
                <a:lnTo>
                  <a:pt x="1008608" y="50517"/>
                </a:lnTo>
                <a:lnTo>
                  <a:pt x="1036593" y="50517"/>
                </a:lnTo>
                <a:lnTo>
                  <a:pt x="1036593" y="35807"/>
                </a:lnTo>
                <a:lnTo>
                  <a:pt x="1008608" y="35807"/>
                </a:lnTo>
                <a:lnTo>
                  <a:pt x="1008608" y="31573"/>
                </a:lnTo>
                <a:cubicBezTo>
                  <a:pt x="1008608" y="29277"/>
                  <a:pt x="1008907" y="27220"/>
                  <a:pt x="1009505" y="25402"/>
                </a:cubicBezTo>
                <a:cubicBezTo>
                  <a:pt x="1010103" y="23584"/>
                  <a:pt x="1011024" y="22053"/>
                  <a:pt x="1012268" y="20810"/>
                </a:cubicBezTo>
                <a:cubicBezTo>
                  <a:pt x="1013655" y="19327"/>
                  <a:pt x="1015521" y="18202"/>
                  <a:pt x="1017865" y="17437"/>
                </a:cubicBezTo>
                <a:cubicBezTo>
                  <a:pt x="1020209" y="16672"/>
                  <a:pt x="1023055" y="16289"/>
                  <a:pt x="1026404" y="16289"/>
                </a:cubicBezTo>
                <a:cubicBezTo>
                  <a:pt x="1029513" y="16289"/>
                  <a:pt x="1032216" y="16432"/>
                  <a:pt x="1034512" y="16719"/>
                </a:cubicBezTo>
                <a:cubicBezTo>
                  <a:pt x="1036809" y="17007"/>
                  <a:pt x="1038866" y="17341"/>
                  <a:pt x="1040683" y="17724"/>
                </a:cubicBezTo>
                <a:lnTo>
                  <a:pt x="1041975" y="2081"/>
                </a:lnTo>
                <a:cubicBezTo>
                  <a:pt x="1040349" y="1794"/>
                  <a:pt x="1038782" y="1531"/>
                  <a:pt x="1037275" y="1292"/>
                </a:cubicBezTo>
                <a:cubicBezTo>
                  <a:pt x="1035768" y="1052"/>
                  <a:pt x="1034273" y="837"/>
                  <a:pt x="1032790" y="646"/>
                </a:cubicBezTo>
                <a:cubicBezTo>
                  <a:pt x="1031307" y="454"/>
                  <a:pt x="1029788" y="299"/>
                  <a:pt x="1028234" y="179"/>
                </a:cubicBezTo>
                <a:cubicBezTo>
                  <a:pt x="1026679" y="60"/>
                  <a:pt x="1025064" y="0"/>
                  <a:pt x="1023390" y="0"/>
                </a:cubicBezTo>
                <a:cubicBezTo>
                  <a:pt x="1018080" y="0"/>
                  <a:pt x="1013272" y="682"/>
                  <a:pt x="1008967" y="2045"/>
                </a:cubicBezTo>
                <a:cubicBezTo>
                  <a:pt x="1004661" y="3408"/>
                  <a:pt x="1001002" y="5430"/>
                  <a:pt x="997988" y="8109"/>
                </a:cubicBezTo>
                <a:cubicBezTo>
                  <a:pt x="994974" y="10788"/>
                  <a:pt x="992654" y="14088"/>
                  <a:pt x="991027" y="18011"/>
                </a:cubicBezTo>
                <a:cubicBezTo>
                  <a:pt x="989401" y="21934"/>
                  <a:pt x="988588" y="26455"/>
                  <a:pt x="988588" y="31573"/>
                </a:cubicBezTo>
                <a:lnTo>
                  <a:pt x="988588" y="35807"/>
                </a:lnTo>
                <a:lnTo>
                  <a:pt x="968208" y="35807"/>
                </a:lnTo>
                <a:lnTo>
                  <a:pt x="968208" y="50517"/>
                </a:lnTo>
                <a:lnTo>
                  <a:pt x="988588" y="50517"/>
                </a:lnTo>
                <a:lnTo>
                  <a:pt x="988588" y="113449"/>
                </a:lnTo>
                <a:close/>
                <a:moveTo>
                  <a:pt x="1076762" y="113449"/>
                </a:moveTo>
                <a:lnTo>
                  <a:pt x="1096783" y="113449"/>
                </a:lnTo>
                <a:lnTo>
                  <a:pt x="1096783" y="50517"/>
                </a:lnTo>
                <a:lnTo>
                  <a:pt x="1124768" y="50517"/>
                </a:lnTo>
                <a:lnTo>
                  <a:pt x="1124768" y="35807"/>
                </a:lnTo>
                <a:lnTo>
                  <a:pt x="1096783" y="35807"/>
                </a:lnTo>
                <a:lnTo>
                  <a:pt x="1096783" y="31573"/>
                </a:lnTo>
                <a:cubicBezTo>
                  <a:pt x="1096783" y="29277"/>
                  <a:pt x="1097082" y="27220"/>
                  <a:pt x="1097680" y="25402"/>
                </a:cubicBezTo>
                <a:cubicBezTo>
                  <a:pt x="1098278" y="23584"/>
                  <a:pt x="1099198" y="22053"/>
                  <a:pt x="1100442" y="20810"/>
                </a:cubicBezTo>
                <a:cubicBezTo>
                  <a:pt x="1101830" y="19327"/>
                  <a:pt x="1103695" y="18202"/>
                  <a:pt x="1106039" y="17437"/>
                </a:cubicBezTo>
                <a:cubicBezTo>
                  <a:pt x="1108383" y="16672"/>
                  <a:pt x="1111230" y="16289"/>
                  <a:pt x="1114578" y="16289"/>
                </a:cubicBezTo>
                <a:cubicBezTo>
                  <a:pt x="1117688" y="16289"/>
                  <a:pt x="1120391" y="16432"/>
                  <a:pt x="1122687" y="16719"/>
                </a:cubicBezTo>
                <a:cubicBezTo>
                  <a:pt x="1124983" y="17007"/>
                  <a:pt x="1127040" y="17341"/>
                  <a:pt x="1128858" y="17724"/>
                </a:cubicBezTo>
                <a:lnTo>
                  <a:pt x="1130150" y="2081"/>
                </a:lnTo>
                <a:cubicBezTo>
                  <a:pt x="1128523" y="1794"/>
                  <a:pt x="1126957" y="1531"/>
                  <a:pt x="1125450" y="1292"/>
                </a:cubicBezTo>
                <a:cubicBezTo>
                  <a:pt x="1123943" y="1052"/>
                  <a:pt x="1122448" y="837"/>
                  <a:pt x="1120965" y="646"/>
                </a:cubicBezTo>
                <a:cubicBezTo>
                  <a:pt x="1119482" y="454"/>
                  <a:pt x="1117963" y="299"/>
                  <a:pt x="1116408" y="179"/>
                </a:cubicBezTo>
                <a:cubicBezTo>
                  <a:pt x="1114854" y="60"/>
                  <a:pt x="1113239" y="0"/>
                  <a:pt x="1111565" y="0"/>
                </a:cubicBezTo>
                <a:cubicBezTo>
                  <a:pt x="1106255" y="0"/>
                  <a:pt x="1101447" y="682"/>
                  <a:pt x="1097141" y="2045"/>
                </a:cubicBezTo>
                <a:cubicBezTo>
                  <a:pt x="1092836" y="3408"/>
                  <a:pt x="1089176" y="5430"/>
                  <a:pt x="1086163" y="8109"/>
                </a:cubicBezTo>
                <a:cubicBezTo>
                  <a:pt x="1083149" y="10788"/>
                  <a:pt x="1080829" y="14088"/>
                  <a:pt x="1079202" y="18011"/>
                </a:cubicBezTo>
                <a:cubicBezTo>
                  <a:pt x="1077576" y="21934"/>
                  <a:pt x="1076762" y="26455"/>
                  <a:pt x="1076762" y="31573"/>
                </a:cubicBezTo>
                <a:lnTo>
                  <a:pt x="1076762" y="35807"/>
                </a:lnTo>
                <a:lnTo>
                  <a:pt x="1056383" y="35807"/>
                </a:lnTo>
                <a:lnTo>
                  <a:pt x="1056383" y="50517"/>
                </a:lnTo>
                <a:lnTo>
                  <a:pt x="1076762" y="50517"/>
                </a:lnTo>
                <a:lnTo>
                  <a:pt x="1076762" y="113449"/>
                </a:lnTo>
                <a:close/>
                <a:moveTo>
                  <a:pt x="1183308" y="114884"/>
                </a:moveTo>
                <a:cubicBezTo>
                  <a:pt x="1190819" y="114884"/>
                  <a:pt x="1197325" y="113425"/>
                  <a:pt x="1202826" y="110506"/>
                </a:cubicBezTo>
                <a:cubicBezTo>
                  <a:pt x="1208328" y="107588"/>
                  <a:pt x="1212346" y="104335"/>
                  <a:pt x="1214881" y="100747"/>
                </a:cubicBezTo>
                <a:lnTo>
                  <a:pt x="1204907" y="89984"/>
                </a:lnTo>
                <a:cubicBezTo>
                  <a:pt x="1202611" y="92950"/>
                  <a:pt x="1199621" y="95174"/>
                  <a:pt x="1195937" y="96657"/>
                </a:cubicBezTo>
                <a:cubicBezTo>
                  <a:pt x="1192254" y="98140"/>
                  <a:pt x="1188451" y="98882"/>
                  <a:pt x="1184528" y="98882"/>
                </a:cubicBezTo>
                <a:cubicBezTo>
                  <a:pt x="1181753" y="98882"/>
                  <a:pt x="1179194" y="98451"/>
                  <a:pt x="1176850" y="97590"/>
                </a:cubicBezTo>
                <a:cubicBezTo>
                  <a:pt x="1174506" y="96729"/>
                  <a:pt x="1172425" y="95509"/>
                  <a:pt x="1170607" y="93930"/>
                </a:cubicBezTo>
                <a:cubicBezTo>
                  <a:pt x="1168837" y="92400"/>
                  <a:pt x="1167426" y="90689"/>
                  <a:pt x="1166373" y="88800"/>
                </a:cubicBezTo>
                <a:cubicBezTo>
                  <a:pt x="1165321" y="86910"/>
                  <a:pt x="1164460" y="84411"/>
                  <a:pt x="1163790" y="81301"/>
                </a:cubicBezTo>
                <a:lnTo>
                  <a:pt x="1163790" y="81086"/>
                </a:lnTo>
                <a:lnTo>
                  <a:pt x="1216460" y="81086"/>
                </a:lnTo>
                <a:lnTo>
                  <a:pt x="1216460" y="72619"/>
                </a:lnTo>
                <a:cubicBezTo>
                  <a:pt x="1216460" y="66926"/>
                  <a:pt x="1215671" y="61723"/>
                  <a:pt x="1214092" y="57011"/>
                </a:cubicBezTo>
                <a:cubicBezTo>
                  <a:pt x="1212513" y="52299"/>
                  <a:pt x="1210217" y="48269"/>
                  <a:pt x="1207203" y="44920"/>
                </a:cubicBezTo>
                <a:cubicBezTo>
                  <a:pt x="1204142" y="41571"/>
                  <a:pt x="1200422" y="38976"/>
                  <a:pt x="1196045" y="37134"/>
                </a:cubicBezTo>
                <a:cubicBezTo>
                  <a:pt x="1191668" y="35293"/>
                  <a:pt x="1186681" y="34372"/>
                  <a:pt x="1181084" y="34372"/>
                </a:cubicBezTo>
                <a:cubicBezTo>
                  <a:pt x="1175678" y="34372"/>
                  <a:pt x="1170679" y="35352"/>
                  <a:pt x="1166086" y="37314"/>
                </a:cubicBezTo>
                <a:cubicBezTo>
                  <a:pt x="1161494" y="39275"/>
                  <a:pt x="1157523" y="42026"/>
                  <a:pt x="1154175" y="45566"/>
                </a:cubicBezTo>
                <a:cubicBezTo>
                  <a:pt x="1150826" y="49106"/>
                  <a:pt x="1148219" y="53328"/>
                  <a:pt x="1146353" y="58231"/>
                </a:cubicBezTo>
                <a:cubicBezTo>
                  <a:pt x="1144487" y="63135"/>
                  <a:pt x="1143554" y="68552"/>
                  <a:pt x="1143554" y="74484"/>
                </a:cubicBezTo>
                <a:lnTo>
                  <a:pt x="1143554" y="77355"/>
                </a:lnTo>
                <a:cubicBezTo>
                  <a:pt x="1143554" y="82569"/>
                  <a:pt x="1144499" y="87460"/>
                  <a:pt x="1146389" y="92029"/>
                </a:cubicBezTo>
                <a:cubicBezTo>
                  <a:pt x="1148279" y="96597"/>
                  <a:pt x="1150969" y="100556"/>
                  <a:pt x="1154462" y="103905"/>
                </a:cubicBezTo>
                <a:cubicBezTo>
                  <a:pt x="1157954" y="107301"/>
                  <a:pt x="1162140" y="109980"/>
                  <a:pt x="1167019" y="111942"/>
                </a:cubicBezTo>
                <a:cubicBezTo>
                  <a:pt x="1171899" y="113903"/>
                  <a:pt x="1177328" y="114884"/>
                  <a:pt x="1183308" y="114884"/>
                </a:cubicBezTo>
                <a:moveTo>
                  <a:pt x="1180940" y="50517"/>
                </a:moveTo>
                <a:cubicBezTo>
                  <a:pt x="1183476" y="50517"/>
                  <a:pt x="1185712" y="50912"/>
                  <a:pt x="1187649" y="51701"/>
                </a:cubicBezTo>
                <a:cubicBezTo>
                  <a:pt x="1189587" y="52491"/>
                  <a:pt x="1191225" y="53555"/>
                  <a:pt x="1192565" y="54894"/>
                </a:cubicBezTo>
                <a:cubicBezTo>
                  <a:pt x="1193904" y="56282"/>
                  <a:pt x="1194957" y="57908"/>
                  <a:pt x="1195722" y="59774"/>
                </a:cubicBezTo>
                <a:cubicBezTo>
                  <a:pt x="1196488" y="61640"/>
                  <a:pt x="1196870" y="63625"/>
                  <a:pt x="1196870" y="65730"/>
                </a:cubicBezTo>
                <a:lnTo>
                  <a:pt x="1196870" y="67308"/>
                </a:lnTo>
                <a:lnTo>
                  <a:pt x="1164149" y="67308"/>
                </a:lnTo>
                <a:cubicBezTo>
                  <a:pt x="1164627" y="64773"/>
                  <a:pt x="1165345" y="62477"/>
                  <a:pt x="1166302" y="60420"/>
                </a:cubicBezTo>
                <a:cubicBezTo>
                  <a:pt x="1167258" y="58363"/>
                  <a:pt x="1168454" y="56593"/>
                  <a:pt x="1169889" y="55110"/>
                </a:cubicBezTo>
                <a:cubicBezTo>
                  <a:pt x="1171277" y="53627"/>
                  <a:pt x="1172903" y="52491"/>
                  <a:pt x="1174769" y="51701"/>
                </a:cubicBezTo>
                <a:cubicBezTo>
                  <a:pt x="1176635" y="50912"/>
                  <a:pt x="1178692" y="50517"/>
                  <a:pt x="1180940" y="50517"/>
                </a:cubicBezTo>
                <a:close/>
                <a:moveTo>
                  <a:pt x="1289567" y="34372"/>
                </a:moveTo>
                <a:cubicBezTo>
                  <a:pt x="1284352" y="34372"/>
                  <a:pt x="1279544" y="35628"/>
                  <a:pt x="1275143" y="38139"/>
                </a:cubicBezTo>
                <a:cubicBezTo>
                  <a:pt x="1270742" y="40651"/>
                  <a:pt x="1266963" y="44107"/>
                  <a:pt x="1263806" y="48508"/>
                </a:cubicBezTo>
                <a:lnTo>
                  <a:pt x="1263662" y="46786"/>
                </a:lnTo>
                <a:lnTo>
                  <a:pt x="1262873" y="35807"/>
                </a:lnTo>
                <a:lnTo>
                  <a:pt x="1244288" y="35807"/>
                </a:lnTo>
                <a:lnTo>
                  <a:pt x="1244288" y="113449"/>
                </a:lnTo>
                <a:lnTo>
                  <a:pt x="1264236" y="113449"/>
                </a:lnTo>
                <a:lnTo>
                  <a:pt x="1264236" y="66806"/>
                </a:lnTo>
                <a:cubicBezTo>
                  <a:pt x="1265145" y="64606"/>
                  <a:pt x="1266293" y="62692"/>
                  <a:pt x="1267681" y="61066"/>
                </a:cubicBezTo>
                <a:cubicBezTo>
                  <a:pt x="1269068" y="59439"/>
                  <a:pt x="1270742" y="58100"/>
                  <a:pt x="1272704" y="57047"/>
                </a:cubicBezTo>
                <a:cubicBezTo>
                  <a:pt x="1274330" y="56138"/>
                  <a:pt x="1276184" y="55457"/>
                  <a:pt x="1278265" y="55002"/>
                </a:cubicBezTo>
                <a:cubicBezTo>
                  <a:pt x="1280346" y="54548"/>
                  <a:pt x="1282678" y="54320"/>
                  <a:pt x="1285261" y="54320"/>
                </a:cubicBezTo>
                <a:cubicBezTo>
                  <a:pt x="1287749" y="54320"/>
                  <a:pt x="1290368" y="54476"/>
                  <a:pt x="1293119" y="54787"/>
                </a:cubicBezTo>
                <a:cubicBezTo>
                  <a:pt x="1295869" y="55098"/>
                  <a:pt x="1298560" y="55564"/>
                  <a:pt x="1301191" y="56186"/>
                </a:cubicBezTo>
                <a:lnTo>
                  <a:pt x="1304133" y="36309"/>
                </a:lnTo>
                <a:cubicBezTo>
                  <a:pt x="1302555" y="35831"/>
                  <a:pt x="1300486" y="35388"/>
                  <a:pt x="1297926" y="34982"/>
                </a:cubicBezTo>
                <a:cubicBezTo>
                  <a:pt x="1295367" y="34575"/>
                  <a:pt x="1292580" y="34372"/>
                  <a:pt x="1289567" y="34372"/>
                </a:cubicBezTo>
                <a:close/>
                <a:moveTo>
                  <a:pt x="1345954" y="42624"/>
                </a:moveTo>
                <a:cubicBezTo>
                  <a:pt x="1345954" y="46307"/>
                  <a:pt x="1347198" y="49393"/>
                  <a:pt x="1349685" y="51881"/>
                </a:cubicBezTo>
                <a:cubicBezTo>
                  <a:pt x="1352173" y="54368"/>
                  <a:pt x="1355545" y="55612"/>
                  <a:pt x="1359803" y="55612"/>
                </a:cubicBezTo>
                <a:cubicBezTo>
                  <a:pt x="1364013" y="55612"/>
                  <a:pt x="1367373" y="54380"/>
                  <a:pt x="1369885" y="51917"/>
                </a:cubicBezTo>
                <a:cubicBezTo>
                  <a:pt x="1372397" y="49453"/>
                  <a:pt x="1373652" y="46355"/>
                  <a:pt x="1373652" y="42624"/>
                </a:cubicBezTo>
                <a:cubicBezTo>
                  <a:pt x="1373652" y="38893"/>
                  <a:pt x="1372420" y="35759"/>
                  <a:pt x="1369957" y="33224"/>
                </a:cubicBezTo>
                <a:cubicBezTo>
                  <a:pt x="1367493" y="30688"/>
                  <a:pt x="1364109" y="29421"/>
                  <a:pt x="1359803" y="29421"/>
                </a:cubicBezTo>
                <a:cubicBezTo>
                  <a:pt x="1355450" y="29421"/>
                  <a:pt x="1352053" y="30700"/>
                  <a:pt x="1349614" y="33260"/>
                </a:cubicBezTo>
                <a:cubicBezTo>
                  <a:pt x="1347174" y="35819"/>
                  <a:pt x="1345954" y="38940"/>
                  <a:pt x="1345954" y="42624"/>
                </a:cubicBezTo>
                <a:moveTo>
                  <a:pt x="1368270" y="111870"/>
                </a:moveTo>
                <a:lnTo>
                  <a:pt x="1368342" y="96011"/>
                </a:lnTo>
                <a:lnTo>
                  <a:pt x="1349614" y="96011"/>
                </a:lnTo>
                <a:lnTo>
                  <a:pt x="1349614" y="112803"/>
                </a:lnTo>
                <a:cubicBezTo>
                  <a:pt x="1349614" y="118065"/>
                  <a:pt x="1348992" y="122574"/>
                  <a:pt x="1347748" y="126329"/>
                </a:cubicBezTo>
                <a:cubicBezTo>
                  <a:pt x="1346504" y="130084"/>
                  <a:pt x="1344973" y="133684"/>
                  <a:pt x="1343155" y="137128"/>
                </a:cubicBezTo>
                <a:lnTo>
                  <a:pt x="1353704" y="142582"/>
                </a:lnTo>
                <a:cubicBezTo>
                  <a:pt x="1358009" y="138755"/>
                  <a:pt x="1361513" y="134043"/>
                  <a:pt x="1364216" y="128446"/>
                </a:cubicBezTo>
                <a:cubicBezTo>
                  <a:pt x="1366919" y="122849"/>
                  <a:pt x="1368270" y="117323"/>
                  <a:pt x="1368270" y="111870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A521CC-0411-4C9E-9DA1-B532BF18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7734" y="1781561"/>
            <a:ext cx="1146125" cy="176351"/>
          </a:xfrm>
          <a:custGeom xmlns:a="http://schemas.openxmlformats.org/drawingml/2006/main">
            <a:pathLst>
              <a:path w="1146125" h="176351">
                <a:moveTo>
                  <a:pt x="0" y="0"/>
                </a:moveTo>
                <a:lnTo>
                  <a:pt x="1146125" y="0"/>
                </a:lnTo>
                <a:lnTo>
                  <a:pt x="1146125" y="176351"/>
                </a:lnTo>
                <a:lnTo>
                  <a:pt x="0" y="176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FD88E9-4C4B-4972-B198-AA6EF78A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7734" y="1768697"/>
            <a:ext cx="1146125" cy="193759"/>
          </a:xfrm>
          <a:custGeom xmlns:a="http://schemas.openxmlformats.org/drawingml/2006/main">
            <a:pathLst>
              <a:path w="1146125" h="193759">
                <a:moveTo>
                  <a:pt x="0" y="0"/>
                </a:moveTo>
                <a:lnTo>
                  <a:pt x="1146125" y="0"/>
                </a:lnTo>
                <a:lnTo>
                  <a:pt x="1146125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uint8_t*pos;">
            <a:extLst xmlns:a="http://schemas.openxmlformats.org/drawingml/2006/main">
              <a:ext uri="{FF2B5EF4-FFF2-40B4-BE49-F238E27FC236}">
                <a16:creationId xmlns:a16="http://schemas.microsoft.com/office/drawing/2014/main" id="{4CC1A539-15D6-43DE-9261-50C13DEC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8498" y="1814504"/>
            <a:ext cx="1109125" cy="137990"/>
          </a:xfrm>
          <a:custGeom xmlns:a="http://schemas.openxmlformats.org/drawingml/2006/main">
            <a:pathLst>
              <a:path w="1109125" h="137990">
                <a:moveTo>
                  <a:pt x="50015" y="108138"/>
                </a:moveTo>
                <a:lnTo>
                  <a:pt x="68098" y="108138"/>
                </a:lnTo>
                <a:lnTo>
                  <a:pt x="68098" y="30497"/>
                </a:lnTo>
                <a:lnTo>
                  <a:pt x="48077" y="30497"/>
                </a:lnTo>
                <a:lnTo>
                  <a:pt x="48077" y="84961"/>
                </a:lnTo>
                <a:cubicBezTo>
                  <a:pt x="47456" y="86205"/>
                  <a:pt x="46714" y="87329"/>
                  <a:pt x="45853" y="88333"/>
                </a:cubicBezTo>
                <a:cubicBezTo>
                  <a:pt x="44992" y="89338"/>
                  <a:pt x="44011" y="90199"/>
                  <a:pt x="42911" y="90917"/>
                </a:cubicBezTo>
                <a:cubicBezTo>
                  <a:pt x="41619" y="91730"/>
                  <a:pt x="40124" y="92352"/>
                  <a:pt x="38426" y="92782"/>
                </a:cubicBezTo>
                <a:cubicBezTo>
                  <a:pt x="36728" y="93213"/>
                  <a:pt x="34826" y="93428"/>
                  <a:pt x="32721" y="93428"/>
                </a:cubicBezTo>
                <a:cubicBezTo>
                  <a:pt x="30377" y="93428"/>
                  <a:pt x="28392" y="93141"/>
                  <a:pt x="26766" y="92567"/>
                </a:cubicBezTo>
                <a:cubicBezTo>
                  <a:pt x="25139" y="91993"/>
                  <a:pt x="23823" y="91036"/>
                  <a:pt x="22819" y="89697"/>
                </a:cubicBezTo>
                <a:cubicBezTo>
                  <a:pt x="21814" y="88405"/>
                  <a:pt x="21085" y="86683"/>
                  <a:pt x="20630" y="84530"/>
                </a:cubicBezTo>
                <a:cubicBezTo>
                  <a:pt x="20176" y="82378"/>
                  <a:pt x="19949" y="79723"/>
                  <a:pt x="19949" y="76565"/>
                </a:cubicBezTo>
                <a:lnTo>
                  <a:pt x="19949" y="30497"/>
                </a:lnTo>
                <a:lnTo>
                  <a:pt x="0" y="30497"/>
                </a:lnTo>
                <a:lnTo>
                  <a:pt x="0" y="76422"/>
                </a:lnTo>
                <a:cubicBezTo>
                  <a:pt x="0" y="82306"/>
                  <a:pt x="658" y="87341"/>
                  <a:pt x="1973" y="91527"/>
                </a:cubicBezTo>
                <a:cubicBezTo>
                  <a:pt x="3289" y="95712"/>
                  <a:pt x="5143" y="99145"/>
                  <a:pt x="7535" y="101824"/>
                </a:cubicBezTo>
                <a:cubicBezTo>
                  <a:pt x="9926" y="104551"/>
                  <a:pt x="12797" y="106536"/>
                  <a:pt x="16145" y="107780"/>
                </a:cubicBezTo>
                <a:cubicBezTo>
                  <a:pt x="19494" y="109023"/>
                  <a:pt x="23178" y="109645"/>
                  <a:pt x="27196" y="109645"/>
                </a:cubicBezTo>
                <a:cubicBezTo>
                  <a:pt x="31597" y="109645"/>
                  <a:pt x="35651" y="108545"/>
                  <a:pt x="39359" y="106345"/>
                </a:cubicBezTo>
                <a:cubicBezTo>
                  <a:pt x="43066" y="104144"/>
                  <a:pt x="46236" y="101106"/>
                  <a:pt x="48867" y="97231"/>
                </a:cubicBezTo>
                <a:lnTo>
                  <a:pt x="50015" y="108138"/>
                </a:lnTo>
                <a:close/>
                <a:moveTo>
                  <a:pt x="92839" y="30497"/>
                </a:moveTo>
                <a:lnTo>
                  <a:pt x="92839" y="46786"/>
                </a:lnTo>
                <a:lnTo>
                  <a:pt x="114941" y="46786"/>
                </a:lnTo>
                <a:lnTo>
                  <a:pt x="114941" y="91921"/>
                </a:lnTo>
                <a:lnTo>
                  <a:pt x="92839" y="91921"/>
                </a:lnTo>
                <a:lnTo>
                  <a:pt x="92839" y="108138"/>
                </a:lnTo>
                <a:lnTo>
                  <a:pt x="156129" y="108138"/>
                </a:lnTo>
                <a:lnTo>
                  <a:pt x="156129" y="91921"/>
                </a:lnTo>
                <a:lnTo>
                  <a:pt x="135104" y="91921"/>
                </a:lnTo>
                <a:lnTo>
                  <a:pt x="135104" y="30497"/>
                </a:lnTo>
                <a:lnTo>
                  <a:pt x="92839" y="30497"/>
                </a:lnTo>
                <a:moveTo>
                  <a:pt x="113505" y="10620"/>
                </a:moveTo>
                <a:cubicBezTo>
                  <a:pt x="113505" y="12151"/>
                  <a:pt x="113780" y="13574"/>
                  <a:pt x="114331" y="14890"/>
                </a:cubicBezTo>
                <a:cubicBezTo>
                  <a:pt x="114881" y="16205"/>
                  <a:pt x="115658" y="17317"/>
                  <a:pt x="116663" y="18226"/>
                </a:cubicBezTo>
                <a:cubicBezTo>
                  <a:pt x="117667" y="19183"/>
                  <a:pt x="118875" y="19925"/>
                  <a:pt x="120286" y="20451"/>
                </a:cubicBezTo>
                <a:cubicBezTo>
                  <a:pt x="121698" y="20977"/>
                  <a:pt x="123264" y="21240"/>
                  <a:pt x="124987" y="21240"/>
                </a:cubicBezTo>
                <a:cubicBezTo>
                  <a:pt x="128527" y="21240"/>
                  <a:pt x="131337" y="20248"/>
                  <a:pt x="133418" y="18262"/>
                </a:cubicBezTo>
                <a:cubicBezTo>
                  <a:pt x="135499" y="16277"/>
                  <a:pt x="136540" y="13730"/>
                  <a:pt x="136540" y="10620"/>
                </a:cubicBezTo>
                <a:cubicBezTo>
                  <a:pt x="136540" y="7511"/>
                  <a:pt x="135499" y="4963"/>
                  <a:pt x="133418" y="2978"/>
                </a:cubicBezTo>
                <a:cubicBezTo>
                  <a:pt x="131337" y="993"/>
                  <a:pt x="128527" y="0"/>
                  <a:pt x="124987" y="0"/>
                </a:cubicBezTo>
                <a:cubicBezTo>
                  <a:pt x="123264" y="0"/>
                  <a:pt x="121698" y="263"/>
                  <a:pt x="120286" y="789"/>
                </a:cubicBezTo>
                <a:cubicBezTo>
                  <a:pt x="118875" y="1316"/>
                  <a:pt x="117667" y="2033"/>
                  <a:pt x="116663" y="2942"/>
                </a:cubicBezTo>
                <a:cubicBezTo>
                  <a:pt x="115658" y="3899"/>
                  <a:pt x="114881" y="5035"/>
                  <a:pt x="114331" y="6351"/>
                </a:cubicBezTo>
                <a:cubicBezTo>
                  <a:pt x="113780" y="7666"/>
                  <a:pt x="113505" y="9089"/>
                  <a:pt x="113505" y="10620"/>
                </a:cubicBezTo>
                <a:close/>
                <a:moveTo>
                  <a:pt x="175705" y="108138"/>
                </a:moveTo>
                <a:lnTo>
                  <a:pt x="195725" y="108138"/>
                </a:lnTo>
                <a:lnTo>
                  <a:pt x="195725" y="52957"/>
                </a:lnTo>
                <a:cubicBezTo>
                  <a:pt x="196395" y="51905"/>
                  <a:pt x="197137" y="50948"/>
                  <a:pt x="197950" y="50087"/>
                </a:cubicBezTo>
                <a:cubicBezTo>
                  <a:pt x="198763" y="49226"/>
                  <a:pt x="199672" y="48484"/>
                  <a:pt x="200677" y="47862"/>
                </a:cubicBezTo>
                <a:cubicBezTo>
                  <a:pt x="201920" y="47001"/>
                  <a:pt x="203344" y="46355"/>
                  <a:pt x="204946" y="45925"/>
                </a:cubicBezTo>
                <a:cubicBezTo>
                  <a:pt x="206549" y="45494"/>
                  <a:pt x="208307" y="45279"/>
                  <a:pt x="210220" y="45279"/>
                </a:cubicBezTo>
                <a:cubicBezTo>
                  <a:pt x="212517" y="45279"/>
                  <a:pt x="214574" y="45506"/>
                  <a:pt x="216392" y="45961"/>
                </a:cubicBezTo>
                <a:cubicBezTo>
                  <a:pt x="218209" y="46415"/>
                  <a:pt x="219764" y="47216"/>
                  <a:pt x="221056" y="48365"/>
                </a:cubicBezTo>
                <a:cubicBezTo>
                  <a:pt x="222347" y="49513"/>
                  <a:pt x="223340" y="51079"/>
                  <a:pt x="224034" y="53065"/>
                </a:cubicBezTo>
                <a:cubicBezTo>
                  <a:pt x="224727" y="55050"/>
                  <a:pt x="225074" y="57573"/>
                  <a:pt x="225074" y="60635"/>
                </a:cubicBezTo>
                <a:lnTo>
                  <a:pt x="225074" y="108138"/>
                </a:lnTo>
                <a:lnTo>
                  <a:pt x="245023" y="108138"/>
                </a:lnTo>
                <a:lnTo>
                  <a:pt x="245023" y="60348"/>
                </a:lnTo>
                <a:cubicBezTo>
                  <a:pt x="245023" y="54703"/>
                  <a:pt x="244365" y="49907"/>
                  <a:pt x="243049" y="45961"/>
                </a:cubicBezTo>
                <a:cubicBezTo>
                  <a:pt x="241734" y="42014"/>
                  <a:pt x="239904" y="38773"/>
                  <a:pt x="237560" y="36238"/>
                </a:cubicBezTo>
                <a:cubicBezTo>
                  <a:pt x="235168" y="33750"/>
                  <a:pt x="232346" y="31932"/>
                  <a:pt x="229093" y="30784"/>
                </a:cubicBezTo>
                <a:cubicBezTo>
                  <a:pt x="225840" y="29636"/>
                  <a:pt x="222252" y="29062"/>
                  <a:pt x="218329" y="29062"/>
                </a:cubicBezTo>
                <a:cubicBezTo>
                  <a:pt x="215267" y="29062"/>
                  <a:pt x="212373" y="29492"/>
                  <a:pt x="209646" y="30353"/>
                </a:cubicBezTo>
                <a:cubicBezTo>
                  <a:pt x="206920" y="31214"/>
                  <a:pt x="204408" y="32458"/>
                  <a:pt x="202112" y="34085"/>
                </a:cubicBezTo>
                <a:cubicBezTo>
                  <a:pt x="200772" y="35042"/>
                  <a:pt x="199505" y="36118"/>
                  <a:pt x="198309" y="37314"/>
                </a:cubicBezTo>
                <a:cubicBezTo>
                  <a:pt x="197113" y="38510"/>
                  <a:pt x="196012" y="39825"/>
                  <a:pt x="195008" y="41261"/>
                </a:cubicBezTo>
                <a:lnTo>
                  <a:pt x="193788" y="30497"/>
                </a:lnTo>
                <a:lnTo>
                  <a:pt x="175705" y="30497"/>
                </a:lnTo>
                <a:lnTo>
                  <a:pt x="175705" y="108138"/>
                </a:lnTo>
                <a:close/>
                <a:moveTo>
                  <a:pt x="300476" y="11481"/>
                </a:moveTo>
                <a:lnTo>
                  <a:pt x="280528" y="11481"/>
                </a:lnTo>
                <a:lnTo>
                  <a:pt x="280528" y="30497"/>
                </a:lnTo>
                <a:lnTo>
                  <a:pt x="262803" y="30497"/>
                </a:lnTo>
                <a:lnTo>
                  <a:pt x="262803" y="45207"/>
                </a:lnTo>
                <a:lnTo>
                  <a:pt x="280528" y="45207"/>
                </a:lnTo>
                <a:lnTo>
                  <a:pt x="280528" y="80512"/>
                </a:lnTo>
                <a:cubicBezTo>
                  <a:pt x="280528" y="85631"/>
                  <a:pt x="281197" y="90020"/>
                  <a:pt x="282537" y="93679"/>
                </a:cubicBezTo>
                <a:cubicBezTo>
                  <a:pt x="283876" y="97339"/>
                  <a:pt x="285790" y="100341"/>
                  <a:pt x="288277" y="102685"/>
                </a:cubicBezTo>
                <a:cubicBezTo>
                  <a:pt x="290717" y="105077"/>
                  <a:pt x="293671" y="106835"/>
                  <a:pt x="297139" y="107959"/>
                </a:cubicBezTo>
                <a:cubicBezTo>
                  <a:pt x="300608" y="109083"/>
                  <a:pt x="304471" y="109645"/>
                  <a:pt x="308728" y="109645"/>
                </a:cubicBezTo>
                <a:cubicBezTo>
                  <a:pt x="310929" y="109645"/>
                  <a:pt x="313165" y="109538"/>
                  <a:pt x="315438" y="109322"/>
                </a:cubicBezTo>
                <a:cubicBezTo>
                  <a:pt x="317710" y="109107"/>
                  <a:pt x="319898" y="108808"/>
                  <a:pt x="322003" y="108425"/>
                </a:cubicBezTo>
                <a:cubicBezTo>
                  <a:pt x="324108" y="108043"/>
                  <a:pt x="326094" y="107552"/>
                  <a:pt x="327959" y="106954"/>
                </a:cubicBezTo>
                <a:cubicBezTo>
                  <a:pt x="329825" y="106356"/>
                  <a:pt x="331451" y="105651"/>
                  <a:pt x="332839" y="104838"/>
                </a:cubicBezTo>
                <a:lnTo>
                  <a:pt x="330901" y="91132"/>
                </a:lnTo>
                <a:cubicBezTo>
                  <a:pt x="329992" y="91371"/>
                  <a:pt x="328904" y="91610"/>
                  <a:pt x="327636" y="91850"/>
                </a:cubicBezTo>
                <a:cubicBezTo>
                  <a:pt x="326369" y="92089"/>
                  <a:pt x="325017" y="92304"/>
                  <a:pt x="323582" y="92495"/>
                </a:cubicBezTo>
                <a:cubicBezTo>
                  <a:pt x="322099" y="92735"/>
                  <a:pt x="320556" y="92926"/>
                  <a:pt x="318954" y="93069"/>
                </a:cubicBezTo>
                <a:cubicBezTo>
                  <a:pt x="317351" y="93213"/>
                  <a:pt x="315784" y="93285"/>
                  <a:pt x="314254" y="93285"/>
                </a:cubicBezTo>
                <a:cubicBezTo>
                  <a:pt x="312149" y="93285"/>
                  <a:pt x="310247" y="93045"/>
                  <a:pt x="308549" y="92567"/>
                </a:cubicBezTo>
                <a:cubicBezTo>
                  <a:pt x="306851" y="92089"/>
                  <a:pt x="305403" y="91275"/>
                  <a:pt x="304207" y="90127"/>
                </a:cubicBezTo>
                <a:cubicBezTo>
                  <a:pt x="303012" y="89027"/>
                  <a:pt x="302091" y="87532"/>
                  <a:pt x="301445" y="85643"/>
                </a:cubicBezTo>
                <a:cubicBezTo>
                  <a:pt x="300799" y="83753"/>
                  <a:pt x="300476" y="81397"/>
                  <a:pt x="300476" y="78574"/>
                </a:cubicBezTo>
                <a:lnTo>
                  <a:pt x="300476" y="45207"/>
                </a:lnTo>
                <a:lnTo>
                  <a:pt x="329466" y="45207"/>
                </a:lnTo>
                <a:lnTo>
                  <a:pt x="329466" y="30497"/>
                </a:lnTo>
                <a:lnTo>
                  <a:pt x="300476" y="30497"/>
                </a:lnTo>
                <a:lnTo>
                  <a:pt x="300476" y="11481"/>
                </a:lnTo>
                <a:close/>
                <a:moveTo>
                  <a:pt x="417642" y="31430"/>
                </a:moveTo>
                <a:cubicBezTo>
                  <a:pt x="417642" y="26694"/>
                  <a:pt x="416817" y="22520"/>
                  <a:pt x="415167" y="18908"/>
                </a:cubicBezTo>
                <a:cubicBezTo>
                  <a:pt x="413516" y="15296"/>
                  <a:pt x="411232" y="12247"/>
                  <a:pt x="408314" y="9759"/>
                </a:cubicBezTo>
                <a:cubicBezTo>
                  <a:pt x="405348" y="7271"/>
                  <a:pt x="401856" y="5394"/>
                  <a:pt x="397837" y="4126"/>
                </a:cubicBezTo>
                <a:cubicBezTo>
                  <a:pt x="393819" y="2858"/>
                  <a:pt x="389442" y="2224"/>
                  <a:pt x="384706" y="2224"/>
                </a:cubicBezTo>
                <a:cubicBezTo>
                  <a:pt x="379970" y="2224"/>
                  <a:pt x="375604" y="2858"/>
                  <a:pt x="371610" y="4126"/>
                </a:cubicBezTo>
                <a:cubicBezTo>
                  <a:pt x="367615" y="5394"/>
                  <a:pt x="364183" y="7271"/>
                  <a:pt x="361313" y="9759"/>
                </a:cubicBezTo>
                <a:cubicBezTo>
                  <a:pt x="358395" y="12247"/>
                  <a:pt x="356122" y="15296"/>
                  <a:pt x="354496" y="18908"/>
                </a:cubicBezTo>
                <a:cubicBezTo>
                  <a:pt x="352869" y="22520"/>
                  <a:pt x="352056" y="26694"/>
                  <a:pt x="352056" y="31430"/>
                </a:cubicBezTo>
                <a:cubicBezTo>
                  <a:pt x="352056" y="34013"/>
                  <a:pt x="352403" y="36477"/>
                  <a:pt x="353096" y="38821"/>
                </a:cubicBezTo>
                <a:cubicBezTo>
                  <a:pt x="353790" y="41165"/>
                  <a:pt x="354783" y="43318"/>
                  <a:pt x="356074" y="45279"/>
                </a:cubicBezTo>
                <a:cubicBezTo>
                  <a:pt x="357270" y="47145"/>
                  <a:pt x="358741" y="48843"/>
                  <a:pt x="360487" y="50374"/>
                </a:cubicBezTo>
                <a:cubicBezTo>
                  <a:pt x="362234" y="51905"/>
                  <a:pt x="364183" y="53220"/>
                  <a:pt x="366336" y="54320"/>
                </a:cubicBezTo>
                <a:cubicBezTo>
                  <a:pt x="363800" y="55516"/>
                  <a:pt x="361516" y="56963"/>
                  <a:pt x="359483" y="58662"/>
                </a:cubicBezTo>
                <a:cubicBezTo>
                  <a:pt x="357450" y="60360"/>
                  <a:pt x="355716" y="62262"/>
                  <a:pt x="354280" y="64366"/>
                </a:cubicBezTo>
                <a:cubicBezTo>
                  <a:pt x="352845" y="66519"/>
                  <a:pt x="351733" y="68875"/>
                  <a:pt x="350944" y="71435"/>
                </a:cubicBezTo>
                <a:cubicBezTo>
                  <a:pt x="350154" y="73994"/>
                  <a:pt x="349760" y="76709"/>
                  <a:pt x="349760" y="79579"/>
                </a:cubicBezTo>
                <a:cubicBezTo>
                  <a:pt x="349760" y="84506"/>
                  <a:pt x="350657" y="88836"/>
                  <a:pt x="352451" y="92567"/>
                </a:cubicBezTo>
                <a:cubicBezTo>
                  <a:pt x="354245" y="96298"/>
                  <a:pt x="356720" y="99408"/>
                  <a:pt x="359878" y="101896"/>
                </a:cubicBezTo>
                <a:cubicBezTo>
                  <a:pt x="363035" y="104431"/>
                  <a:pt x="366754" y="106345"/>
                  <a:pt x="371036" y="107636"/>
                </a:cubicBezTo>
                <a:cubicBezTo>
                  <a:pt x="375317" y="108928"/>
                  <a:pt x="379946" y="109574"/>
                  <a:pt x="384921" y="109574"/>
                </a:cubicBezTo>
                <a:cubicBezTo>
                  <a:pt x="389848" y="109574"/>
                  <a:pt x="394441" y="108928"/>
                  <a:pt x="398698" y="107636"/>
                </a:cubicBezTo>
                <a:cubicBezTo>
                  <a:pt x="402956" y="106345"/>
                  <a:pt x="406663" y="104431"/>
                  <a:pt x="409821" y="101896"/>
                </a:cubicBezTo>
                <a:cubicBezTo>
                  <a:pt x="412930" y="99408"/>
                  <a:pt x="415382" y="96298"/>
                  <a:pt x="417176" y="92567"/>
                </a:cubicBezTo>
                <a:cubicBezTo>
                  <a:pt x="418970" y="88836"/>
                  <a:pt x="419867" y="84506"/>
                  <a:pt x="419867" y="79579"/>
                </a:cubicBezTo>
                <a:cubicBezTo>
                  <a:pt x="419867" y="75848"/>
                  <a:pt x="419221" y="72403"/>
                  <a:pt x="417929" y="69246"/>
                </a:cubicBezTo>
                <a:cubicBezTo>
                  <a:pt x="416638" y="66089"/>
                  <a:pt x="414844" y="63314"/>
                  <a:pt x="412547" y="60922"/>
                </a:cubicBezTo>
                <a:cubicBezTo>
                  <a:pt x="411304" y="59583"/>
                  <a:pt x="409892" y="58375"/>
                  <a:pt x="408314" y="57298"/>
                </a:cubicBezTo>
                <a:cubicBezTo>
                  <a:pt x="406735" y="56222"/>
                  <a:pt x="405061" y="55253"/>
                  <a:pt x="403291" y="54392"/>
                </a:cubicBezTo>
                <a:cubicBezTo>
                  <a:pt x="405252" y="53388"/>
                  <a:pt x="407034" y="52204"/>
                  <a:pt x="408637" y="50840"/>
                </a:cubicBezTo>
                <a:cubicBezTo>
                  <a:pt x="410239" y="49477"/>
                  <a:pt x="411639" y="48006"/>
                  <a:pt x="412835" y="46427"/>
                </a:cubicBezTo>
                <a:cubicBezTo>
                  <a:pt x="414365" y="44322"/>
                  <a:pt x="415549" y="42014"/>
                  <a:pt x="416387" y="39502"/>
                </a:cubicBezTo>
                <a:cubicBezTo>
                  <a:pt x="417224" y="36991"/>
                  <a:pt x="417642" y="34300"/>
                  <a:pt x="417642" y="31430"/>
                </a:cubicBezTo>
                <a:moveTo>
                  <a:pt x="399846" y="78216"/>
                </a:moveTo>
                <a:cubicBezTo>
                  <a:pt x="399846" y="80608"/>
                  <a:pt x="399476" y="82748"/>
                  <a:pt x="398734" y="84638"/>
                </a:cubicBezTo>
                <a:cubicBezTo>
                  <a:pt x="397993" y="86528"/>
                  <a:pt x="396976" y="88142"/>
                  <a:pt x="395685" y="89482"/>
                </a:cubicBezTo>
                <a:cubicBezTo>
                  <a:pt x="394345" y="90821"/>
                  <a:pt x="392766" y="91838"/>
                  <a:pt x="390949" y="92531"/>
                </a:cubicBezTo>
                <a:cubicBezTo>
                  <a:pt x="389131" y="93225"/>
                  <a:pt x="387121" y="93572"/>
                  <a:pt x="384921" y="93572"/>
                </a:cubicBezTo>
                <a:cubicBezTo>
                  <a:pt x="382672" y="93572"/>
                  <a:pt x="380639" y="93249"/>
                  <a:pt x="378822" y="92603"/>
                </a:cubicBezTo>
                <a:cubicBezTo>
                  <a:pt x="377004" y="91957"/>
                  <a:pt x="375449" y="91012"/>
                  <a:pt x="374157" y="89769"/>
                </a:cubicBezTo>
                <a:cubicBezTo>
                  <a:pt x="372770" y="88477"/>
                  <a:pt x="371694" y="86850"/>
                  <a:pt x="370928" y="84889"/>
                </a:cubicBezTo>
                <a:cubicBezTo>
                  <a:pt x="370163" y="82928"/>
                  <a:pt x="369780" y="80703"/>
                  <a:pt x="369780" y="78216"/>
                </a:cubicBezTo>
                <a:cubicBezTo>
                  <a:pt x="369780" y="75824"/>
                  <a:pt x="370139" y="73671"/>
                  <a:pt x="370856" y="71757"/>
                </a:cubicBezTo>
                <a:cubicBezTo>
                  <a:pt x="371574" y="69844"/>
                  <a:pt x="372579" y="68193"/>
                  <a:pt x="373870" y="66806"/>
                </a:cubicBezTo>
                <a:cubicBezTo>
                  <a:pt x="375162" y="65467"/>
                  <a:pt x="376729" y="64438"/>
                  <a:pt x="378570" y="63721"/>
                </a:cubicBezTo>
                <a:cubicBezTo>
                  <a:pt x="380412" y="63003"/>
                  <a:pt x="382481" y="62644"/>
                  <a:pt x="384777" y="62644"/>
                </a:cubicBezTo>
                <a:cubicBezTo>
                  <a:pt x="387074" y="62644"/>
                  <a:pt x="389143" y="63003"/>
                  <a:pt x="390984" y="63721"/>
                </a:cubicBezTo>
                <a:cubicBezTo>
                  <a:pt x="392826" y="64438"/>
                  <a:pt x="394417" y="65467"/>
                  <a:pt x="395756" y="66806"/>
                </a:cubicBezTo>
                <a:cubicBezTo>
                  <a:pt x="397048" y="68193"/>
                  <a:pt x="398052" y="69844"/>
                  <a:pt x="398770" y="71757"/>
                </a:cubicBezTo>
                <a:cubicBezTo>
                  <a:pt x="399488" y="73671"/>
                  <a:pt x="399846" y="75824"/>
                  <a:pt x="399846" y="78216"/>
                </a:cubicBezTo>
                <a:moveTo>
                  <a:pt x="397765" y="32363"/>
                </a:moveTo>
                <a:cubicBezTo>
                  <a:pt x="397765" y="34467"/>
                  <a:pt x="397466" y="36393"/>
                  <a:pt x="396868" y="38139"/>
                </a:cubicBezTo>
                <a:cubicBezTo>
                  <a:pt x="396271" y="39885"/>
                  <a:pt x="395421" y="41380"/>
                  <a:pt x="394321" y="42624"/>
                </a:cubicBezTo>
                <a:cubicBezTo>
                  <a:pt x="393221" y="43868"/>
                  <a:pt x="391881" y="44836"/>
                  <a:pt x="390303" y="45530"/>
                </a:cubicBezTo>
                <a:cubicBezTo>
                  <a:pt x="388724" y="46224"/>
                  <a:pt x="386930" y="46571"/>
                  <a:pt x="384921" y="46571"/>
                </a:cubicBezTo>
                <a:cubicBezTo>
                  <a:pt x="382912" y="46571"/>
                  <a:pt x="381106" y="46224"/>
                  <a:pt x="379503" y="45530"/>
                </a:cubicBezTo>
                <a:cubicBezTo>
                  <a:pt x="377901" y="44836"/>
                  <a:pt x="376549" y="43868"/>
                  <a:pt x="375449" y="42624"/>
                </a:cubicBezTo>
                <a:cubicBezTo>
                  <a:pt x="374301" y="41380"/>
                  <a:pt x="373440" y="39885"/>
                  <a:pt x="372866" y="38139"/>
                </a:cubicBezTo>
                <a:cubicBezTo>
                  <a:pt x="372292" y="36393"/>
                  <a:pt x="372005" y="34444"/>
                  <a:pt x="372005" y="32291"/>
                </a:cubicBezTo>
                <a:cubicBezTo>
                  <a:pt x="372005" y="30186"/>
                  <a:pt x="372280" y="28260"/>
                  <a:pt x="372830" y="26514"/>
                </a:cubicBezTo>
                <a:cubicBezTo>
                  <a:pt x="373380" y="24768"/>
                  <a:pt x="374205" y="23297"/>
                  <a:pt x="375305" y="22101"/>
                </a:cubicBezTo>
                <a:cubicBezTo>
                  <a:pt x="376358" y="20905"/>
                  <a:pt x="377673" y="19984"/>
                  <a:pt x="379252" y="19339"/>
                </a:cubicBezTo>
                <a:cubicBezTo>
                  <a:pt x="380831" y="18693"/>
                  <a:pt x="382649" y="18370"/>
                  <a:pt x="384706" y="18370"/>
                </a:cubicBezTo>
                <a:cubicBezTo>
                  <a:pt x="386715" y="18370"/>
                  <a:pt x="388521" y="18705"/>
                  <a:pt x="390123" y="19375"/>
                </a:cubicBezTo>
                <a:cubicBezTo>
                  <a:pt x="391726" y="20044"/>
                  <a:pt x="393101" y="20977"/>
                  <a:pt x="394249" y="22173"/>
                </a:cubicBezTo>
                <a:cubicBezTo>
                  <a:pt x="395350" y="23417"/>
                  <a:pt x="396211" y="24900"/>
                  <a:pt x="396833" y="26622"/>
                </a:cubicBezTo>
                <a:cubicBezTo>
                  <a:pt x="397455" y="28344"/>
                  <a:pt x="397765" y="30258"/>
                  <a:pt x="397765" y="32363"/>
                </a:cubicBezTo>
                <a:close/>
                <a:moveTo>
                  <a:pt x="506176" y="123710"/>
                </a:moveTo>
                <a:lnTo>
                  <a:pt x="506176" y="108138"/>
                </a:lnTo>
                <a:lnTo>
                  <a:pt x="440734" y="108138"/>
                </a:lnTo>
                <a:lnTo>
                  <a:pt x="440734" y="123710"/>
                </a:lnTo>
                <a:lnTo>
                  <a:pt x="506176" y="123710"/>
                </a:lnTo>
                <a:close/>
                <a:moveTo>
                  <a:pt x="565003" y="11481"/>
                </a:moveTo>
                <a:lnTo>
                  <a:pt x="545054" y="11481"/>
                </a:lnTo>
                <a:lnTo>
                  <a:pt x="545054" y="30497"/>
                </a:lnTo>
                <a:lnTo>
                  <a:pt x="527330" y="30497"/>
                </a:lnTo>
                <a:lnTo>
                  <a:pt x="527330" y="45207"/>
                </a:lnTo>
                <a:lnTo>
                  <a:pt x="545054" y="45207"/>
                </a:lnTo>
                <a:lnTo>
                  <a:pt x="545054" y="80512"/>
                </a:lnTo>
                <a:cubicBezTo>
                  <a:pt x="545054" y="85631"/>
                  <a:pt x="545724" y="90020"/>
                  <a:pt x="547064" y="93679"/>
                </a:cubicBezTo>
                <a:cubicBezTo>
                  <a:pt x="548403" y="97339"/>
                  <a:pt x="550317" y="100341"/>
                  <a:pt x="552804" y="102685"/>
                </a:cubicBezTo>
                <a:cubicBezTo>
                  <a:pt x="555244" y="105077"/>
                  <a:pt x="558198" y="106835"/>
                  <a:pt x="561666" y="107959"/>
                </a:cubicBezTo>
                <a:cubicBezTo>
                  <a:pt x="565134" y="109083"/>
                  <a:pt x="568997" y="109645"/>
                  <a:pt x="573255" y="109645"/>
                </a:cubicBezTo>
                <a:cubicBezTo>
                  <a:pt x="575456" y="109645"/>
                  <a:pt x="577692" y="109538"/>
                  <a:pt x="579964" y="109322"/>
                </a:cubicBezTo>
                <a:cubicBezTo>
                  <a:pt x="582237" y="109107"/>
                  <a:pt x="584425" y="108808"/>
                  <a:pt x="586530" y="108425"/>
                </a:cubicBezTo>
                <a:cubicBezTo>
                  <a:pt x="588635" y="108043"/>
                  <a:pt x="590620" y="107552"/>
                  <a:pt x="592486" y="106954"/>
                </a:cubicBezTo>
                <a:cubicBezTo>
                  <a:pt x="594352" y="106356"/>
                  <a:pt x="595978" y="105651"/>
                  <a:pt x="597365" y="104838"/>
                </a:cubicBezTo>
                <a:lnTo>
                  <a:pt x="595428" y="91132"/>
                </a:lnTo>
                <a:cubicBezTo>
                  <a:pt x="594519" y="91371"/>
                  <a:pt x="593431" y="91610"/>
                  <a:pt x="592163" y="91850"/>
                </a:cubicBezTo>
                <a:cubicBezTo>
                  <a:pt x="590895" y="92089"/>
                  <a:pt x="589544" y="92304"/>
                  <a:pt x="588109" y="92495"/>
                </a:cubicBezTo>
                <a:cubicBezTo>
                  <a:pt x="586626" y="92735"/>
                  <a:pt x="585083" y="92926"/>
                  <a:pt x="583480" y="93069"/>
                </a:cubicBezTo>
                <a:cubicBezTo>
                  <a:pt x="581878" y="93213"/>
                  <a:pt x="580311" y="93285"/>
                  <a:pt x="578780" y="93285"/>
                </a:cubicBezTo>
                <a:cubicBezTo>
                  <a:pt x="576675" y="93285"/>
                  <a:pt x="574774" y="93045"/>
                  <a:pt x="573076" y="92567"/>
                </a:cubicBezTo>
                <a:cubicBezTo>
                  <a:pt x="571377" y="92089"/>
                  <a:pt x="569930" y="91275"/>
                  <a:pt x="568734" y="90127"/>
                </a:cubicBezTo>
                <a:cubicBezTo>
                  <a:pt x="567538" y="89027"/>
                  <a:pt x="566617" y="87532"/>
                  <a:pt x="565972" y="85643"/>
                </a:cubicBezTo>
                <a:cubicBezTo>
                  <a:pt x="565326" y="83753"/>
                  <a:pt x="565003" y="81397"/>
                  <a:pt x="565003" y="78574"/>
                </a:cubicBezTo>
                <a:lnTo>
                  <a:pt x="565003" y="45207"/>
                </a:lnTo>
                <a:lnTo>
                  <a:pt x="593993" y="45207"/>
                </a:lnTo>
                <a:lnTo>
                  <a:pt x="593993" y="30497"/>
                </a:lnTo>
                <a:lnTo>
                  <a:pt x="565003" y="30497"/>
                </a:lnTo>
                <a:lnTo>
                  <a:pt x="565003" y="11481"/>
                </a:lnTo>
                <a:close/>
                <a:moveTo>
                  <a:pt x="645645" y="44274"/>
                </a:moveTo>
                <a:lnTo>
                  <a:pt x="625696" y="67739"/>
                </a:lnTo>
                <a:lnTo>
                  <a:pt x="638541" y="76565"/>
                </a:lnTo>
                <a:lnTo>
                  <a:pt x="653682" y="50661"/>
                </a:lnTo>
                <a:lnTo>
                  <a:pt x="668822" y="77355"/>
                </a:lnTo>
                <a:lnTo>
                  <a:pt x="681595" y="68098"/>
                </a:lnTo>
                <a:lnTo>
                  <a:pt x="662364" y="44920"/>
                </a:lnTo>
                <a:lnTo>
                  <a:pt x="690924" y="38390"/>
                </a:lnTo>
                <a:lnTo>
                  <a:pt x="686188" y="23393"/>
                </a:lnTo>
                <a:lnTo>
                  <a:pt x="659494" y="35089"/>
                </a:lnTo>
                <a:lnTo>
                  <a:pt x="662293" y="3660"/>
                </a:lnTo>
                <a:lnTo>
                  <a:pt x="646578" y="3660"/>
                </a:lnTo>
                <a:lnTo>
                  <a:pt x="649161" y="34587"/>
                </a:lnTo>
                <a:lnTo>
                  <a:pt x="622252" y="22675"/>
                </a:lnTo>
                <a:lnTo>
                  <a:pt x="617516" y="37386"/>
                </a:lnTo>
                <a:lnTo>
                  <a:pt x="645645" y="44274"/>
                </a:lnTo>
                <a:close/>
                <a:moveTo>
                  <a:pt x="793221" y="137990"/>
                </a:moveTo>
                <a:lnTo>
                  <a:pt x="813170" y="137990"/>
                </a:lnTo>
                <a:lnTo>
                  <a:pt x="813170" y="101393"/>
                </a:lnTo>
                <a:cubicBezTo>
                  <a:pt x="814078" y="102398"/>
                  <a:pt x="815035" y="103307"/>
                  <a:pt x="816040" y="104120"/>
                </a:cubicBezTo>
                <a:cubicBezTo>
                  <a:pt x="817044" y="104933"/>
                  <a:pt x="818097" y="105675"/>
                  <a:pt x="819197" y="106345"/>
                </a:cubicBezTo>
                <a:cubicBezTo>
                  <a:pt x="821063" y="107397"/>
                  <a:pt x="823084" y="108198"/>
                  <a:pt x="825261" y="108748"/>
                </a:cubicBezTo>
                <a:cubicBezTo>
                  <a:pt x="827437" y="109299"/>
                  <a:pt x="829817" y="109574"/>
                  <a:pt x="832401" y="109574"/>
                </a:cubicBezTo>
                <a:cubicBezTo>
                  <a:pt x="837280" y="109574"/>
                  <a:pt x="841609" y="108569"/>
                  <a:pt x="845389" y="106560"/>
                </a:cubicBezTo>
                <a:cubicBezTo>
                  <a:pt x="849168" y="104551"/>
                  <a:pt x="852349" y="101776"/>
                  <a:pt x="854932" y="98236"/>
                </a:cubicBezTo>
                <a:cubicBezTo>
                  <a:pt x="857468" y="94744"/>
                  <a:pt x="859393" y="90582"/>
                  <a:pt x="860709" y="85750"/>
                </a:cubicBezTo>
                <a:cubicBezTo>
                  <a:pt x="862024" y="80918"/>
                  <a:pt x="862682" y="75680"/>
                  <a:pt x="862682" y="70035"/>
                </a:cubicBezTo>
                <a:lnTo>
                  <a:pt x="862682" y="68528"/>
                </a:lnTo>
                <a:cubicBezTo>
                  <a:pt x="862682" y="62644"/>
                  <a:pt x="862024" y="57274"/>
                  <a:pt x="860709" y="52419"/>
                </a:cubicBezTo>
                <a:cubicBezTo>
                  <a:pt x="859393" y="47563"/>
                  <a:pt x="857444" y="43389"/>
                  <a:pt x="854861" y="39897"/>
                </a:cubicBezTo>
                <a:cubicBezTo>
                  <a:pt x="852277" y="36453"/>
                  <a:pt x="849096" y="33786"/>
                  <a:pt x="845317" y="31896"/>
                </a:cubicBezTo>
                <a:cubicBezTo>
                  <a:pt x="841538" y="30007"/>
                  <a:pt x="837184" y="29062"/>
                  <a:pt x="832257" y="29062"/>
                </a:cubicBezTo>
                <a:cubicBezTo>
                  <a:pt x="829865" y="29062"/>
                  <a:pt x="827629" y="29313"/>
                  <a:pt x="825548" y="29815"/>
                </a:cubicBezTo>
                <a:cubicBezTo>
                  <a:pt x="823467" y="30318"/>
                  <a:pt x="821565" y="31023"/>
                  <a:pt x="819843" y="31932"/>
                </a:cubicBezTo>
                <a:cubicBezTo>
                  <a:pt x="818408" y="32697"/>
                  <a:pt x="817068" y="33594"/>
                  <a:pt x="815825" y="34623"/>
                </a:cubicBezTo>
                <a:cubicBezTo>
                  <a:pt x="814581" y="35651"/>
                  <a:pt x="813433" y="36812"/>
                  <a:pt x="812380" y="38103"/>
                </a:cubicBezTo>
                <a:lnTo>
                  <a:pt x="811663" y="30497"/>
                </a:lnTo>
                <a:lnTo>
                  <a:pt x="793221" y="30497"/>
                </a:lnTo>
                <a:lnTo>
                  <a:pt x="793221" y="137990"/>
                </a:lnTo>
                <a:moveTo>
                  <a:pt x="842734" y="68528"/>
                </a:moveTo>
                <a:lnTo>
                  <a:pt x="842734" y="70035"/>
                </a:lnTo>
                <a:cubicBezTo>
                  <a:pt x="842734" y="73240"/>
                  <a:pt x="842447" y="76266"/>
                  <a:pt x="841873" y="79113"/>
                </a:cubicBezTo>
                <a:cubicBezTo>
                  <a:pt x="841298" y="81959"/>
                  <a:pt x="840390" y="84459"/>
                  <a:pt x="839146" y="86611"/>
                </a:cubicBezTo>
                <a:cubicBezTo>
                  <a:pt x="837902" y="88764"/>
                  <a:pt x="836287" y="90462"/>
                  <a:pt x="834302" y="91706"/>
                </a:cubicBezTo>
                <a:cubicBezTo>
                  <a:pt x="832317" y="92950"/>
                  <a:pt x="829913" y="93572"/>
                  <a:pt x="827090" y="93572"/>
                </a:cubicBezTo>
                <a:cubicBezTo>
                  <a:pt x="825320" y="93572"/>
                  <a:pt x="823718" y="93392"/>
                  <a:pt x="822283" y="93034"/>
                </a:cubicBezTo>
                <a:cubicBezTo>
                  <a:pt x="820848" y="92675"/>
                  <a:pt x="819580" y="92160"/>
                  <a:pt x="818480" y="91491"/>
                </a:cubicBezTo>
                <a:cubicBezTo>
                  <a:pt x="817331" y="90773"/>
                  <a:pt x="816315" y="89912"/>
                  <a:pt x="815430" y="88907"/>
                </a:cubicBezTo>
                <a:cubicBezTo>
                  <a:pt x="814545" y="87903"/>
                  <a:pt x="813791" y="86779"/>
                  <a:pt x="813170" y="85535"/>
                </a:cubicBezTo>
                <a:lnTo>
                  <a:pt x="813170" y="53101"/>
                </a:lnTo>
                <a:cubicBezTo>
                  <a:pt x="813839" y="51761"/>
                  <a:pt x="814641" y="50589"/>
                  <a:pt x="815573" y="49584"/>
                </a:cubicBezTo>
                <a:cubicBezTo>
                  <a:pt x="816506" y="48580"/>
                  <a:pt x="817595" y="47743"/>
                  <a:pt x="818838" y="47073"/>
                </a:cubicBezTo>
                <a:cubicBezTo>
                  <a:pt x="819939" y="46499"/>
                  <a:pt x="821159" y="46056"/>
                  <a:pt x="822498" y="45745"/>
                </a:cubicBezTo>
                <a:cubicBezTo>
                  <a:pt x="823837" y="45434"/>
                  <a:pt x="825320" y="45279"/>
                  <a:pt x="826947" y="45279"/>
                </a:cubicBezTo>
                <a:cubicBezTo>
                  <a:pt x="829769" y="45279"/>
                  <a:pt x="832173" y="45877"/>
                  <a:pt x="834159" y="47073"/>
                </a:cubicBezTo>
                <a:cubicBezTo>
                  <a:pt x="836144" y="48269"/>
                  <a:pt x="837782" y="49895"/>
                  <a:pt x="839074" y="51952"/>
                </a:cubicBezTo>
                <a:cubicBezTo>
                  <a:pt x="840318" y="54057"/>
                  <a:pt x="841239" y="56533"/>
                  <a:pt x="841837" y="59379"/>
                </a:cubicBezTo>
                <a:cubicBezTo>
                  <a:pt x="842435" y="62226"/>
                  <a:pt x="842734" y="65275"/>
                  <a:pt x="842734" y="68528"/>
                </a:cubicBezTo>
                <a:close/>
                <a:moveTo>
                  <a:pt x="878382" y="68600"/>
                </a:moveTo>
                <a:lnTo>
                  <a:pt x="878382" y="70107"/>
                </a:lnTo>
                <a:cubicBezTo>
                  <a:pt x="878382" y="75800"/>
                  <a:pt x="879196" y="81050"/>
                  <a:pt x="880822" y="85858"/>
                </a:cubicBezTo>
                <a:cubicBezTo>
                  <a:pt x="882449" y="90666"/>
                  <a:pt x="884841" y="94839"/>
                  <a:pt x="887998" y="98379"/>
                </a:cubicBezTo>
                <a:cubicBezTo>
                  <a:pt x="891107" y="101919"/>
                  <a:pt x="894946" y="104682"/>
                  <a:pt x="899515" y="106667"/>
                </a:cubicBezTo>
                <a:cubicBezTo>
                  <a:pt x="904084" y="108653"/>
                  <a:pt x="909286" y="109645"/>
                  <a:pt x="915122" y="109645"/>
                </a:cubicBezTo>
                <a:cubicBezTo>
                  <a:pt x="920911" y="109645"/>
                  <a:pt x="926077" y="108653"/>
                  <a:pt x="930622" y="106667"/>
                </a:cubicBezTo>
                <a:cubicBezTo>
                  <a:pt x="935167" y="104682"/>
                  <a:pt x="938994" y="101919"/>
                  <a:pt x="942103" y="98379"/>
                </a:cubicBezTo>
                <a:cubicBezTo>
                  <a:pt x="945213" y="94839"/>
                  <a:pt x="947581" y="90666"/>
                  <a:pt x="949207" y="85858"/>
                </a:cubicBezTo>
                <a:cubicBezTo>
                  <a:pt x="950834" y="81050"/>
                  <a:pt x="951647" y="75800"/>
                  <a:pt x="951647" y="70107"/>
                </a:cubicBezTo>
                <a:lnTo>
                  <a:pt x="951647" y="68600"/>
                </a:lnTo>
                <a:cubicBezTo>
                  <a:pt x="951647" y="62955"/>
                  <a:pt x="950834" y="57729"/>
                  <a:pt x="949207" y="52921"/>
                </a:cubicBezTo>
                <a:cubicBezTo>
                  <a:pt x="947581" y="48113"/>
                  <a:pt x="945213" y="43939"/>
                  <a:pt x="942103" y="40399"/>
                </a:cubicBezTo>
                <a:cubicBezTo>
                  <a:pt x="938946" y="36859"/>
                  <a:pt x="935095" y="34085"/>
                  <a:pt x="930550" y="32076"/>
                </a:cubicBezTo>
                <a:cubicBezTo>
                  <a:pt x="926005" y="30066"/>
                  <a:pt x="920815" y="29062"/>
                  <a:pt x="914979" y="29062"/>
                </a:cubicBezTo>
                <a:cubicBezTo>
                  <a:pt x="909142" y="29062"/>
                  <a:pt x="903964" y="30066"/>
                  <a:pt x="899443" y="32076"/>
                </a:cubicBezTo>
                <a:cubicBezTo>
                  <a:pt x="894923" y="34085"/>
                  <a:pt x="891107" y="36859"/>
                  <a:pt x="887998" y="40399"/>
                </a:cubicBezTo>
                <a:cubicBezTo>
                  <a:pt x="884841" y="43939"/>
                  <a:pt x="882449" y="48113"/>
                  <a:pt x="880822" y="52921"/>
                </a:cubicBezTo>
                <a:cubicBezTo>
                  <a:pt x="879196" y="57729"/>
                  <a:pt x="878382" y="62955"/>
                  <a:pt x="878382" y="68600"/>
                </a:cubicBezTo>
                <a:moveTo>
                  <a:pt x="898331" y="70107"/>
                </a:moveTo>
                <a:lnTo>
                  <a:pt x="898331" y="68600"/>
                </a:lnTo>
                <a:cubicBezTo>
                  <a:pt x="898331" y="65443"/>
                  <a:pt x="898642" y="62453"/>
                  <a:pt x="899264" y="59630"/>
                </a:cubicBezTo>
                <a:cubicBezTo>
                  <a:pt x="899886" y="56808"/>
                  <a:pt x="900866" y="54320"/>
                  <a:pt x="902206" y="52168"/>
                </a:cubicBezTo>
                <a:cubicBezTo>
                  <a:pt x="903545" y="50015"/>
                  <a:pt x="905268" y="48317"/>
                  <a:pt x="907372" y="47073"/>
                </a:cubicBezTo>
                <a:cubicBezTo>
                  <a:pt x="909477" y="45829"/>
                  <a:pt x="912013" y="45207"/>
                  <a:pt x="914979" y="45207"/>
                </a:cubicBezTo>
                <a:cubicBezTo>
                  <a:pt x="917993" y="45207"/>
                  <a:pt x="920552" y="45829"/>
                  <a:pt x="922657" y="47073"/>
                </a:cubicBezTo>
                <a:cubicBezTo>
                  <a:pt x="924762" y="48317"/>
                  <a:pt x="926484" y="50015"/>
                  <a:pt x="927823" y="52168"/>
                </a:cubicBezTo>
                <a:cubicBezTo>
                  <a:pt x="929115" y="54320"/>
                  <a:pt x="930072" y="56808"/>
                  <a:pt x="930694" y="59630"/>
                </a:cubicBezTo>
                <a:cubicBezTo>
                  <a:pt x="931316" y="62453"/>
                  <a:pt x="931626" y="65443"/>
                  <a:pt x="931626" y="68600"/>
                </a:cubicBezTo>
                <a:lnTo>
                  <a:pt x="931626" y="70107"/>
                </a:lnTo>
                <a:cubicBezTo>
                  <a:pt x="931626" y="73360"/>
                  <a:pt x="931316" y="76410"/>
                  <a:pt x="930694" y="79256"/>
                </a:cubicBezTo>
                <a:cubicBezTo>
                  <a:pt x="930072" y="82102"/>
                  <a:pt x="929115" y="84578"/>
                  <a:pt x="927823" y="86683"/>
                </a:cubicBezTo>
                <a:cubicBezTo>
                  <a:pt x="926484" y="88836"/>
                  <a:pt x="924762" y="90534"/>
                  <a:pt x="922657" y="91778"/>
                </a:cubicBezTo>
                <a:cubicBezTo>
                  <a:pt x="920552" y="93022"/>
                  <a:pt x="918040" y="93643"/>
                  <a:pt x="915122" y="93643"/>
                </a:cubicBezTo>
                <a:cubicBezTo>
                  <a:pt x="912108" y="93643"/>
                  <a:pt x="909537" y="93022"/>
                  <a:pt x="907408" y="91778"/>
                </a:cubicBezTo>
                <a:cubicBezTo>
                  <a:pt x="905280" y="90534"/>
                  <a:pt x="903545" y="88836"/>
                  <a:pt x="902206" y="86683"/>
                </a:cubicBezTo>
                <a:cubicBezTo>
                  <a:pt x="900866" y="84578"/>
                  <a:pt x="899886" y="82102"/>
                  <a:pt x="899264" y="79256"/>
                </a:cubicBezTo>
                <a:cubicBezTo>
                  <a:pt x="898642" y="76410"/>
                  <a:pt x="898331" y="73360"/>
                  <a:pt x="898331" y="70107"/>
                </a:cubicBezTo>
                <a:close/>
                <a:moveTo>
                  <a:pt x="1019372" y="86826"/>
                </a:moveTo>
                <a:cubicBezTo>
                  <a:pt x="1019372" y="88022"/>
                  <a:pt x="1019073" y="89123"/>
                  <a:pt x="1018475" y="90127"/>
                </a:cubicBezTo>
                <a:cubicBezTo>
                  <a:pt x="1017877" y="91132"/>
                  <a:pt x="1016980" y="92017"/>
                  <a:pt x="1015784" y="92782"/>
                </a:cubicBezTo>
                <a:cubicBezTo>
                  <a:pt x="1014540" y="93548"/>
                  <a:pt x="1012949" y="94158"/>
                  <a:pt x="1011012" y="94612"/>
                </a:cubicBezTo>
                <a:cubicBezTo>
                  <a:pt x="1009074" y="95067"/>
                  <a:pt x="1006814" y="95294"/>
                  <a:pt x="1004231" y="95294"/>
                </a:cubicBezTo>
                <a:cubicBezTo>
                  <a:pt x="1002078" y="95294"/>
                  <a:pt x="999985" y="95079"/>
                  <a:pt x="997952" y="94648"/>
                </a:cubicBezTo>
                <a:cubicBezTo>
                  <a:pt x="995919" y="94218"/>
                  <a:pt x="994113" y="93524"/>
                  <a:pt x="992534" y="92567"/>
                </a:cubicBezTo>
                <a:cubicBezTo>
                  <a:pt x="990956" y="91658"/>
                  <a:pt x="989664" y="90450"/>
                  <a:pt x="988659" y="88943"/>
                </a:cubicBezTo>
                <a:cubicBezTo>
                  <a:pt x="987655" y="87436"/>
                  <a:pt x="987081" y="85631"/>
                  <a:pt x="986937" y="83526"/>
                </a:cubicBezTo>
                <a:lnTo>
                  <a:pt x="967921" y="83526"/>
                </a:lnTo>
                <a:cubicBezTo>
                  <a:pt x="967921" y="86683"/>
                  <a:pt x="968699" y="89828"/>
                  <a:pt x="970254" y="92962"/>
                </a:cubicBezTo>
                <a:cubicBezTo>
                  <a:pt x="971808" y="96095"/>
                  <a:pt x="974093" y="98882"/>
                  <a:pt x="977106" y="101322"/>
                </a:cubicBezTo>
                <a:cubicBezTo>
                  <a:pt x="980120" y="103809"/>
                  <a:pt x="983864" y="105818"/>
                  <a:pt x="988336" y="107349"/>
                </a:cubicBezTo>
                <a:cubicBezTo>
                  <a:pt x="992809" y="108880"/>
                  <a:pt x="997964" y="109645"/>
                  <a:pt x="1003800" y="109645"/>
                </a:cubicBezTo>
                <a:cubicBezTo>
                  <a:pt x="1009110" y="109645"/>
                  <a:pt x="1013918" y="109059"/>
                  <a:pt x="1018223" y="107887"/>
                </a:cubicBezTo>
                <a:cubicBezTo>
                  <a:pt x="1022529" y="106715"/>
                  <a:pt x="1026212" y="105077"/>
                  <a:pt x="1029274" y="102972"/>
                </a:cubicBezTo>
                <a:cubicBezTo>
                  <a:pt x="1032288" y="100867"/>
                  <a:pt x="1034620" y="98367"/>
                  <a:pt x="1036270" y="95473"/>
                </a:cubicBezTo>
                <a:cubicBezTo>
                  <a:pt x="1037921" y="92579"/>
                  <a:pt x="1038746" y="89410"/>
                  <a:pt x="1038746" y="85965"/>
                </a:cubicBezTo>
                <a:cubicBezTo>
                  <a:pt x="1038746" y="82234"/>
                  <a:pt x="1037921" y="79017"/>
                  <a:pt x="1036270" y="76314"/>
                </a:cubicBezTo>
                <a:cubicBezTo>
                  <a:pt x="1034620" y="73611"/>
                  <a:pt x="1032336" y="71303"/>
                  <a:pt x="1029418" y="69389"/>
                </a:cubicBezTo>
                <a:cubicBezTo>
                  <a:pt x="1026499" y="67524"/>
                  <a:pt x="1023031" y="65993"/>
                  <a:pt x="1019013" y="64797"/>
                </a:cubicBezTo>
                <a:cubicBezTo>
                  <a:pt x="1014994" y="63601"/>
                  <a:pt x="1010641" y="62620"/>
                  <a:pt x="1005953" y="61855"/>
                </a:cubicBezTo>
                <a:cubicBezTo>
                  <a:pt x="1002700" y="61377"/>
                  <a:pt x="1000021" y="60814"/>
                  <a:pt x="997916" y="60169"/>
                </a:cubicBezTo>
                <a:cubicBezTo>
                  <a:pt x="995811" y="59523"/>
                  <a:pt x="994161" y="58793"/>
                  <a:pt x="992965" y="57980"/>
                </a:cubicBezTo>
                <a:cubicBezTo>
                  <a:pt x="991721" y="57215"/>
                  <a:pt x="990860" y="56342"/>
                  <a:pt x="990382" y="55361"/>
                </a:cubicBezTo>
                <a:cubicBezTo>
                  <a:pt x="989903" y="54380"/>
                  <a:pt x="989664" y="53316"/>
                  <a:pt x="989664" y="52168"/>
                </a:cubicBezTo>
                <a:cubicBezTo>
                  <a:pt x="989664" y="51020"/>
                  <a:pt x="989939" y="49931"/>
                  <a:pt x="990489" y="48903"/>
                </a:cubicBezTo>
                <a:cubicBezTo>
                  <a:pt x="991039" y="47874"/>
                  <a:pt x="991841" y="46977"/>
                  <a:pt x="992893" y="46212"/>
                </a:cubicBezTo>
                <a:cubicBezTo>
                  <a:pt x="994041" y="45351"/>
                  <a:pt x="995524" y="44681"/>
                  <a:pt x="997342" y="44203"/>
                </a:cubicBezTo>
                <a:cubicBezTo>
                  <a:pt x="999160" y="43724"/>
                  <a:pt x="1001289" y="43485"/>
                  <a:pt x="1003728" y="43485"/>
                </a:cubicBezTo>
                <a:cubicBezTo>
                  <a:pt x="1006599" y="43485"/>
                  <a:pt x="1009050" y="43844"/>
                  <a:pt x="1011084" y="44561"/>
                </a:cubicBezTo>
                <a:cubicBezTo>
                  <a:pt x="1013117" y="45279"/>
                  <a:pt x="1014731" y="46236"/>
                  <a:pt x="1015927" y="47432"/>
                </a:cubicBezTo>
                <a:cubicBezTo>
                  <a:pt x="1016788" y="48341"/>
                  <a:pt x="1017434" y="49357"/>
                  <a:pt x="1017865" y="50481"/>
                </a:cubicBezTo>
                <a:cubicBezTo>
                  <a:pt x="1018295" y="51606"/>
                  <a:pt x="1018510" y="52813"/>
                  <a:pt x="1018510" y="54105"/>
                </a:cubicBezTo>
                <a:lnTo>
                  <a:pt x="1038459" y="54105"/>
                </a:lnTo>
                <a:cubicBezTo>
                  <a:pt x="1038459" y="50517"/>
                  <a:pt x="1037670" y="47192"/>
                  <a:pt x="1036091" y="44131"/>
                </a:cubicBezTo>
                <a:cubicBezTo>
                  <a:pt x="1034512" y="41069"/>
                  <a:pt x="1032240" y="38414"/>
                  <a:pt x="1029274" y="36166"/>
                </a:cubicBezTo>
                <a:cubicBezTo>
                  <a:pt x="1026260" y="33965"/>
                  <a:pt x="1022601" y="32231"/>
                  <a:pt x="1018295" y="30963"/>
                </a:cubicBezTo>
                <a:cubicBezTo>
                  <a:pt x="1013990" y="29696"/>
                  <a:pt x="1009134" y="29062"/>
                  <a:pt x="1003728" y="29062"/>
                </a:cubicBezTo>
                <a:cubicBezTo>
                  <a:pt x="998562" y="29062"/>
                  <a:pt x="993922" y="29708"/>
                  <a:pt x="989807" y="30999"/>
                </a:cubicBezTo>
                <a:cubicBezTo>
                  <a:pt x="985693" y="32291"/>
                  <a:pt x="982201" y="34037"/>
                  <a:pt x="979331" y="36238"/>
                </a:cubicBezTo>
                <a:cubicBezTo>
                  <a:pt x="976461" y="38438"/>
                  <a:pt x="974260" y="40997"/>
                  <a:pt x="972729" y="43916"/>
                </a:cubicBezTo>
                <a:cubicBezTo>
                  <a:pt x="971198" y="46834"/>
                  <a:pt x="970433" y="49895"/>
                  <a:pt x="970433" y="53101"/>
                </a:cubicBezTo>
                <a:cubicBezTo>
                  <a:pt x="970433" y="56401"/>
                  <a:pt x="971186" y="59319"/>
                  <a:pt x="972693" y="61855"/>
                </a:cubicBezTo>
                <a:cubicBezTo>
                  <a:pt x="974200" y="64390"/>
                  <a:pt x="976293" y="66615"/>
                  <a:pt x="978972" y="68528"/>
                </a:cubicBezTo>
                <a:cubicBezTo>
                  <a:pt x="981651" y="70490"/>
                  <a:pt x="984868" y="72152"/>
                  <a:pt x="988623" y="73515"/>
                </a:cubicBezTo>
                <a:cubicBezTo>
                  <a:pt x="992379" y="74879"/>
                  <a:pt x="996529" y="76015"/>
                  <a:pt x="1001073" y="76924"/>
                </a:cubicBezTo>
                <a:cubicBezTo>
                  <a:pt x="1004661" y="77594"/>
                  <a:pt x="1007627" y="78263"/>
                  <a:pt x="1009971" y="78933"/>
                </a:cubicBezTo>
                <a:cubicBezTo>
                  <a:pt x="1012315" y="79603"/>
                  <a:pt x="1014205" y="80320"/>
                  <a:pt x="1015640" y="81086"/>
                </a:cubicBezTo>
                <a:cubicBezTo>
                  <a:pt x="1017027" y="81899"/>
                  <a:pt x="1017996" y="82760"/>
                  <a:pt x="1018546" y="83669"/>
                </a:cubicBezTo>
                <a:cubicBezTo>
                  <a:pt x="1019096" y="84578"/>
                  <a:pt x="1019372" y="85631"/>
                  <a:pt x="1019372" y="86826"/>
                </a:cubicBezTo>
                <a:close/>
                <a:moveTo>
                  <a:pt x="1081427" y="37314"/>
                </a:moveTo>
                <a:cubicBezTo>
                  <a:pt x="1081427" y="40997"/>
                  <a:pt x="1082671" y="44083"/>
                  <a:pt x="1085159" y="46571"/>
                </a:cubicBezTo>
                <a:cubicBezTo>
                  <a:pt x="1087646" y="49058"/>
                  <a:pt x="1091019" y="50302"/>
                  <a:pt x="1095276" y="50302"/>
                </a:cubicBezTo>
                <a:cubicBezTo>
                  <a:pt x="1099486" y="50302"/>
                  <a:pt x="1102847" y="49070"/>
                  <a:pt x="1105358" y="46606"/>
                </a:cubicBezTo>
                <a:cubicBezTo>
                  <a:pt x="1107870" y="44143"/>
                  <a:pt x="1109125" y="41045"/>
                  <a:pt x="1109125" y="37314"/>
                </a:cubicBezTo>
                <a:cubicBezTo>
                  <a:pt x="1109125" y="33582"/>
                  <a:pt x="1107894" y="30449"/>
                  <a:pt x="1105430" y="27914"/>
                </a:cubicBezTo>
                <a:cubicBezTo>
                  <a:pt x="1102966" y="25378"/>
                  <a:pt x="1099582" y="24110"/>
                  <a:pt x="1095276" y="24110"/>
                </a:cubicBezTo>
                <a:cubicBezTo>
                  <a:pt x="1090923" y="24110"/>
                  <a:pt x="1087527" y="25390"/>
                  <a:pt x="1085087" y="27950"/>
                </a:cubicBezTo>
                <a:cubicBezTo>
                  <a:pt x="1082647" y="30509"/>
                  <a:pt x="1081427" y="33630"/>
                  <a:pt x="1081427" y="37314"/>
                </a:cubicBezTo>
                <a:moveTo>
                  <a:pt x="1103744" y="106560"/>
                </a:moveTo>
                <a:lnTo>
                  <a:pt x="1103815" y="90701"/>
                </a:lnTo>
                <a:lnTo>
                  <a:pt x="1085087" y="90701"/>
                </a:lnTo>
                <a:lnTo>
                  <a:pt x="1085087" y="107493"/>
                </a:lnTo>
                <a:cubicBezTo>
                  <a:pt x="1085087" y="112755"/>
                  <a:pt x="1084465" y="117264"/>
                  <a:pt x="1083221" y="121019"/>
                </a:cubicBezTo>
                <a:cubicBezTo>
                  <a:pt x="1081977" y="124774"/>
                  <a:pt x="1080446" y="128374"/>
                  <a:pt x="1078629" y="131818"/>
                </a:cubicBezTo>
                <a:lnTo>
                  <a:pt x="1089177" y="137272"/>
                </a:lnTo>
                <a:cubicBezTo>
                  <a:pt x="1093482" y="133445"/>
                  <a:pt x="1096987" y="128733"/>
                  <a:pt x="1099689" y="123136"/>
                </a:cubicBezTo>
                <a:cubicBezTo>
                  <a:pt x="1102392" y="117539"/>
                  <a:pt x="1103744" y="112013"/>
                  <a:pt x="1103744" y="106560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359CD2-3D2B-4BEE-9763-6008ECD6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7734" y="1957912"/>
            <a:ext cx="1675106" cy="176351"/>
          </a:xfrm>
          <a:custGeom xmlns:a="http://schemas.openxmlformats.org/drawingml/2006/main">
            <a:pathLst>
              <a:path w="1675106" h="176351">
                <a:moveTo>
                  <a:pt x="0" y="0"/>
                </a:moveTo>
                <a:lnTo>
                  <a:pt x="1675106" y="0"/>
                </a:lnTo>
                <a:lnTo>
                  <a:pt x="1675106" y="176351"/>
                </a:lnTo>
                <a:lnTo>
                  <a:pt x="0" y="176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2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D3B427-46B7-4FF0-875F-1839CE0F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7734" y="1945048"/>
            <a:ext cx="705308" cy="193759"/>
          </a:xfrm>
          <a:custGeom xmlns:a="http://schemas.openxmlformats.org/drawingml/2006/main">
            <a:pathLst>
              <a:path w="705308" h="193759">
                <a:moveTo>
                  <a:pt x="0" y="0"/>
                </a:moveTo>
                <a:lnTo>
                  <a:pt x="705308" y="0"/>
                </a:lnTo>
                <a:lnTo>
                  <a:pt x="705308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uint8_t*">
            <a:extLst xmlns:a="http://schemas.openxmlformats.org/drawingml/2006/main">
              <a:ext uri="{FF2B5EF4-FFF2-40B4-BE49-F238E27FC236}">
                <a16:creationId xmlns:a16="http://schemas.microsoft.com/office/drawing/2014/main" id="{CC8C9662-2936-4562-B652-82BDEB95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8498" y="1990855"/>
            <a:ext cx="690924" cy="123710"/>
          </a:xfrm>
          <a:custGeom xmlns:a="http://schemas.openxmlformats.org/drawingml/2006/main">
            <a:pathLst>
              <a:path w="690924" h="123710">
                <a:moveTo>
                  <a:pt x="50015" y="108138"/>
                </a:moveTo>
                <a:lnTo>
                  <a:pt x="68098" y="108138"/>
                </a:lnTo>
                <a:lnTo>
                  <a:pt x="68098" y="30497"/>
                </a:lnTo>
                <a:lnTo>
                  <a:pt x="48077" y="30497"/>
                </a:lnTo>
                <a:lnTo>
                  <a:pt x="48077" y="84961"/>
                </a:lnTo>
                <a:cubicBezTo>
                  <a:pt x="47456" y="86205"/>
                  <a:pt x="46714" y="87329"/>
                  <a:pt x="45853" y="88333"/>
                </a:cubicBezTo>
                <a:cubicBezTo>
                  <a:pt x="44992" y="89338"/>
                  <a:pt x="44011" y="90199"/>
                  <a:pt x="42911" y="90917"/>
                </a:cubicBezTo>
                <a:cubicBezTo>
                  <a:pt x="41619" y="91730"/>
                  <a:pt x="40124" y="92352"/>
                  <a:pt x="38426" y="92782"/>
                </a:cubicBezTo>
                <a:cubicBezTo>
                  <a:pt x="36728" y="93213"/>
                  <a:pt x="34826" y="93428"/>
                  <a:pt x="32721" y="93428"/>
                </a:cubicBezTo>
                <a:cubicBezTo>
                  <a:pt x="30377" y="93428"/>
                  <a:pt x="28392" y="93141"/>
                  <a:pt x="26766" y="92567"/>
                </a:cubicBezTo>
                <a:cubicBezTo>
                  <a:pt x="25139" y="91993"/>
                  <a:pt x="23823" y="91036"/>
                  <a:pt x="22819" y="89697"/>
                </a:cubicBezTo>
                <a:cubicBezTo>
                  <a:pt x="21814" y="88405"/>
                  <a:pt x="21085" y="86683"/>
                  <a:pt x="20630" y="84530"/>
                </a:cubicBezTo>
                <a:cubicBezTo>
                  <a:pt x="20176" y="82378"/>
                  <a:pt x="19949" y="79723"/>
                  <a:pt x="19949" y="76565"/>
                </a:cubicBezTo>
                <a:lnTo>
                  <a:pt x="19949" y="30497"/>
                </a:lnTo>
                <a:lnTo>
                  <a:pt x="0" y="30497"/>
                </a:lnTo>
                <a:lnTo>
                  <a:pt x="0" y="76422"/>
                </a:lnTo>
                <a:cubicBezTo>
                  <a:pt x="0" y="82306"/>
                  <a:pt x="658" y="87341"/>
                  <a:pt x="1973" y="91527"/>
                </a:cubicBezTo>
                <a:cubicBezTo>
                  <a:pt x="3289" y="95712"/>
                  <a:pt x="5143" y="99145"/>
                  <a:pt x="7535" y="101824"/>
                </a:cubicBezTo>
                <a:cubicBezTo>
                  <a:pt x="9926" y="104551"/>
                  <a:pt x="12797" y="106536"/>
                  <a:pt x="16145" y="107780"/>
                </a:cubicBezTo>
                <a:cubicBezTo>
                  <a:pt x="19494" y="109023"/>
                  <a:pt x="23178" y="109645"/>
                  <a:pt x="27196" y="109645"/>
                </a:cubicBezTo>
                <a:cubicBezTo>
                  <a:pt x="31597" y="109645"/>
                  <a:pt x="35651" y="108545"/>
                  <a:pt x="39359" y="106345"/>
                </a:cubicBezTo>
                <a:cubicBezTo>
                  <a:pt x="43066" y="104144"/>
                  <a:pt x="46236" y="101106"/>
                  <a:pt x="48867" y="97231"/>
                </a:cubicBezTo>
                <a:lnTo>
                  <a:pt x="50015" y="108138"/>
                </a:lnTo>
                <a:close/>
                <a:moveTo>
                  <a:pt x="92839" y="30497"/>
                </a:moveTo>
                <a:lnTo>
                  <a:pt x="92839" y="46786"/>
                </a:lnTo>
                <a:lnTo>
                  <a:pt x="114941" y="46786"/>
                </a:lnTo>
                <a:lnTo>
                  <a:pt x="114941" y="91921"/>
                </a:lnTo>
                <a:lnTo>
                  <a:pt x="92839" y="91921"/>
                </a:lnTo>
                <a:lnTo>
                  <a:pt x="92839" y="108138"/>
                </a:lnTo>
                <a:lnTo>
                  <a:pt x="156129" y="108138"/>
                </a:lnTo>
                <a:lnTo>
                  <a:pt x="156129" y="91921"/>
                </a:lnTo>
                <a:lnTo>
                  <a:pt x="135104" y="91921"/>
                </a:lnTo>
                <a:lnTo>
                  <a:pt x="135104" y="30497"/>
                </a:lnTo>
                <a:lnTo>
                  <a:pt x="92839" y="30497"/>
                </a:lnTo>
                <a:moveTo>
                  <a:pt x="113505" y="10620"/>
                </a:moveTo>
                <a:cubicBezTo>
                  <a:pt x="113505" y="12151"/>
                  <a:pt x="113780" y="13574"/>
                  <a:pt x="114331" y="14890"/>
                </a:cubicBezTo>
                <a:cubicBezTo>
                  <a:pt x="114881" y="16205"/>
                  <a:pt x="115658" y="17317"/>
                  <a:pt x="116663" y="18226"/>
                </a:cubicBezTo>
                <a:cubicBezTo>
                  <a:pt x="117667" y="19183"/>
                  <a:pt x="118875" y="19925"/>
                  <a:pt x="120286" y="20451"/>
                </a:cubicBezTo>
                <a:cubicBezTo>
                  <a:pt x="121698" y="20977"/>
                  <a:pt x="123264" y="21240"/>
                  <a:pt x="124987" y="21240"/>
                </a:cubicBezTo>
                <a:cubicBezTo>
                  <a:pt x="128527" y="21240"/>
                  <a:pt x="131337" y="20248"/>
                  <a:pt x="133418" y="18262"/>
                </a:cubicBezTo>
                <a:cubicBezTo>
                  <a:pt x="135499" y="16277"/>
                  <a:pt x="136540" y="13730"/>
                  <a:pt x="136540" y="10620"/>
                </a:cubicBezTo>
                <a:cubicBezTo>
                  <a:pt x="136540" y="7511"/>
                  <a:pt x="135499" y="4963"/>
                  <a:pt x="133418" y="2978"/>
                </a:cubicBezTo>
                <a:cubicBezTo>
                  <a:pt x="131337" y="993"/>
                  <a:pt x="128527" y="0"/>
                  <a:pt x="124987" y="0"/>
                </a:cubicBezTo>
                <a:cubicBezTo>
                  <a:pt x="123264" y="0"/>
                  <a:pt x="121698" y="263"/>
                  <a:pt x="120286" y="789"/>
                </a:cubicBezTo>
                <a:cubicBezTo>
                  <a:pt x="118875" y="1316"/>
                  <a:pt x="117667" y="2033"/>
                  <a:pt x="116663" y="2942"/>
                </a:cubicBezTo>
                <a:cubicBezTo>
                  <a:pt x="115658" y="3899"/>
                  <a:pt x="114881" y="5035"/>
                  <a:pt x="114331" y="6351"/>
                </a:cubicBezTo>
                <a:cubicBezTo>
                  <a:pt x="113780" y="7666"/>
                  <a:pt x="113505" y="9089"/>
                  <a:pt x="113505" y="10620"/>
                </a:cubicBezTo>
                <a:close/>
                <a:moveTo>
                  <a:pt x="175705" y="108138"/>
                </a:moveTo>
                <a:lnTo>
                  <a:pt x="195725" y="108138"/>
                </a:lnTo>
                <a:lnTo>
                  <a:pt x="195725" y="52957"/>
                </a:lnTo>
                <a:cubicBezTo>
                  <a:pt x="196395" y="51905"/>
                  <a:pt x="197137" y="50948"/>
                  <a:pt x="197950" y="50087"/>
                </a:cubicBezTo>
                <a:cubicBezTo>
                  <a:pt x="198763" y="49226"/>
                  <a:pt x="199672" y="48484"/>
                  <a:pt x="200677" y="47862"/>
                </a:cubicBezTo>
                <a:cubicBezTo>
                  <a:pt x="201920" y="47001"/>
                  <a:pt x="203344" y="46355"/>
                  <a:pt x="204946" y="45925"/>
                </a:cubicBezTo>
                <a:cubicBezTo>
                  <a:pt x="206549" y="45494"/>
                  <a:pt x="208307" y="45279"/>
                  <a:pt x="210220" y="45279"/>
                </a:cubicBezTo>
                <a:cubicBezTo>
                  <a:pt x="212517" y="45279"/>
                  <a:pt x="214574" y="45506"/>
                  <a:pt x="216392" y="45961"/>
                </a:cubicBezTo>
                <a:cubicBezTo>
                  <a:pt x="218209" y="46415"/>
                  <a:pt x="219764" y="47216"/>
                  <a:pt x="221056" y="48365"/>
                </a:cubicBezTo>
                <a:cubicBezTo>
                  <a:pt x="222347" y="49513"/>
                  <a:pt x="223340" y="51079"/>
                  <a:pt x="224034" y="53065"/>
                </a:cubicBezTo>
                <a:cubicBezTo>
                  <a:pt x="224727" y="55050"/>
                  <a:pt x="225074" y="57573"/>
                  <a:pt x="225074" y="60635"/>
                </a:cubicBezTo>
                <a:lnTo>
                  <a:pt x="225074" y="108138"/>
                </a:lnTo>
                <a:lnTo>
                  <a:pt x="245023" y="108138"/>
                </a:lnTo>
                <a:lnTo>
                  <a:pt x="245023" y="60348"/>
                </a:lnTo>
                <a:cubicBezTo>
                  <a:pt x="245023" y="54703"/>
                  <a:pt x="244365" y="49907"/>
                  <a:pt x="243049" y="45961"/>
                </a:cubicBezTo>
                <a:cubicBezTo>
                  <a:pt x="241734" y="42014"/>
                  <a:pt x="239904" y="38773"/>
                  <a:pt x="237560" y="36238"/>
                </a:cubicBezTo>
                <a:cubicBezTo>
                  <a:pt x="235168" y="33750"/>
                  <a:pt x="232346" y="31932"/>
                  <a:pt x="229093" y="30784"/>
                </a:cubicBezTo>
                <a:cubicBezTo>
                  <a:pt x="225840" y="29636"/>
                  <a:pt x="222252" y="29062"/>
                  <a:pt x="218329" y="29062"/>
                </a:cubicBezTo>
                <a:cubicBezTo>
                  <a:pt x="215267" y="29062"/>
                  <a:pt x="212373" y="29492"/>
                  <a:pt x="209646" y="30353"/>
                </a:cubicBezTo>
                <a:cubicBezTo>
                  <a:pt x="206920" y="31214"/>
                  <a:pt x="204408" y="32458"/>
                  <a:pt x="202112" y="34085"/>
                </a:cubicBezTo>
                <a:cubicBezTo>
                  <a:pt x="200772" y="35042"/>
                  <a:pt x="199505" y="36118"/>
                  <a:pt x="198309" y="37314"/>
                </a:cubicBezTo>
                <a:cubicBezTo>
                  <a:pt x="197113" y="38510"/>
                  <a:pt x="196012" y="39825"/>
                  <a:pt x="195008" y="41261"/>
                </a:cubicBezTo>
                <a:lnTo>
                  <a:pt x="193788" y="30497"/>
                </a:lnTo>
                <a:lnTo>
                  <a:pt x="175705" y="30497"/>
                </a:lnTo>
                <a:lnTo>
                  <a:pt x="175705" y="108138"/>
                </a:lnTo>
                <a:close/>
                <a:moveTo>
                  <a:pt x="300476" y="11481"/>
                </a:moveTo>
                <a:lnTo>
                  <a:pt x="280528" y="11481"/>
                </a:lnTo>
                <a:lnTo>
                  <a:pt x="280528" y="30497"/>
                </a:lnTo>
                <a:lnTo>
                  <a:pt x="262803" y="30497"/>
                </a:lnTo>
                <a:lnTo>
                  <a:pt x="262803" y="45207"/>
                </a:lnTo>
                <a:lnTo>
                  <a:pt x="280528" y="45207"/>
                </a:lnTo>
                <a:lnTo>
                  <a:pt x="280528" y="80512"/>
                </a:lnTo>
                <a:cubicBezTo>
                  <a:pt x="280528" y="85631"/>
                  <a:pt x="281197" y="90020"/>
                  <a:pt x="282537" y="93679"/>
                </a:cubicBezTo>
                <a:cubicBezTo>
                  <a:pt x="283876" y="97339"/>
                  <a:pt x="285790" y="100341"/>
                  <a:pt x="288277" y="102685"/>
                </a:cubicBezTo>
                <a:cubicBezTo>
                  <a:pt x="290717" y="105077"/>
                  <a:pt x="293671" y="106835"/>
                  <a:pt x="297139" y="107959"/>
                </a:cubicBezTo>
                <a:cubicBezTo>
                  <a:pt x="300608" y="109083"/>
                  <a:pt x="304471" y="109645"/>
                  <a:pt x="308728" y="109645"/>
                </a:cubicBezTo>
                <a:cubicBezTo>
                  <a:pt x="310929" y="109645"/>
                  <a:pt x="313165" y="109538"/>
                  <a:pt x="315438" y="109322"/>
                </a:cubicBezTo>
                <a:cubicBezTo>
                  <a:pt x="317710" y="109107"/>
                  <a:pt x="319898" y="108808"/>
                  <a:pt x="322003" y="108425"/>
                </a:cubicBezTo>
                <a:cubicBezTo>
                  <a:pt x="324108" y="108043"/>
                  <a:pt x="326094" y="107552"/>
                  <a:pt x="327959" y="106954"/>
                </a:cubicBezTo>
                <a:cubicBezTo>
                  <a:pt x="329825" y="106356"/>
                  <a:pt x="331451" y="105651"/>
                  <a:pt x="332839" y="104838"/>
                </a:cubicBezTo>
                <a:lnTo>
                  <a:pt x="330901" y="91132"/>
                </a:lnTo>
                <a:cubicBezTo>
                  <a:pt x="329992" y="91371"/>
                  <a:pt x="328904" y="91610"/>
                  <a:pt x="327636" y="91850"/>
                </a:cubicBezTo>
                <a:cubicBezTo>
                  <a:pt x="326369" y="92089"/>
                  <a:pt x="325017" y="92304"/>
                  <a:pt x="323582" y="92495"/>
                </a:cubicBezTo>
                <a:cubicBezTo>
                  <a:pt x="322099" y="92735"/>
                  <a:pt x="320556" y="92926"/>
                  <a:pt x="318954" y="93069"/>
                </a:cubicBezTo>
                <a:cubicBezTo>
                  <a:pt x="317351" y="93213"/>
                  <a:pt x="315784" y="93285"/>
                  <a:pt x="314254" y="93285"/>
                </a:cubicBezTo>
                <a:cubicBezTo>
                  <a:pt x="312149" y="93285"/>
                  <a:pt x="310247" y="93045"/>
                  <a:pt x="308549" y="92567"/>
                </a:cubicBezTo>
                <a:cubicBezTo>
                  <a:pt x="306851" y="92089"/>
                  <a:pt x="305403" y="91275"/>
                  <a:pt x="304207" y="90127"/>
                </a:cubicBezTo>
                <a:cubicBezTo>
                  <a:pt x="303012" y="89027"/>
                  <a:pt x="302091" y="87532"/>
                  <a:pt x="301445" y="85643"/>
                </a:cubicBezTo>
                <a:cubicBezTo>
                  <a:pt x="300799" y="83753"/>
                  <a:pt x="300476" y="81397"/>
                  <a:pt x="300476" y="78574"/>
                </a:cubicBezTo>
                <a:lnTo>
                  <a:pt x="300476" y="45207"/>
                </a:lnTo>
                <a:lnTo>
                  <a:pt x="329466" y="45207"/>
                </a:lnTo>
                <a:lnTo>
                  <a:pt x="329466" y="30497"/>
                </a:lnTo>
                <a:lnTo>
                  <a:pt x="300476" y="30497"/>
                </a:lnTo>
                <a:lnTo>
                  <a:pt x="300476" y="11481"/>
                </a:lnTo>
                <a:close/>
                <a:moveTo>
                  <a:pt x="417642" y="31430"/>
                </a:moveTo>
                <a:cubicBezTo>
                  <a:pt x="417642" y="26694"/>
                  <a:pt x="416817" y="22520"/>
                  <a:pt x="415167" y="18908"/>
                </a:cubicBezTo>
                <a:cubicBezTo>
                  <a:pt x="413516" y="15296"/>
                  <a:pt x="411232" y="12247"/>
                  <a:pt x="408314" y="9759"/>
                </a:cubicBezTo>
                <a:cubicBezTo>
                  <a:pt x="405348" y="7271"/>
                  <a:pt x="401856" y="5394"/>
                  <a:pt x="397837" y="4126"/>
                </a:cubicBezTo>
                <a:cubicBezTo>
                  <a:pt x="393819" y="2858"/>
                  <a:pt x="389442" y="2224"/>
                  <a:pt x="384706" y="2224"/>
                </a:cubicBezTo>
                <a:cubicBezTo>
                  <a:pt x="379970" y="2224"/>
                  <a:pt x="375604" y="2858"/>
                  <a:pt x="371610" y="4126"/>
                </a:cubicBezTo>
                <a:cubicBezTo>
                  <a:pt x="367615" y="5394"/>
                  <a:pt x="364183" y="7271"/>
                  <a:pt x="361313" y="9759"/>
                </a:cubicBezTo>
                <a:cubicBezTo>
                  <a:pt x="358395" y="12247"/>
                  <a:pt x="356122" y="15296"/>
                  <a:pt x="354496" y="18908"/>
                </a:cubicBezTo>
                <a:cubicBezTo>
                  <a:pt x="352869" y="22520"/>
                  <a:pt x="352056" y="26694"/>
                  <a:pt x="352056" y="31430"/>
                </a:cubicBezTo>
                <a:cubicBezTo>
                  <a:pt x="352056" y="34013"/>
                  <a:pt x="352403" y="36477"/>
                  <a:pt x="353096" y="38821"/>
                </a:cubicBezTo>
                <a:cubicBezTo>
                  <a:pt x="353790" y="41165"/>
                  <a:pt x="354783" y="43318"/>
                  <a:pt x="356074" y="45279"/>
                </a:cubicBezTo>
                <a:cubicBezTo>
                  <a:pt x="357270" y="47145"/>
                  <a:pt x="358741" y="48843"/>
                  <a:pt x="360487" y="50374"/>
                </a:cubicBezTo>
                <a:cubicBezTo>
                  <a:pt x="362234" y="51905"/>
                  <a:pt x="364183" y="53220"/>
                  <a:pt x="366336" y="54320"/>
                </a:cubicBezTo>
                <a:cubicBezTo>
                  <a:pt x="363800" y="55516"/>
                  <a:pt x="361516" y="56963"/>
                  <a:pt x="359483" y="58662"/>
                </a:cubicBezTo>
                <a:cubicBezTo>
                  <a:pt x="357450" y="60360"/>
                  <a:pt x="355716" y="62262"/>
                  <a:pt x="354280" y="64366"/>
                </a:cubicBezTo>
                <a:cubicBezTo>
                  <a:pt x="352845" y="66519"/>
                  <a:pt x="351733" y="68875"/>
                  <a:pt x="350944" y="71435"/>
                </a:cubicBezTo>
                <a:cubicBezTo>
                  <a:pt x="350154" y="73994"/>
                  <a:pt x="349760" y="76709"/>
                  <a:pt x="349760" y="79579"/>
                </a:cubicBezTo>
                <a:cubicBezTo>
                  <a:pt x="349760" y="84506"/>
                  <a:pt x="350657" y="88836"/>
                  <a:pt x="352451" y="92567"/>
                </a:cubicBezTo>
                <a:cubicBezTo>
                  <a:pt x="354245" y="96298"/>
                  <a:pt x="356720" y="99408"/>
                  <a:pt x="359878" y="101896"/>
                </a:cubicBezTo>
                <a:cubicBezTo>
                  <a:pt x="363035" y="104431"/>
                  <a:pt x="366754" y="106345"/>
                  <a:pt x="371036" y="107636"/>
                </a:cubicBezTo>
                <a:cubicBezTo>
                  <a:pt x="375317" y="108928"/>
                  <a:pt x="379946" y="109574"/>
                  <a:pt x="384921" y="109574"/>
                </a:cubicBezTo>
                <a:cubicBezTo>
                  <a:pt x="389848" y="109574"/>
                  <a:pt x="394441" y="108928"/>
                  <a:pt x="398698" y="107636"/>
                </a:cubicBezTo>
                <a:cubicBezTo>
                  <a:pt x="402956" y="106345"/>
                  <a:pt x="406663" y="104431"/>
                  <a:pt x="409821" y="101896"/>
                </a:cubicBezTo>
                <a:cubicBezTo>
                  <a:pt x="412930" y="99408"/>
                  <a:pt x="415382" y="96298"/>
                  <a:pt x="417176" y="92567"/>
                </a:cubicBezTo>
                <a:cubicBezTo>
                  <a:pt x="418970" y="88836"/>
                  <a:pt x="419867" y="84506"/>
                  <a:pt x="419867" y="79579"/>
                </a:cubicBezTo>
                <a:cubicBezTo>
                  <a:pt x="419867" y="75848"/>
                  <a:pt x="419221" y="72403"/>
                  <a:pt x="417929" y="69246"/>
                </a:cubicBezTo>
                <a:cubicBezTo>
                  <a:pt x="416638" y="66089"/>
                  <a:pt x="414844" y="63314"/>
                  <a:pt x="412547" y="60922"/>
                </a:cubicBezTo>
                <a:cubicBezTo>
                  <a:pt x="411304" y="59583"/>
                  <a:pt x="409892" y="58375"/>
                  <a:pt x="408314" y="57298"/>
                </a:cubicBezTo>
                <a:cubicBezTo>
                  <a:pt x="406735" y="56222"/>
                  <a:pt x="405061" y="55253"/>
                  <a:pt x="403291" y="54392"/>
                </a:cubicBezTo>
                <a:cubicBezTo>
                  <a:pt x="405252" y="53388"/>
                  <a:pt x="407034" y="52204"/>
                  <a:pt x="408637" y="50840"/>
                </a:cubicBezTo>
                <a:cubicBezTo>
                  <a:pt x="410239" y="49477"/>
                  <a:pt x="411639" y="48006"/>
                  <a:pt x="412835" y="46427"/>
                </a:cubicBezTo>
                <a:cubicBezTo>
                  <a:pt x="414365" y="44322"/>
                  <a:pt x="415549" y="42014"/>
                  <a:pt x="416387" y="39502"/>
                </a:cubicBezTo>
                <a:cubicBezTo>
                  <a:pt x="417224" y="36991"/>
                  <a:pt x="417642" y="34300"/>
                  <a:pt x="417642" y="31430"/>
                </a:cubicBezTo>
                <a:moveTo>
                  <a:pt x="399846" y="78216"/>
                </a:moveTo>
                <a:cubicBezTo>
                  <a:pt x="399846" y="80608"/>
                  <a:pt x="399476" y="82748"/>
                  <a:pt x="398734" y="84638"/>
                </a:cubicBezTo>
                <a:cubicBezTo>
                  <a:pt x="397993" y="86528"/>
                  <a:pt x="396976" y="88142"/>
                  <a:pt x="395685" y="89482"/>
                </a:cubicBezTo>
                <a:cubicBezTo>
                  <a:pt x="394345" y="90821"/>
                  <a:pt x="392766" y="91838"/>
                  <a:pt x="390949" y="92531"/>
                </a:cubicBezTo>
                <a:cubicBezTo>
                  <a:pt x="389131" y="93225"/>
                  <a:pt x="387121" y="93572"/>
                  <a:pt x="384921" y="93572"/>
                </a:cubicBezTo>
                <a:cubicBezTo>
                  <a:pt x="382672" y="93572"/>
                  <a:pt x="380639" y="93249"/>
                  <a:pt x="378822" y="92603"/>
                </a:cubicBezTo>
                <a:cubicBezTo>
                  <a:pt x="377004" y="91957"/>
                  <a:pt x="375449" y="91012"/>
                  <a:pt x="374157" y="89769"/>
                </a:cubicBezTo>
                <a:cubicBezTo>
                  <a:pt x="372770" y="88477"/>
                  <a:pt x="371694" y="86850"/>
                  <a:pt x="370928" y="84889"/>
                </a:cubicBezTo>
                <a:cubicBezTo>
                  <a:pt x="370163" y="82928"/>
                  <a:pt x="369780" y="80703"/>
                  <a:pt x="369780" y="78216"/>
                </a:cubicBezTo>
                <a:cubicBezTo>
                  <a:pt x="369780" y="75824"/>
                  <a:pt x="370139" y="73671"/>
                  <a:pt x="370856" y="71757"/>
                </a:cubicBezTo>
                <a:cubicBezTo>
                  <a:pt x="371574" y="69844"/>
                  <a:pt x="372579" y="68193"/>
                  <a:pt x="373870" y="66806"/>
                </a:cubicBezTo>
                <a:cubicBezTo>
                  <a:pt x="375162" y="65467"/>
                  <a:pt x="376729" y="64438"/>
                  <a:pt x="378570" y="63721"/>
                </a:cubicBezTo>
                <a:cubicBezTo>
                  <a:pt x="380412" y="63003"/>
                  <a:pt x="382481" y="62644"/>
                  <a:pt x="384777" y="62644"/>
                </a:cubicBezTo>
                <a:cubicBezTo>
                  <a:pt x="387074" y="62644"/>
                  <a:pt x="389143" y="63003"/>
                  <a:pt x="390984" y="63721"/>
                </a:cubicBezTo>
                <a:cubicBezTo>
                  <a:pt x="392826" y="64438"/>
                  <a:pt x="394417" y="65467"/>
                  <a:pt x="395756" y="66806"/>
                </a:cubicBezTo>
                <a:cubicBezTo>
                  <a:pt x="397048" y="68193"/>
                  <a:pt x="398052" y="69844"/>
                  <a:pt x="398770" y="71757"/>
                </a:cubicBezTo>
                <a:cubicBezTo>
                  <a:pt x="399488" y="73671"/>
                  <a:pt x="399846" y="75824"/>
                  <a:pt x="399846" y="78216"/>
                </a:cubicBezTo>
                <a:moveTo>
                  <a:pt x="397765" y="32363"/>
                </a:moveTo>
                <a:cubicBezTo>
                  <a:pt x="397765" y="34467"/>
                  <a:pt x="397466" y="36393"/>
                  <a:pt x="396868" y="38139"/>
                </a:cubicBezTo>
                <a:cubicBezTo>
                  <a:pt x="396271" y="39885"/>
                  <a:pt x="395421" y="41380"/>
                  <a:pt x="394321" y="42624"/>
                </a:cubicBezTo>
                <a:cubicBezTo>
                  <a:pt x="393221" y="43868"/>
                  <a:pt x="391881" y="44836"/>
                  <a:pt x="390303" y="45530"/>
                </a:cubicBezTo>
                <a:cubicBezTo>
                  <a:pt x="388724" y="46224"/>
                  <a:pt x="386930" y="46571"/>
                  <a:pt x="384921" y="46571"/>
                </a:cubicBezTo>
                <a:cubicBezTo>
                  <a:pt x="382912" y="46571"/>
                  <a:pt x="381106" y="46224"/>
                  <a:pt x="379503" y="45530"/>
                </a:cubicBezTo>
                <a:cubicBezTo>
                  <a:pt x="377901" y="44836"/>
                  <a:pt x="376549" y="43868"/>
                  <a:pt x="375449" y="42624"/>
                </a:cubicBezTo>
                <a:cubicBezTo>
                  <a:pt x="374301" y="41380"/>
                  <a:pt x="373440" y="39885"/>
                  <a:pt x="372866" y="38139"/>
                </a:cubicBezTo>
                <a:cubicBezTo>
                  <a:pt x="372292" y="36393"/>
                  <a:pt x="372005" y="34444"/>
                  <a:pt x="372005" y="32291"/>
                </a:cubicBezTo>
                <a:cubicBezTo>
                  <a:pt x="372005" y="30186"/>
                  <a:pt x="372280" y="28260"/>
                  <a:pt x="372830" y="26514"/>
                </a:cubicBezTo>
                <a:cubicBezTo>
                  <a:pt x="373380" y="24768"/>
                  <a:pt x="374205" y="23297"/>
                  <a:pt x="375305" y="22101"/>
                </a:cubicBezTo>
                <a:cubicBezTo>
                  <a:pt x="376358" y="20905"/>
                  <a:pt x="377673" y="19984"/>
                  <a:pt x="379252" y="19339"/>
                </a:cubicBezTo>
                <a:cubicBezTo>
                  <a:pt x="380831" y="18693"/>
                  <a:pt x="382649" y="18370"/>
                  <a:pt x="384706" y="18370"/>
                </a:cubicBezTo>
                <a:cubicBezTo>
                  <a:pt x="386715" y="18370"/>
                  <a:pt x="388521" y="18705"/>
                  <a:pt x="390123" y="19375"/>
                </a:cubicBezTo>
                <a:cubicBezTo>
                  <a:pt x="391726" y="20044"/>
                  <a:pt x="393101" y="20977"/>
                  <a:pt x="394249" y="22173"/>
                </a:cubicBezTo>
                <a:cubicBezTo>
                  <a:pt x="395350" y="23417"/>
                  <a:pt x="396211" y="24900"/>
                  <a:pt x="396833" y="26622"/>
                </a:cubicBezTo>
                <a:cubicBezTo>
                  <a:pt x="397455" y="28344"/>
                  <a:pt x="397765" y="30258"/>
                  <a:pt x="397765" y="32363"/>
                </a:cubicBezTo>
                <a:close/>
                <a:moveTo>
                  <a:pt x="506176" y="123710"/>
                </a:moveTo>
                <a:lnTo>
                  <a:pt x="506176" y="108138"/>
                </a:lnTo>
                <a:lnTo>
                  <a:pt x="440734" y="108138"/>
                </a:lnTo>
                <a:lnTo>
                  <a:pt x="440734" y="123710"/>
                </a:lnTo>
                <a:lnTo>
                  <a:pt x="506176" y="123710"/>
                </a:lnTo>
                <a:close/>
                <a:moveTo>
                  <a:pt x="565003" y="11481"/>
                </a:moveTo>
                <a:lnTo>
                  <a:pt x="545054" y="11481"/>
                </a:lnTo>
                <a:lnTo>
                  <a:pt x="545054" y="30497"/>
                </a:lnTo>
                <a:lnTo>
                  <a:pt x="527330" y="30497"/>
                </a:lnTo>
                <a:lnTo>
                  <a:pt x="527330" y="45207"/>
                </a:lnTo>
                <a:lnTo>
                  <a:pt x="545054" y="45207"/>
                </a:lnTo>
                <a:lnTo>
                  <a:pt x="545054" y="80512"/>
                </a:lnTo>
                <a:cubicBezTo>
                  <a:pt x="545054" y="85631"/>
                  <a:pt x="545724" y="90020"/>
                  <a:pt x="547064" y="93679"/>
                </a:cubicBezTo>
                <a:cubicBezTo>
                  <a:pt x="548403" y="97339"/>
                  <a:pt x="550317" y="100341"/>
                  <a:pt x="552804" y="102685"/>
                </a:cubicBezTo>
                <a:cubicBezTo>
                  <a:pt x="555244" y="105077"/>
                  <a:pt x="558198" y="106835"/>
                  <a:pt x="561666" y="107959"/>
                </a:cubicBezTo>
                <a:cubicBezTo>
                  <a:pt x="565134" y="109083"/>
                  <a:pt x="568997" y="109645"/>
                  <a:pt x="573255" y="109645"/>
                </a:cubicBezTo>
                <a:cubicBezTo>
                  <a:pt x="575456" y="109645"/>
                  <a:pt x="577692" y="109538"/>
                  <a:pt x="579964" y="109322"/>
                </a:cubicBezTo>
                <a:cubicBezTo>
                  <a:pt x="582237" y="109107"/>
                  <a:pt x="584425" y="108808"/>
                  <a:pt x="586530" y="108425"/>
                </a:cubicBezTo>
                <a:cubicBezTo>
                  <a:pt x="588635" y="108043"/>
                  <a:pt x="590620" y="107552"/>
                  <a:pt x="592486" y="106954"/>
                </a:cubicBezTo>
                <a:cubicBezTo>
                  <a:pt x="594352" y="106356"/>
                  <a:pt x="595978" y="105651"/>
                  <a:pt x="597365" y="104838"/>
                </a:cubicBezTo>
                <a:lnTo>
                  <a:pt x="595428" y="91132"/>
                </a:lnTo>
                <a:cubicBezTo>
                  <a:pt x="594519" y="91371"/>
                  <a:pt x="593431" y="91610"/>
                  <a:pt x="592163" y="91850"/>
                </a:cubicBezTo>
                <a:cubicBezTo>
                  <a:pt x="590895" y="92089"/>
                  <a:pt x="589544" y="92304"/>
                  <a:pt x="588109" y="92495"/>
                </a:cubicBezTo>
                <a:cubicBezTo>
                  <a:pt x="586626" y="92735"/>
                  <a:pt x="585083" y="92926"/>
                  <a:pt x="583480" y="93069"/>
                </a:cubicBezTo>
                <a:cubicBezTo>
                  <a:pt x="581878" y="93213"/>
                  <a:pt x="580311" y="93285"/>
                  <a:pt x="578780" y="93285"/>
                </a:cubicBezTo>
                <a:cubicBezTo>
                  <a:pt x="576675" y="93285"/>
                  <a:pt x="574774" y="93045"/>
                  <a:pt x="573076" y="92567"/>
                </a:cubicBezTo>
                <a:cubicBezTo>
                  <a:pt x="571377" y="92089"/>
                  <a:pt x="569930" y="91275"/>
                  <a:pt x="568734" y="90127"/>
                </a:cubicBezTo>
                <a:cubicBezTo>
                  <a:pt x="567538" y="89027"/>
                  <a:pt x="566617" y="87532"/>
                  <a:pt x="565972" y="85643"/>
                </a:cubicBezTo>
                <a:cubicBezTo>
                  <a:pt x="565326" y="83753"/>
                  <a:pt x="565003" y="81397"/>
                  <a:pt x="565003" y="78574"/>
                </a:cubicBezTo>
                <a:lnTo>
                  <a:pt x="565003" y="45207"/>
                </a:lnTo>
                <a:lnTo>
                  <a:pt x="593993" y="45207"/>
                </a:lnTo>
                <a:lnTo>
                  <a:pt x="593993" y="30497"/>
                </a:lnTo>
                <a:lnTo>
                  <a:pt x="565003" y="30497"/>
                </a:lnTo>
                <a:lnTo>
                  <a:pt x="565003" y="11481"/>
                </a:lnTo>
                <a:close/>
                <a:moveTo>
                  <a:pt x="645645" y="44274"/>
                </a:moveTo>
                <a:lnTo>
                  <a:pt x="625696" y="67739"/>
                </a:lnTo>
                <a:lnTo>
                  <a:pt x="638541" y="76565"/>
                </a:lnTo>
                <a:lnTo>
                  <a:pt x="653682" y="50661"/>
                </a:lnTo>
                <a:lnTo>
                  <a:pt x="668822" y="77355"/>
                </a:lnTo>
                <a:lnTo>
                  <a:pt x="681595" y="68098"/>
                </a:lnTo>
                <a:lnTo>
                  <a:pt x="662364" y="44920"/>
                </a:lnTo>
                <a:lnTo>
                  <a:pt x="690924" y="38390"/>
                </a:lnTo>
                <a:lnTo>
                  <a:pt x="686188" y="23393"/>
                </a:lnTo>
                <a:lnTo>
                  <a:pt x="659494" y="35089"/>
                </a:lnTo>
                <a:lnTo>
                  <a:pt x="662293" y="3660"/>
                </a:lnTo>
                <a:lnTo>
                  <a:pt x="646578" y="3660"/>
                </a:lnTo>
                <a:lnTo>
                  <a:pt x="649161" y="34587"/>
                </a:lnTo>
                <a:lnTo>
                  <a:pt x="622252" y="22675"/>
                </a:lnTo>
                <a:lnTo>
                  <a:pt x="617516" y="37386"/>
                </a:lnTo>
                <a:lnTo>
                  <a:pt x="645645" y="44274"/>
                </a:ln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6A5EE1-95AE-4A19-8B94-0C79A992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3041" y="1945048"/>
            <a:ext cx="969798" cy="193759"/>
          </a:xfrm>
          <a:custGeom xmlns:a="http://schemas.openxmlformats.org/drawingml/2006/main">
            <a:pathLst>
              <a:path w="969798" h="193759">
                <a:moveTo>
                  <a:pt x="0" y="0"/>
                </a:moveTo>
                <a:lnTo>
                  <a:pt x="969798" y="0"/>
                </a:lnTo>
                <a:lnTo>
                  <a:pt x="969798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streamPos;">
            <a:extLst xmlns:a="http://schemas.openxmlformats.org/drawingml/2006/main">
              <a:ext uri="{FF2B5EF4-FFF2-40B4-BE49-F238E27FC236}">
                <a16:creationId xmlns:a16="http://schemas.microsoft.com/office/drawing/2014/main" id="{365B0118-602E-4C85-B1FC-FDB4DB10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9971" y="1994514"/>
            <a:ext cx="846608" cy="133612"/>
          </a:xfrm>
          <a:custGeom xmlns:a="http://schemas.openxmlformats.org/drawingml/2006/main">
            <a:pathLst>
              <a:path w="846608" h="133612">
                <a:moveTo>
                  <a:pt x="51450" y="83167"/>
                </a:moveTo>
                <a:cubicBezTo>
                  <a:pt x="51450" y="84363"/>
                  <a:pt x="51151" y="85463"/>
                  <a:pt x="50553" y="86468"/>
                </a:cubicBezTo>
                <a:cubicBezTo>
                  <a:pt x="49955" y="87472"/>
                  <a:pt x="49058" y="88357"/>
                  <a:pt x="47862" y="89123"/>
                </a:cubicBezTo>
                <a:cubicBezTo>
                  <a:pt x="46618" y="89888"/>
                  <a:pt x="45028" y="90498"/>
                  <a:pt x="43090" y="90953"/>
                </a:cubicBezTo>
                <a:cubicBezTo>
                  <a:pt x="41153" y="91407"/>
                  <a:pt x="38893" y="91634"/>
                  <a:pt x="36309" y="91634"/>
                </a:cubicBezTo>
                <a:cubicBezTo>
                  <a:pt x="34157" y="91634"/>
                  <a:pt x="32064" y="91419"/>
                  <a:pt x="30030" y="90988"/>
                </a:cubicBezTo>
                <a:cubicBezTo>
                  <a:pt x="27997" y="90558"/>
                  <a:pt x="26191" y="89864"/>
                  <a:pt x="24613" y="88907"/>
                </a:cubicBezTo>
                <a:cubicBezTo>
                  <a:pt x="23034" y="87999"/>
                  <a:pt x="21743" y="86791"/>
                  <a:pt x="20738" y="85284"/>
                </a:cubicBezTo>
                <a:cubicBezTo>
                  <a:pt x="19733" y="83777"/>
                  <a:pt x="19159" y="81971"/>
                  <a:pt x="19016" y="79866"/>
                </a:cubicBezTo>
                <a:lnTo>
                  <a:pt x="0" y="79866"/>
                </a:lnTo>
                <a:cubicBezTo>
                  <a:pt x="0" y="83023"/>
                  <a:pt x="777" y="86169"/>
                  <a:pt x="2332" y="89302"/>
                </a:cubicBezTo>
                <a:cubicBezTo>
                  <a:pt x="3887" y="92436"/>
                  <a:pt x="6171" y="95222"/>
                  <a:pt x="9185" y="97662"/>
                </a:cubicBezTo>
                <a:cubicBezTo>
                  <a:pt x="12199" y="100149"/>
                  <a:pt x="15942" y="102159"/>
                  <a:pt x="20415" y="103689"/>
                </a:cubicBezTo>
                <a:cubicBezTo>
                  <a:pt x="24888" y="105220"/>
                  <a:pt x="30042" y="105986"/>
                  <a:pt x="35879" y="105986"/>
                </a:cubicBezTo>
                <a:cubicBezTo>
                  <a:pt x="41189" y="105986"/>
                  <a:pt x="45997" y="105400"/>
                  <a:pt x="50302" y="104228"/>
                </a:cubicBezTo>
                <a:cubicBezTo>
                  <a:pt x="54607" y="103056"/>
                  <a:pt x="58291" y="101417"/>
                  <a:pt x="61353" y="99312"/>
                </a:cubicBezTo>
                <a:cubicBezTo>
                  <a:pt x="64366" y="97207"/>
                  <a:pt x="66699" y="94708"/>
                  <a:pt x="68349" y="91814"/>
                </a:cubicBezTo>
                <a:cubicBezTo>
                  <a:pt x="69999" y="88919"/>
                  <a:pt x="70825" y="85750"/>
                  <a:pt x="70825" y="82306"/>
                </a:cubicBezTo>
                <a:cubicBezTo>
                  <a:pt x="70825" y="78574"/>
                  <a:pt x="69999" y="75357"/>
                  <a:pt x="68349" y="72654"/>
                </a:cubicBezTo>
                <a:cubicBezTo>
                  <a:pt x="66699" y="69952"/>
                  <a:pt x="64414" y="67643"/>
                  <a:pt x="61496" y="65730"/>
                </a:cubicBezTo>
                <a:cubicBezTo>
                  <a:pt x="58578" y="63864"/>
                  <a:pt x="55110" y="62333"/>
                  <a:pt x="51091" y="61137"/>
                </a:cubicBezTo>
                <a:cubicBezTo>
                  <a:pt x="47073" y="59941"/>
                  <a:pt x="42720" y="58961"/>
                  <a:pt x="38031" y="58195"/>
                </a:cubicBezTo>
                <a:cubicBezTo>
                  <a:pt x="34778" y="57717"/>
                  <a:pt x="32099" y="57155"/>
                  <a:pt x="29995" y="56509"/>
                </a:cubicBezTo>
                <a:cubicBezTo>
                  <a:pt x="27890" y="55863"/>
                  <a:pt x="26239" y="55134"/>
                  <a:pt x="25043" y="54320"/>
                </a:cubicBezTo>
                <a:cubicBezTo>
                  <a:pt x="23800" y="53555"/>
                  <a:pt x="22938" y="52682"/>
                  <a:pt x="22460" y="51701"/>
                </a:cubicBezTo>
                <a:cubicBezTo>
                  <a:pt x="21982" y="50721"/>
                  <a:pt x="21743" y="49656"/>
                  <a:pt x="21743" y="48508"/>
                </a:cubicBezTo>
                <a:cubicBezTo>
                  <a:pt x="21743" y="47360"/>
                  <a:pt x="22018" y="46272"/>
                  <a:pt x="22568" y="45243"/>
                </a:cubicBezTo>
                <a:cubicBezTo>
                  <a:pt x="23118" y="44215"/>
                  <a:pt x="23919" y="43318"/>
                  <a:pt x="24972" y="42552"/>
                </a:cubicBezTo>
                <a:cubicBezTo>
                  <a:pt x="26120" y="41691"/>
                  <a:pt x="27603" y="41021"/>
                  <a:pt x="29421" y="40543"/>
                </a:cubicBezTo>
                <a:cubicBezTo>
                  <a:pt x="31238" y="40065"/>
                  <a:pt x="33367" y="39825"/>
                  <a:pt x="35807" y="39825"/>
                </a:cubicBezTo>
                <a:cubicBezTo>
                  <a:pt x="38677" y="39825"/>
                  <a:pt x="41129" y="40184"/>
                  <a:pt x="43162" y="40902"/>
                </a:cubicBezTo>
                <a:cubicBezTo>
                  <a:pt x="45195" y="41619"/>
                  <a:pt x="46810" y="42576"/>
                  <a:pt x="48006" y="43772"/>
                </a:cubicBezTo>
                <a:cubicBezTo>
                  <a:pt x="48867" y="44681"/>
                  <a:pt x="49513" y="45698"/>
                  <a:pt x="49943" y="46822"/>
                </a:cubicBezTo>
                <a:cubicBezTo>
                  <a:pt x="50374" y="47946"/>
                  <a:pt x="50589" y="49154"/>
                  <a:pt x="50589" y="50445"/>
                </a:cubicBezTo>
                <a:lnTo>
                  <a:pt x="70538" y="50445"/>
                </a:lnTo>
                <a:cubicBezTo>
                  <a:pt x="70538" y="46858"/>
                  <a:pt x="69748" y="43533"/>
                  <a:pt x="68170" y="40471"/>
                </a:cubicBezTo>
                <a:cubicBezTo>
                  <a:pt x="66591" y="37410"/>
                  <a:pt x="64319" y="34755"/>
                  <a:pt x="61353" y="32506"/>
                </a:cubicBezTo>
                <a:cubicBezTo>
                  <a:pt x="58339" y="30306"/>
                  <a:pt x="54679" y="28571"/>
                  <a:pt x="50374" y="27304"/>
                </a:cubicBezTo>
                <a:cubicBezTo>
                  <a:pt x="46068" y="26036"/>
                  <a:pt x="41213" y="25402"/>
                  <a:pt x="35807" y="25402"/>
                </a:cubicBezTo>
                <a:cubicBezTo>
                  <a:pt x="30640" y="25402"/>
                  <a:pt x="26000" y="26048"/>
                  <a:pt x="21886" y="27340"/>
                </a:cubicBezTo>
                <a:cubicBezTo>
                  <a:pt x="17772" y="28631"/>
                  <a:pt x="14280" y="30377"/>
                  <a:pt x="11409" y="32578"/>
                </a:cubicBezTo>
                <a:cubicBezTo>
                  <a:pt x="8539" y="34778"/>
                  <a:pt x="6339" y="37338"/>
                  <a:pt x="4808" y="40256"/>
                </a:cubicBezTo>
                <a:cubicBezTo>
                  <a:pt x="3277" y="43174"/>
                  <a:pt x="2512" y="46236"/>
                  <a:pt x="2512" y="49441"/>
                </a:cubicBezTo>
                <a:cubicBezTo>
                  <a:pt x="2512" y="52742"/>
                  <a:pt x="3265" y="55660"/>
                  <a:pt x="4772" y="58195"/>
                </a:cubicBezTo>
                <a:cubicBezTo>
                  <a:pt x="6279" y="60731"/>
                  <a:pt x="8372" y="62955"/>
                  <a:pt x="11051" y="64869"/>
                </a:cubicBezTo>
                <a:cubicBezTo>
                  <a:pt x="13730" y="66830"/>
                  <a:pt x="16947" y="68492"/>
                  <a:pt x="20702" y="69856"/>
                </a:cubicBezTo>
                <a:cubicBezTo>
                  <a:pt x="24457" y="71219"/>
                  <a:pt x="28607" y="72355"/>
                  <a:pt x="33152" y="73264"/>
                </a:cubicBezTo>
                <a:cubicBezTo>
                  <a:pt x="36740" y="73934"/>
                  <a:pt x="39706" y="74604"/>
                  <a:pt x="42050" y="75274"/>
                </a:cubicBezTo>
                <a:cubicBezTo>
                  <a:pt x="44394" y="75943"/>
                  <a:pt x="46284" y="76661"/>
                  <a:pt x="47719" y="77426"/>
                </a:cubicBezTo>
                <a:cubicBezTo>
                  <a:pt x="49106" y="78240"/>
                  <a:pt x="50075" y="79101"/>
                  <a:pt x="50625" y="80010"/>
                </a:cubicBezTo>
                <a:cubicBezTo>
                  <a:pt x="51175" y="80918"/>
                  <a:pt x="51450" y="81971"/>
                  <a:pt x="51450" y="83167"/>
                </a:cubicBezTo>
                <a:close/>
                <a:moveTo>
                  <a:pt x="126135" y="7822"/>
                </a:moveTo>
                <a:lnTo>
                  <a:pt x="106187" y="7822"/>
                </a:lnTo>
                <a:lnTo>
                  <a:pt x="106187" y="26837"/>
                </a:lnTo>
                <a:lnTo>
                  <a:pt x="88463" y="26837"/>
                </a:lnTo>
                <a:lnTo>
                  <a:pt x="88463" y="41548"/>
                </a:lnTo>
                <a:lnTo>
                  <a:pt x="106187" y="41548"/>
                </a:lnTo>
                <a:lnTo>
                  <a:pt x="106187" y="76852"/>
                </a:lnTo>
                <a:cubicBezTo>
                  <a:pt x="106187" y="81971"/>
                  <a:pt x="106856" y="86360"/>
                  <a:pt x="108196" y="90020"/>
                </a:cubicBezTo>
                <a:cubicBezTo>
                  <a:pt x="109535" y="93679"/>
                  <a:pt x="111449" y="96681"/>
                  <a:pt x="113937" y="99025"/>
                </a:cubicBezTo>
                <a:cubicBezTo>
                  <a:pt x="116376" y="101417"/>
                  <a:pt x="119330" y="103175"/>
                  <a:pt x="122799" y="104299"/>
                </a:cubicBezTo>
                <a:cubicBezTo>
                  <a:pt x="126267" y="105424"/>
                  <a:pt x="130130" y="105986"/>
                  <a:pt x="134387" y="105986"/>
                </a:cubicBezTo>
                <a:cubicBezTo>
                  <a:pt x="136588" y="105986"/>
                  <a:pt x="138824" y="105878"/>
                  <a:pt x="141097" y="105663"/>
                </a:cubicBezTo>
                <a:cubicBezTo>
                  <a:pt x="143369" y="105448"/>
                  <a:pt x="145558" y="105149"/>
                  <a:pt x="147663" y="104766"/>
                </a:cubicBezTo>
                <a:cubicBezTo>
                  <a:pt x="149767" y="104383"/>
                  <a:pt x="151753" y="103893"/>
                  <a:pt x="153618" y="103295"/>
                </a:cubicBezTo>
                <a:cubicBezTo>
                  <a:pt x="155484" y="102697"/>
                  <a:pt x="157111" y="101991"/>
                  <a:pt x="158498" y="101178"/>
                </a:cubicBezTo>
                <a:lnTo>
                  <a:pt x="156560" y="87472"/>
                </a:lnTo>
                <a:cubicBezTo>
                  <a:pt x="155652" y="87712"/>
                  <a:pt x="154563" y="87951"/>
                  <a:pt x="153295" y="88190"/>
                </a:cubicBezTo>
                <a:cubicBezTo>
                  <a:pt x="152028" y="88429"/>
                  <a:pt x="150676" y="88644"/>
                  <a:pt x="149241" y="88836"/>
                </a:cubicBezTo>
                <a:cubicBezTo>
                  <a:pt x="147758" y="89075"/>
                  <a:pt x="146215" y="89266"/>
                  <a:pt x="144613" y="89410"/>
                </a:cubicBezTo>
                <a:cubicBezTo>
                  <a:pt x="143010" y="89553"/>
                  <a:pt x="141444" y="89625"/>
                  <a:pt x="139913" y="89625"/>
                </a:cubicBezTo>
                <a:cubicBezTo>
                  <a:pt x="137808" y="89625"/>
                  <a:pt x="135906" y="89386"/>
                  <a:pt x="134208" y="88907"/>
                </a:cubicBezTo>
                <a:cubicBezTo>
                  <a:pt x="132510" y="88429"/>
                  <a:pt x="131063" y="87616"/>
                  <a:pt x="129867" y="86468"/>
                </a:cubicBezTo>
                <a:cubicBezTo>
                  <a:pt x="128671" y="85367"/>
                  <a:pt x="127750" y="83872"/>
                  <a:pt x="127104" y="81983"/>
                </a:cubicBezTo>
                <a:cubicBezTo>
                  <a:pt x="126458" y="80093"/>
                  <a:pt x="126135" y="77737"/>
                  <a:pt x="126135" y="74915"/>
                </a:cubicBezTo>
                <a:lnTo>
                  <a:pt x="126135" y="41548"/>
                </a:lnTo>
                <a:lnTo>
                  <a:pt x="155125" y="41548"/>
                </a:lnTo>
                <a:lnTo>
                  <a:pt x="155125" y="26837"/>
                </a:lnTo>
                <a:lnTo>
                  <a:pt x="126135" y="26837"/>
                </a:lnTo>
                <a:lnTo>
                  <a:pt x="126135" y="7822"/>
                </a:lnTo>
                <a:close/>
                <a:moveTo>
                  <a:pt x="233470" y="25402"/>
                </a:moveTo>
                <a:cubicBezTo>
                  <a:pt x="228255" y="25402"/>
                  <a:pt x="223448" y="26658"/>
                  <a:pt x="219047" y="29169"/>
                </a:cubicBezTo>
                <a:cubicBezTo>
                  <a:pt x="214645" y="31681"/>
                  <a:pt x="210866" y="35137"/>
                  <a:pt x="207709" y="39538"/>
                </a:cubicBezTo>
                <a:lnTo>
                  <a:pt x="207565" y="37816"/>
                </a:lnTo>
                <a:lnTo>
                  <a:pt x="206776" y="26837"/>
                </a:lnTo>
                <a:lnTo>
                  <a:pt x="188191" y="26837"/>
                </a:lnTo>
                <a:lnTo>
                  <a:pt x="188191" y="104479"/>
                </a:lnTo>
                <a:lnTo>
                  <a:pt x="208139" y="104479"/>
                </a:lnTo>
                <a:lnTo>
                  <a:pt x="208139" y="57836"/>
                </a:lnTo>
                <a:cubicBezTo>
                  <a:pt x="209048" y="55636"/>
                  <a:pt x="210196" y="53722"/>
                  <a:pt x="211584" y="52096"/>
                </a:cubicBezTo>
                <a:cubicBezTo>
                  <a:pt x="212971" y="50469"/>
                  <a:pt x="214645" y="49130"/>
                  <a:pt x="216607" y="48077"/>
                </a:cubicBezTo>
                <a:cubicBezTo>
                  <a:pt x="218233" y="47169"/>
                  <a:pt x="220087" y="46487"/>
                  <a:pt x="222168" y="46032"/>
                </a:cubicBezTo>
                <a:cubicBezTo>
                  <a:pt x="224249" y="45578"/>
                  <a:pt x="226581" y="45351"/>
                  <a:pt x="229164" y="45351"/>
                </a:cubicBezTo>
                <a:cubicBezTo>
                  <a:pt x="231652" y="45351"/>
                  <a:pt x="234271" y="45506"/>
                  <a:pt x="237022" y="45817"/>
                </a:cubicBezTo>
                <a:cubicBezTo>
                  <a:pt x="239773" y="46128"/>
                  <a:pt x="242463" y="46594"/>
                  <a:pt x="245095" y="47216"/>
                </a:cubicBezTo>
                <a:lnTo>
                  <a:pt x="248037" y="27340"/>
                </a:lnTo>
                <a:cubicBezTo>
                  <a:pt x="246458" y="26861"/>
                  <a:pt x="244389" y="26419"/>
                  <a:pt x="241830" y="26012"/>
                </a:cubicBezTo>
                <a:cubicBezTo>
                  <a:pt x="239270" y="25605"/>
                  <a:pt x="236484" y="25402"/>
                  <a:pt x="233470" y="25402"/>
                </a:cubicBezTo>
                <a:close/>
                <a:moveTo>
                  <a:pt x="303562" y="105914"/>
                </a:moveTo>
                <a:cubicBezTo>
                  <a:pt x="311073" y="105914"/>
                  <a:pt x="317579" y="104455"/>
                  <a:pt x="323080" y="101537"/>
                </a:cubicBezTo>
                <a:cubicBezTo>
                  <a:pt x="328582" y="98619"/>
                  <a:pt x="332600" y="95366"/>
                  <a:pt x="335136" y="91778"/>
                </a:cubicBezTo>
                <a:lnTo>
                  <a:pt x="325161" y="81014"/>
                </a:lnTo>
                <a:cubicBezTo>
                  <a:pt x="322865" y="83980"/>
                  <a:pt x="319875" y="86205"/>
                  <a:pt x="316192" y="87688"/>
                </a:cubicBezTo>
                <a:cubicBezTo>
                  <a:pt x="312508" y="89171"/>
                  <a:pt x="308705" y="89912"/>
                  <a:pt x="304782" y="89912"/>
                </a:cubicBezTo>
                <a:cubicBezTo>
                  <a:pt x="302008" y="89912"/>
                  <a:pt x="299448" y="89482"/>
                  <a:pt x="297104" y="88620"/>
                </a:cubicBezTo>
                <a:cubicBezTo>
                  <a:pt x="294760" y="87759"/>
                  <a:pt x="292679" y="86539"/>
                  <a:pt x="290861" y="84961"/>
                </a:cubicBezTo>
                <a:cubicBezTo>
                  <a:pt x="289091" y="83430"/>
                  <a:pt x="287680" y="81720"/>
                  <a:pt x="286627" y="79830"/>
                </a:cubicBezTo>
                <a:cubicBezTo>
                  <a:pt x="285575" y="77941"/>
                  <a:pt x="284714" y="75441"/>
                  <a:pt x="284044" y="72331"/>
                </a:cubicBezTo>
                <a:lnTo>
                  <a:pt x="284044" y="72116"/>
                </a:lnTo>
                <a:lnTo>
                  <a:pt x="336714" y="72116"/>
                </a:lnTo>
                <a:lnTo>
                  <a:pt x="336714" y="63649"/>
                </a:lnTo>
                <a:cubicBezTo>
                  <a:pt x="336714" y="57956"/>
                  <a:pt x="335925" y="52754"/>
                  <a:pt x="334346" y="48042"/>
                </a:cubicBezTo>
                <a:cubicBezTo>
                  <a:pt x="332768" y="43330"/>
                  <a:pt x="330471" y="39299"/>
                  <a:pt x="327457" y="35950"/>
                </a:cubicBezTo>
                <a:cubicBezTo>
                  <a:pt x="324396" y="32602"/>
                  <a:pt x="320676" y="30007"/>
                  <a:pt x="316299" y="28165"/>
                </a:cubicBezTo>
                <a:cubicBezTo>
                  <a:pt x="311922" y="26323"/>
                  <a:pt x="306935" y="25402"/>
                  <a:pt x="301338" y="25402"/>
                </a:cubicBezTo>
                <a:cubicBezTo>
                  <a:pt x="295932" y="25402"/>
                  <a:pt x="290933" y="26383"/>
                  <a:pt x="286340" y="28344"/>
                </a:cubicBezTo>
                <a:cubicBezTo>
                  <a:pt x="281748" y="30306"/>
                  <a:pt x="277777" y="33056"/>
                  <a:pt x="274429" y="36596"/>
                </a:cubicBezTo>
                <a:cubicBezTo>
                  <a:pt x="271080" y="40136"/>
                  <a:pt x="268473" y="44358"/>
                  <a:pt x="266607" y="49261"/>
                </a:cubicBezTo>
                <a:cubicBezTo>
                  <a:pt x="264741" y="54165"/>
                  <a:pt x="263809" y="59583"/>
                  <a:pt x="263809" y="65515"/>
                </a:cubicBezTo>
                <a:lnTo>
                  <a:pt x="263809" y="68385"/>
                </a:lnTo>
                <a:cubicBezTo>
                  <a:pt x="263809" y="73599"/>
                  <a:pt x="264753" y="78491"/>
                  <a:pt x="266643" y="83059"/>
                </a:cubicBezTo>
                <a:cubicBezTo>
                  <a:pt x="268533" y="87628"/>
                  <a:pt x="271224" y="91586"/>
                  <a:pt x="274716" y="94935"/>
                </a:cubicBezTo>
                <a:cubicBezTo>
                  <a:pt x="278208" y="98332"/>
                  <a:pt x="282394" y="101011"/>
                  <a:pt x="287273" y="102972"/>
                </a:cubicBezTo>
                <a:cubicBezTo>
                  <a:pt x="292153" y="104933"/>
                  <a:pt x="297582" y="105914"/>
                  <a:pt x="303562" y="105914"/>
                </a:cubicBezTo>
                <a:moveTo>
                  <a:pt x="301194" y="41548"/>
                </a:moveTo>
                <a:cubicBezTo>
                  <a:pt x="303730" y="41548"/>
                  <a:pt x="305966" y="41942"/>
                  <a:pt x="307904" y="42732"/>
                </a:cubicBezTo>
                <a:cubicBezTo>
                  <a:pt x="309841" y="43521"/>
                  <a:pt x="311479" y="44585"/>
                  <a:pt x="312819" y="45925"/>
                </a:cubicBezTo>
                <a:cubicBezTo>
                  <a:pt x="314158" y="47312"/>
                  <a:pt x="315211" y="48939"/>
                  <a:pt x="315976" y="50804"/>
                </a:cubicBezTo>
                <a:cubicBezTo>
                  <a:pt x="316742" y="52670"/>
                  <a:pt x="317124" y="54655"/>
                  <a:pt x="317124" y="56760"/>
                </a:cubicBezTo>
                <a:lnTo>
                  <a:pt x="317124" y="58339"/>
                </a:lnTo>
                <a:lnTo>
                  <a:pt x="284403" y="58339"/>
                </a:lnTo>
                <a:cubicBezTo>
                  <a:pt x="284881" y="55803"/>
                  <a:pt x="285599" y="53507"/>
                  <a:pt x="286556" y="51450"/>
                </a:cubicBezTo>
                <a:cubicBezTo>
                  <a:pt x="287513" y="49393"/>
                  <a:pt x="288708" y="47623"/>
                  <a:pt x="290144" y="46140"/>
                </a:cubicBezTo>
                <a:cubicBezTo>
                  <a:pt x="291531" y="44657"/>
                  <a:pt x="293157" y="43521"/>
                  <a:pt x="295023" y="42732"/>
                </a:cubicBezTo>
                <a:cubicBezTo>
                  <a:pt x="296889" y="41942"/>
                  <a:pt x="298946" y="41548"/>
                  <a:pt x="301194" y="41548"/>
                </a:cubicBezTo>
                <a:close/>
                <a:moveTo>
                  <a:pt x="402573" y="104479"/>
                </a:moveTo>
                <a:lnTo>
                  <a:pt x="422809" y="104479"/>
                </a:lnTo>
                <a:lnTo>
                  <a:pt x="422809" y="103259"/>
                </a:lnTo>
                <a:cubicBezTo>
                  <a:pt x="421804" y="101298"/>
                  <a:pt x="421039" y="98954"/>
                  <a:pt x="420512" y="96227"/>
                </a:cubicBezTo>
                <a:cubicBezTo>
                  <a:pt x="419986" y="93500"/>
                  <a:pt x="419723" y="90056"/>
                  <a:pt x="419723" y="85894"/>
                </a:cubicBezTo>
                <a:lnTo>
                  <a:pt x="419723" y="52598"/>
                </a:lnTo>
                <a:cubicBezTo>
                  <a:pt x="419723" y="48101"/>
                  <a:pt x="418886" y="44143"/>
                  <a:pt x="417211" y="40722"/>
                </a:cubicBezTo>
                <a:cubicBezTo>
                  <a:pt x="415537" y="37302"/>
                  <a:pt x="413217" y="34467"/>
                  <a:pt x="410251" y="32219"/>
                </a:cubicBezTo>
                <a:cubicBezTo>
                  <a:pt x="407285" y="29971"/>
                  <a:pt x="403781" y="28272"/>
                  <a:pt x="399739" y="27124"/>
                </a:cubicBezTo>
                <a:cubicBezTo>
                  <a:pt x="395696" y="25976"/>
                  <a:pt x="391331" y="25402"/>
                  <a:pt x="386643" y="25402"/>
                </a:cubicBezTo>
                <a:cubicBezTo>
                  <a:pt x="381428" y="25402"/>
                  <a:pt x="376800" y="26060"/>
                  <a:pt x="372758" y="27375"/>
                </a:cubicBezTo>
                <a:cubicBezTo>
                  <a:pt x="368715" y="28691"/>
                  <a:pt x="365307" y="30473"/>
                  <a:pt x="362532" y="32721"/>
                </a:cubicBezTo>
                <a:cubicBezTo>
                  <a:pt x="359710" y="34970"/>
                  <a:pt x="357569" y="37577"/>
                  <a:pt x="356110" y="40543"/>
                </a:cubicBezTo>
                <a:cubicBezTo>
                  <a:pt x="354651" y="43509"/>
                  <a:pt x="353921" y="46642"/>
                  <a:pt x="353921" y="49943"/>
                </a:cubicBezTo>
                <a:lnTo>
                  <a:pt x="373870" y="49943"/>
                </a:lnTo>
                <a:cubicBezTo>
                  <a:pt x="373870" y="48556"/>
                  <a:pt x="374073" y="47288"/>
                  <a:pt x="374480" y="46140"/>
                </a:cubicBezTo>
                <a:cubicBezTo>
                  <a:pt x="374887" y="44992"/>
                  <a:pt x="375520" y="44011"/>
                  <a:pt x="376381" y="43198"/>
                </a:cubicBezTo>
                <a:cubicBezTo>
                  <a:pt x="377338" y="42289"/>
                  <a:pt x="378582" y="41583"/>
                  <a:pt x="380113" y="41081"/>
                </a:cubicBezTo>
                <a:cubicBezTo>
                  <a:pt x="381644" y="40579"/>
                  <a:pt x="383462" y="40328"/>
                  <a:pt x="385566" y="40328"/>
                </a:cubicBezTo>
                <a:cubicBezTo>
                  <a:pt x="387958" y="40328"/>
                  <a:pt x="390051" y="40627"/>
                  <a:pt x="391845" y="41225"/>
                </a:cubicBezTo>
                <a:cubicBezTo>
                  <a:pt x="393639" y="41823"/>
                  <a:pt x="395134" y="42672"/>
                  <a:pt x="396330" y="43772"/>
                </a:cubicBezTo>
                <a:cubicBezTo>
                  <a:pt x="397478" y="44824"/>
                  <a:pt x="398339" y="46080"/>
                  <a:pt x="398913" y="47539"/>
                </a:cubicBezTo>
                <a:cubicBezTo>
                  <a:pt x="399487" y="48998"/>
                  <a:pt x="399774" y="50637"/>
                  <a:pt x="399774" y="52455"/>
                </a:cubicBezTo>
                <a:lnTo>
                  <a:pt x="399774" y="57047"/>
                </a:lnTo>
                <a:lnTo>
                  <a:pt x="388652" y="57047"/>
                </a:lnTo>
                <a:cubicBezTo>
                  <a:pt x="382911" y="57047"/>
                  <a:pt x="377829" y="57561"/>
                  <a:pt x="373404" y="58590"/>
                </a:cubicBezTo>
                <a:cubicBezTo>
                  <a:pt x="368978" y="59618"/>
                  <a:pt x="365259" y="61113"/>
                  <a:pt x="362245" y="63075"/>
                </a:cubicBezTo>
                <a:cubicBezTo>
                  <a:pt x="358897" y="65228"/>
                  <a:pt x="356385" y="67966"/>
                  <a:pt x="354711" y="71291"/>
                </a:cubicBezTo>
                <a:cubicBezTo>
                  <a:pt x="353036" y="74616"/>
                  <a:pt x="352199" y="78431"/>
                  <a:pt x="352199" y="82736"/>
                </a:cubicBezTo>
                <a:cubicBezTo>
                  <a:pt x="352199" y="86085"/>
                  <a:pt x="352869" y="89183"/>
                  <a:pt x="354208" y="92029"/>
                </a:cubicBezTo>
                <a:cubicBezTo>
                  <a:pt x="355548" y="94875"/>
                  <a:pt x="357414" y="97327"/>
                  <a:pt x="359805" y="99384"/>
                </a:cubicBezTo>
                <a:cubicBezTo>
                  <a:pt x="362197" y="101441"/>
                  <a:pt x="365056" y="103044"/>
                  <a:pt x="368381" y="104192"/>
                </a:cubicBezTo>
                <a:cubicBezTo>
                  <a:pt x="371705" y="105340"/>
                  <a:pt x="375353" y="105914"/>
                  <a:pt x="379324" y="105914"/>
                </a:cubicBezTo>
                <a:cubicBezTo>
                  <a:pt x="381763" y="105914"/>
                  <a:pt x="384036" y="105687"/>
                  <a:pt x="386140" y="105232"/>
                </a:cubicBezTo>
                <a:cubicBezTo>
                  <a:pt x="388245" y="104778"/>
                  <a:pt x="390183" y="104144"/>
                  <a:pt x="391953" y="103331"/>
                </a:cubicBezTo>
                <a:cubicBezTo>
                  <a:pt x="393675" y="102565"/>
                  <a:pt x="395254" y="101656"/>
                  <a:pt x="396689" y="100604"/>
                </a:cubicBezTo>
                <a:cubicBezTo>
                  <a:pt x="398124" y="99551"/>
                  <a:pt x="399392" y="98427"/>
                  <a:pt x="400492" y="97231"/>
                </a:cubicBezTo>
                <a:cubicBezTo>
                  <a:pt x="400731" y="98619"/>
                  <a:pt x="401018" y="99934"/>
                  <a:pt x="401353" y="101178"/>
                </a:cubicBezTo>
                <a:cubicBezTo>
                  <a:pt x="401688" y="102422"/>
                  <a:pt x="402095" y="103522"/>
                  <a:pt x="402573" y="104479"/>
                </a:cubicBezTo>
                <a:moveTo>
                  <a:pt x="383557" y="90486"/>
                </a:moveTo>
                <a:cubicBezTo>
                  <a:pt x="381692" y="90486"/>
                  <a:pt x="380053" y="90259"/>
                  <a:pt x="378642" y="89804"/>
                </a:cubicBezTo>
                <a:cubicBezTo>
                  <a:pt x="377231" y="89350"/>
                  <a:pt x="376047" y="88740"/>
                  <a:pt x="375090" y="87975"/>
                </a:cubicBezTo>
                <a:cubicBezTo>
                  <a:pt x="374133" y="87161"/>
                  <a:pt x="373404" y="86169"/>
                  <a:pt x="372901" y="84997"/>
                </a:cubicBezTo>
                <a:cubicBezTo>
                  <a:pt x="372399" y="83825"/>
                  <a:pt x="372148" y="82545"/>
                  <a:pt x="372148" y="81158"/>
                </a:cubicBezTo>
                <a:cubicBezTo>
                  <a:pt x="372148" y="79388"/>
                  <a:pt x="372483" y="77749"/>
                  <a:pt x="373152" y="76242"/>
                </a:cubicBezTo>
                <a:cubicBezTo>
                  <a:pt x="373822" y="74735"/>
                  <a:pt x="374851" y="73432"/>
                  <a:pt x="376238" y="72331"/>
                </a:cubicBezTo>
                <a:cubicBezTo>
                  <a:pt x="377625" y="71279"/>
                  <a:pt x="379419" y="70454"/>
                  <a:pt x="381620" y="69856"/>
                </a:cubicBezTo>
                <a:cubicBezTo>
                  <a:pt x="383820" y="69258"/>
                  <a:pt x="386475" y="68959"/>
                  <a:pt x="389585" y="68959"/>
                </a:cubicBezTo>
                <a:lnTo>
                  <a:pt x="399774" y="68959"/>
                </a:lnTo>
                <a:lnTo>
                  <a:pt x="399774" y="82306"/>
                </a:lnTo>
                <a:cubicBezTo>
                  <a:pt x="399200" y="83310"/>
                  <a:pt x="398411" y="84303"/>
                  <a:pt x="397406" y="85284"/>
                </a:cubicBezTo>
                <a:cubicBezTo>
                  <a:pt x="396402" y="86264"/>
                  <a:pt x="395206" y="87137"/>
                  <a:pt x="393819" y="87903"/>
                </a:cubicBezTo>
                <a:cubicBezTo>
                  <a:pt x="392431" y="88668"/>
                  <a:pt x="390876" y="89290"/>
                  <a:pt x="389154" y="89769"/>
                </a:cubicBezTo>
                <a:cubicBezTo>
                  <a:pt x="387432" y="90247"/>
                  <a:pt x="385566" y="90486"/>
                  <a:pt x="383557" y="90486"/>
                </a:cubicBezTo>
                <a:close/>
                <a:moveTo>
                  <a:pt x="454655" y="26837"/>
                </a:moveTo>
                <a:lnTo>
                  <a:pt x="437505" y="26837"/>
                </a:lnTo>
                <a:lnTo>
                  <a:pt x="437505" y="104479"/>
                </a:lnTo>
                <a:lnTo>
                  <a:pt x="455659" y="104479"/>
                </a:lnTo>
                <a:lnTo>
                  <a:pt x="455659" y="46355"/>
                </a:lnTo>
                <a:cubicBezTo>
                  <a:pt x="455898" y="45733"/>
                  <a:pt x="456161" y="45159"/>
                  <a:pt x="456448" y="44633"/>
                </a:cubicBezTo>
                <a:cubicBezTo>
                  <a:pt x="456735" y="44107"/>
                  <a:pt x="457070" y="43652"/>
                  <a:pt x="457453" y="43270"/>
                </a:cubicBezTo>
                <a:cubicBezTo>
                  <a:pt x="457979" y="42744"/>
                  <a:pt x="458577" y="42337"/>
                  <a:pt x="459247" y="42050"/>
                </a:cubicBezTo>
                <a:cubicBezTo>
                  <a:pt x="459917" y="41763"/>
                  <a:pt x="460682" y="41619"/>
                  <a:pt x="461543" y="41619"/>
                </a:cubicBezTo>
                <a:cubicBezTo>
                  <a:pt x="462309" y="41619"/>
                  <a:pt x="463026" y="41727"/>
                  <a:pt x="463696" y="41942"/>
                </a:cubicBezTo>
                <a:cubicBezTo>
                  <a:pt x="464366" y="42157"/>
                  <a:pt x="464964" y="42528"/>
                  <a:pt x="465490" y="43054"/>
                </a:cubicBezTo>
                <a:cubicBezTo>
                  <a:pt x="465968" y="43581"/>
                  <a:pt x="466351" y="44322"/>
                  <a:pt x="466638" y="45279"/>
                </a:cubicBezTo>
                <a:cubicBezTo>
                  <a:pt x="466925" y="46236"/>
                  <a:pt x="467069" y="47456"/>
                  <a:pt x="467069" y="48939"/>
                </a:cubicBezTo>
                <a:lnTo>
                  <a:pt x="467069" y="104479"/>
                </a:lnTo>
                <a:lnTo>
                  <a:pt x="484649" y="104479"/>
                </a:lnTo>
                <a:lnTo>
                  <a:pt x="484649" y="47216"/>
                </a:lnTo>
                <a:cubicBezTo>
                  <a:pt x="484649" y="46642"/>
                  <a:pt x="484649" y="46188"/>
                  <a:pt x="484649" y="45853"/>
                </a:cubicBezTo>
                <a:cubicBezTo>
                  <a:pt x="484649" y="45518"/>
                  <a:pt x="484649" y="45303"/>
                  <a:pt x="484649" y="45207"/>
                </a:cubicBezTo>
                <a:cubicBezTo>
                  <a:pt x="484888" y="44681"/>
                  <a:pt x="485175" y="44215"/>
                  <a:pt x="485510" y="43808"/>
                </a:cubicBezTo>
                <a:cubicBezTo>
                  <a:pt x="485845" y="43401"/>
                  <a:pt x="486228" y="43031"/>
                  <a:pt x="486658" y="42696"/>
                </a:cubicBezTo>
                <a:cubicBezTo>
                  <a:pt x="487185" y="42361"/>
                  <a:pt x="487747" y="42098"/>
                  <a:pt x="488345" y="41906"/>
                </a:cubicBezTo>
                <a:cubicBezTo>
                  <a:pt x="488943" y="41715"/>
                  <a:pt x="489624" y="41619"/>
                  <a:pt x="490390" y="41619"/>
                </a:cubicBezTo>
                <a:cubicBezTo>
                  <a:pt x="491107" y="41619"/>
                  <a:pt x="491813" y="41727"/>
                  <a:pt x="492507" y="41942"/>
                </a:cubicBezTo>
                <a:cubicBezTo>
                  <a:pt x="493200" y="42157"/>
                  <a:pt x="493810" y="42528"/>
                  <a:pt x="494336" y="43054"/>
                </a:cubicBezTo>
                <a:cubicBezTo>
                  <a:pt x="494863" y="43629"/>
                  <a:pt x="495281" y="44394"/>
                  <a:pt x="495592" y="45351"/>
                </a:cubicBezTo>
                <a:cubicBezTo>
                  <a:pt x="495903" y="46307"/>
                  <a:pt x="496059" y="47527"/>
                  <a:pt x="496059" y="49010"/>
                </a:cubicBezTo>
                <a:lnTo>
                  <a:pt x="496059" y="104479"/>
                </a:lnTo>
                <a:lnTo>
                  <a:pt x="514213" y="104479"/>
                </a:lnTo>
                <a:lnTo>
                  <a:pt x="514213" y="49082"/>
                </a:lnTo>
                <a:cubicBezTo>
                  <a:pt x="514213" y="44777"/>
                  <a:pt x="513795" y="41129"/>
                  <a:pt x="512957" y="38139"/>
                </a:cubicBezTo>
                <a:cubicBezTo>
                  <a:pt x="512120" y="35149"/>
                  <a:pt x="510960" y="32697"/>
                  <a:pt x="509477" y="30784"/>
                </a:cubicBezTo>
                <a:cubicBezTo>
                  <a:pt x="507946" y="28918"/>
                  <a:pt x="506164" y="27555"/>
                  <a:pt x="504131" y="26694"/>
                </a:cubicBezTo>
                <a:cubicBezTo>
                  <a:pt x="502098" y="25833"/>
                  <a:pt x="499910" y="25402"/>
                  <a:pt x="497565" y="25402"/>
                </a:cubicBezTo>
                <a:cubicBezTo>
                  <a:pt x="495700" y="25402"/>
                  <a:pt x="493978" y="25641"/>
                  <a:pt x="492399" y="26120"/>
                </a:cubicBezTo>
                <a:cubicBezTo>
                  <a:pt x="490820" y="26598"/>
                  <a:pt x="489409" y="27268"/>
                  <a:pt x="488165" y="28129"/>
                </a:cubicBezTo>
                <a:cubicBezTo>
                  <a:pt x="487161" y="28799"/>
                  <a:pt x="486240" y="29600"/>
                  <a:pt x="485403" y="30533"/>
                </a:cubicBezTo>
                <a:cubicBezTo>
                  <a:pt x="484565" y="31466"/>
                  <a:pt x="483812" y="32506"/>
                  <a:pt x="483142" y="33654"/>
                </a:cubicBezTo>
                <a:cubicBezTo>
                  <a:pt x="482712" y="32458"/>
                  <a:pt x="482197" y="31394"/>
                  <a:pt x="481599" y="30461"/>
                </a:cubicBezTo>
                <a:cubicBezTo>
                  <a:pt x="481001" y="29528"/>
                  <a:pt x="480296" y="28727"/>
                  <a:pt x="479483" y="28057"/>
                </a:cubicBezTo>
                <a:cubicBezTo>
                  <a:pt x="478430" y="27148"/>
                  <a:pt x="477186" y="26478"/>
                  <a:pt x="475751" y="26048"/>
                </a:cubicBezTo>
                <a:cubicBezTo>
                  <a:pt x="474316" y="25617"/>
                  <a:pt x="472690" y="25402"/>
                  <a:pt x="470872" y="25402"/>
                </a:cubicBezTo>
                <a:cubicBezTo>
                  <a:pt x="467140" y="25402"/>
                  <a:pt x="463971" y="26371"/>
                  <a:pt x="461364" y="28308"/>
                </a:cubicBezTo>
                <a:cubicBezTo>
                  <a:pt x="458757" y="30246"/>
                  <a:pt x="456712" y="32889"/>
                  <a:pt x="455229" y="36238"/>
                </a:cubicBezTo>
                <a:lnTo>
                  <a:pt x="454655" y="26837"/>
                </a:lnTo>
                <a:close/>
                <a:moveTo>
                  <a:pt x="551153" y="66160"/>
                </a:moveTo>
                <a:lnTo>
                  <a:pt x="566725" y="66160"/>
                </a:lnTo>
                <a:cubicBezTo>
                  <a:pt x="572418" y="66160"/>
                  <a:pt x="577560" y="65347"/>
                  <a:pt x="582153" y="63721"/>
                </a:cubicBezTo>
                <a:cubicBezTo>
                  <a:pt x="586745" y="62094"/>
                  <a:pt x="590668" y="59822"/>
                  <a:pt x="593921" y="56904"/>
                </a:cubicBezTo>
                <a:cubicBezTo>
                  <a:pt x="597126" y="54033"/>
                  <a:pt x="599602" y="50613"/>
                  <a:pt x="601348" y="46642"/>
                </a:cubicBezTo>
                <a:cubicBezTo>
                  <a:pt x="603094" y="42672"/>
                  <a:pt x="603967" y="38342"/>
                  <a:pt x="603967" y="33654"/>
                </a:cubicBezTo>
                <a:cubicBezTo>
                  <a:pt x="603967" y="28631"/>
                  <a:pt x="603094" y="24063"/>
                  <a:pt x="601348" y="19949"/>
                </a:cubicBezTo>
                <a:cubicBezTo>
                  <a:pt x="599602" y="15834"/>
                  <a:pt x="597126" y="12294"/>
                  <a:pt x="593921" y="9328"/>
                </a:cubicBezTo>
                <a:cubicBezTo>
                  <a:pt x="590668" y="6410"/>
                  <a:pt x="586745" y="4126"/>
                  <a:pt x="582153" y="2476"/>
                </a:cubicBezTo>
                <a:cubicBezTo>
                  <a:pt x="577560" y="825"/>
                  <a:pt x="572418" y="0"/>
                  <a:pt x="566725" y="0"/>
                </a:cubicBezTo>
                <a:lnTo>
                  <a:pt x="530990" y="0"/>
                </a:lnTo>
                <a:lnTo>
                  <a:pt x="530990" y="104479"/>
                </a:lnTo>
                <a:lnTo>
                  <a:pt x="551153" y="104479"/>
                </a:lnTo>
                <a:lnTo>
                  <a:pt x="551153" y="66160"/>
                </a:lnTo>
                <a:moveTo>
                  <a:pt x="551153" y="49800"/>
                </a:moveTo>
                <a:lnTo>
                  <a:pt x="551153" y="16361"/>
                </a:lnTo>
                <a:lnTo>
                  <a:pt x="566725" y="16361"/>
                </a:lnTo>
                <a:cubicBezTo>
                  <a:pt x="569595" y="16361"/>
                  <a:pt x="572083" y="16815"/>
                  <a:pt x="574188" y="17724"/>
                </a:cubicBezTo>
                <a:cubicBezTo>
                  <a:pt x="576292" y="18633"/>
                  <a:pt x="578062" y="19877"/>
                  <a:pt x="579498" y="21455"/>
                </a:cubicBezTo>
                <a:cubicBezTo>
                  <a:pt x="580885" y="23034"/>
                  <a:pt x="581925" y="24876"/>
                  <a:pt x="582619" y="26981"/>
                </a:cubicBezTo>
                <a:cubicBezTo>
                  <a:pt x="583313" y="29086"/>
                  <a:pt x="583660" y="31358"/>
                  <a:pt x="583660" y="33798"/>
                </a:cubicBezTo>
                <a:cubicBezTo>
                  <a:pt x="583660" y="35903"/>
                  <a:pt x="583313" y="37924"/>
                  <a:pt x="582619" y="39861"/>
                </a:cubicBezTo>
                <a:cubicBezTo>
                  <a:pt x="581925" y="41799"/>
                  <a:pt x="580885" y="43509"/>
                  <a:pt x="579498" y="44992"/>
                </a:cubicBezTo>
                <a:cubicBezTo>
                  <a:pt x="578062" y="46475"/>
                  <a:pt x="576292" y="47647"/>
                  <a:pt x="574188" y="48508"/>
                </a:cubicBezTo>
                <a:cubicBezTo>
                  <a:pt x="572083" y="49369"/>
                  <a:pt x="569595" y="49800"/>
                  <a:pt x="566725" y="49800"/>
                </a:cubicBezTo>
                <a:lnTo>
                  <a:pt x="551153" y="49800"/>
                </a:lnTo>
                <a:close/>
                <a:moveTo>
                  <a:pt x="615865" y="64940"/>
                </a:moveTo>
                <a:lnTo>
                  <a:pt x="615865" y="66447"/>
                </a:lnTo>
                <a:cubicBezTo>
                  <a:pt x="615865" y="72140"/>
                  <a:pt x="616678" y="77390"/>
                  <a:pt x="618304" y="82198"/>
                </a:cubicBezTo>
                <a:cubicBezTo>
                  <a:pt x="619931" y="87006"/>
                  <a:pt x="622323" y="91180"/>
                  <a:pt x="625480" y="94720"/>
                </a:cubicBezTo>
                <a:cubicBezTo>
                  <a:pt x="628590" y="98260"/>
                  <a:pt x="632429" y="101023"/>
                  <a:pt x="636997" y="103008"/>
                </a:cubicBezTo>
                <a:cubicBezTo>
                  <a:pt x="641566" y="104993"/>
                  <a:pt x="646768" y="105986"/>
                  <a:pt x="652604" y="105986"/>
                </a:cubicBezTo>
                <a:cubicBezTo>
                  <a:pt x="658393" y="105986"/>
                  <a:pt x="663559" y="104993"/>
                  <a:pt x="668104" y="103008"/>
                </a:cubicBezTo>
                <a:cubicBezTo>
                  <a:pt x="672649" y="101023"/>
                  <a:pt x="676476" y="98260"/>
                  <a:pt x="679585" y="94720"/>
                </a:cubicBezTo>
                <a:cubicBezTo>
                  <a:pt x="682695" y="91180"/>
                  <a:pt x="685063" y="87006"/>
                  <a:pt x="686689" y="82198"/>
                </a:cubicBezTo>
                <a:cubicBezTo>
                  <a:pt x="688316" y="77390"/>
                  <a:pt x="689129" y="72140"/>
                  <a:pt x="689129" y="66447"/>
                </a:cubicBezTo>
                <a:lnTo>
                  <a:pt x="689129" y="64940"/>
                </a:lnTo>
                <a:cubicBezTo>
                  <a:pt x="689129" y="59296"/>
                  <a:pt x="688316" y="54069"/>
                  <a:pt x="686689" y="49261"/>
                </a:cubicBezTo>
                <a:cubicBezTo>
                  <a:pt x="685063" y="44454"/>
                  <a:pt x="682695" y="40280"/>
                  <a:pt x="679585" y="36740"/>
                </a:cubicBezTo>
                <a:cubicBezTo>
                  <a:pt x="676428" y="33200"/>
                  <a:pt x="672577" y="30425"/>
                  <a:pt x="668032" y="28416"/>
                </a:cubicBezTo>
                <a:cubicBezTo>
                  <a:pt x="663488" y="26407"/>
                  <a:pt x="658297" y="25402"/>
                  <a:pt x="652461" y="25402"/>
                </a:cubicBezTo>
                <a:cubicBezTo>
                  <a:pt x="646625" y="25402"/>
                  <a:pt x="641446" y="26407"/>
                  <a:pt x="636925" y="28416"/>
                </a:cubicBezTo>
                <a:cubicBezTo>
                  <a:pt x="632405" y="30425"/>
                  <a:pt x="628590" y="33200"/>
                  <a:pt x="625480" y="36740"/>
                </a:cubicBezTo>
                <a:cubicBezTo>
                  <a:pt x="622323" y="40280"/>
                  <a:pt x="619931" y="44454"/>
                  <a:pt x="618304" y="49261"/>
                </a:cubicBezTo>
                <a:cubicBezTo>
                  <a:pt x="616678" y="54069"/>
                  <a:pt x="615865" y="59296"/>
                  <a:pt x="615865" y="64940"/>
                </a:cubicBezTo>
                <a:moveTo>
                  <a:pt x="635813" y="66447"/>
                </a:moveTo>
                <a:lnTo>
                  <a:pt x="635813" y="64940"/>
                </a:lnTo>
                <a:cubicBezTo>
                  <a:pt x="635813" y="61783"/>
                  <a:pt x="636124" y="58793"/>
                  <a:pt x="636746" y="55971"/>
                </a:cubicBezTo>
                <a:cubicBezTo>
                  <a:pt x="637368" y="53148"/>
                  <a:pt x="638349" y="50661"/>
                  <a:pt x="639688" y="48508"/>
                </a:cubicBezTo>
                <a:cubicBezTo>
                  <a:pt x="641028" y="46355"/>
                  <a:pt x="642750" y="44657"/>
                  <a:pt x="644855" y="43413"/>
                </a:cubicBezTo>
                <a:cubicBezTo>
                  <a:pt x="646959" y="42169"/>
                  <a:pt x="649495" y="41548"/>
                  <a:pt x="652461" y="41548"/>
                </a:cubicBezTo>
                <a:cubicBezTo>
                  <a:pt x="655475" y="41548"/>
                  <a:pt x="658034" y="42169"/>
                  <a:pt x="660139" y="43413"/>
                </a:cubicBezTo>
                <a:cubicBezTo>
                  <a:pt x="662244" y="44657"/>
                  <a:pt x="663966" y="46355"/>
                  <a:pt x="665305" y="48508"/>
                </a:cubicBezTo>
                <a:cubicBezTo>
                  <a:pt x="666597" y="50661"/>
                  <a:pt x="667554" y="53148"/>
                  <a:pt x="668176" y="55971"/>
                </a:cubicBezTo>
                <a:cubicBezTo>
                  <a:pt x="668798" y="58793"/>
                  <a:pt x="669109" y="61783"/>
                  <a:pt x="669109" y="64940"/>
                </a:cubicBezTo>
                <a:lnTo>
                  <a:pt x="669109" y="66447"/>
                </a:lnTo>
                <a:cubicBezTo>
                  <a:pt x="669109" y="69700"/>
                  <a:pt x="668798" y="72750"/>
                  <a:pt x="668176" y="75596"/>
                </a:cubicBezTo>
                <a:cubicBezTo>
                  <a:pt x="667554" y="78443"/>
                  <a:pt x="666597" y="80918"/>
                  <a:pt x="665305" y="83023"/>
                </a:cubicBezTo>
                <a:cubicBezTo>
                  <a:pt x="663966" y="85176"/>
                  <a:pt x="662244" y="86874"/>
                  <a:pt x="660139" y="88118"/>
                </a:cubicBezTo>
                <a:cubicBezTo>
                  <a:pt x="658034" y="89362"/>
                  <a:pt x="655523" y="89984"/>
                  <a:pt x="652604" y="89984"/>
                </a:cubicBezTo>
                <a:cubicBezTo>
                  <a:pt x="649591" y="89984"/>
                  <a:pt x="647019" y="89362"/>
                  <a:pt x="644890" y="88118"/>
                </a:cubicBezTo>
                <a:cubicBezTo>
                  <a:pt x="642762" y="86874"/>
                  <a:pt x="641028" y="85176"/>
                  <a:pt x="639688" y="83023"/>
                </a:cubicBezTo>
                <a:cubicBezTo>
                  <a:pt x="638349" y="80918"/>
                  <a:pt x="637368" y="78443"/>
                  <a:pt x="636746" y="75596"/>
                </a:cubicBezTo>
                <a:cubicBezTo>
                  <a:pt x="636124" y="72750"/>
                  <a:pt x="635813" y="69700"/>
                  <a:pt x="635813" y="66447"/>
                </a:cubicBezTo>
                <a:close/>
                <a:moveTo>
                  <a:pt x="756854" y="83167"/>
                </a:moveTo>
                <a:cubicBezTo>
                  <a:pt x="756854" y="84363"/>
                  <a:pt x="756555" y="85463"/>
                  <a:pt x="755957" y="86468"/>
                </a:cubicBezTo>
                <a:cubicBezTo>
                  <a:pt x="755359" y="87472"/>
                  <a:pt x="754462" y="88357"/>
                  <a:pt x="753266" y="89123"/>
                </a:cubicBezTo>
                <a:cubicBezTo>
                  <a:pt x="752022" y="89888"/>
                  <a:pt x="750431" y="90498"/>
                  <a:pt x="748494" y="90953"/>
                </a:cubicBezTo>
                <a:cubicBezTo>
                  <a:pt x="746556" y="91407"/>
                  <a:pt x="744296" y="91634"/>
                  <a:pt x="741713" y="91634"/>
                </a:cubicBezTo>
                <a:cubicBezTo>
                  <a:pt x="739560" y="91634"/>
                  <a:pt x="737467" y="91419"/>
                  <a:pt x="735434" y="90988"/>
                </a:cubicBezTo>
                <a:cubicBezTo>
                  <a:pt x="733401" y="90558"/>
                  <a:pt x="731595" y="89864"/>
                  <a:pt x="730016" y="88907"/>
                </a:cubicBezTo>
                <a:cubicBezTo>
                  <a:pt x="728438" y="87999"/>
                  <a:pt x="727146" y="86791"/>
                  <a:pt x="726141" y="85284"/>
                </a:cubicBezTo>
                <a:cubicBezTo>
                  <a:pt x="725137" y="83777"/>
                  <a:pt x="724563" y="81971"/>
                  <a:pt x="724419" y="79866"/>
                </a:cubicBezTo>
                <a:lnTo>
                  <a:pt x="705404" y="79866"/>
                </a:lnTo>
                <a:cubicBezTo>
                  <a:pt x="705404" y="83023"/>
                  <a:pt x="706181" y="86169"/>
                  <a:pt x="707736" y="89302"/>
                </a:cubicBezTo>
                <a:cubicBezTo>
                  <a:pt x="709290" y="92436"/>
                  <a:pt x="711575" y="95222"/>
                  <a:pt x="714589" y="97662"/>
                </a:cubicBezTo>
                <a:cubicBezTo>
                  <a:pt x="717602" y="100149"/>
                  <a:pt x="721346" y="102159"/>
                  <a:pt x="725819" y="103689"/>
                </a:cubicBezTo>
                <a:cubicBezTo>
                  <a:pt x="730291" y="105220"/>
                  <a:pt x="735446" y="105986"/>
                  <a:pt x="741282" y="105986"/>
                </a:cubicBezTo>
                <a:cubicBezTo>
                  <a:pt x="746592" y="105986"/>
                  <a:pt x="751400" y="105400"/>
                  <a:pt x="755706" y="104228"/>
                </a:cubicBezTo>
                <a:cubicBezTo>
                  <a:pt x="760011" y="103056"/>
                  <a:pt x="763695" y="101417"/>
                  <a:pt x="766756" y="99312"/>
                </a:cubicBezTo>
                <a:cubicBezTo>
                  <a:pt x="769770" y="97207"/>
                  <a:pt x="772102" y="94708"/>
                  <a:pt x="773753" y="91814"/>
                </a:cubicBezTo>
                <a:cubicBezTo>
                  <a:pt x="775403" y="88919"/>
                  <a:pt x="776228" y="85750"/>
                  <a:pt x="776228" y="82306"/>
                </a:cubicBezTo>
                <a:cubicBezTo>
                  <a:pt x="776228" y="78574"/>
                  <a:pt x="775403" y="75357"/>
                  <a:pt x="773753" y="72654"/>
                </a:cubicBezTo>
                <a:cubicBezTo>
                  <a:pt x="772102" y="69952"/>
                  <a:pt x="769818" y="67643"/>
                  <a:pt x="766900" y="65730"/>
                </a:cubicBezTo>
                <a:cubicBezTo>
                  <a:pt x="763982" y="63864"/>
                  <a:pt x="760513" y="62333"/>
                  <a:pt x="756495" y="61137"/>
                </a:cubicBezTo>
                <a:cubicBezTo>
                  <a:pt x="752476" y="59941"/>
                  <a:pt x="748123" y="58961"/>
                  <a:pt x="743435" y="58195"/>
                </a:cubicBezTo>
                <a:cubicBezTo>
                  <a:pt x="740182" y="57717"/>
                  <a:pt x="737503" y="57155"/>
                  <a:pt x="735398" y="56509"/>
                </a:cubicBezTo>
                <a:cubicBezTo>
                  <a:pt x="733293" y="55863"/>
                  <a:pt x="731643" y="55134"/>
                  <a:pt x="730447" y="54320"/>
                </a:cubicBezTo>
                <a:cubicBezTo>
                  <a:pt x="729203" y="53555"/>
                  <a:pt x="728342" y="52682"/>
                  <a:pt x="727864" y="51701"/>
                </a:cubicBezTo>
                <a:cubicBezTo>
                  <a:pt x="727385" y="50721"/>
                  <a:pt x="727146" y="49656"/>
                  <a:pt x="727146" y="48508"/>
                </a:cubicBezTo>
                <a:cubicBezTo>
                  <a:pt x="727146" y="47360"/>
                  <a:pt x="727421" y="46272"/>
                  <a:pt x="727971" y="45243"/>
                </a:cubicBezTo>
                <a:cubicBezTo>
                  <a:pt x="728521" y="44215"/>
                  <a:pt x="729323" y="43318"/>
                  <a:pt x="730375" y="42552"/>
                </a:cubicBezTo>
                <a:cubicBezTo>
                  <a:pt x="731523" y="41691"/>
                  <a:pt x="733006" y="41021"/>
                  <a:pt x="734824" y="40543"/>
                </a:cubicBezTo>
                <a:cubicBezTo>
                  <a:pt x="736642" y="40065"/>
                  <a:pt x="738771" y="39825"/>
                  <a:pt x="741211" y="39825"/>
                </a:cubicBezTo>
                <a:cubicBezTo>
                  <a:pt x="744081" y="39825"/>
                  <a:pt x="746533" y="40184"/>
                  <a:pt x="748566" y="40902"/>
                </a:cubicBezTo>
                <a:cubicBezTo>
                  <a:pt x="750599" y="41619"/>
                  <a:pt x="752213" y="42576"/>
                  <a:pt x="753409" y="43772"/>
                </a:cubicBezTo>
                <a:cubicBezTo>
                  <a:pt x="754270" y="44681"/>
                  <a:pt x="754916" y="45698"/>
                  <a:pt x="755347" y="46822"/>
                </a:cubicBezTo>
                <a:cubicBezTo>
                  <a:pt x="755777" y="47946"/>
                  <a:pt x="755993" y="49154"/>
                  <a:pt x="755993" y="50445"/>
                </a:cubicBezTo>
                <a:lnTo>
                  <a:pt x="775941" y="50445"/>
                </a:lnTo>
                <a:cubicBezTo>
                  <a:pt x="775941" y="46858"/>
                  <a:pt x="775152" y="43533"/>
                  <a:pt x="773573" y="40471"/>
                </a:cubicBezTo>
                <a:cubicBezTo>
                  <a:pt x="771994" y="37410"/>
                  <a:pt x="769722" y="34755"/>
                  <a:pt x="766756" y="32506"/>
                </a:cubicBezTo>
                <a:cubicBezTo>
                  <a:pt x="763742" y="30306"/>
                  <a:pt x="760083" y="28571"/>
                  <a:pt x="755777" y="27304"/>
                </a:cubicBezTo>
                <a:cubicBezTo>
                  <a:pt x="751472" y="26036"/>
                  <a:pt x="746616" y="25402"/>
                  <a:pt x="741211" y="25402"/>
                </a:cubicBezTo>
                <a:cubicBezTo>
                  <a:pt x="736044" y="25402"/>
                  <a:pt x="731404" y="26048"/>
                  <a:pt x="727290" y="27340"/>
                </a:cubicBezTo>
                <a:cubicBezTo>
                  <a:pt x="723176" y="28631"/>
                  <a:pt x="719683" y="30377"/>
                  <a:pt x="716813" y="32578"/>
                </a:cubicBezTo>
                <a:cubicBezTo>
                  <a:pt x="713943" y="34778"/>
                  <a:pt x="711742" y="37338"/>
                  <a:pt x="710211" y="40256"/>
                </a:cubicBezTo>
                <a:cubicBezTo>
                  <a:pt x="708681" y="43174"/>
                  <a:pt x="707915" y="46236"/>
                  <a:pt x="707915" y="49441"/>
                </a:cubicBezTo>
                <a:cubicBezTo>
                  <a:pt x="707915" y="52742"/>
                  <a:pt x="708669" y="55660"/>
                  <a:pt x="710175" y="58195"/>
                </a:cubicBezTo>
                <a:cubicBezTo>
                  <a:pt x="711682" y="60731"/>
                  <a:pt x="713775" y="62955"/>
                  <a:pt x="716454" y="64869"/>
                </a:cubicBezTo>
                <a:cubicBezTo>
                  <a:pt x="719133" y="66830"/>
                  <a:pt x="722350" y="68492"/>
                  <a:pt x="726106" y="69856"/>
                </a:cubicBezTo>
                <a:cubicBezTo>
                  <a:pt x="729861" y="71219"/>
                  <a:pt x="734011" y="72355"/>
                  <a:pt x="738556" y="73264"/>
                </a:cubicBezTo>
                <a:cubicBezTo>
                  <a:pt x="742143" y="73934"/>
                  <a:pt x="745109" y="74604"/>
                  <a:pt x="747453" y="75274"/>
                </a:cubicBezTo>
                <a:cubicBezTo>
                  <a:pt x="749798" y="75943"/>
                  <a:pt x="751687" y="76661"/>
                  <a:pt x="753122" y="77426"/>
                </a:cubicBezTo>
                <a:cubicBezTo>
                  <a:pt x="754510" y="78240"/>
                  <a:pt x="755478" y="79101"/>
                  <a:pt x="756028" y="80010"/>
                </a:cubicBezTo>
                <a:cubicBezTo>
                  <a:pt x="756579" y="80918"/>
                  <a:pt x="756854" y="81971"/>
                  <a:pt x="756854" y="83167"/>
                </a:cubicBezTo>
                <a:close/>
                <a:moveTo>
                  <a:pt x="818909" y="33654"/>
                </a:moveTo>
                <a:cubicBezTo>
                  <a:pt x="818909" y="37338"/>
                  <a:pt x="820153" y="40423"/>
                  <a:pt x="822641" y="42911"/>
                </a:cubicBezTo>
                <a:cubicBezTo>
                  <a:pt x="825128" y="45399"/>
                  <a:pt x="828501" y="46642"/>
                  <a:pt x="832758" y="46642"/>
                </a:cubicBezTo>
                <a:cubicBezTo>
                  <a:pt x="836968" y="46642"/>
                  <a:pt x="840329" y="45410"/>
                  <a:pt x="842840" y="42947"/>
                </a:cubicBezTo>
                <a:cubicBezTo>
                  <a:pt x="845352" y="40483"/>
                  <a:pt x="846608" y="37386"/>
                  <a:pt x="846608" y="33654"/>
                </a:cubicBezTo>
                <a:cubicBezTo>
                  <a:pt x="846608" y="29923"/>
                  <a:pt x="845376" y="26789"/>
                  <a:pt x="842912" y="24254"/>
                </a:cubicBezTo>
                <a:cubicBezTo>
                  <a:pt x="840448" y="21719"/>
                  <a:pt x="837064" y="20451"/>
                  <a:pt x="832758" y="20451"/>
                </a:cubicBezTo>
                <a:cubicBezTo>
                  <a:pt x="828405" y="20451"/>
                  <a:pt x="825009" y="21731"/>
                  <a:pt x="822569" y="24290"/>
                </a:cubicBezTo>
                <a:cubicBezTo>
                  <a:pt x="820129" y="26849"/>
                  <a:pt x="818909" y="29971"/>
                  <a:pt x="818909" y="33654"/>
                </a:cubicBezTo>
                <a:moveTo>
                  <a:pt x="841226" y="102900"/>
                </a:moveTo>
                <a:lnTo>
                  <a:pt x="841298" y="87042"/>
                </a:lnTo>
                <a:lnTo>
                  <a:pt x="822569" y="87042"/>
                </a:lnTo>
                <a:lnTo>
                  <a:pt x="822569" y="103833"/>
                </a:lnTo>
                <a:cubicBezTo>
                  <a:pt x="822569" y="109095"/>
                  <a:pt x="821947" y="113604"/>
                  <a:pt x="820703" y="117359"/>
                </a:cubicBezTo>
                <a:cubicBezTo>
                  <a:pt x="819459" y="121115"/>
                  <a:pt x="817929" y="124714"/>
                  <a:pt x="816111" y="128159"/>
                </a:cubicBezTo>
                <a:lnTo>
                  <a:pt x="826659" y="133612"/>
                </a:lnTo>
                <a:cubicBezTo>
                  <a:pt x="830965" y="129785"/>
                  <a:pt x="834469" y="125073"/>
                  <a:pt x="837172" y="119476"/>
                </a:cubicBezTo>
                <a:cubicBezTo>
                  <a:pt x="839874" y="113879"/>
                  <a:pt x="841226" y="108354"/>
                  <a:pt x="841226" y="102900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uint32_tbufferSize;">
            <a:extLst xmlns:a="http://schemas.openxmlformats.org/drawingml/2006/main">
              <a:ext uri="{FF2B5EF4-FFF2-40B4-BE49-F238E27FC236}">
                <a16:creationId xmlns:a16="http://schemas.microsoft.com/office/drawing/2014/main" id="{1B0E8607-08D2-4E66-BC86-D1D50198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8546" y="2161896"/>
            <a:ext cx="1726354" cy="142582"/>
          </a:xfrm>
          <a:custGeom xmlns:a="http://schemas.openxmlformats.org/drawingml/2006/main">
            <a:pathLst>
              <a:path w="1726354" h="142582">
                <a:moveTo>
                  <a:pt x="50015" y="113449"/>
                </a:moveTo>
                <a:lnTo>
                  <a:pt x="68098" y="113449"/>
                </a:lnTo>
                <a:lnTo>
                  <a:pt x="68098" y="35807"/>
                </a:lnTo>
                <a:lnTo>
                  <a:pt x="48077" y="35807"/>
                </a:lnTo>
                <a:lnTo>
                  <a:pt x="48077" y="90271"/>
                </a:lnTo>
                <a:cubicBezTo>
                  <a:pt x="47456" y="91515"/>
                  <a:pt x="46714" y="92639"/>
                  <a:pt x="45853" y="93643"/>
                </a:cubicBezTo>
                <a:cubicBezTo>
                  <a:pt x="44992" y="94648"/>
                  <a:pt x="44011" y="95509"/>
                  <a:pt x="42911" y="96227"/>
                </a:cubicBezTo>
                <a:cubicBezTo>
                  <a:pt x="41619" y="97040"/>
                  <a:pt x="40124" y="97662"/>
                  <a:pt x="38426" y="98092"/>
                </a:cubicBezTo>
                <a:cubicBezTo>
                  <a:pt x="36728" y="98523"/>
                  <a:pt x="34826" y="98738"/>
                  <a:pt x="32721" y="98738"/>
                </a:cubicBezTo>
                <a:cubicBezTo>
                  <a:pt x="30377" y="98738"/>
                  <a:pt x="28392" y="98451"/>
                  <a:pt x="26766" y="97877"/>
                </a:cubicBezTo>
                <a:cubicBezTo>
                  <a:pt x="25139" y="97303"/>
                  <a:pt x="23823" y="96346"/>
                  <a:pt x="22819" y="95007"/>
                </a:cubicBezTo>
                <a:cubicBezTo>
                  <a:pt x="21814" y="93715"/>
                  <a:pt x="21085" y="91993"/>
                  <a:pt x="20630" y="89840"/>
                </a:cubicBezTo>
                <a:cubicBezTo>
                  <a:pt x="20176" y="87688"/>
                  <a:pt x="19949" y="85033"/>
                  <a:pt x="19949" y="81875"/>
                </a:cubicBezTo>
                <a:lnTo>
                  <a:pt x="19949" y="35807"/>
                </a:lnTo>
                <a:lnTo>
                  <a:pt x="0" y="35807"/>
                </a:lnTo>
                <a:lnTo>
                  <a:pt x="0" y="81732"/>
                </a:lnTo>
                <a:cubicBezTo>
                  <a:pt x="0" y="87616"/>
                  <a:pt x="658" y="92651"/>
                  <a:pt x="1973" y="96837"/>
                </a:cubicBezTo>
                <a:cubicBezTo>
                  <a:pt x="3289" y="101023"/>
                  <a:pt x="5143" y="104455"/>
                  <a:pt x="7535" y="107134"/>
                </a:cubicBezTo>
                <a:cubicBezTo>
                  <a:pt x="9926" y="109861"/>
                  <a:pt x="12797" y="111846"/>
                  <a:pt x="16145" y="113090"/>
                </a:cubicBezTo>
                <a:cubicBezTo>
                  <a:pt x="19494" y="114334"/>
                  <a:pt x="23178" y="114955"/>
                  <a:pt x="27196" y="114955"/>
                </a:cubicBezTo>
                <a:cubicBezTo>
                  <a:pt x="31597" y="114955"/>
                  <a:pt x="35651" y="113855"/>
                  <a:pt x="39359" y="111655"/>
                </a:cubicBezTo>
                <a:cubicBezTo>
                  <a:pt x="43066" y="109454"/>
                  <a:pt x="46236" y="106416"/>
                  <a:pt x="48867" y="102541"/>
                </a:cubicBezTo>
                <a:lnTo>
                  <a:pt x="50015" y="113449"/>
                </a:lnTo>
                <a:close/>
                <a:moveTo>
                  <a:pt x="92840" y="35807"/>
                </a:moveTo>
                <a:lnTo>
                  <a:pt x="92840" y="52096"/>
                </a:lnTo>
                <a:lnTo>
                  <a:pt x="114941" y="52096"/>
                </a:lnTo>
                <a:lnTo>
                  <a:pt x="114941" y="97231"/>
                </a:lnTo>
                <a:lnTo>
                  <a:pt x="92840" y="97231"/>
                </a:lnTo>
                <a:lnTo>
                  <a:pt x="92840" y="113449"/>
                </a:lnTo>
                <a:lnTo>
                  <a:pt x="156130" y="113449"/>
                </a:lnTo>
                <a:lnTo>
                  <a:pt x="156130" y="97231"/>
                </a:lnTo>
                <a:lnTo>
                  <a:pt x="135105" y="97231"/>
                </a:lnTo>
                <a:lnTo>
                  <a:pt x="135105" y="35807"/>
                </a:lnTo>
                <a:lnTo>
                  <a:pt x="92840" y="35807"/>
                </a:lnTo>
                <a:moveTo>
                  <a:pt x="113506" y="15930"/>
                </a:moveTo>
                <a:cubicBezTo>
                  <a:pt x="113506" y="17461"/>
                  <a:pt x="113781" y="18884"/>
                  <a:pt x="114331" y="20200"/>
                </a:cubicBezTo>
                <a:cubicBezTo>
                  <a:pt x="114881" y="21515"/>
                  <a:pt x="115658" y="22628"/>
                  <a:pt x="116663" y="23536"/>
                </a:cubicBezTo>
                <a:cubicBezTo>
                  <a:pt x="117668" y="24493"/>
                  <a:pt x="118876" y="25235"/>
                  <a:pt x="120287" y="25761"/>
                </a:cubicBezTo>
                <a:cubicBezTo>
                  <a:pt x="121698" y="26287"/>
                  <a:pt x="123265" y="26550"/>
                  <a:pt x="124987" y="26550"/>
                </a:cubicBezTo>
                <a:cubicBezTo>
                  <a:pt x="128527" y="26550"/>
                  <a:pt x="131337" y="25558"/>
                  <a:pt x="133418" y="23572"/>
                </a:cubicBezTo>
                <a:cubicBezTo>
                  <a:pt x="135499" y="21587"/>
                  <a:pt x="136540" y="19040"/>
                  <a:pt x="136540" y="15930"/>
                </a:cubicBezTo>
                <a:cubicBezTo>
                  <a:pt x="136540" y="12821"/>
                  <a:pt x="135499" y="10273"/>
                  <a:pt x="133418" y="8288"/>
                </a:cubicBezTo>
                <a:cubicBezTo>
                  <a:pt x="131337" y="6303"/>
                  <a:pt x="128527" y="5310"/>
                  <a:pt x="124987" y="5310"/>
                </a:cubicBezTo>
                <a:cubicBezTo>
                  <a:pt x="123265" y="5310"/>
                  <a:pt x="121698" y="5573"/>
                  <a:pt x="120287" y="6099"/>
                </a:cubicBezTo>
                <a:cubicBezTo>
                  <a:pt x="118876" y="6626"/>
                  <a:pt x="117668" y="7343"/>
                  <a:pt x="116663" y="8252"/>
                </a:cubicBezTo>
                <a:cubicBezTo>
                  <a:pt x="115658" y="9209"/>
                  <a:pt x="114881" y="10345"/>
                  <a:pt x="114331" y="11661"/>
                </a:cubicBezTo>
                <a:cubicBezTo>
                  <a:pt x="113781" y="12976"/>
                  <a:pt x="113506" y="14399"/>
                  <a:pt x="113506" y="15930"/>
                </a:cubicBezTo>
                <a:close/>
                <a:moveTo>
                  <a:pt x="175705" y="113449"/>
                </a:moveTo>
                <a:lnTo>
                  <a:pt x="195725" y="113449"/>
                </a:lnTo>
                <a:lnTo>
                  <a:pt x="195725" y="58267"/>
                </a:lnTo>
                <a:cubicBezTo>
                  <a:pt x="196395" y="57215"/>
                  <a:pt x="197137" y="56258"/>
                  <a:pt x="197950" y="55397"/>
                </a:cubicBezTo>
                <a:cubicBezTo>
                  <a:pt x="198763" y="54536"/>
                  <a:pt x="199672" y="53794"/>
                  <a:pt x="200677" y="53172"/>
                </a:cubicBezTo>
                <a:cubicBezTo>
                  <a:pt x="201920" y="52311"/>
                  <a:pt x="203344" y="51665"/>
                  <a:pt x="204946" y="51235"/>
                </a:cubicBezTo>
                <a:cubicBezTo>
                  <a:pt x="206549" y="50804"/>
                  <a:pt x="208307" y="50589"/>
                  <a:pt x="210220" y="50589"/>
                </a:cubicBezTo>
                <a:cubicBezTo>
                  <a:pt x="212517" y="50589"/>
                  <a:pt x="214574" y="50816"/>
                  <a:pt x="216392" y="51271"/>
                </a:cubicBezTo>
                <a:cubicBezTo>
                  <a:pt x="218209" y="51725"/>
                  <a:pt x="219764" y="52526"/>
                  <a:pt x="221056" y="53675"/>
                </a:cubicBezTo>
                <a:cubicBezTo>
                  <a:pt x="222347" y="54823"/>
                  <a:pt x="223340" y="56389"/>
                  <a:pt x="224034" y="58375"/>
                </a:cubicBezTo>
                <a:cubicBezTo>
                  <a:pt x="224727" y="60360"/>
                  <a:pt x="225074" y="62883"/>
                  <a:pt x="225074" y="65945"/>
                </a:cubicBezTo>
                <a:lnTo>
                  <a:pt x="225074" y="113449"/>
                </a:lnTo>
                <a:lnTo>
                  <a:pt x="245023" y="113449"/>
                </a:lnTo>
                <a:lnTo>
                  <a:pt x="245023" y="65658"/>
                </a:lnTo>
                <a:cubicBezTo>
                  <a:pt x="245023" y="60013"/>
                  <a:pt x="244365" y="55217"/>
                  <a:pt x="243049" y="51271"/>
                </a:cubicBezTo>
                <a:cubicBezTo>
                  <a:pt x="241734" y="47324"/>
                  <a:pt x="239904" y="44083"/>
                  <a:pt x="237560" y="41548"/>
                </a:cubicBezTo>
                <a:cubicBezTo>
                  <a:pt x="235168" y="39060"/>
                  <a:pt x="232346" y="37242"/>
                  <a:pt x="229093" y="36094"/>
                </a:cubicBezTo>
                <a:cubicBezTo>
                  <a:pt x="225840" y="34946"/>
                  <a:pt x="222252" y="34372"/>
                  <a:pt x="218329" y="34372"/>
                </a:cubicBezTo>
                <a:cubicBezTo>
                  <a:pt x="215267" y="34372"/>
                  <a:pt x="212373" y="34802"/>
                  <a:pt x="209646" y="35663"/>
                </a:cubicBezTo>
                <a:cubicBezTo>
                  <a:pt x="206920" y="36525"/>
                  <a:pt x="204408" y="37768"/>
                  <a:pt x="202112" y="39395"/>
                </a:cubicBezTo>
                <a:cubicBezTo>
                  <a:pt x="200772" y="40352"/>
                  <a:pt x="199505" y="41428"/>
                  <a:pt x="198309" y="42624"/>
                </a:cubicBezTo>
                <a:cubicBezTo>
                  <a:pt x="197113" y="43820"/>
                  <a:pt x="196012" y="45135"/>
                  <a:pt x="195008" y="46571"/>
                </a:cubicBezTo>
                <a:lnTo>
                  <a:pt x="193788" y="35807"/>
                </a:lnTo>
                <a:lnTo>
                  <a:pt x="175705" y="35807"/>
                </a:lnTo>
                <a:lnTo>
                  <a:pt x="175705" y="113449"/>
                </a:lnTo>
                <a:close/>
                <a:moveTo>
                  <a:pt x="300477" y="16791"/>
                </a:moveTo>
                <a:lnTo>
                  <a:pt x="280528" y="16791"/>
                </a:lnTo>
                <a:lnTo>
                  <a:pt x="280528" y="35807"/>
                </a:lnTo>
                <a:lnTo>
                  <a:pt x="262804" y="35807"/>
                </a:lnTo>
                <a:lnTo>
                  <a:pt x="262804" y="50517"/>
                </a:lnTo>
                <a:lnTo>
                  <a:pt x="280528" y="50517"/>
                </a:lnTo>
                <a:lnTo>
                  <a:pt x="280528" y="85822"/>
                </a:lnTo>
                <a:cubicBezTo>
                  <a:pt x="280528" y="90941"/>
                  <a:pt x="281198" y="95330"/>
                  <a:pt x="282537" y="98989"/>
                </a:cubicBezTo>
                <a:cubicBezTo>
                  <a:pt x="283877" y="102649"/>
                  <a:pt x="285790" y="105651"/>
                  <a:pt x="288278" y="107995"/>
                </a:cubicBezTo>
                <a:cubicBezTo>
                  <a:pt x="290718" y="110387"/>
                  <a:pt x="293672" y="112145"/>
                  <a:pt x="297140" y="113269"/>
                </a:cubicBezTo>
                <a:cubicBezTo>
                  <a:pt x="300608" y="114393"/>
                  <a:pt x="304471" y="114955"/>
                  <a:pt x="308729" y="114955"/>
                </a:cubicBezTo>
                <a:cubicBezTo>
                  <a:pt x="310929" y="114955"/>
                  <a:pt x="313166" y="114848"/>
                  <a:pt x="315438" y="114633"/>
                </a:cubicBezTo>
                <a:cubicBezTo>
                  <a:pt x="317710" y="114417"/>
                  <a:pt x="319899" y="114118"/>
                  <a:pt x="322004" y="113736"/>
                </a:cubicBezTo>
                <a:cubicBezTo>
                  <a:pt x="324109" y="113353"/>
                  <a:pt x="326094" y="112862"/>
                  <a:pt x="327960" y="112265"/>
                </a:cubicBezTo>
                <a:cubicBezTo>
                  <a:pt x="329825" y="111667"/>
                  <a:pt x="331452" y="110961"/>
                  <a:pt x="332839" y="110148"/>
                </a:cubicBezTo>
                <a:lnTo>
                  <a:pt x="330902" y="96442"/>
                </a:lnTo>
                <a:cubicBezTo>
                  <a:pt x="329993" y="96681"/>
                  <a:pt x="328905" y="96920"/>
                  <a:pt x="327637" y="97160"/>
                </a:cubicBezTo>
                <a:cubicBezTo>
                  <a:pt x="326369" y="97399"/>
                  <a:pt x="325018" y="97614"/>
                  <a:pt x="323583" y="97805"/>
                </a:cubicBezTo>
                <a:cubicBezTo>
                  <a:pt x="322100" y="98045"/>
                  <a:pt x="320557" y="98236"/>
                  <a:pt x="318954" y="98379"/>
                </a:cubicBezTo>
                <a:cubicBezTo>
                  <a:pt x="317352" y="98523"/>
                  <a:pt x="315785" y="98595"/>
                  <a:pt x="314254" y="98595"/>
                </a:cubicBezTo>
                <a:cubicBezTo>
                  <a:pt x="312149" y="98595"/>
                  <a:pt x="310248" y="98356"/>
                  <a:pt x="308549" y="97877"/>
                </a:cubicBezTo>
                <a:cubicBezTo>
                  <a:pt x="306851" y="97399"/>
                  <a:pt x="305404" y="96586"/>
                  <a:pt x="304208" y="95437"/>
                </a:cubicBezTo>
                <a:cubicBezTo>
                  <a:pt x="303012" y="94337"/>
                  <a:pt x="302091" y="92842"/>
                  <a:pt x="301445" y="90953"/>
                </a:cubicBezTo>
                <a:cubicBezTo>
                  <a:pt x="300800" y="89063"/>
                  <a:pt x="300477" y="86707"/>
                  <a:pt x="300477" y="83884"/>
                </a:cubicBezTo>
                <a:lnTo>
                  <a:pt x="300477" y="50517"/>
                </a:lnTo>
                <a:lnTo>
                  <a:pt x="329467" y="50517"/>
                </a:lnTo>
                <a:lnTo>
                  <a:pt x="329467" y="35807"/>
                </a:lnTo>
                <a:lnTo>
                  <a:pt x="300477" y="35807"/>
                </a:lnTo>
                <a:lnTo>
                  <a:pt x="300477" y="16791"/>
                </a:lnTo>
                <a:close/>
                <a:moveTo>
                  <a:pt x="372149" y="52455"/>
                </a:moveTo>
                <a:lnTo>
                  <a:pt x="372149" y="67954"/>
                </a:lnTo>
                <a:lnTo>
                  <a:pt x="382984" y="67954"/>
                </a:lnTo>
                <a:cubicBezTo>
                  <a:pt x="385711" y="67954"/>
                  <a:pt x="388163" y="68265"/>
                  <a:pt x="390339" y="68887"/>
                </a:cubicBezTo>
                <a:cubicBezTo>
                  <a:pt x="392516" y="69509"/>
                  <a:pt x="394393" y="70466"/>
                  <a:pt x="395972" y="71757"/>
                </a:cubicBezTo>
                <a:cubicBezTo>
                  <a:pt x="397503" y="73049"/>
                  <a:pt x="398675" y="74699"/>
                  <a:pt x="399488" y="76709"/>
                </a:cubicBezTo>
                <a:cubicBezTo>
                  <a:pt x="400301" y="78718"/>
                  <a:pt x="400708" y="81134"/>
                  <a:pt x="400708" y="83956"/>
                </a:cubicBezTo>
                <a:cubicBezTo>
                  <a:pt x="400708" y="86205"/>
                  <a:pt x="400361" y="88238"/>
                  <a:pt x="399668" y="90056"/>
                </a:cubicBezTo>
                <a:cubicBezTo>
                  <a:pt x="398974" y="91873"/>
                  <a:pt x="397957" y="93404"/>
                  <a:pt x="396618" y="94648"/>
                </a:cubicBezTo>
                <a:cubicBezTo>
                  <a:pt x="395231" y="96035"/>
                  <a:pt x="393508" y="97088"/>
                  <a:pt x="391451" y="97805"/>
                </a:cubicBezTo>
                <a:cubicBezTo>
                  <a:pt x="389394" y="98523"/>
                  <a:pt x="387074" y="98882"/>
                  <a:pt x="384491" y="98882"/>
                </a:cubicBezTo>
                <a:cubicBezTo>
                  <a:pt x="382195" y="98882"/>
                  <a:pt x="380090" y="98535"/>
                  <a:pt x="378176" y="97841"/>
                </a:cubicBezTo>
                <a:cubicBezTo>
                  <a:pt x="376263" y="97148"/>
                  <a:pt x="374612" y="96179"/>
                  <a:pt x="373225" y="94935"/>
                </a:cubicBezTo>
                <a:cubicBezTo>
                  <a:pt x="371790" y="93739"/>
                  <a:pt x="370690" y="92292"/>
                  <a:pt x="369924" y="90594"/>
                </a:cubicBezTo>
                <a:cubicBezTo>
                  <a:pt x="369159" y="88896"/>
                  <a:pt x="368776" y="87042"/>
                  <a:pt x="368776" y="85033"/>
                </a:cubicBezTo>
                <a:lnTo>
                  <a:pt x="348827" y="85033"/>
                </a:lnTo>
                <a:cubicBezTo>
                  <a:pt x="348827" y="90103"/>
                  <a:pt x="349820" y="94505"/>
                  <a:pt x="351805" y="98236"/>
                </a:cubicBezTo>
                <a:cubicBezTo>
                  <a:pt x="353791" y="101967"/>
                  <a:pt x="356434" y="105053"/>
                  <a:pt x="359735" y="107493"/>
                </a:cubicBezTo>
                <a:cubicBezTo>
                  <a:pt x="363035" y="109980"/>
                  <a:pt x="366803" y="111834"/>
                  <a:pt x="371036" y="113054"/>
                </a:cubicBezTo>
                <a:cubicBezTo>
                  <a:pt x="375270" y="114274"/>
                  <a:pt x="379611" y="114884"/>
                  <a:pt x="384060" y="114884"/>
                </a:cubicBezTo>
                <a:cubicBezTo>
                  <a:pt x="389227" y="114884"/>
                  <a:pt x="394047" y="114202"/>
                  <a:pt x="398519" y="112839"/>
                </a:cubicBezTo>
                <a:cubicBezTo>
                  <a:pt x="402992" y="111475"/>
                  <a:pt x="406855" y="109478"/>
                  <a:pt x="410108" y="106847"/>
                </a:cubicBezTo>
                <a:cubicBezTo>
                  <a:pt x="413361" y="104264"/>
                  <a:pt x="415921" y="101058"/>
                  <a:pt x="417786" y="97231"/>
                </a:cubicBezTo>
                <a:cubicBezTo>
                  <a:pt x="419652" y="93404"/>
                  <a:pt x="420585" y="89051"/>
                  <a:pt x="420585" y="84171"/>
                </a:cubicBezTo>
                <a:cubicBezTo>
                  <a:pt x="420585" y="81397"/>
                  <a:pt x="420250" y="78766"/>
                  <a:pt x="419580" y="76278"/>
                </a:cubicBezTo>
                <a:cubicBezTo>
                  <a:pt x="418911" y="73791"/>
                  <a:pt x="417882" y="71494"/>
                  <a:pt x="416495" y="69389"/>
                </a:cubicBezTo>
                <a:cubicBezTo>
                  <a:pt x="415107" y="67332"/>
                  <a:pt x="413349" y="65491"/>
                  <a:pt x="411221" y="63864"/>
                </a:cubicBezTo>
                <a:cubicBezTo>
                  <a:pt x="409092" y="62238"/>
                  <a:pt x="406568" y="60898"/>
                  <a:pt x="403650" y="59846"/>
                </a:cubicBezTo>
                <a:cubicBezTo>
                  <a:pt x="406138" y="58650"/>
                  <a:pt x="408338" y="57227"/>
                  <a:pt x="410252" y="55576"/>
                </a:cubicBezTo>
                <a:cubicBezTo>
                  <a:pt x="412165" y="53926"/>
                  <a:pt x="413768" y="52120"/>
                  <a:pt x="415060" y="50158"/>
                </a:cubicBezTo>
                <a:cubicBezTo>
                  <a:pt x="416351" y="48197"/>
                  <a:pt x="417332" y="46128"/>
                  <a:pt x="418002" y="43951"/>
                </a:cubicBezTo>
                <a:cubicBezTo>
                  <a:pt x="418671" y="41775"/>
                  <a:pt x="419006" y="39562"/>
                  <a:pt x="419006" y="37314"/>
                </a:cubicBezTo>
                <a:cubicBezTo>
                  <a:pt x="419006" y="32434"/>
                  <a:pt x="418157" y="28141"/>
                  <a:pt x="416459" y="24433"/>
                </a:cubicBezTo>
                <a:cubicBezTo>
                  <a:pt x="414761" y="20726"/>
                  <a:pt x="412381" y="17604"/>
                  <a:pt x="409319" y="15069"/>
                </a:cubicBezTo>
                <a:cubicBezTo>
                  <a:pt x="406257" y="12581"/>
                  <a:pt x="402574" y="10704"/>
                  <a:pt x="398268" y="9436"/>
                </a:cubicBezTo>
                <a:cubicBezTo>
                  <a:pt x="393963" y="8168"/>
                  <a:pt x="389227" y="7535"/>
                  <a:pt x="384060" y="7535"/>
                </a:cubicBezTo>
                <a:cubicBezTo>
                  <a:pt x="379277" y="7535"/>
                  <a:pt x="374816" y="8228"/>
                  <a:pt x="370678" y="9615"/>
                </a:cubicBezTo>
                <a:cubicBezTo>
                  <a:pt x="366540" y="11003"/>
                  <a:pt x="362940" y="12940"/>
                  <a:pt x="359878" y="15428"/>
                </a:cubicBezTo>
                <a:cubicBezTo>
                  <a:pt x="356816" y="17963"/>
                  <a:pt x="354413" y="20977"/>
                  <a:pt x="352666" y="24469"/>
                </a:cubicBezTo>
                <a:cubicBezTo>
                  <a:pt x="350920" y="27961"/>
                  <a:pt x="350047" y="31836"/>
                  <a:pt x="350047" y="36094"/>
                </a:cubicBezTo>
                <a:lnTo>
                  <a:pt x="369996" y="36094"/>
                </a:lnTo>
                <a:cubicBezTo>
                  <a:pt x="369996" y="34180"/>
                  <a:pt x="370379" y="32458"/>
                  <a:pt x="371144" y="30927"/>
                </a:cubicBezTo>
                <a:cubicBezTo>
                  <a:pt x="371909" y="29397"/>
                  <a:pt x="372962" y="28081"/>
                  <a:pt x="374301" y="26981"/>
                </a:cubicBezTo>
                <a:cubicBezTo>
                  <a:pt x="375593" y="25928"/>
                  <a:pt x="377112" y="25115"/>
                  <a:pt x="378858" y="24541"/>
                </a:cubicBezTo>
                <a:cubicBezTo>
                  <a:pt x="380604" y="23967"/>
                  <a:pt x="382482" y="23680"/>
                  <a:pt x="384491" y="23680"/>
                </a:cubicBezTo>
                <a:cubicBezTo>
                  <a:pt x="386931" y="23680"/>
                  <a:pt x="389071" y="24015"/>
                  <a:pt x="390913" y="24685"/>
                </a:cubicBezTo>
                <a:cubicBezTo>
                  <a:pt x="392755" y="25354"/>
                  <a:pt x="394274" y="26287"/>
                  <a:pt x="395470" y="27483"/>
                </a:cubicBezTo>
                <a:cubicBezTo>
                  <a:pt x="396666" y="28727"/>
                  <a:pt x="397563" y="30198"/>
                  <a:pt x="398161" y="31896"/>
                </a:cubicBezTo>
                <a:cubicBezTo>
                  <a:pt x="398759" y="33594"/>
                  <a:pt x="399058" y="35472"/>
                  <a:pt x="399058" y="37529"/>
                </a:cubicBezTo>
                <a:cubicBezTo>
                  <a:pt x="399058" y="39634"/>
                  <a:pt x="398759" y="41583"/>
                  <a:pt x="398161" y="43377"/>
                </a:cubicBezTo>
                <a:cubicBezTo>
                  <a:pt x="397563" y="45171"/>
                  <a:pt x="396666" y="46690"/>
                  <a:pt x="395470" y="47934"/>
                </a:cubicBezTo>
                <a:cubicBezTo>
                  <a:pt x="394178" y="49369"/>
                  <a:pt x="392492" y="50481"/>
                  <a:pt x="390411" y="51271"/>
                </a:cubicBezTo>
                <a:cubicBezTo>
                  <a:pt x="388330" y="52060"/>
                  <a:pt x="385854" y="52455"/>
                  <a:pt x="382984" y="52455"/>
                </a:cubicBezTo>
                <a:lnTo>
                  <a:pt x="372149" y="52455"/>
                </a:lnTo>
                <a:close/>
                <a:moveTo>
                  <a:pt x="508545" y="113449"/>
                </a:moveTo>
                <a:lnTo>
                  <a:pt x="508545" y="97447"/>
                </a:lnTo>
                <a:lnTo>
                  <a:pt x="462692" y="97447"/>
                </a:lnTo>
                <a:lnTo>
                  <a:pt x="482354" y="76637"/>
                </a:lnTo>
                <a:cubicBezTo>
                  <a:pt x="485750" y="73145"/>
                  <a:pt x="488836" y="69808"/>
                  <a:pt x="491610" y="66627"/>
                </a:cubicBezTo>
                <a:cubicBezTo>
                  <a:pt x="494385" y="63446"/>
                  <a:pt x="496777" y="60324"/>
                  <a:pt x="498786" y="57262"/>
                </a:cubicBezTo>
                <a:cubicBezTo>
                  <a:pt x="500748" y="54201"/>
                  <a:pt x="502266" y="51103"/>
                  <a:pt x="503343" y="47970"/>
                </a:cubicBezTo>
                <a:cubicBezTo>
                  <a:pt x="504419" y="44836"/>
                  <a:pt x="504957" y="41548"/>
                  <a:pt x="504957" y="38103"/>
                </a:cubicBezTo>
                <a:cubicBezTo>
                  <a:pt x="504957" y="33559"/>
                  <a:pt x="504240" y="29409"/>
                  <a:pt x="502805" y="25653"/>
                </a:cubicBezTo>
                <a:cubicBezTo>
                  <a:pt x="501369" y="21898"/>
                  <a:pt x="499289" y="18681"/>
                  <a:pt x="496562" y="16002"/>
                </a:cubicBezTo>
                <a:cubicBezTo>
                  <a:pt x="493787" y="13323"/>
                  <a:pt x="490355" y="11242"/>
                  <a:pt x="486265" y="9759"/>
                </a:cubicBezTo>
                <a:cubicBezTo>
                  <a:pt x="482174" y="8276"/>
                  <a:pt x="477474" y="7535"/>
                  <a:pt x="472164" y="7535"/>
                </a:cubicBezTo>
                <a:cubicBezTo>
                  <a:pt x="466615" y="7535"/>
                  <a:pt x="461556" y="8432"/>
                  <a:pt x="456988" y="10225"/>
                </a:cubicBezTo>
                <a:cubicBezTo>
                  <a:pt x="452419" y="12019"/>
                  <a:pt x="448532" y="14471"/>
                  <a:pt x="445327" y="17581"/>
                </a:cubicBezTo>
                <a:cubicBezTo>
                  <a:pt x="442074" y="20690"/>
                  <a:pt x="439562" y="24314"/>
                  <a:pt x="437792" y="28452"/>
                </a:cubicBezTo>
                <a:cubicBezTo>
                  <a:pt x="436022" y="32590"/>
                  <a:pt x="435137" y="36979"/>
                  <a:pt x="435137" y="41619"/>
                </a:cubicBezTo>
                <a:lnTo>
                  <a:pt x="455158" y="41619"/>
                </a:lnTo>
                <a:cubicBezTo>
                  <a:pt x="455158" y="38797"/>
                  <a:pt x="455516" y="36285"/>
                  <a:pt x="456234" y="34085"/>
                </a:cubicBezTo>
                <a:cubicBezTo>
                  <a:pt x="456952" y="31884"/>
                  <a:pt x="458004" y="30042"/>
                  <a:pt x="459391" y="28559"/>
                </a:cubicBezTo>
                <a:cubicBezTo>
                  <a:pt x="460731" y="27124"/>
                  <a:pt x="462417" y="26036"/>
                  <a:pt x="464450" y="25295"/>
                </a:cubicBezTo>
                <a:cubicBezTo>
                  <a:pt x="466483" y="24553"/>
                  <a:pt x="468839" y="24182"/>
                  <a:pt x="471518" y="24182"/>
                </a:cubicBezTo>
                <a:cubicBezTo>
                  <a:pt x="473575" y="24182"/>
                  <a:pt x="475453" y="24517"/>
                  <a:pt x="477151" y="25187"/>
                </a:cubicBezTo>
                <a:cubicBezTo>
                  <a:pt x="478850" y="25857"/>
                  <a:pt x="480321" y="26813"/>
                  <a:pt x="481564" y="28057"/>
                </a:cubicBezTo>
                <a:cubicBezTo>
                  <a:pt x="482760" y="29349"/>
                  <a:pt x="483693" y="30904"/>
                  <a:pt x="484363" y="32721"/>
                </a:cubicBezTo>
                <a:cubicBezTo>
                  <a:pt x="485033" y="34539"/>
                  <a:pt x="485368" y="36620"/>
                  <a:pt x="485368" y="38964"/>
                </a:cubicBezTo>
                <a:cubicBezTo>
                  <a:pt x="485368" y="40543"/>
                  <a:pt x="485116" y="42169"/>
                  <a:pt x="484614" y="43844"/>
                </a:cubicBezTo>
                <a:cubicBezTo>
                  <a:pt x="484112" y="45518"/>
                  <a:pt x="483311" y="47312"/>
                  <a:pt x="482210" y="49226"/>
                </a:cubicBezTo>
                <a:cubicBezTo>
                  <a:pt x="481062" y="51187"/>
                  <a:pt x="479579" y="53340"/>
                  <a:pt x="477761" y="55684"/>
                </a:cubicBezTo>
                <a:cubicBezTo>
                  <a:pt x="475943" y="58028"/>
                  <a:pt x="473719" y="60635"/>
                  <a:pt x="471088" y="63505"/>
                </a:cubicBezTo>
                <a:lnTo>
                  <a:pt x="437290" y="99815"/>
                </a:lnTo>
                <a:lnTo>
                  <a:pt x="437290" y="113449"/>
                </a:lnTo>
                <a:lnTo>
                  <a:pt x="508545" y="113449"/>
                </a:lnTo>
                <a:close/>
                <a:moveTo>
                  <a:pt x="594353" y="129020"/>
                </a:moveTo>
                <a:lnTo>
                  <a:pt x="594353" y="113449"/>
                </a:lnTo>
                <a:lnTo>
                  <a:pt x="528910" y="113449"/>
                </a:lnTo>
                <a:lnTo>
                  <a:pt x="528910" y="129020"/>
                </a:lnTo>
                <a:lnTo>
                  <a:pt x="594353" y="129020"/>
                </a:lnTo>
                <a:close/>
                <a:moveTo>
                  <a:pt x="653179" y="16791"/>
                </a:moveTo>
                <a:lnTo>
                  <a:pt x="633231" y="16791"/>
                </a:lnTo>
                <a:lnTo>
                  <a:pt x="633231" y="35807"/>
                </a:lnTo>
                <a:lnTo>
                  <a:pt x="615507" y="35807"/>
                </a:lnTo>
                <a:lnTo>
                  <a:pt x="615507" y="50517"/>
                </a:lnTo>
                <a:lnTo>
                  <a:pt x="633231" y="50517"/>
                </a:lnTo>
                <a:lnTo>
                  <a:pt x="633231" y="85822"/>
                </a:lnTo>
                <a:cubicBezTo>
                  <a:pt x="633231" y="90941"/>
                  <a:pt x="633901" y="95330"/>
                  <a:pt x="635240" y="98989"/>
                </a:cubicBezTo>
                <a:cubicBezTo>
                  <a:pt x="636579" y="102649"/>
                  <a:pt x="638493" y="105651"/>
                  <a:pt x="640981" y="107995"/>
                </a:cubicBezTo>
                <a:cubicBezTo>
                  <a:pt x="643420" y="110387"/>
                  <a:pt x="646374" y="112145"/>
                  <a:pt x="649843" y="113269"/>
                </a:cubicBezTo>
                <a:cubicBezTo>
                  <a:pt x="653311" y="114393"/>
                  <a:pt x="657174" y="114955"/>
                  <a:pt x="661431" y="114955"/>
                </a:cubicBezTo>
                <a:cubicBezTo>
                  <a:pt x="663632" y="114955"/>
                  <a:pt x="665868" y="114848"/>
                  <a:pt x="668141" y="114633"/>
                </a:cubicBezTo>
                <a:cubicBezTo>
                  <a:pt x="670413" y="114417"/>
                  <a:pt x="672602" y="114118"/>
                  <a:pt x="674707" y="113736"/>
                </a:cubicBezTo>
                <a:cubicBezTo>
                  <a:pt x="676811" y="113353"/>
                  <a:pt x="678797" y="112862"/>
                  <a:pt x="680662" y="112265"/>
                </a:cubicBezTo>
                <a:cubicBezTo>
                  <a:pt x="682528" y="111667"/>
                  <a:pt x="684155" y="110961"/>
                  <a:pt x="685542" y="110148"/>
                </a:cubicBezTo>
                <a:lnTo>
                  <a:pt x="683604" y="96442"/>
                </a:lnTo>
                <a:cubicBezTo>
                  <a:pt x="682696" y="96681"/>
                  <a:pt x="681607" y="96920"/>
                  <a:pt x="680340" y="97160"/>
                </a:cubicBezTo>
                <a:cubicBezTo>
                  <a:pt x="679072" y="97399"/>
                  <a:pt x="677720" y="97614"/>
                  <a:pt x="676285" y="97805"/>
                </a:cubicBezTo>
                <a:cubicBezTo>
                  <a:pt x="674802" y="98045"/>
                  <a:pt x="673259" y="98236"/>
                  <a:pt x="671657" y="98379"/>
                </a:cubicBezTo>
                <a:cubicBezTo>
                  <a:pt x="670054" y="98523"/>
                  <a:pt x="668488" y="98595"/>
                  <a:pt x="666957" y="98595"/>
                </a:cubicBezTo>
                <a:cubicBezTo>
                  <a:pt x="664852" y="98595"/>
                  <a:pt x="662950" y="98356"/>
                  <a:pt x="661252" y="97877"/>
                </a:cubicBezTo>
                <a:cubicBezTo>
                  <a:pt x="659554" y="97399"/>
                  <a:pt x="658107" y="96586"/>
                  <a:pt x="656911" y="95437"/>
                </a:cubicBezTo>
                <a:cubicBezTo>
                  <a:pt x="655715" y="94337"/>
                  <a:pt x="654794" y="92842"/>
                  <a:pt x="654148" y="90953"/>
                </a:cubicBezTo>
                <a:cubicBezTo>
                  <a:pt x="653502" y="89063"/>
                  <a:pt x="653179" y="86707"/>
                  <a:pt x="653179" y="83884"/>
                </a:cubicBezTo>
                <a:lnTo>
                  <a:pt x="653179" y="50517"/>
                </a:lnTo>
                <a:lnTo>
                  <a:pt x="682169" y="50517"/>
                </a:lnTo>
                <a:lnTo>
                  <a:pt x="682169" y="35807"/>
                </a:lnTo>
                <a:lnTo>
                  <a:pt x="653179" y="35807"/>
                </a:lnTo>
                <a:lnTo>
                  <a:pt x="653179" y="16791"/>
                </a:lnTo>
                <a:close/>
                <a:moveTo>
                  <a:pt x="862897" y="75417"/>
                </a:moveTo>
                <a:lnTo>
                  <a:pt x="862897" y="73910"/>
                </a:lnTo>
                <a:cubicBezTo>
                  <a:pt x="862897" y="69222"/>
                  <a:pt x="862479" y="64821"/>
                  <a:pt x="861642" y="60707"/>
                </a:cubicBezTo>
                <a:cubicBezTo>
                  <a:pt x="860805" y="56593"/>
                  <a:pt x="859525" y="52885"/>
                  <a:pt x="857803" y="49584"/>
                </a:cubicBezTo>
                <a:cubicBezTo>
                  <a:pt x="856702" y="47527"/>
                  <a:pt x="855435" y="45626"/>
                  <a:pt x="854000" y="43880"/>
                </a:cubicBezTo>
                <a:cubicBezTo>
                  <a:pt x="852564" y="42134"/>
                  <a:pt x="850962" y="40639"/>
                  <a:pt x="849192" y="39395"/>
                </a:cubicBezTo>
                <a:cubicBezTo>
                  <a:pt x="846991" y="37768"/>
                  <a:pt x="844492" y="36525"/>
                  <a:pt x="841693" y="35663"/>
                </a:cubicBezTo>
                <a:cubicBezTo>
                  <a:pt x="838895" y="34802"/>
                  <a:pt x="835821" y="34372"/>
                  <a:pt x="832472" y="34372"/>
                </a:cubicBezTo>
                <a:cubicBezTo>
                  <a:pt x="830033" y="34372"/>
                  <a:pt x="827772" y="34623"/>
                  <a:pt x="825691" y="35125"/>
                </a:cubicBezTo>
                <a:cubicBezTo>
                  <a:pt x="823610" y="35628"/>
                  <a:pt x="821685" y="36381"/>
                  <a:pt x="819915" y="37386"/>
                </a:cubicBezTo>
                <a:cubicBezTo>
                  <a:pt x="818671" y="38055"/>
                  <a:pt x="817499" y="38857"/>
                  <a:pt x="816399" y="39790"/>
                </a:cubicBezTo>
                <a:cubicBezTo>
                  <a:pt x="815298" y="40722"/>
                  <a:pt x="814270" y="41739"/>
                  <a:pt x="813313" y="42839"/>
                </a:cubicBezTo>
                <a:lnTo>
                  <a:pt x="813313" y="3229"/>
                </a:lnTo>
                <a:lnTo>
                  <a:pt x="793364" y="3229"/>
                </a:lnTo>
                <a:lnTo>
                  <a:pt x="793364" y="113449"/>
                </a:lnTo>
                <a:lnTo>
                  <a:pt x="811304" y="113449"/>
                </a:lnTo>
                <a:lnTo>
                  <a:pt x="812237" y="105196"/>
                </a:lnTo>
                <a:cubicBezTo>
                  <a:pt x="813050" y="106249"/>
                  <a:pt x="813911" y="107218"/>
                  <a:pt x="814820" y="108103"/>
                </a:cubicBezTo>
                <a:cubicBezTo>
                  <a:pt x="815729" y="108988"/>
                  <a:pt x="816710" y="109789"/>
                  <a:pt x="817762" y="110506"/>
                </a:cubicBezTo>
                <a:cubicBezTo>
                  <a:pt x="819723" y="111942"/>
                  <a:pt x="821936" y="113030"/>
                  <a:pt x="824400" y="113771"/>
                </a:cubicBezTo>
                <a:cubicBezTo>
                  <a:pt x="826863" y="114513"/>
                  <a:pt x="829602" y="114884"/>
                  <a:pt x="832616" y="114884"/>
                </a:cubicBezTo>
                <a:cubicBezTo>
                  <a:pt x="835917" y="114884"/>
                  <a:pt x="838942" y="114465"/>
                  <a:pt x="841693" y="113628"/>
                </a:cubicBezTo>
                <a:cubicBezTo>
                  <a:pt x="844444" y="112791"/>
                  <a:pt x="846919" y="111583"/>
                  <a:pt x="849120" y="110004"/>
                </a:cubicBezTo>
                <a:cubicBezTo>
                  <a:pt x="851560" y="108330"/>
                  <a:pt x="853677" y="106225"/>
                  <a:pt x="855471" y="103689"/>
                </a:cubicBezTo>
                <a:cubicBezTo>
                  <a:pt x="857264" y="101154"/>
                  <a:pt x="858712" y="98332"/>
                  <a:pt x="859812" y="95222"/>
                </a:cubicBezTo>
                <a:cubicBezTo>
                  <a:pt x="860816" y="92400"/>
                  <a:pt x="861582" y="89326"/>
                  <a:pt x="862108" y="86001"/>
                </a:cubicBezTo>
                <a:cubicBezTo>
                  <a:pt x="862634" y="82677"/>
                  <a:pt x="862897" y="79148"/>
                  <a:pt x="862897" y="75417"/>
                </a:cubicBezTo>
                <a:moveTo>
                  <a:pt x="842949" y="73910"/>
                </a:moveTo>
                <a:lnTo>
                  <a:pt x="842949" y="75417"/>
                </a:lnTo>
                <a:cubicBezTo>
                  <a:pt x="842949" y="77426"/>
                  <a:pt x="842865" y="79364"/>
                  <a:pt x="842698" y="81229"/>
                </a:cubicBezTo>
                <a:cubicBezTo>
                  <a:pt x="842530" y="83095"/>
                  <a:pt x="842255" y="84817"/>
                  <a:pt x="841873" y="86396"/>
                </a:cubicBezTo>
                <a:cubicBezTo>
                  <a:pt x="841394" y="88549"/>
                  <a:pt x="840689" y="90474"/>
                  <a:pt x="839756" y="92172"/>
                </a:cubicBezTo>
                <a:cubicBezTo>
                  <a:pt x="838823" y="93871"/>
                  <a:pt x="837615" y="95246"/>
                  <a:pt x="836132" y="96298"/>
                </a:cubicBezTo>
                <a:cubicBezTo>
                  <a:pt x="835079" y="97064"/>
                  <a:pt x="833836" y="97662"/>
                  <a:pt x="832401" y="98092"/>
                </a:cubicBezTo>
                <a:cubicBezTo>
                  <a:pt x="830965" y="98523"/>
                  <a:pt x="829363" y="98738"/>
                  <a:pt x="827593" y="98738"/>
                </a:cubicBezTo>
                <a:cubicBezTo>
                  <a:pt x="825536" y="98738"/>
                  <a:pt x="823706" y="98499"/>
                  <a:pt x="822103" y="98021"/>
                </a:cubicBezTo>
                <a:cubicBezTo>
                  <a:pt x="820501" y="97542"/>
                  <a:pt x="819101" y="96849"/>
                  <a:pt x="817906" y="95940"/>
                </a:cubicBezTo>
                <a:cubicBezTo>
                  <a:pt x="816901" y="95222"/>
                  <a:pt x="816028" y="94373"/>
                  <a:pt x="815286" y="93392"/>
                </a:cubicBezTo>
                <a:cubicBezTo>
                  <a:pt x="814545" y="92412"/>
                  <a:pt x="813887" y="91323"/>
                  <a:pt x="813313" y="90127"/>
                </a:cubicBezTo>
                <a:lnTo>
                  <a:pt x="813313" y="59200"/>
                </a:lnTo>
                <a:cubicBezTo>
                  <a:pt x="813744" y="58291"/>
                  <a:pt x="814222" y="57442"/>
                  <a:pt x="814748" y="56652"/>
                </a:cubicBezTo>
                <a:cubicBezTo>
                  <a:pt x="815274" y="55863"/>
                  <a:pt x="815848" y="55158"/>
                  <a:pt x="816470" y="54536"/>
                </a:cubicBezTo>
                <a:cubicBezTo>
                  <a:pt x="817762" y="53244"/>
                  <a:pt x="819317" y="52263"/>
                  <a:pt x="821135" y="51594"/>
                </a:cubicBezTo>
                <a:cubicBezTo>
                  <a:pt x="822952" y="50924"/>
                  <a:pt x="825057" y="50589"/>
                  <a:pt x="827449" y="50589"/>
                </a:cubicBezTo>
                <a:cubicBezTo>
                  <a:pt x="829219" y="50589"/>
                  <a:pt x="830798" y="50792"/>
                  <a:pt x="832185" y="51199"/>
                </a:cubicBezTo>
                <a:cubicBezTo>
                  <a:pt x="833573" y="51606"/>
                  <a:pt x="834816" y="52215"/>
                  <a:pt x="835917" y="53029"/>
                </a:cubicBezTo>
                <a:cubicBezTo>
                  <a:pt x="837591" y="54320"/>
                  <a:pt x="838847" y="55744"/>
                  <a:pt x="839684" y="57298"/>
                </a:cubicBezTo>
                <a:cubicBezTo>
                  <a:pt x="840521" y="58853"/>
                  <a:pt x="841203" y="60611"/>
                  <a:pt x="841729" y="62572"/>
                </a:cubicBezTo>
                <a:cubicBezTo>
                  <a:pt x="842160" y="64247"/>
                  <a:pt x="842470" y="66041"/>
                  <a:pt x="842662" y="67954"/>
                </a:cubicBezTo>
                <a:cubicBezTo>
                  <a:pt x="842853" y="69868"/>
                  <a:pt x="842949" y="71853"/>
                  <a:pt x="842949" y="73910"/>
                </a:cubicBezTo>
                <a:close/>
                <a:moveTo>
                  <a:pt x="931770" y="113449"/>
                </a:moveTo>
                <a:lnTo>
                  <a:pt x="949853" y="113449"/>
                </a:lnTo>
                <a:lnTo>
                  <a:pt x="949853" y="35807"/>
                </a:lnTo>
                <a:lnTo>
                  <a:pt x="929832" y="35807"/>
                </a:lnTo>
                <a:lnTo>
                  <a:pt x="929832" y="90271"/>
                </a:lnTo>
                <a:cubicBezTo>
                  <a:pt x="929210" y="91515"/>
                  <a:pt x="928469" y="92639"/>
                  <a:pt x="927608" y="93643"/>
                </a:cubicBezTo>
                <a:cubicBezTo>
                  <a:pt x="926747" y="94648"/>
                  <a:pt x="925766" y="95509"/>
                  <a:pt x="924666" y="96227"/>
                </a:cubicBezTo>
                <a:cubicBezTo>
                  <a:pt x="923374" y="97040"/>
                  <a:pt x="921879" y="97662"/>
                  <a:pt x="920181" y="98092"/>
                </a:cubicBezTo>
                <a:cubicBezTo>
                  <a:pt x="918483" y="98523"/>
                  <a:pt x="916581" y="98738"/>
                  <a:pt x="914476" y="98738"/>
                </a:cubicBezTo>
                <a:cubicBezTo>
                  <a:pt x="912132" y="98738"/>
                  <a:pt x="910147" y="98451"/>
                  <a:pt x="908520" y="97877"/>
                </a:cubicBezTo>
                <a:cubicBezTo>
                  <a:pt x="906894" y="97303"/>
                  <a:pt x="905578" y="96346"/>
                  <a:pt x="904574" y="95007"/>
                </a:cubicBezTo>
                <a:cubicBezTo>
                  <a:pt x="903569" y="93715"/>
                  <a:pt x="902840" y="91993"/>
                  <a:pt x="902385" y="89840"/>
                </a:cubicBezTo>
                <a:cubicBezTo>
                  <a:pt x="901931" y="87688"/>
                  <a:pt x="901703" y="85033"/>
                  <a:pt x="901703" y="81875"/>
                </a:cubicBezTo>
                <a:lnTo>
                  <a:pt x="901703" y="35807"/>
                </a:lnTo>
                <a:lnTo>
                  <a:pt x="881755" y="35807"/>
                </a:lnTo>
                <a:lnTo>
                  <a:pt x="881755" y="81732"/>
                </a:lnTo>
                <a:cubicBezTo>
                  <a:pt x="881755" y="87616"/>
                  <a:pt x="882413" y="92651"/>
                  <a:pt x="883728" y="96837"/>
                </a:cubicBezTo>
                <a:cubicBezTo>
                  <a:pt x="885044" y="101023"/>
                  <a:pt x="886897" y="104455"/>
                  <a:pt x="889289" y="107134"/>
                </a:cubicBezTo>
                <a:cubicBezTo>
                  <a:pt x="891681" y="109861"/>
                  <a:pt x="894552" y="111846"/>
                  <a:pt x="897900" y="113090"/>
                </a:cubicBezTo>
                <a:cubicBezTo>
                  <a:pt x="901249" y="114334"/>
                  <a:pt x="904932" y="114955"/>
                  <a:pt x="908951" y="114955"/>
                </a:cubicBezTo>
                <a:cubicBezTo>
                  <a:pt x="913352" y="114955"/>
                  <a:pt x="917406" y="113855"/>
                  <a:pt x="921114" y="111655"/>
                </a:cubicBezTo>
                <a:cubicBezTo>
                  <a:pt x="924821" y="109454"/>
                  <a:pt x="927990" y="106416"/>
                  <a:pt x="930622" y="102541"/>
                </a:cubicBezTo>
                <a:lnTo>
                  <a:pt x="931770" y="113449"/>
                </a:lnTo>
                <a:close/>
                <a:moveTo>
                  <a:pt x="988588" y="113449"/>
                </a:moveTo>
                <a:lnTo>
                  <a:pt x="1008608" y="113449"/>
                </a:lnTo>
                <a:lnTo>
                  <a:pt x="1008608" y="50517"/>
                </a:lnTo>
                <a:lnTo>
                  <a:pt x="1036593" y="50517"/>
                </a:lnTo>
                <a:lnTo>
                  <a:pt x="1036593" y="35807"/>
                </a:lnTo>
                <a:lnTo>
                  <a:pt x="1008608" y="35807"/>
                </a:lnTo>
                <a:lnTo>
                  <a:pt x="1008608" y="31573"/>
                </a:lnTo>
                <a:cubicBezTo>
                  <a:pt x="1008608" y="29277"/>
                  <a:pt x="1008907" y="27220"/>
                  <a:pt x="1009505" y="25402"/>
                </a:cubicBezTo>
                <a:cubicBezTo>
                  <a:pt x="1010103" y="23584"/>
                  <a:pt x="1011024" y="22053"/>
                  <a:pt x="1012268" y="20810"/>
                </a:cubicBezTo>
                <a:cubicBezTo>
                  <a:pt x="1013655" y="19327"/>
                  <a:pt x="1015521" y="18202"/>
                  <a:pt x="1017865" y="17437"/>
                </a:cubicBezTo>
                <a:cubicBezTo>
                  <a:pt x="1020209" y="16672"/>
                  <a:pt x="1023055" y="16289"/>
                  <a:pt x="1026404" y="16289"/>
                </a:cubicBezTo>
                <a:cubicBezTo>
                  <a:pt x="1029513" y="16289"/>
                  <a:pt x="1032216" y="16432"/>
                  <a:pt x="1034512" y="16719"/>
                </a:cubicBezTo>
                <a:cubicBezTo>
                  <a:pt x="1036809" y="17007"/>
                  <a:pt x="1038866" y="17341"/>
                  <a:pt x="1040683" y="17724"/>
                </a:cubicBezTo>
                <a:lnTo>
                  <a:pt x="1041975" y="2081"/>
                </a:lnTo>
                <a:cubicBezTo>
                  <a:pt x="1040349" y="1794"/>
                  <a:pt x="1038782" y="1531"/>
                  <a:pt x="1037275" y="1292"/>
                </a:cubicBezTo>
                <a:cubicBezTo>
                  <a:pt x="1035768" y="1052"/>
                  <a:pt x="1034273" y="837"/>
                  <a:pt x="1032790" y="646"/>
                </a:cubicBezTo>
                <a:cubicBezTo>
                  <a:pt x="1031307" y="454"/>
                  <a:pt x="1029788" y="299"/>
                  <a:pt x="1028234" y="179"/>
                </a:cubicBezTo>
                <a:cubicBezTo>
                  <a:pt x="1026679" y="60"/>
                  <a:pt x="1025064" y="0"/>
                  <a:pt x="1023390" y="0"/>
                </a:cubicBezTo>
                <a:cubicBezTo>
                  <a:pt x="1018080" y="0"/>
                  <a:pt x="1013272" y="682"/>
                  <a:pt x="1008967" y="2045"/>
                </a:cubicBezTo>
                <a:cubicBezTo>
                  <a:pt x="1004661" y="3408"/>
                  <a:pt x="1001002" y="5430"/>
                  <a:pt x="997988" y="8109"/>
                </a:cubicBezTo>
                <a:cubicBezTo>
                  <a:pt x="994974" y="10788"/>
                  <a:pt x="992654" y="14088"/>
                  <a:pt x="991027" y="18011"/>
                </a:cubicBezTo>
                <a:cubicBezTo>
                  <a:pt x="989401" y="21934"/>
                  <a:pt x="988588" y="26455"/>
                  <a:pt x="988588" y="31573"/>
                </a:cubicBezTo>
                <a:lnTo>
                  <a:pt x="988588" y="35807"/>
                </a:lnTo>
                <a:lnTo>
                  <a:pt x="968208" y="35807"/>
                </a:lnTo>
                <a:lnTo>
                  <a:pt x="968208" y="50517"/>
                </a:lnTo>
                <a:lnTo>
                  <a:pt x="988588" y="50517"/>
                </a:lnTo>
                <a:lnTo>
                  <a:pt x="988588" y="113449"/>
                </a:lnTo>
                <a:close/>
                <a:moveTo>
                  <a:pt x="1076762" y="113449"/>
                </a:moveTo>
                <a:lnTo>
                  <a:pt x="1096783" y="113449"/>
                </a:lnTo>
                <a:lnTo>
                  <a:pt x="1096783" y="50517"/>
                </a:lnTo>
                <a:lnTo>
                  <a:pt x="1124768" y="50517"/>
                </a:lnTo>
                <a:lnTo>
                  <a:pt x="1124768" y="35807"/>
                </a:lnTo>
                <a:lnTo>
                  <a:pt x="1096783" y="35807"/>
                </a:lnTo>
                <a:lnTo>
                  <a:pt x="1096783" y="31573"/>
                </a:lnTo>
                <a:cubicBezTo>
                  <a:pt x="1096783" y="29277"/>
                  <a:pt x="1097082" y="27220"/>
                  <a:pt x="1097680" y="25402"/>
                </a:cubicBezTo>
                <a:cubicBezTo>
                  <a:pt x="1098278" y="23584"/>
                  <a:pt x="1099198" y="22053"/>
                  <a:pt x="1100442" y="20810"/>
                </a:cubicBezTo>
                <a:cubicBezTo>
                  <a:pt x="1101830" y="19327"/>
                  <a:pt x="1103695" y="18202"/>
                  <a:pt x="1106039" y="17437"/>
                </a:cubicBezTo>
                <a:cubicBezTo>
                  <a:pt x="1108383" y="16672"/>
                  <a:pt x="1111230" y="16289"/>
                  <a:pt x="1114578" y="16289"/>
                </a:cubicBezTo>
                <a:cubicBezTo>
                  <a:pt x="1117688" y="16289"/>
                  <a:pt x="1120391" y="16432"/>
                  <a:pt x="1122687" y="16719"/>
                </a:cubicBezTo>
                <a:cubicBezTo>
                  <a:pt x="1124983" y="17007"/>
                  <a:pt x="1127040" y="17341"/>
                  <a:pt x="1128858" y="17724"/>
                </a:cubicBezTo>
                <a:lnTo>
                  <a:pt x="1130150" y="2081"/>
                </a:lnTo>
                <a:cubicBezTo>
                  <a:pt x="1128523" y="1794"/>
                  <a:pt x="1126957" y="1531"/>
                  <a:pt x="1125450" y="1292"/>
                </a:cubicBezTo>
                <a:cubicBezTo>
                  <a:pt x="1123943" y="1052"/>
                  <a:pt x="1122448" y="837"/>
                  <a:pt x="1120965" y="646"/>
                </a:cubicBezTo>
                <a:cubicBezTo>
                  <a:pt x="1119482" y="454"/>
                  <a:pt x="1117963" y="299"/>
                  <a:pt x="1116408" y="179"/>
                </a:cubicBezTo>
                <a:cubicBezTo>
                  <a:pt x="1114854" y="60"/>
                  <a:pt x="1113239" y="0"/>
                  <a:pt x="1111565" y="0"/>
                </a:cubicBezTo>
                <a:cubicBezTo>
                  <a:pt x="1106255" y="0"/>
                  <a:pt x="1101447" y="682"/>
                  <a:pt x="1097141" y="2045"/>
                </a:cubicBezTo>
                <a:cubicBezTo>
                  <a:pt x="1092836" y="3408"/>
                  <a:pt x="1089176" y="5430"/>
                  <a:pt x="1086163" y="8109"/>
                </a:cubicBezTo>
                <a:cubicBezTo>
                  <a:pt x="1083149" y="10788"/>
                  <a:pt x="1080829" y="14088"/>
                  <a:pt x="1079202" y="18011"/>
                </a:cubicBezTo>
                <a:cubicBezTo>
                  <a:pt x="1077576" y="21934"/>
                  <a:pt x="1076762" y="26455"/>
                  <a:pt x="1076762" y="31573"/>
                </a:cubicBezTo>
                <a:lnTo>
                  <a:pt x="1076762" y="35807"/>
                </a:lnTo>
                <a:lnTo>
                  <a:pt x="1056383" y="35807"/>
                </a:lnTo>
                <a:lnTo>
                  <a:pt x="1056383" y="50517"/>
                </a:lnTo>
                <a:lnTo>
                  <a:pt x="1076762" y="50517"/>
                </a:lnTo>
                <a:lnTo>
                  <a:pt x="1076762" y="113449"/>
                </a:lnTo>
                <a:close/>
                <a:moveTo>
                  <a:pt x="1183308" y="114884"/>
                </a:moveTo>
                <a:cubicBezTo>
                  <a:pt x="1190819" y="114884"/>
                  <a:pt x="1197325" y="113425"/>
                  <a:pt x="1202826" y="110506"/>
                </a:cubicBezTo>
                <a:cubicBezTo>
                  <a:pt x="1208328" y="107588"/>
                  <a:pt x="1212346" y="104335"/>
                  <a:pt x="1214881" y="100747"/>
                </a:cubicBezTo>
                <a:lnTo>
                  <a:pt x="1204907" y="89984"/>
                </a:lnTo>
                <a:cubicBezTo>
                  <a:pt x="1202611" y="92950"/>
                  <a:pt x="1199621" y="95174"/>
                  <a:pt x="1195937" y="96657"/>
                </a:cubicBezTo>
                <a:cubicBezTo>
                  <a:pt x="1192254" y="98140"/>
                  <a:pt x="1188451" y="98882"/>
                  <a:pt x="1184528" y="98882"/>
                </a:cubicBezTo>
                <a:cubicBezTo>
                  <a:pt x="1181753" y="98882"/>
                  <a:pt x="1179194" y="98451"/>
                  <a:pt x="1176850" y="97590"/>
                </a:cubicBezTo>
                <a:cubicBezTo>
                  <a:pt x="1174506" y="96729"/>
                  <a:pt x="1172425" y="95509"/>
                  <a:pt x="1170607" y="93930"/>
                </a:cubicBezTo>
                <a:cubicBezTo>
                  <a:pt x="1168837" y="92400"/>
                  <a:pt x="1167426" y="90689"/>
                  <a:pt x="1166373" y="88800"/>
                </a:cubicBezTo>
                <a:cubicBezTo>
                  <a:pt x="1165321" y="86910"/>
                  <a:pt x="1164460" y="84411"/>
                  <a:pt x="1163790" y="81301"/>
                </a:cubicBezTo>
                <a:lnTo>
                  <a:pt x="1163790" y="81086"/>
                </a:lnTo>
                <a:lnTo>
                  <a:pt x="1216460" y="81086"/>
                </a:lnTo>
                <a:lnTo>
                  <a:pt x="1216460" y="72619"/>
                </a:lnTo>
                <a:cubicBezTo>
                  <a:pt x="1216460" y="66926"/>
                  <a:pt x="1215671" y="61723"/>
                  <a:pt x="1214092" y="57011"/>
                </a:cubicBezTo>
                <a:cubicBezTo>
                  <a:pt x="1212513" y="52299"/>
                  <a:pt x="1210217" y="48269"/>
                  <a:pt x="1207203" y="44920"/>
                </a:cubicBezTo>
                <a:cubicBezTo>
                  <a:pt x="1204142" y="41571"/>
                  <a:pt x="1200422" y="38976"/>
                  <a:pt x="1196045" y="37134"/>
                </a:cubicBezTo>
                <a:cubicBezTo>
                  <a:pt x="1191668" y="35293"/>
                  <a:pt x="1186681" y="34372"/>
                  <a:pt x="1181084" y="34372"/>
                </a:cubicBezTo>
                <a:cubicBezTo>
                  <a:pt x="1175678" y="34372"/>
                  <a:pt x="1170679" y="35352"/>
                  <a:pt x="1166086" y="37314"/>
                </a:cubicBezTo>
                <a:cubicBezTo>
                  <a:pt x="1161494" y="39275"/>
                  <a:pt x="1157523" y="42026"/>
                  <a:pt x="1154175" y="45566"/>
                </a:cubicBezTo>
                <a:cubicBezTo>
                  <a:pt x="1150826" y="49106"/>
                  <a:pt x="1148219" y="53328"/>
                  <a:pt x="1146353" y="58231"/>
                </a:cubicBezTo>
                <a:cubicBezTo>
                  <a:pt x="1144487" y="63135"/>
                  <a:pt x="1143554" y="68552"/>
                  <a:pt x="1143554" y="74484"/>
                </a:cubicBezTo>
                <a:lnTo>
                  <a:pt x="1143554" y="77355"/>
                </a:lnTo>
                <a:cubicBezTo>
                  <a:pt x="1143554" y="82569"/>
                  <a:pt x="1144499" y="87460"/>
                  <a:pt x="1146389" y="92029"/>
                </a:cubicBezTo>
                <a:cubicBezTo>
                  <a:pt x="1148279" y="96597"/>
                  <a:pt x="1150969" y="100556"/>
                  <a:pt x="1154462" y="103905"/>
                </a:cubicBezTo>
                <a:cubicBezTo>
                  <a:pt x="1157954" y="107301"/>
                  <a:pt x="1162140" y="109980"/>
                  <a:pt x="1167019" y="111942"/>
                </a:cubicBezTo>
                <a:cubicBezTo>
                  <a:pt x="1171899" y="113903"/>
                  <a:pt x="1177328" y="114884"/>
                  <a:pt x="1183308" y="114884"/>
                </a:cubicBezTo>
                <a:moveTo>
                  <a:pt x="1180940" y="50517"/>
                </a:moveTo>
                <a:cubicBezTo>
                  <a:pt x="1183476" y="50517"/>
                  <a:pt x="1185712" y="50912"/>
                  <a:pt x="1187649" y="51701"/>
                </a:cubicBezTo>
                <a:cubicBezTo>
                  <a:pt x="1189587" y="52491"/>
                  <a:pt x="1191225" y="53555"/>
                  <a:pt x="1192565" y="54894"/>
                </a:cubicBezTo>
                <a:cubicBezTo>
                  <a:pt x="1193904" y="56282"/>
                  <a:pt x="1194957" y="57908"/>
                  <a:pt x="1195722" y="59774"/>
                </a:cubicBezTo>
                <a:cubicBezTo>
                  <a:pt x="1196488" y="61640"/>
                  <a:pt x="1196870" y="63625"/>
                  <a:pt x="1196870" y="65730"/>
                </a:cubicBezTo>
                <a:lnTo>
                  <a:pt x="1196870" y="67308"/>
                </a:lnTo>
                <a:lnTo>
                  <a:pt x="1164149" y="67308"/>
                </a:lnTo>
                <a:cubicBezTo>
                  <a:pt x="1164627" y="64773"/>
                  <a:pt x="1165345" y="62477"/>
                  <a:pt x="1166302" y="60420"/>
                </a:cubicBezTo>
                <a:cubicBezTo>
                  <a:pt x="1167258" y="58363"/>
                  <a:pt x="1168454" y="56593"/>
                  <a:pt x="1169889" y="55110"/>
                </a:cubicBezTo>
                <a:cubicBezTo>
                  <a:pt x="1171277" y="53627"/>
                  <a:pt x="1172903" y="52491"/>
                  <a:pt x="1174769" y="51701"/>
                </a:cubicBezTo>
                <a:cubicBezTo>
                  <a:pt x="1176635" y="50912"/>
                  <a:pt x="1178692" y="50517"/>
                  <a:pt x="1180940" y="50517"/>
                </a:cubicBezTo>
                <a:close/>
                <a:moveTo>
                  <a:pt x="1289567" y="34372"/>
                </a:moveTo>
                <a:cubicBezTo>
                  <a:pt x="1284352" y="34372"/>
                  <a:pt x="1279544" y="35628"/>
                  <a:pt x="1275143" y="38139"/>
                </a:cubicBezTo>
                <a:cubicBezTo>
                  <a:pt x="1270742" y="40651"/>
                  <a:pt x="1266963" y="44107"/>
                  <a:pt x="1263806" y="48508"/>
                </a:cubicBezTo>
                <a:lnTo>
                  <a:pt x="1263662" y="46786"/>
                </a:lnTo>
                <a:lnTo>
                  <a:pt x="1262873" y="35807"/>
                </a:lnTo>
                <a:lnTo>
                  <a:pt x="1244288" y="35807"/>
                </a:lnTo>
                <a:lnTo>
                  <a:pt x="1244288" y="113449"/>
                </a:lnTo>
                <a:lnTo>
                  <a:pt x="1264236" y="113449"/>
                </a:lnTo>
                <a:lnTo>
                  <a:pt x="1264236" y="66806"/>
                </a:lnTo>
                <a:cubicBezTo>
                  <a:pt x="1265145" y="64606"/>
                  <a:pt x="1266293" y="62692"/>
                  <a:pt x="1267681" y="61066"/>
                </a:cubicBezTo>
                <a:cubicBezTo>
                  <a:pt x="1269068" y="59439"/>
                  <a:pt x="1270742" y="58100"/>
                  <a:pt x="1272704" y="57047"/>
                </a:cubicBezTo>
                <a:cubicBezTo>
                  <a:pt x="1274330" y="56138"/>
                  <a:pt x="1276184" y="55457"/>
                  <a:pt x="1278265" y="55002"/>
                </a:cubicBezTo>
                <a:cubicBezTo>
                  <a:pt x="1280346" y="54548"/>
                  <a:pt x="1282678" y="54320"/>
                  <a:pt x="1285261" y="54320"/>
                </a:cubicBezTo>
                <a:cubicBezTo>
                  <a:pt x="1287749" y="54320"/>
                  <a:pt x="1290368" y="54476"/>
                  <a:pt x="1293119" y="54787"/>
                </a:cubicBezTo>
                <a:cubicBezTo>
                  <a:pt x="1295869" y="55098"/>
                  <a:pt x="1298560" y="55564"/>
                  <a:pt x="1301191" y="56186"/>
                </a:cubicBezTo>
                <a:lnTo>
                  <a:pt x="1304133" y="36309"/>
                </a:lnTo>
                <a:cubicBezTo>
                  <a:pt x="1302555" y="35831"/>
                  <a:pt x="1300486" y="35388"/>
                  <a:pt x="1297926" y="34982"/>
                </a:cubicBezTo>
                <a:cubicBezTo>
                  <a:pt x="1295367" y="34575"/>
                  <a:pt x="1292580" y="34372"/>
                  <a:pt x="1289567" y="34372"/>
                </a:cubicBezTo>
                <a:close/>
                <a:moveTo>
                  <a:pt x="1375518" y="86181"/>
                </a:moveTo>
                <a:cubicBezTo>
                  <a:pt x="1375518" y="88046"/>
                  <a:pt x="1375135" y="89757"/>
                  <a:pt x="1374370" y="91311"/>
                </a:cubicBezTo>
                <a:cubicBezTo>
                  <a:pt x="1373604" y="92866"/>
                  <a:pt x="1372504" y="94194"/>
                  <a:pt x="1371069" y="95294"/>
                </a:cubicBezTo>
                <a:cubicBezTo>
                  <a:pt x="1369634" y="96394"/>
                  <a:pt x="1367876" y="97255"/>
                  <a:pt x="1365795" y="97877"/>
                </a:cubicBezTo>
                <a:cubicBezTo>
                  <a:pt x="1363714" y="98499"/>
                  <a:pt x="1361334" y="98810"/>
                  <a:pt x="1358655" y="98810"/>
                </a:cubicBezTo>
                <a:cubicBezTo>
                  <a:pt x="1355641" y="98810"/>
                  <a:pt x="1352878" y="98475"/>
                  <a:pt x="1350367" y="97805"/>
                </a:cubicBezTo>
                <a:cubicBezTo>
                  <a:pt x="1347855" y="97136"/>
                  <a:pt x="1345715" y="96083"/>
                  <a:pt x="1343945" y="94648"/>
                </a:cubicBezTo>
                <a:cubicBezTo>
                  <a:pt x="1342127" y="93213"/>
                  <a:pt x="1340716" y="91371"/>
                  <a:pt x="1339711" y="89123"/>
                </a:cubicBezTo>
                <a:cubicBezTo>
                  <a:pt x="1338706" y="86874"/>
                  <a:pt x="1338156" y="84171"/>
                  <a:pt x="1338061" y="81014"/>
                </a:cubicBezTo>
                <a:lnTo>
                  <a:pt x="1318256" y="81014"/>
                </a:lnTo>
                <a:cubicBezTo>
                  <a:pt x="1318256" y="86420"/>
                  <a:pt x="1319296" y="91132"/>
                  <a:pt x="1321377" y="95150"/>
                </a:cubicBezTo>
                <a:cubicBezTo>
                  <a:pt x="1323458" y="99169"/>
                  <a:pt x="1326292" y="102661"/>
                  <a:pt x="1329880" y="105627"/>
                </a:cubicBezTo>
                <a:cubicBezTo>
                  <a:pt x="1333659" y="108641"/>
                  <a:pt x="1338096" y="110925"/>
                  <a:pt x="1343191" y="112480"/>
                </a:cubicBezTo>
                <a:cubicBezTo>
                  <a:pt x="1348286" y="114035"/>
                  <a:pt x="1353441" y="114812"/>
                  <a:pt x="1358655" y="114812"/>
                </a:cubicBezTo>
                <a:cubicBezTo>
                  <a:pt x="1363965" y="114812"/>
                  <a:pt x="1368868" y="114178"/>
                  <a:pt x="1373365" y="112910"/>
                </a:cubicBezTo>
                <a:cubicBezTo>
                  <a:pt x="1377862" y="111643"/>
                  <a:pt x="1381737" y="109765"/>
                  <a:pt x="1384990" y="107277"/>
                </a:cubicBezTo>
                <a:cubicBezTo>
                  <a:pt x="1388243" y="104838"/>
                  <a:pt x="1390790" y="101836"/>
                  <a:pt x="1392632" y="98272"/>
                </a:cubicBezTo>
                <a:cubicBezTo>
                  <a:pt x="1394474" y="94708"/>
                  <a:pt x="1395395" y="90630"/>
                  <a:pt x="1395395" y="86037"/>
                </a:cubicBezTo>
                <a:cubicBezTo>
                  <a:pt x="1395395" y="80727"/>
                  <a:pt x="1394175" y="76039"/>
                  <a:pt x="1391735" y="71973"/>
                </a:cubicBezTo>
                <a:cubicBezTo>
                  <a:pt x="1389295" y="67906"/>
                  <a:pt x="1386018" y="64343"/>
                  <a:pt x="1381904" y="61281"/>
                </a:cubicBezTo>
                <a:cubicBezTo>
                  <a:pt x="1379178" y="59415"/>
                  <a:pt x="1376188" y="57765"/>
                  <a:pt x="1372935" y="56330"/>
                </a:cubicBezTo>
                <a:cubicBezTo>
                  <a:pt x="1369682" y="54894"/>
                  <a:pt x="1366261" y="53675"/>
                  <a:pt x="1362673" y="52670"/>
                </a:cubicBezTo>
                <a:cubicBezTo>
                  <a:pt x="1359325" y="51761"/>
                  <a:pt x="1356323" y="50780"/>
                  <a:pt x="1353668" y="49728"/>
                </a:cubicBezTo>
                <a:cubicBezTo>
                  <a:pt x="1351013" y="48675"/>
                  <a:pt x="1348752" y="47503"/>
                  <a:pt x="1346887" y="46212"/>
                </a:cubicBezTo>
                <a:cubicBezTo>
                  <a:pt x="1345021" y="44968"/>
                  <a:pt x="1343598" y="43557"/>
                  <a:pt x="1342617" y="41978"/>
                </a:cubicBezTo>
                <a:cubicBezTo>
                  <a:pt x="1341636" y="40399"/>
                  <a:pt x="1341146" y="38629"/>
                  <a:pt x="1341146" y="36668"/>
                </a:cubicBezTo>
                <a:cubicBezTo>
                  <a:pt x="1341146" y="34802"/>
                  <a:pt x="1341517" y="33068"/>
                  <a:pt x="1342258" y="31466"/>
                </a:cubicBezTo>
                <a:cubicBezTo>
                  <a:pt x="1343000" y="29863"/>
                  <a:pt x="1344088" y="28464"/>
                  <a:pt x="1345523" y="27268"/>
                </a:cubicBezTo>
                <a:cubicBezTo>
                  <a:pt x="1346959" y="26120"/>
                  <a:pt x="1348717" y="25223"/>
                  <a:pt x="1350798" y="24577"/>
                </a:cubicBezTo>
                <a:cubicBezTo>
                  <a:pt x="1352878" y="23931"/>
                  <a:pt x="1355258" y="23608"/>
                  <a:pt x="1357937" y="23608"/>
                </a:cubicBezTo>
                <a:cubicBezTo>
                  <a:pt x="1360856" y="23608"/>
                  <a:pt x="1363403" y="24003"/>
                  <a:pt x="1365580" y="24792"/>
                </a:cubicBezTo>
                <a:cubicBezTo>
                  <a:pt x="1367756" y="25582"/>
                  <a:pt x="1369586" y="26670"/>
                  <a:pt x="1371069" y="28057"/>
                </a:cubicBezTo>
                <a:cubicBezTo>
                  <a:pt x="1372504" y="29492"/>
                  <a:pt x="1373592" y="31191"/>
                  <a:pt x="1374334" y="33152"/>
                </a:cubicBezTo>
                <a:cubicBezTo>
                  <a:pt x="1375075" y="35113"/>
                  <a:pt x="1375494" y="37266"/>
                  <a:pt x="1375590" y="39610"/>
                </a:cubicBezTo>
                <a:lnTo>
                  <a:pt x="1395251" y="39610"/>
                </a:lnTo>
                <a:cubicBezTo>
                  <a:pt x="1395251" y="34922"/>
                  <a:pt x="1394342" y="30617"/>
                  <a:pt x="1392524" y="26694"/>
                </a:cubicBezTo>
                <a:cubicBezTo>
                  <a:pt x="1390707" y="22771"/>
                  <a:pt x="1388171" y="19375"/>
                  <a:pt x="1384918" y="16504"/>
                </a:cubicBezTo>
                <a:cubicBezTo>
                  <a:pt x="1381665" y="13682"/>
                  <a:pt x="1377778" y="11481"/>
                  <a:pt x="1373258" y="9903"/>
                </a:cubicBezTo>
                <a:cubicBezTo>
                  <a:pt x="1368737" y="8324"/>
                  <a:pt x="1363750" y="7535"/>
                  <a:pt x="1358296" y="7535"/>
                </a:cubicBezTo>
                <a:cubicBezTo>
                  <a:pt x="1353034" y="7535"/>
                  <a:pt x="1348154" y="8216"/>
                  <a:pt x="1343658" y="9580"/>
                </a:cubicBezTo>
                <a:cubicBezTo>
                  <a:pt x="1339161" y="10943"/>
                  <a:pt x="1335262" y="12892"/>
                  <a:pt x="1331961" y="15428"/>
                </a:cubicBezTo>
                <a:cubicBezTo>
                  <a:pt x="1328660" y="17963"/>
                  <a:pt x="1326077" y="21025"/>
                  <a:pt x="1324211" y="24613"/>
                </a:cubicBezTo>
                <a:cubicBezTo>
                  <a:pt x="1322346" y="28201"/>
                  <a:pt x="1321413" y="32195"/>
                  <a:pt x="1321413" y="36596"/>
                </a:cubicBezTo>
                <a:cubicBezTo>
                  <a:pt x="1321413" y="40423"/>
                  <a:pt x="1322118" y="43963"/>
                  <a:pt x="1323530" y="47216"/>
                </a:cubicBezTo>
                <a:cubicBezTo>
                  <a:pt x="1324941" y="50469"/>
                  <a:pt x="1327034" y="53435"/>
                  <a:pt x="1329808" y="56114"/>
                </a:cubicBezTo>
                <a:cubicBezTo>
                  <a:pt x="1332583" y="58793"/>
                  <a:pt x="1336159" y="61257"/>
                  <a:pt x="1340536" y="63505"/>
                </a:cubicBezTo>
                <a:cubicBezTo>
                  <a:pt x="1344913" y="65754"/>
                  <a:pt x="1349996" y="67667"/>
                  <a:pt x="1355785" y="69246"/>
                </a:cubicBezTo>
                <a:cubicBezTo>
                  <a:pt x="1359516" y="70251"/>
                  <a:pt x="1362638" y="71339"/>
                  <a:pt x="1365149" y="72511"/>
                </a:cubicBezTo>
                <a:cubicBezTo>
                  <a:pt x="1367661" y="73683"/>
                  <a:pt x="1369706" y="74963"/>
                  <a:pt x="1371284" y="76350"/>
                </a:cubicBezTo>
                <a:cubicBezTo>
                  <a:pt x="1372815" y="77785"/>
                  <a:pt x="1373903" y="79316"/>
                  <a:pt x="1374549" y="80942"/>
                </a:cubicBezTo>
                <a:cubicBezTo>
                  <a:pt x="1375195" y="82569"/>
                  <a:pt x="1375518" y="84315"/>
                  <a:pt x="1375518" y="86181"/>
                </a:cubicBezTo>
                <a:close/>
                <a:moveTo>
                  <a:pt x="1415473" y="35807"/>
                </a:moveTo>
                <a:lnTo>
                  <a:pt x="1415473" y="52096"/>
                </a:lnTo>
                <a:lnTo>
                  <a:pt x="1437574" y="52096"/>
                </a:lnTo>
                <a:lnTo>
                  <a:pt x="1437574" y="97231"/>
                </a:lnTo>
                <a:lnTo>
                  <a:pt x="1415473" y="97231"/>
                </a:lnTo>
                <a:lnTo>
                  <a:pt x="1415473" y="113449"/>
                </a:lnTo>
                <a:lnTo>
                  <a:pt x="1478763" y="113449"/>
                </a:lnTo>
                <a:lnTo>
                  <a:pt x="1478763" y="97231"/>
                </a:lnTo>
                <a:lnTo>
                  <a:pt x="1457738" y="97231"/>
                </a:lnTo>
                <a:lnTo>
                  <a:pt x="1457738" y="35807"/>
                </a:lnTo>
                <a:lnTo>
                  <a:pt x="1415473" y="35807"/>
                </a:lnTo>
                <a:moveTo>
                  <a:pt x="1436139" y="15930"/>
                </a:moveTo>
                <a:cubicBezTo>
                  <a:pt x="1436139" y="17461"/>
                  <a:pt x="1436414" y="18884"/>
                  <a:pt x="1436964" y="20200"/>
                </a:cubicBezTo>
                <a:cubicBezTo>
                  <a:pt x="1437514" y="21515"/>
                  <a:pt x="1438292" y="22628"/>
                  <a:pt x="1439296" y="23536"/>
                </a:cubicBezTo>
                <a:cubicBezTo>
                  <a:pt x="1440301" y="24493"/>
                  <a:pt x="1441509" y="25235"/>
                  <a:pt x="1442920" y="25761"/>
                </a:cubicBezTo>
                <a:cubicBezTo>
                  <a:pt x="1444331" y="26287"/>
                  <a:pt x="1445898" y="26550"/>
                  <a:pt x="1447620" y="26550"/>
                </a:cubicBezTo>
                <a:cubicBezTo>
                  <a:pt x="1451160" y="26550"/>
                  <a:pt x="1453971" y="25558"/>
                  <a:pt x="1456052" y="23572"/>
                </a:cubicBezTo>
                <a:cubicBezTo>
                  <a:pt x="1458133" y="21587"/>
                  <a:pt x="1459173" y="19040"/>
                  <a:pt x="1459173" y="15930"/>
                </a:cubicBezTo>
                <a:cubicBezTo>
                  <a:pt x="1459173" y="12821"/>
                  <a:pt x="1458133" y="10273"/>
                  <a:pt x="1456052" y="8288"/>
                </a:cubicBezTo>
                <a:cubicBezTo>
                  <a:pt x="1453971" y="6303"/>
                  <a:pt x="1451160" y="5310"/>
                  <a:pt x="1447620" y="5310"/>
                </a:cubicBezTo>
                <a:cubicBezTo>
                  <a:pt x="1445898" y="5310"/>
                  <a:pt x="1444331" y="5573"/>
                  <a:pt x="1442920" y="6099"/>
                </a:cubicBezTo>
                <a:cubicBezTo>
                  <a:pt x="1441509" y="6626"/>
                  <a:pt x="1440301" y="7343"/>
                  <a:pt x="1439296" y="8252"/>
                </a:cubicBezTo>
                <a:cubicBezTo>
                  <a:pt x="1438292" y="9209"/>
                  <a:pt x="1437514" y="10345"/>
                  <a:pt x="1436964" y="11661"/>
                </a:cubicBezTo>
                <a:cubicBezTo>
                  <a:pt x="1436414" y="12976"/>
                  <a:pt x="1436139" y="14399"/>
                  <a:pt x="1436139" y="15930"/>
                </a:cubicBezTo>
                <a:close/>
                <a:moveTo>
                  <a:pt x="1523955" y="97447"/>
                </a:moveTo>
                <a:lnTo>
                  <a:pt x="1567870" y="47790"/>
                </a:lnTo>
                <a:lnTo>
                  <a:pt x="1567870" y="35807"/>
                </a:lnTo>
                <a:lnTo>
                  <a:pt x="1497692" y="35807"/>
                </a:lnTo>
                <a:lnTo>
                  <a:pt x="1497692" y="52024"/>
                </a:lnTo>
                <a:lnTo>
                  <a:pt x="1540172" y="52024"/>
                </a:lnTo>
                <a:lnTo>
                  <a:pt x="1496687" y="101106"/>
                </a:lnTo>
                <a:lnTo>
                  <a:pt x="1496687" y="113449"/>
                </a:lnTo>
                <a:lnTo>
                  <a:pt x="1569664" y="113449"/>
                </a:lnTo>
                <a:lnTo>
                  <a:pt x="1569664" y="97447"/>
                </a:lnTo>
                <a:lnTo>
                  <a:pt x="1523955" y="97447"/>
                </a:lnTo>
                <a:close/>
                <a:moveTo>
                  <a:pt x="1624186" y="114884"/>
                </a:moveTo>
                <a:cubicBezTo>
                  <a:pt x="1631697" y="114884"/>
                  <a:pt x="1638203" y="113425"/>
                  <a:pt x="1643704" y="110506"/>
                </a:cubicBezTo>
                <a:cubicBezTo>
                  <a:pt x="1649206" y="107588"/>
                  <a:pt x="1653224" y="104335"/>
                  <a:pt x="1655760" y="100747"/>
                </a:cubicBezTo>
                <a:lnTo>
                  <a:pt x="1645785" y="89984"/>
                </a:lnTo>
                <a:cubicBezTo>
                  <a:pt x="1643489" y="92950"/>
                  <a:pt x="1640499" y="95174"/>
                  <a:pt x="1636816" y="96657"/>
                </a:cubicBezTo>
                <a:cubicBezTo>
                  <a:pt x="1633132" y="98140"/>
                  <a:pt x="1629329" y="98882"/>
                  <a:pt x="1625406" y="98882"/>
                </a:cubicBezTo>
                <a:cubicBezTo>
                  <a:pt x="1622632" y="98882"/>
                  <a:pt x="1620072" y="98451"/>
                  <a:pt x="1617728" y="97590"/>
                </a:cubicBezTo>
                <a:cubicBezTo>
                  <a:pt x="1615384" y="96729"/>
                  <a:pt x="1613303" y="95509"/>
                  <a:pt x="1611485" y="93930"/>
                </a:cubicBezTo>
                <a:cubicBezTo>
                  <a:pt x="1609715" y="92400"/>
                  <a:pt x="1608304" y="90689"/>
                  <a:pt x="1607252" y="88800"/>
                </a:cubicBezTo>
                <a:cubicBezTo>
                  <a:pt x="1606199" y="86910"/>
                  <a:pt x="1605338" y="84411"/>
                  <a:pt x="1604668" y="81301"/>
                </a:cubicBezTo>
                <a:lnTo>
                  <a:pt x="1604668" y="81086"/>
                </a:lnTo>
                <a:lnTo>
                  <a:pt x="1657338" y="81086"/>
                </a:lnTo>
                <a:lnTo>
                  <a:pt x="1657338" y="72619"/>
                </a:lnTo>
                <a:cubicBezTo>
                  <a:pt x="1657338" y="66926"/>
                  <a:pt x="1656549" y="61723"/>
                  <a:pt x="1654970" y="57011"/>
                </a:cubicBezTo>
                <a:cubicBezTo>
                  <a:pt x="1653392" y="52299"/>
                  <a:pt x="1651095" y="48269"/>
                  <a:pt x="1648082" y="44920"/>
                </a:cubicBezTo>
                <a:cubicBezTo>
                  <a:pt x="1645020" y="41571"/>
                  <a:pt x="1641300" y="38976"/>
                  <a:pt x="1636923" y="37134"/>
                </a:cubicBezTo>
                <a:cubicBezTo>
                  <a:pt x="1632546" y="35293"/>
                  <a:pt x="1627559" y="34372"/>
                  <a:pt x="1621962" y="34372"/>
                </a:cubicBezTo>
                <a:cubicBezTo>
                  <a:pt x="1616556" y="34372"/>
                  <a:pt x="1611557" y="35352"/>
                  <a:pt x="1606965" y="37314"/>
                </a:cubicBezTo>
                <a:cubicBezTo>
                  <a:pt x="1602372" y="39275"/>
                  <a:pt x="1598402" y="42026"/>
                  <a:pt x="1595053" y="45566"/>
                </a:cubicBezTo>
                <a:cubicBezTo>
                  <a:pt x="1591704" y="49106"/>
                  <a:pt x="1589097" y="53328"/>
                  <a:pt x="1587231" y="58231"/>
                </a:cubicBezTo>
                <a:cubicBezTo>
                  <a:pt x="1585366" y="63135"/>
                  <a:pt x="1584433" y="68552"/>
                  <a:pt x="1584433" y="74484"/>
                </a:cubicBezTo>
                <a:lnTo>
                  <a:pt x="1584433" y="77355"/>
                </a:lnTo>
                <a:cubicBezTo>
                  <a:pt x="1584433" y="82569"/>
                  <a:pt x="1585378" y="87460"/>
                  <a:pt x="1587267" y="92029"/>
                </a:cubicBezTo>
                <a:cubicBezTo>
                  <a:pt x="1589157" y="96597"/>
                  <a:pt x="1591848" y="100556"/>
                  <a:pt x="1595340" y="103905"/>
                </a:cubicBezTo>
                <a:cubicBezTo>
                  <a:pt x="1598832" y="107301"/>
                  <a:pt x="1603018" y="109980"/>
                  <a:pt x="1607897" y="111942"/>
                </a:cubicBezTo>
                <a:cubicBezTo>
                  <a:pt x="1612777" y="113903"/>
                  <a:pt x="1618207" y="114884"/>
                  <a:pt x="1624186" y="114884"/>
                </a:cubicBezTo>
                <a:moveTo>
                  <a:pt x="1621818" y="50517"/>
                </a:moveTo>
                <a:cubicBezTo>
                  <a:pt x="1624354" y="50517"/>
                  <a:pt x="1626590" y="50912"/>
                  <a:pt x="1628528" y="51701"/>
                </a:cubicBezTo>
                <a:cubicBezTo>
                  <a:pt x="1630465" y="52491"/>
                  <a:pt x="1632104" y="53555"/>
                  <a:pt x="1633443" y="54894"/>
                </a:cubicBezTo>
                <a:cubicBezTo>
                  <a:pt x="1634783" y="56282"/>
                  <a:pt x="1635835" y="57908"/>
                  <a:pt x="1636600" y="59774"/>
                </a:cubicBezTo>
                <a:cubicBezTo>
                  <a:pt x="1637366" y="61640"/>
                  <a:pt x="1637749" y="63625"/>
                  <a:pt x="1637749" y="65730"/>
                </a:cubicBezTo>
                <a:lnTo>
                  <a:pt x="1637749" y="67308"/>
                </a:lnTo>
                <a:lnTo>
                  <a:pt x="1605027" y="67308"/>
                </a:lnTo>
                <a:cubicBezTo>
                  <a:pt x="1605505" y="64773"/>
                  <a:pt x="1606223" y="62477"/>
                  <a:pt x="1607180" y="60420"/>
                </a:cubicBezTo>
                <a:cubicBezTo>
                  <a:pt x="1608137" y="58363"/>
                  <a:pt x="1609333" y="56593"/>
                  <a:pt x="1610768" y="55110"/>
                </a:cubicBezTo>
                <a:cubicBezTo>
                  <a:pt x="1612155" y="53627"/>
                  <a:pt x="1613782" y="52491"/>
                  <a:pt x="1615647" y="51701"/>
                </a:cubicBezTo>
                <a:cubicBezTo>
                  <a:pt x="1617513" y="50912"/>
                  <a:pt x="1619570" y="50517"/>
                  <a:pt x="1621818" y="50517"/>
                </a:cubicBezTo>
                <a:close/>
                <a:moveTo>
                  <a:pt x="1698656" y="42624"/>
                </a:moveTo>
                <a:cubicBezTo>
                  <a:pt x="1698656" y="46307"/>
                  <a:pt x="1699900" y="49393"/>
                  <a:pt x="1702387" y="51881"/>
                </a:cubicBezTo>
                <a:cubicBezTo>
                  <a:pt x="1704875" y="54368"/>
                  <a:pt x="1708248" y="55612"/>
                  <a:pt x="1712505" y="55612"/>
                </a:cubicBezTo>
                <a:cubicBezTo>
                  <a:pt x="1716715" y="55612"/>
                  <a:pt x="1720076" y="54380"/>
                  <a:pt x="1722587" y="51917"/>
                </a:cubicBezTo>
                <a:cubicBezTo>
                  <a:pt x="1725099" y="49453"/>
                  <a:pt x="1726354" y="46355"/>
                  <a:pt x="1726354" y="42624"/>
                </a:cubicBezTo>
                <a:cubicBezTo>
                  <a:pt x="1726354" y="38893"/>
                  <a:pt x="1725123" y="35759"/>
                  <a:pt x="1722659" y="33224"/>
                </a:cubicBezTo>
                <a:cubicBezTo>
                  <a:pt x="1720195" y="30688"/>
                  <a:pt x="1716811" y="29421"/>
                  <a:pt x="1712505" y="29421"/>
                </a:cubicBezTo>
                <a:cubicBezTo>
                  <a:pt x="1708152" y="29421"/>
                  <a:pt x="1704755" y="30700"/>
                  <a:pt x="1702316" y="33260"/>
                </a:cubicBezTo>
                <a:cubicBezTo>
                  <a:pt x="1699876" y="35819"/>
                  <a:pt x="1698656" y="38940"/>
                  <a:pt x="1698656" y="42624"/>
                </a:cubicBezTo>
                <a:moveTo>
                  <a:pt x="1720973" y="111870"/>
                </a:moveTo>
                <a:lnTo>
                  <a:pt x="1721044" y="96011"/>
                </a:lnTo>
                <a:lnTo>
                  <a:pt x="1702316" y="96011"/>
                </a:lnTo>
                <a:lnTo>
                  <a:pt x="1702316" y="112803"/>
                </a:lnTo>
                <a:cubicBezTo>
                  <a:pt x="1702316" y="118065"/>
                  <a:pt x="1701694" y="122574"/>
                  <a:pt x="1700450" y="126329"/>
                </a:cubicBezTo>
                <a:cubicBezTo>
                  <a:pt x="1699206" y="130084"/>
                  <a:pt x="1697675" y="133684"/>
                  <a:pt x="1695857" y="137128"/>
                </a:cubicBezTo>
                <a:lnTo>
                  <a:pt x="1706406" y="142582"/>
                </a:lnTo>
                <a:cubicBezTo>
                  <a:pt x="1710711" y="138755"/>
                  <a:pt x="1714215" y="134043"/>
                  <a:pt x="1716918" y="128446"/>
                </a:cubicBezTo>
                <a:cubicBezTo>
                  <a:pt x="1719621" y="122849"/>
                  <a:pt x="1720973" y="117323"/>
                  <a:pt x="1720973" y="111870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3C0641-CD74-4677-A546-70CA8BE0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7734" y="2310614"/>
            <a:ext cx="1234288" cy="176351"/>
          </a:xfrm>
          <a:custGeom xmlns:a="http://schemas.openxmlformats.org/drawingml/2006/main">
            <a:pathLst>
              <a:path w="1234288" h="176351">
                <a:moveTo>
                  <a:pt x="0" y="0"/>
                </a:moveTo>
                <a:lnTo>
                  <a:pt x="1234288" y="0"/>
                </a:lnTo>
                <a:lnTo>
                  <a:pt x="1234288" y="176351"/>
                </a:lnTo>
                <a:lnTo>
                  <a:pt x="0" y="176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F8C1EA-1388-46E2-8A05-530292DF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7734" y="2297750"/>
            <a:ext cx="1234288" cy="193759"/>
          </a:xfrm>
          <a:custGeom xmlns:a="http://schemas.openxmlformats.org/drawingml/2006/main">
            <a:pathLst>
              <a:path w="1234288" h="193759">
                <a:moveTo>
                  <a:pt x="0" y="0"/>
                </a:moveTo>
                <a:lnTo>
                  <a:pt x="1234288" y="0"/>
                </a:lnTo>
                <a:lnTo>
                  <a:pt x="1234288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uint32_ttype;">
            <a:extLst xmlns:a="http://schemas.openxmlformats.org/drawingml/2006/main">
              <a:ext uri="{FF2B5EF4-FFF2-40B4-BE49-F238E27FC236}">
                <a16:creationId xmlns:a16="http://schemas.microsoft.com/office/drawing/2014/main" id="{AABFF041-2017-4EBC-9571-D7E3E466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8498" y="2343557"/>
            <a:ext cx="1197301" cy="139496"/>
          </a:xfrm>
          <a:custGeom xmlns:a="http://schemas.openxmlformats.org/drawingml/2006/main">
            <a:pathLst>
              <a:path w="1197301" h="139496">
                <a:moveTo>
                  <a:pt x="50015" y="108138"/>
                </a:moveTo>
                <a:lnTo>
                  <a:pt x="68098" y="108138"/>
                </a:lnTo>
                <a:lnTo>
                  <a:pt x="68098" y="30497"/>
                </a:lnTo>
                <a:lnTo>
                  <a:pt x="48077" y="30497"/>
                </a:lnTo>
                <a:lnTo>
                  <a:pt x="48077" y="84961"/>
                </a:lnTo>
                <a:cubicBezTo>
                  <a:pt x="47456" y="86205"/>
                  <a:pt x="46714" y="87329"/>
                  <a:pt x="45853" y="88333"/>
                </a:cubicBezTo>
                <a:cubicBezTo>
                  <a:pt x="44992" y="89338"/>
                  <a:pt x="44011" y="90199"/>
                  <a:pt x="42911" y="90917"/>
                </a:cubicBezTo>
                <a:cubicBezTo>
                  <a:pt x="41619" y="91730"/>
                  <a:pt x="40124" y="92352"/>
                  <a:pt x="38426" y="92782"/>
                </a:cubicBezTo>
                <a:cubicBezTo>
                  <a:pt x="36728" y="93213"/>
                  <a:pt x="34826" y="93428"/>
                  <a:pt x="32721" y="93428"/>
                </a:cubicBezTo>
                <a:cubicBezTo>
                  <a:pt x="30377" y="93428"/>
                  <a:pt x="28392" y="93141"/>
                  <a:pt x="26766" y="92567"/>
                </a:cubicBezTo>
                <a:cubicBezTo>
                  <a:pt x="25139" y="91993"/>
                  <a:pt x="23823" y="91036"/>
                  <a:pt x="22819" y="89697"/>
                </a:cubicBezTo>
                <a:cubicBezTo>
                  <a:pt x="21814" y="88405"/>
                  <a:pt x="21085" y="86683"/>
                  <a:pt x="20630" y="84530"/>
                </a:cubicBezTo>
                <a:cubicBezTo>
                  <a:pt x="20176" y="82378"/>
                  <a:pt x="19949" y="79723"/>
                  <a:pt x="19949" y="76565"/>
                </a:cubicBezTo>
                <a:lnTo>
                  <a:pt x="19949" y="30497"/>
                </a:lnTo>
                <a:lnTo>
                  <a:pt x="0" y="30497"/>
                </a:lnTo>
                <a:lnTo>
                  <a:pt x="0" y="76422"/>
                </a:lnTo>
                <a:cubicBezTo>
                  <a:pt x="0" y="82306"/>
                  <a:pt x="658" y="87341"/>
                  <a:pt x="1973" y="91527"/>
                </a:cubicBezTo>
                <a:cubicBezTo>
                  <a:pt x="3289" y="95712"/>
                  <a:pt x="5143" y="99145"/>
                  <a:pt x="7535" y="101824"/>
                </a:cubicBezTo>
                <a:cubicBezTo>
                  <a:pt x="9926" y="104551"/>
                  <a:pt x="12797" y="106536"/>
                  <a:pt x="16145" y="107780"/>
                </a:cubicBezTo>
                <a:cubicBezTo>
                  <a:pt x="19494" y="109023"/>
                  <a:pt x="23178" y="109645"/>
                  <a:pt x="27196" y="109645"/>
                </a:cubicBezTo>
                <a:cubicBezTo>
                  <a:pt x="31597" y="109645"/>
                  <a:pt x="35651" y="108545"/>
                  <a:pt x="39359" y="106345"/>
                </a:cubicBezTo>
                <a:cubicBezTo>
                  <a:pt x="43066" y="104144"/>
                  <a:pt x="46236" y="101106"/>
                  <a:pt x="48867" y="97231"/>
                </a:cubicBezTo>
                <a:lnTo>
                  <a:pt x="50015" y="108138"/>
                </a:lnTo>
                <a:close/>
                <a:moveTo>
                  <a:pt x="92839" y="30497"/>
                </a:moveTo>
                <a:lnTo>
                  <a:pt x="92839" y="46786"/>
                </a:lnTo>
                <a:lnTo>
                  <a:pt x="114941" y="46786"/>
                </a:lnTo>
                <a:lnTo>
                  <a:pt x="114941" y="91921"/>
                </a:lnTo>
                <a:lnTo>
                  <a:pt x="92839" y="91921"/>
                </a:lnTo>
                <a:lnTo>
                  <a:pt x="92839" y="108138"/>
                </a:lnTo>
                <a:lnTo>
                  <a:pt x="156129" y="108138"/>
                </a:lnTo>
                <a:lnTo>
                  <a:pt x="156129" y="91921"/>
                </a:lnTo>
                <a:lnTo>
                  <a:pt x="135104" y="91921"/>
                </a:lnTo>
                <a:lnTo>
                  <a:pt x="135104" y="30497"/>
                </a:lnTo>
                <a:lnTo>
                  <a:pt x="92839" y="30497"/>
                </a:lnTo>
                <a:moveTo>
                  <a:pt x="113505" y="10620"/>
                </a:moveTo>
                <a:cubicBezTo>
                  <a:pt x="113505" y="12151"/>
                  <a:pt x="113780" y="13574"/>
                  <a:pt x="114331" y="14890"/>
                </a:cubicBezTo>
                <a:cubicBezTo>
                  <a:pt x="114881" y="16205"/>
                  <a:pt x="115658" y="17317"/>
                  <a:pt x="116663" y="18226"/>
                </a:cubicBezTo>
                <a:cubicBezTo>
                  <a:pt x="117667" y="19183"/>
                  <a:pt x="118875" y="19925"/>
                  <a:pt x="120286" y="20451"/>
                </a:cubicBezTo>
                <a:cubicBezTo>
                  <a:pt x="121698" y="20977"/>
                  <a:pt x="123264" y="21240"/>
                  <a:pt x="124987" y="21240"/>
                </a:cubicBezTo>
                <a:cubicBezTo>
                  <a:pt x="128527" y="21240"/>
                  <a:pt x="131337" y="20248"/>
                  <a:pt x="133418" y="18262"/>
                </a:cubicBezTo>
                <a:cubicBezTo>
                  <a:pt x="135499" y="16277"/>
                  <a:pt x="136540" y="13730"/>
                  <a:pt x="136540" y="10620"/>
                </a:cubicBezTo>
                <a:cubicBezTo>
                  <a:pt x="136540" y="7511"/>
                  <a:pt x="135499" y="4963"/>
                  <a:pt x="133418" y="2978"/>
                </a:cubicBezTo>
                <a:cubicBezTo>
                  <a:pt x="131337" y="993"/>
                  <a:pt x="128527" y="0"/>
                  <a:pt x="124987" y="0"/>
                </a:cubicBezTo>
                <a:cubicBezTo>
                  <a:pt x="123264" y="0"/>
                  <a:pt x="121698" y="263"/>
                  <a:pt x="120286" y="789"/>
                </a:cubicBezTo>
                <a:cubicBezTo>
                  <a:pt x="118875" y="1316"/>
                  <a:pt x="117667" y="2033"/>
                  <a:pt x="116663" y="2942"/>
                </a:cubicBezTo>
                <a:cubicBezTo>
                  <a:pt x="115658" y="3899"/>
                  <a:pt x="114881" y="5035"/>
                  <a:pt x="114331" y="6351"/>
                </a:cubicBezTo>
                <a:cubicBezTo>
                  <a:pt x="113780" y="7666"/>
                  <a:pt x="113505" y="9089"/>
                  <a:pt x="113505" y="10620"/>
                </a:cubicBezTo>
                <a:close/>
                <a:moveTo>
                  <a:pt x="175705" y="108138"/>
                </a:moveTo>
                <a:lnTo>
                  <a:pt x="195725" y="108138"/>
                </a:lnTo>
                <a:lnTo>
                  <a:pt x="195725" y="52957"/>
                </a:lnTo>
                <a:cubicBezTo>
                  <a:pt x="196395" y="51905"/>
                  <a:pt x="197137" y="50948"/>
                  <a:pt x="197950" y="50087"/>
                </a:cubicBezTo>
                <a:cubicBezTo>
                  <a:pt x="198763" y="49226"/>
                  <a:pt x="199672" y="48484"/>
                  <a:pt x="200677" y="47862"/>
                </a:cubicBezTo>
                <a:cubicBezTo>
                  <a:pt x="201920" y="47001"/>
                  <a:pt x="203344" y="46355"/>
                  <a:pt x="204946" y="45925"/>
                </a:cubicBezTo>
                <a:cubicBezTo>
                  <a:pt x="206549" y="45494"/>
                  <a:pt x="208307" y="45279"/>
                  <a:pt x="210220" y="45279"/>
                </a:cubicBezTo>
                <a:cubicBezTo>
                  <a:pt x="212517" y="45279"/>
                  <a:pt x="214574" y="45506"/>
                  <a:pt x="216392" y="45961"/>
                </a:cubicBezTo>
                <a:cubicBezTo>
                  <a:pt x="218209" y="46415"/>
                  <a:pt x="219764" y="47216"/>
                  <a:pt x="221056" y="48365"/>
                </a:cubicBezTo>
                <a:cubicBezTo>
                  <a:pt x="222347" y="49513"/>
                  <a:pt x="223340" y="51079"/>
                  <a:pt x="224034" y="53065"/>
                </a:cubicBezTo>
                <a:cubicBezTo>
                  <a:pt x="224727" y="55050"/>
                  <a:pt x="225074" y="57573"/>
                  <a:pt x="225074" y="60635"/>
                </a:cubicBezTo>
                <a:lnTo>
                  <a:pt x="225074" y="108138"/>
                </a:lnTo>
                <a:lnTo>
                  <a:pt x="245023" y="108138"/>
                </a:lnTo>
                <a:lnTo>
                  <a:pt x="245023" y="60348"/>
                </a:lnTo>
                <a:cubicBezTo>
                  <a:pt x="245023" y="54703"/>
                  <a:pt x="244365" y="49907"/>
                  <a:pt x="243049" y="45961"/>
                </a:cubicBezTo>
                <a:cubicBezTo>
                  <a:pt x="241734" y="42014"/>
                  <a:pt x="239904" y="38773"/>
                  <a:pt x="237560" y="36238"/>
                </a:cubicBezTo>
                <a:cubicBezTo>
                  <a:pt x="235168" y="33750"/>
                  <a:pt x="232346" y="31932"/>
                  <a:pt x="229093" y="30784"/>
                </a:cubicBezTo>
                <a:cubicBezTo>
                  <a:pt x="225840" y="29636"/>
                  <a:pt x="222252" y="29062"/>
                  <a:pt x="218329" y="29062"/>
                </a:cubicBezTo>
                <a:cubicBezTo>
                  <a:pt x="215267" y="29062"/>
                  <a:pt x="212373" y="29492"/>
                  <a:pt x="209646" y="30353"/>
                </a:cubicBezTo>
                <a:cubicBezTo>
                  <a:pt x="206920" y="31214"/>
                  <a:pt x="204408" y="32458"/>
                  <a:pt x="202112" y="34085"/>
                </a:cubicBezTo>
                <a:cubicBezTo>
                  <a:pt x="200772" y="35042"/>
                  <a:pt x="199505" y="36118"/>
                  <a:pt x="198309" y="37314"/>
                </a:cubicBezTo>
                <a:cubicBezTo>
                  <a:pt x="197113" y="38510"/>
                  <a:pt x="196012" y="39825"/>
                  <a:pt x="195008" y="41261"/>
                </a:cubicBezTo>
                <a:lnTo>
                  <a:pt x="193788" y="30497"/>
                </a:lnTo>
                <a:lnTo>
                  <a:pt x="175705" y="30497"/>
                </a:lnTo>
                <a:lnTo>
                  <a:pt x="175705" y="108138"/>
                </a:lnTo>
                <a:close/>
                <a:moveTo>
                  <a:pt x="300476" y="11481"/>
                </a:moveTo>
                <a:lnTo>
                  <a:pt x="280528" y="11481"/>
                </a:lnTo>
                <a:lnTo>
                  <a:pt x="280528" y="30497"/>
                </a:lnTo>
                <a:lnTo>
                  <a:pt x="262803" y="30497"/>
                </a:lnTo>
                <a:lnTo>
                  <a:pt x="262803" y="45207"/>
                </a:lnTo>
                <a:lnTo>
                  <a:pt x="280528" y="45207"/>
                </a:lnTo>
                <a:lnTo>
                  <a:pt x="280528" y="80512"/>
                </a:lnTo>
                <a:cubicBezTo>
                  <a:pt x="280528" y="85631"/>
                  <a:pt x="281197" y="90020"/>
                  <a:pt x="282537" y="93679"/>
                </a:cubicBezTo>
                <a:cubicBezTo>
                  <a:pt x="283876" y="97339"/>
                  <a:pt x="285790" y="100341"/>
                  <a:pt x="288277" y="102685"/>
                </a:cubicBezTo>
                <a:cubicBezTo>
                  <a:pt x="290717" y="105077"/>
                  <a:pt x="293671" y="106835"/>
                  <a:pt x="297139" y="107959"/>
                </a:cubicBezTo>
                <a:cubicBezTo>
                  <a:pt x="300608" y="109083"/>
                  <a:pt x="304471" y="109645"/>
                  <a:pt x="308728" y="109645"/>
                </a:cubicBezTo>
                <a:cubicBezTo>
                  <a:pt x="310929" y="109645"/>
                  <a:pt x="313165" y="109538"/>
                  <a:pt x="315438" y="109322"/>
                </a:cubicBezTo>
                <a:cubicBezTo>
                  <a:pt x="317710" y="109107"/>
                  <a:pt x="319898" y="108808"/>
                  <a:pt x="322003" y="108425"/>
                </a:cubicBezTo>
                <a:cubicBezTo>
                  <a:pt x="324108" y="108043"/>
                  <a:pt x="326094" y="107552"/>
                  <a:pt x="327959" y="106954"/>
                </a:cubicBezTo>
                <a:cubicBezTo>
                  <a:pt x="329825" y="106356"/>
                  <a:pt x="331451" y="105651"/>
                  <a:pt x="332839" y="104838"/>
                </a:cubicBezTo>
                <a:lnTo>
                  <a:pt x="330901" y="91132"/>
                </a:lnTo>
                <a:cubicBezTo>
                  <a:pt x="329992" y="91371"/>
                  <a:pt x="328904" y="91610"/>
                  <a:pt x="327636" y="91850"/>
                </a:cubicBezTo>
                <a:cubicBezTo>
                  <a:pt x="326369" y="92089"/>
                  <a:pt x="325017" y="92304"/>
                  <a:pt x="323582" y="92495"/>
                </a:cubicBezTo>
                <a:cubicBezTo>
                  <a:pt x="322099" y="92735"/>
                  <a:pt x="320556" y="92926"/>
                  <a:pt x="318954" y="93069"/>
                </a:cubicBezTo>
                <a:cubicBezTo>
                  <a:pt x="317351" y="93213"/>
                  <a:pt x="315784" y="93285"/>
                  <a:pt x="314254" y="93285"/>
                </a:cubicBezTo>
                <a:cubicBezTo>
                  <a:pt x="312149" y="93285"/>
                  <a:pt x="310247" y="93045"/>
                  <a:pt x="308549" y="92567"/>
                </a:cubicBezTo>
                <a:cubicBezTo>
                  <a:pt x="306851" y="92089"/>
                  <a:pt x="305403" y="91275"/>
                  <a:pt x="304207" y="90127"/>
                </a:cubicBezTo>
                <a:cubicBezTo>
                  <a:pt x="303012" y="89027"/>
                  <a:pt x="302091" y="87532"/>
                  <a:pt x="301445" y="85643"/>
                </a:cubicBezTo>
                <a:cubicBezTo>
                  <a:pt x="300799" y="83753"/>
                  <a:pt x="300476" y="81397"/>
                  <a:pt x="300476" y="78574"/>
                </a:cubicBezTo>
                <a:lnTo>
                  <a:pt x="300476" y="45207"/>
                </a:lnTo>
                <a:lnTo>
                  <a:pt x="329466" y="45207"/>
                </a:lnTo>
                <a:lnTo>
                  <a:pt x="329466" y="30497"/>
                </a:lnTo>
                <a:lnTo>
                  <a:pt x="300476" y="30497"/>
                </a:lnTo>
                <a:lnTo>
                  <a:pt x="300476" y="11481"/>
                </a:lnTo>
                <a:close/>
                <a:moveTo>
                  <a:pt x="372148" y="47145"/>
                </a:moveTo>
                <a:lnTo>
                  <a:pt x="372148" y="62644"/>
                </a:lnTo>
                <a:lnTo>
                  <a:pt x="382983" y="62644"/>
                </a:lnTo>
                <a:cubicBezTo>
                  <a:pt x="385710" y="62644"/>
                  <a:pt x="388162" y="62955"/>
                  <a:pt x="390339" y="63577"/>
                </a:cubicBezTo>
                <a:cubicBezTo>
                  <a:pt x="392515" y="64199"/>
                  <a:pt x="394393" y="65156"/>
                  <a:pt x="395972" y="66447"/>
                </a:cubicBezTo>
                <a:cubicBezTo>
                  <a:pt x="397502" y="67739"/>
                  <a:pt x="398674" y="69389"/>
                  <a:pt x="399488" y="71399"/>
                </a:cubicBezTo>
                <a:cubicBezTo>
                  <a:pt x="400301" y="73408"/>
                  <a:pt x="400708" y="75824"/>
                  <a:pt x="400708" y="78646"/>
                </a:cubicBezTo>
                <a:cubicBezTo>
                  <a:pt x="400708" y="80895"/>
                  <a:pt x="400361" y="82928"/>
                  <a:pt x="399667" y="84746"/>
                </a:cubicBezTo>
                <a:cubicBezTo>
                  <a:pt x="398973" y="86563"/>
                  <a:pt x="397957" y="88094"/>
                  <a:pt x="396617" y="89338"/>
                </a:cubicBezTo>
                <a:cubicBezTo>
                  <a:pt x="395230" y="90725"/>
                  <a:pt x="393508" y="91778"/>
                  <a:pt x="391451" y="92495"/>
                </a:cubicBezTo>
                <a:cubicBezTo>
                  <a:pt x="389394" y="93213"/>
                  <a:pt x="387074" y="93572"/>
                  <a:pt x="384490" y="93572"/>
                </a:cubicBezTo>
                <a:cubicBezTo>
                  <a:pt x="382194" y="93572"/>
                  <a:pt x="380089" y="93225"/>
                  <a:pt x="378176" y="92531"/>
                </a:cubicBezTo>
                <a:cubicBezTo>
                  <a:pt x="376262" y="91838"/>
                  <a:pt x="374612" y="90869"/>
                  <a:pt x="373224" y="89625"/>
                </a:cubicBezTo>
                <a:cubicBezTo>
                  <a:pt x="371789" y="88429"/>
                  <a:pt x="370689" y="86982"/>
                  <a:pt x="369924" y="85284"/>
                </a:cubicBezTo>
                <a:cubicBezTo>
                  <a:pt x="369158" y="83585"/>
                  <a:pt x="368775" y="81732"/>
                  <a:pt x="368775" y="79723"/>
                </a:cubicBezTo>
                <a:lnTo>
                  <a:pt x="348827" y="79723"/>
                </a:lnTo>
                <a:cubicBezTo>
                  <a:pt x="348827" y="84793"/>
                  <a:pt x="349820" y="89194"/>
                  <a:pt x="351805" y="92926"/>
                </a:cubicBezTo>
                <a:cubicBezTo>
                  <a:pt x="353790" y="96657"/>
                  <a:pt x="356433" y="99743"/>
                  <a:pt x="359734" y="102183"/>
                </a:cubicBezTo>
                <a:cubicBezTo>
                  <a:pt x="363035" y="104670"/>
                  <a:pt x="366802" y="106524"/>
                  <a:pt x="371036" y="107744"/>
                </a:cubicBezTo>
                <a:cubicBezTo>
                  <a:pt x="375270" y="108964"/>
                  <a:pt x="379611" y="109574"/>
                  <a:pt x="384060" y="109574"/>
                </a:cubicBezTo>
                <a:cubicBezTo>
                  <a:pt x="389226" y="109574"/>
                  <a:pt x="394046" y="108892"/>
                  <a:pt x="398519" y="107529"/>
                </a:cubicBezTo>
                <a:cubicBezTo>
                  <a:pt x="402992" y="106165"/>
                  <a:pt x="406855" y="104168"/>
                  <a:pt x="410108" y="101537"/>
                </a:cubicBezTo>
                <a:cubicBezTo>
                  <a:pt x="413361" y="98954"/>
                  <a:pt x="415920" y="95748"/>
                  <a:pt x="417786" y="91921"/>
                </a:cubicBezTo>
                <a:cubicBezTo>
                  <a:pt x="419651" y="88094"/>
                  <a:pt x="420584" y="83741"/>
                  <a:pt x="420584" y="78861"/>
                </a:cubicBezTo>
                <a:cubicBezTo>
                  <a:pt x="420584" y="76087"/>
                  <a:pt x="420249" y="73456"/>
                  <a:pt x="419580" y="70968"/>
                </a:cubicBezTo>
                <a:cubicBezTo>
                  <a:pt x="418910" y="68481"/>
                  <a:pt x="417881" y="66184"/>
                  <a:pt x="416494" y="64079"/>
                </a:cubicBezTo>
                <a:cubicBezTo>
                  <a:pt x="415107" y="62022"/>
                  <a:pt x="413349" y="60181"/>
                  <a:pt x="411220" y="58554"/>
                </a:cubicBezTo>
                <a:cubicBezTo>
                  <a:pt x="409091" y="56928"/>
                  <a:pt x="406568" y="55588"/>
                  <a:pt x="403650" y="54536"/>
                </a:cubicBezTo>
                <a:cubicBezTo>
                  <a:pt x="406137" y="53340"/>
                  <a:pt x="408338" y="51917"/>
                  <a:pt x="410251" y="50266"/>
                </a:cubicBezTo>
                <a:cubicBezTo>
                  <a:pt x="412165" y="48616"/>
                  <a:pt x="413767" y="46810"/>
                  <a:pt x="415059" y="44848"/>
                </a:cubicBezTo>
                <a:cubicBezTo>
                  <a:pt x="416351" y="42887"/>
                  <a:pt x="417331" y="40818"/>
                  <a:pt x="418001" y="38641"/>
                </a:cubicBezTo>
                <a:cubicBezTo>
                  <a:pt x="418671" y="36465"/>
                  <a:pt x="419006" y="34252"/>
                  <a:pt x="419006" y="32004"/>
                </a:cubicBezTo>
                <a:cubicBezTo>
                  <a:pt x="419006" y="27124"/>
                  <a:pt x="418157" y="22831"/>
                  <a:pt x="416458" y="19123"/>
                </a:cubicBezTo>
                <a:cubicBezTo>
                  <a:pt x="414760" y="15416"/>
                  <a:pt x="412380" y="12294"/>
                  <a:pt x="409318" y="9759"/>
                </a:cubicBezTo>
                <a:cubicBezTo>
                  <a:pt x="406257" y="7271"/>
                  <a:pt x="402573" y="5394"/>
                  <a:pt x="398268" y="4126"/>
                </a:cubicBezTo>
                <a:cubicBezTo>
                  <a:pt x="393962" y="2858"/>
                  <a:pt x="389226" y="2224"/>
                  <a:pt x="384060" y="2224"/>
                </a:cubicBezTo>
                <a:cubicBezTo>
                  <a:pt x="379276" y="2224"/>
                  <a:pt x="374815" y="2918"/>
                  <a:pt x="370677" y="4305"/>
                </a:cubicBezTo>
                <a:cubicBezTo>
                  <a:pt x="366539" y="5693"/>
                  <a:pt x="362939" y="7630"/>
                  <a:pt x="359878" y="10118"/>
                </a:cubicBezTo>
                <a:cubicBezTo>
                  <a:pt x="356816" y="12653"/>
                  <a:pt x="354412" y="15667"/>
                  <a:pt x="352666" y="19159"/>
                </a:cubicBezTo>
                <a:cubicBezTo>
                  <a:pt x="350920" y="22651"/>
                  <a:pt x="350047" y="26526"/>
                  <a:pt x="350047" y="30784"/>
                </a:cubicBezTo>
                <a:lnTo>
                  <a:pt x="369995" y="30784"/>
                </a:lnTo>
                <a:cubicBezTo>
                  <a:pt x="369995" y="28870"/>
                  <a:pt x="370378" y="27148"/>
                  <a:pt x="371143" y="25617"/>
                </a:cubicBezTo>
                <a:cubicBezTo>
                  <a:pt x="371909" y="24087"/>
                  <a:pt x="372961" y="22771"/>
                  <a:pt x="374301" y="21671"/>
                </a:cubicBezTo>
                <a:cubicBezTo>
                  <a:pt x="375592" y="20618"/>
                  <a:pt x="377111" y="19805"/>
                  <a:pt x="378857" y="19231"/>
                </a:cubicBezTo>
                <a:cubicBezTo>
                  <a:pt x="380603" y="18657"/>
                  <a:pt x="382481" y="18370"/>
                  <a:pt x="384490" y="18370"/>
                </a:cubicBezTo>
                <a:cubicBezTo>
                  <a:pt x="386930" y="18370"/>
                  <a:pt x="389071" y="18705"/>
                  <a:pt x="390913" y="19375"/>
                </a:cubicBezTo>
                <a:cubicBezTo>
                  <a:pt x="392754" y="20044"/>
                  <a:pt x="394273" y="20977"/>
                  <a:pt x="395469" y="22173"/>
                </a:cubicBezTo>
                <a:cubicBezTo>
                  <a:pt x="396665" y="23417"/>
                  <a:pt x="397562" y="24888"/>
                  <a:pt x="398160" y="26586"/>
                </a:cubicBezTo>
                <a:cubicBezTo>
                  <a:pt x="398758" y="28284"/>
                  <a:pt x="399057" y="30162"/>
                  <a:pt x="399057" y="32219"/>
                </a:cubicBezTo>
                <a:cubicBezTo>
                  <a:pt x="399057" y="34324"/>
                  <a:pt x="398758" y="36273"/>
                  <a:pt x="398160" y="38067"/>
                </a:cubicBezTo>
                <a:cubicBezTo>
                  <a:pt x="397562" y="39861"/>
                  <a:pt x="396665" y="41380"/>
                  <a:pt x="395469" y="42624"/>
                </a:cubicBezTo>
                <a:cubicBezTo>
                  <a:pt x="394178" y="44059"/>
                  <a:pt x="392491" y="45171"/>
                  <a:pt x="390410" y="45961"/>
                </a:cubicBezTo>
                <a:cubicBezTo>
                  <a:pt x="388329" y="46750"/>
                  <a:pt x="385854" y="47145"/>
                  <a:pt x="382983" y="47145"/>
                </a:cubicBezTo>
                <a:lnTo>
                  <a:pt x="372148" y="47145"/>
                </a:lnTo>
                <a:close/>
                <a:moveTo>
                  <a:pt x="508544" y="108138"/>
                </a:moveTo>
                <a:lnTo>
                  <a:pt x="508544" y="92137"/>
                </a:lnTo>
                <a:lnTo>
                  <a:pt x="462691" y="92137"/>
                </a:lnTo>
                <a:lnTo>
                  <a:pt x="482353" y="71327"/>
                </a:lnTo>
                <a:cubicBezTo>
                  <a:pt x="485749" y="67835"/>
                  <a:pt x="488835" y="64498"/>
                  <a:pt x="491610" y="61317"/>
                </a:cubicBezTo>
                <a:cubicBezTo>
                  <a:pt x="494384" y="58135"/>
                  <a:pt x="496776" y="55014"/>
                  <a:pt x="498785" y="51952"/>
                </a:cubicBezTo>
                <a:cubicBezTo>
                  <a:pt x="500747" y="48891"/>
                  <a:pt x="502266" y="45793"/>
                  <a:pt x="503342" y="42660"/>
                </a:cubicBezTo>
                <a:cubicBezTo>
                  <a:pt x="504418" y="39526"/>
                  <a:pt x="504956" y="36238"/>
                  <a:pt x="504956" y="32793"/>
                </a:cubicBezTo>
                <a:cubicBezTo>
                  <a:pt x="504956" y="28249"/>
                  <a:pt x="504239" y="24099"/>
                  <a:pt x="502804" y="20343"/>
                </a:cubicBezTo>
                <a:cubicBezTo>
                  <a:pt x="501369" y="16588"/>
                  <a:pt x="499288" y="13371"/>
                  <a:pt x="496561" y="10692"/>
                </a:cubicBezTo>
                <a:cubicBezTo>
                  <a:pt x="493786" y="8013"/>
                  <a:pt x="490354" y="5932"/>
                  <a:pt x="486264" y="4449"/>
                </a:cubicBezTo>
                <a:cubicBezTo>
                  <a:pt x="482174" y="2966"/>
                  <a:pt x="477473" y="2224"/>
                  <a:pt x="472163" y="2224"/>
                </a:cubicBezTo>
                <a:cubicBezTo>
                  <a:pt x="466614" y="2224"/>
                  <a:pt x="461555" y="3121"/>
                  <a:pt x="456987" y="4915"/>
                </a:cubicBezTo>
                <a:cubicBezTo>
                  <a:pt x="452418" y="6709"/>
                  <a:pt x="448531" y="9161"/>
                  <a:pt x="445326" y="12271"/>
                </a:cubicBezTo>
                <a:cubicBezTo>
                  <a:pt x="442073" y="15380"/>
                  <a:pt x="439562" y="19004"/>
                  <a:pt x="437792" y="23142"/>
                </a:cubicBezTo>
                <a:cubicBezTo>
                  <a:pt x="436022" y="27280"/>
                  <a:pt x="435137" y="31669"/>
                  <a:pt x="435137" y="36309"/>
                </a:cubicBezTo>
                <a:lnTo>
                  <a:pt x="455157" y="36309"/>
                </a:lnTo>
                <a:cubicBezTo>
                  <a:pt x="455157" y="33487"/>
                  <a:pt x="455516" y="30975"/>
                  <a:pt x="456233" y="28775"/>
                </a:cubicBezTo>
                <a:cubicBezTo>
                  <a:pt x="456951" y="26574"/>
                  <a:pt x="458003" y="24732"/>
                  <a:pt x="459391" y="23249"/>
                </a:cubicBezTo>
                <a:cubicBezTo>
                  <a:pt x="460730" y="21814"/>
                  <a:pt x="462416" y="20726"/>
                  <a:pt x="464449" y="19984"/>
                </a:cubicBezTo>
                <a:cubicBezTo>
                  <a:pt x="466483" y="19243"/>
                  <a:pt x="468839" y="18872"/>
                  <a:pt x="471518" y="18872"/>
                </a:cubicBezTo>
                <a:cubicBezTo>
                  <a:pt x="473575" y="18872"/>
                  <a:pt x="475452" y="19207"/>
                  <a:pt x="477150" y="19877"/>
                </a:cubicBezTo>
                <a:cubicBezTo>
                  <a:pt x="478849" y="20547"/>
                  <a:pt x="480320" y="21503"/>
                  <a:pt x="481564" y="22747"/>
                </a:cubicBezTo>
                <a:cubicBezTo>
                  <a:pt x="482760" y="24039"/>
                  <a:pt x="483692" y="25593"/>
                  <a:pt x="484362" y="27411"/>
                </a:cubicBezTo>
                <a:cubicBezTo>
                  <a:pt x="485032" y="29229"/>
                  <a:pt x="485367" y="31310"/>
                  <a:pt x="485367" y="33654"/>
                </a:cubicBezTo>
                <a:cubicBezTo>
                  <a:pt x="485367" y="35233"/>
                  <a:pt x="485116" y="36859"/>
                  <a:pt x="484613" y="38534"/>
                </a:cubicBezTo>
                <a:cubicBezTo>
                  <a:pt x="484111" y="40208"/>
                  <a:pt x="483310" y="42002"/>
                  <a:pt x="482209" y="43916"/>
                </a:cubicBezTo>
                <a:cubicBezTo>
                  <a:pt x="481061" y="45877"/>
                  <a:pt x="479578" y="48030"/>
                  <a:pt x="477760" y="50374"/>
                </a:cubicBezTo>
                <a:cubicBezTo>
                  <a:pt x="475943" y="52718"/>
                  <a:pt x="473718" y="55325"/>
                  <a:pt x="471087" y="58195"/>
                </a:cubicBezTo>
                <a:lnTo>
                  <a:pt x="437289" y="94505"/>
                </a:lnTo>
                <a:lnTo>
                  <a:pt x="437289" y="108138"/>
                </a:lnTo>
                <a:lnTo>
                  <a:pt x="508544" y="108138"/>
                </a:lnTo>
                <a:close/>
                <a:moveTo>
                  <a:pt x="594352" y="123710"/>
                </a:moveTo>
                <a:lnTo>
                  <a:pt x="594352" y="108138"/>
                </a:lnTo>
                <a:lnTo>
                  <a:pt x="528909" y="108138"/>
                </a:lnTo>
                <a:lnTo>
                  <a:pt x="528909" y="123710"/>
                </a:lnTo>
                <a:lnTo>
                  <a:pt x="594352" y="123710"/>
                </a:lnTo>
                <a:close/>
                <a:moveTo>
                  <a:pt x="653179" y="11481"/>
                </a:moveTo>
                <a:lnTo>
                  <a:pt x="633231" y="11481"/>
                </a:lnTo>
                <a:lnTo>
                  <a:pt x="633231" y="30497"/>
                </a:lnTo>
                <a:lnTo>
                  <a:pt x="615507" y="30497"/>
                </a:lnTo>
                <a:lnTo>
                  <a:pt x="615507" y="45207"/>
                </a:lnTo>
                <a:lnTo>
                  <a:pt x="633231" y="45207"/>
                </a:lnTo>
                <a:lnTo>
                  <a:pt x="633231" y="80512"/>
                </a:lnTo>
                <a:cubicBezTo>
                  <a:pt x="633231" y="85631"/>
                  <a:pt x="633901" y="90020"/>
                  <a:pt x="635240" y="93679"/>
                </a:cubicBezTo>
                <a:cubicBezTo>
                  <a:pt x="636579" y="97339"/>
                  <a:pt x="638493" y="100341"/>
                  <a:pt x="640981" y="102685"/>
                </a:cubicBezTo>
                <a:cubicBezTo>
                  <a:pt x="643420" y="105077"/>
                  <a:pt x="646374" y="106835"/>
                  <a:pt x="649843" y="107959"/>
                </a:cubicBezTo>
                <a:cubicBezTo>
                  <a:pt x="653311" y="109083"/>
                  <a:pt x="657174" y="109645"/>
                  <a:pt x="661431" y="109645"/>
                </a:cubicBezTo>
                <a:cubicBezTo>
                  <a:pt x="663632" y="109645"/>
                  <a:pt x="665868" y="109538"/>
                  <a:pt x="668141" y="109322"/>
                </a:cubicBezTo>
                <a:cubicBezTo>
                  <a:pt x="670413" y="109107"/>
                  <a:pt x="672602" y="108808"/>
                  <a:pt x="674707" y="108425"/>
                </a:cubicBezTo>
                <a:cubicBezTo>
                  <a:pt x="676811" y="108043"/>
                  <a:pt x="678797" y="107552"/>
                  <a:pt x="680662" y="106954"/>
                </a:cubicBezTo>
                <a:cubicBezTo>
                  <a:pt x="682528" y="106356"/>
                  <a:pt x="684155" y="105651"/>
                  <a:pt x="685542" y="104838"/>
                </a:cubicBezTo>
                <a:lnTo>
                  <a:pt x="683604" y="91132"/>
                </a:lnTo>
                <a:cubicBezTo>
                  <a:pt x="682696" y="91371"/>
                  <a:pt x="681607" y="91610"/>
                  <a:pt x="680340" y="91850"/>
                </a:cubicBezTo>
                <a:cubicBezTo>
                  <a:pt x="679072" y="92089"/>
                  <a:pt x="677720" y="92304"/>
                  <a:pt x="676285" y="92495"/>
                </a:cubicBezTo>
                <a:cubicBezTo>
                  <a:pt x="674802" y="92735"/>
                  <a:pt x="673259" y="92926"/>
                  <a:pt x="671657" y="93069"/>
                </a:cubicBezTo>
                <a:cubicBezTo>
                  <a:pt x="670054" y="93213"/>
                  <a:pt x="668488" y="93285"/>
                  <a:pt x="666957" y="93285"/>
                </a:cubicBezTo>
                <a:cubicBezTo>
                  <a:pt x="664852" y="93285"/>
                  <a:pt x="662950" y="93045"/>
                  <a:pt x="661252" y="92567"/>
                </a:cubicBezTo>
                <a:cubicBezTo>
                  <a:pt x="659554" y="92089"/>
                  <a:pt x="658107" y="91275"/>
                  <a:pt x="656911" y="90127"/>
                </a:cubicBezTo>
                <a:cubicBezTo>
                  <a:pt x="655715" y="89027"/>
                  <a:pt x="654794" y="87532"/>
                  <a:pt x="654148" y="85643"/>
                </a:cubicBezTo>
                <a:cubicBezTo>
                  <a:pt x="653502" y="83753"/>
                  <a:pt x="653179" y="81397"/>
                  <a:pt x="653179" y="78574"/>
                </a:cubicBezTo>
                <a:lnTo>
                  <a:pt x="653179" y="45207"/>
                </a:lnTo>
                <a:lnTo>
                  <a:pt x="682169" y="45207"/>
                </a:lnTo>
                <a:lnTo>
                  <a:pt x="682169" y="30497"/>
                </a:lnTo>
                <a:lnTo>
                  <a:pt x="653179" y="30497"/>
                </a:lnTo>
                <a:lnTo>
                  <a:pt x="653179" y="11481"/>
                </a:lnTo>
                <a:close/>
                <a:moveTo>
                  <a:pt x="829530" y="11481"/>
                </a:moveTo>
                <a:lnTo>
                  <a:pt x="809582" y="11481"/>
                </a:lnTo>
                <a:lnTo>
                  <a:pt x="809582" y="30497"/>
                </a:lnTo>
                <a:lnTo>
                  <a:pt x="791858" y="30497"/>
                </a:lnTo>
                <a:lnTo>
                  <a:pt x="791858" y="45207"/>
                </a:lnTo>
                <a:lnTo>
                  <a:pt x="809582" y="45207"/>
                </a:lnTo>
                <a:lnTo>
                  <a:pt x="809582" y="80512"/>
                </a:lnTo>
                <a:cubicBezTo>
                  <a:pt x="809582" y="85631"/>
                  <a:pt x="810251" y="90020"/>
                  <a:pt x="811591" y="93679"/>
                </a:cubicBezTo>
                <a:cubicBezTo>
                  <a:pt x="812930" y="97339"/>
                  <a:pt x="814844" y="100341"/>
                  <a:pt x="817331" y="102685"/>
                </a:cubicBezTo>
                <a:cubicBezTo>
                  <a:pt x="819771" y="105077"/>
                  <a:pt x="822725" y="106835"/>
                  <a:pt x="826194" y="107959"/>
                </a:cubicBezTo>
                <a:cubicBezTo>
                  <a:pt x="829662" y="109083"/>
                  <a:pt x="833525" y="109645"/>
                  <a:pt x="837782" y="109645"/>
                </a:cubicBezTo>
                <a:cubicBezTo>
                  <a:pt x="839983" y="109645"/>
                  <a:pt x="842219" y="109538"/>
                  <a:pt x="844492" y="109322"/>
                </a:cubicBezTo>
                <a:cubicBezTo>
                  <a:pt x="846764" y="109107"/>
                  <a:pt x="848953" y="108808"/>
                  <a:pt x="851057" y="108425"/>
                </a:cubicBezTo>
                <a:cubicBezTo>
                  <a:pt x="853162" y="108043"/>
                  <a:pt x="855148" y="107552"/>
                  <a:pt x="857013" y="106954"/>
                </a:cubicBezTo>
                <a:cubicBezTo>
                  <a:pt x="858879" y="106356"/>
                  <a:pt x="860506" y="105651"/>
                  <a:pt x="861893" y="104838"/>
                </a:cubicBezTo>
                <a:lnTo>
                  <a:pt x="859955" y="91132"/>
                </a:lnTo>
                <a:cubicBezTo>
                  <a:pt x="859046" y="91371"/>
                  <a:pt x="857958" y="91610"/>
                  <a:pt x="856690" y="91850"/>
                </a:cubicBezTo>
                <a:cubicBezTo>
                  <a:pt x="855423" y="92089"/>
                  <a:pt x="854071" y="92304"/>
                  <a:pt x="852636" y="92495"/>
                </a:cubicBezTo>
                <a:cubicBezTo>
                  <a:pt x="851153" y="92735"/>
                  <a:pt x="849610" y="92926"/>
                  <a:pt x="848008" y="93069"/>
                </a:cubicBezTo>
                <a:cubicBezTo>
                  <a:pt x="846405" y="93213"/>
                  <a:pt x="844838" y="93285"/>
                  <a:pt x="843308" y="93285"/>
                </a:cubicBezTo>
                <a:cubicBezTo>
                  <a:pt x="841203" y="93285"/>
                  <a:pt x="839301" y="93045"/>
                  <a:pt x="837603" y="92567"/>
                </a:cubicBezTo>
                <a:cubicBezTo>
                  <a:pt x="835905" y="92089"/>
                  <a:pt x="834458" y="91275"/>
                  <a:pt x="833262" y="90127"/>
                </a:cubicBezTo>
                <a:cubicBezTo>
                  <a:pt x="832066" y="89027"/>
                  <a:pt x="831145" y="87532"/>
                  <a:pt x="830499" y="85643"/>
                </a:cubicBezTo>
                <a:cubicBezTo>
                  <a:pt x="829853" y="83753"/>
                  <a:pt x="829530" y="81397"/>
                  <a:pt x="829530" y="78574"/>
                </a:cubicBezTo>
                <a:lnTo>
                  <a:pt x="829530" y="45207"/>
                </a:lnTo>
                <a:lnTo>
                  <a:pt x="858520" y="45207"/>
                </a:lnTo>
                <a:lnTo>
                  <a:pt x="858520" y="30497"/>
                </a:lnTo>
                <a:lnTo>
                  <a:pt x="829530" y="30497"/>
                </a:lnTo>
                <a:lnTo>
                  <a:pt x="829530" y="11481"/>
                </a:lnTo>
                <a:close/>
                <a:moveTo>
                  <a:pt x="893380" y="139496"/>
                </a:moveTo>
                <a:cubicBezTo>
                  <a:pt x="897398" y="139496"/>
                  <a:pt x="900878" y="138827"/>
                  <a:pt x="903820" y="137487"/>
                </a:cubicBezTo>
                <a:cubicBezTo>
                  <a:pt x="906763" y="136148"/>
                  <a:pt x="909262" y="134497"/>
                  <a:pt x="911319" y="132536"/>
                </a:cubicBezTo>
                <a:cubicBezTo>
                  <a:pt x="913376" y="130575"/>
                  <a:pt x="915086" y="128446"/>
                  <a:pt x="916450" y="126150"/>
                </a:cubicBezTo>
                <a:cubicBezTo>
                  <a:pt x="917813" y="123853"/>
                  <a:pt x="918925" y="121725"/>
                  <a:pt x="919787" y="119763"/>
                </a:cubicBezTo>
                <a:lnTo>
                  <a:pt x="959181" y="30497"/>
                </a:lnTo>
                <a:lnTo>
                  <a:pt x="937152" y="30497"/>
                </a:lnTo>
                <a:lnTo>
                  <a:pt x="919428" y="76135"/>
                </a:lnTo>
                <a:lnTo>
                  <a:pt x="916486" y="83884"/>
                </a:lnTo>
                <a:lnTo>
                  <a:pt x="914333" y="75991"/>
                </a:lnTo>
                <a:lnTo>
                  <a:pt x="896537" y="30497"/>
                </a:lnTo>
                <a:lnTo>
                  <a:pt x="874723" y="30497"/>
                </a:lnTo>
                <a:lnTo>
                  <a:pt x="907588" y="104838"/>
                </a:lnTo>
                <a:lnTo>
                  <a:pt x="902995" y="113377"/>
                </a:lnTo>
                <a:cubicBezTo>
                  <a:pt x="902421" y="114429"/>
                  <a:pt x="901931" y="115242"/>
                  <a:pt x="901524" y="115817"/>
                </a:cubicBezTo>
                <a:cubicBezTo>
                  <a:pt x="901118" y="116391"/>
                  <a:pt x="900484" y="117252"/>
                  <a:pt x="899623" y="118400"/>
                </a:cubicBezTo>
                <a:cubicBezTo>
                  <a:pt x="898762" y="119548"/>
                  <a:pt x="897721" y="120612"/>
                  <a:pt x="896501" y="121593"/>
                </a:cubicBezTo>
                <a:cubicBezTo>
                  <a:pt x="895281" y="122574"/>
                  <a:pt x="893882" y="123064"/>
                  <a:pt x="892303" y="123064"/>
                </a:cubicBezTo>
                <a:cubicBezTo>
                  <a:pt x="891538" y="123064"/>
                  <a:pt x="890521" y="123028"/>
                  <a:pt x="889254" y="122956"/>
                </a:cubicBezTo>
                <a:cubicBezTo>
                  <a:pt x="887986" y="122885"/>
                  <a:pt x="886946" y="122849"/>
                  <a:pt x="886132" y="122849"/>
                </a:cubicBezTo>
                <a:lnTo>
                  <a:pt x="883693" y="138061"/>
                </a:lnTo>
                <a:cubicBezTo>
                  <a:pt x="885415" y="138540"/>
                  <a:pt x="886981" y="138898"/>
                  <a:pt x="888393" y="139138"/>
                </a:cubicBezTo>
                <a:cubicBezTo>
                  <a:pt x="889804" y="139377"/>
                  <a:pt x="891466" y="139496"/>
                  <a:pt x="893380" y="139496"/>
                </a:cubicBezTo>
                <a:close/>
                <a:moveTo>
                  <a:pt x="969572" y="137990"/>
                </a:moveTo>
                <a:lnTo>
                  <a:pt x="989520" y="137990"/>
                </a:lnTo>
                <a:lnTo>
                  <a:pt x="989520" y="101393"/>
                </a:lnTo>
                <a:cubicBezTo>
                  <a:pt x="990429" y="102398"/>
                  <a:pt x="991386" y="103307"/>
                  <a:pt x="992391" y="104120"/>
                </a:cubicBezTo>
                <a:cubicBezTo>
                  <a:pt x="993395" y="104933"/>
                  <a:pt x="994448" y="105675"/>
                  <a:pt x="995548" y="106345"/>
                </a:cubicBezTo>
                <a:cubicBezTo>
                  <a:pt x="997414" y="107397"/>
                  <a:pt x="999435" y="108198"/>
                  <a:pt x="1001612" y="108748"/>
                </a:cubicBezTo>
                <a:cubicBezTo>
                  <a:pt x="1003788" y="109299"/>
                  <a:pt x="1006168" y="109574"/>
                  <a:pt x="1008751" y="109574"/>
                </a:cubicBezTo>
                <a:cubicBezTo>
                  <a:pt x="1013631" y="109574"/>
                  <a:pt x="1017960" y="108569"/>
                  <a:pt x="1021740" y="106560"/>
                </a:cubicBezTo>
                <a:cubicBezTo>
                  <a:pt x="1025519" y="104551"/>
                  <a:pt x="1028700" y="101776"/>
                  <a:pt x="1031283" y="98236"/>
                </a:cubicBezTo>
                <a:cubicBezTo>
                  <a:pt x="1033819" y="94744"/>
                  <a:pt x="1035744" y="90582"/>
                  <a:pt x="1037060" y="85750"/>
                </a:cubicBezTo>
                <a:cubicBezTo>
                  <a:pt x="1038375" y="80918"/>
                  <a:pt x="1039033" y="75680"/>
                  <a:pt x="1039033" y="70035"/>
                </a:cubicBezTo>
                <a:lnTo>
                  <a:pt x="1039033" y="68528"/>
                </a:lnTo>
                <a:cubicBezTo>
                  <a:pt x="1039033" y="62644"/>
                  <a:pt x="1038375" y="57274"/>
                  <a:pt x="1037060" y="52419"/>
                </a:cubicBezTo>
                <a:cubicBezTo>
                  <a:pt x="1035744" y="47563"/>
                  <a:pt x="1033795" y="43389"/>
                  <a:pt x="1031212" y="39897"/>
                </a:cubicBezTo>
                <a:cubicBezTo>
                  <a:pt x="1028628" y="36453"/>
                  <a:pt x="1025447" y="33786"/>
                  <a:pt x="1021668" y="31896"/>
                </a:cubicBezTo>
                <a:cubicBezTo>
                  <a:pt x="1017889" y="30007"/>
                  <a:pt x="1013535" y="29062"/>
                  <a:pt x="1008608" y="29062"/>
                </a:cubicBezTo>
                <a:cubicBezTo>
                  <a:pt x="1006216" y="29062"/>
                  <a:pt x="1003980" y="29313"/>
                  <a:pt x="1001899" y="29815"/>
                </a:cubicBezTo>
                <a:cubicBezTo>
                  <a:pt x="999818" y="30318"/>
                  <a:pt x="997916" y="31023"/>
                  <a:pt x="996194" y="31932"/>
                </a:cubicBezTo>
                <a:cubicBezTo>
                  <a:pt x="994759" y="32697"/>
                  <a:pt x="993419" y="33594"/>
                  <a:pt x="992175" y="34623"/>
                </a:cubicBezTo>
                <a:cubicBezTo>
                  <a:pt x="990932" y="35651"/>
                  <a:pt x="989784" y="36812"/>
                  <a:pt x="988731" y="38103"/>
                </a:cubicBezTo>
                <a:lnTo>
                  <a:pt x="988014" y="30497"/>
                </a:lnTo>
                <a:lnTo>
                  <a:pt x="969572" y="30497"/>
                </a:lnTo>
                <a:lnTo>
                  <a:pt x="969572" y="137990"/>
                </a:lnTo>
                <a:moveTo>
                  <a:pt x="1019084" y="68528"/>
                </a:moveTo>
                <a:lnTo>
                  <a:pt x="1019084" y="70035"/>
                </a:lnTo>
                <a:cubicBezTo>
                  <a:pt x="1019084" y="73240"/>
                  <a:pt x="1018797" y="76266"/>
                  <a:pt x="1018223" y="79113"/>
                </a:cubicBezTo>
                <a:cubicBezTo>
                  <a:pt x="1017649" y="81959"/>
                  <a:pt x="1016740" y="84459"/>
                  <a:pt x="1015497" y="86611"/>
                </a:cubicBezTo>
                <a:cubicBezTo>
                  <a:pt x="1014253" y="88764"/>
                  <a:pt x="1012638" y="90462"/>
                  <a:pt x="1010653" y="91706"/>
                </a:cubicBezTo>
                <a:cubicBezTo>
                  <a:pt x="1008668" y="92950"/>
                  <a:pt x="1006264" y="93572"/>
                  <a:pt x="1003441" y="93572"/>
                </a:cubicBezTo>
                <a:cubicBezTo>
                  <a:pt x="1001671" y="93572"/>
                  <a:pt x="1000069" y="93392"/>
                  <a:pt x="998634" y="93034"/>
                </a:cubicBezTo>
                <a:cubicBezTo>
                  <a:pt x="997198" y="92675"/>
                  <a:pt x="995931" y="92160"/>
                  <a:pt x="994830" y="91491"/>
                </a:cubicBezTo>
                <a:cubicBezTo>
                  <a:pt x="993682" y="90773"/>
                  <a:pt x="992666" y="89912"/>
                  <a:pt x="991781" y="88907"/>
                </a:cubicBezTo>
                <a:cubicBezTo>
                  <a:pt x="990896" y="87903"/>
                  <a:pt x="990142" y="86779"/>
                  <a:pt x="989520" y="85535"/>
                </a:cubicBezTo>
                <a:lnTo>
                  <a:pt x="989520" y="53101"/>
                </a:lnTo>
                <a:cubicBezTo>
                  <a:pt x="990190" y="51761"/>
                  <a:pt x="990991" y="50589"/>
                  <a:pt x="991924" y="49584"/>
                </a:cubicBezTo>
                <a:cubicBezTo>
                  <a:pt x="992857" y="48580"/>
                  <a:pt x="993945" y="47743"/>
                  <a:pt x="995189" y="47073"/>
                </a:cubicBezTo>
                <a:cubicBezTo>
                  <a:pt x="996290" y="46499"/>
                  <a:pt x="997509" y="46056"/>
                  <a:pt x="998849" y="45745"/>
                </a:cubicBezTo>
                <a:cubicBezTo>
                  <a:pt x="1000188" y="45434"/>
                  <a:pt x="1001671" y="45279"/>
                  <a:pt x="1003298" y="45279"/>
                </a:cubicBezTo>
                <a:cubicBezTo>
                  <a:pt x="1006120" y="45279"/>
                  <a:pt x="1008524" y="45877"/>
                  <a:pt x="1010509" y="47073"/>
                </a:cubicBezTo>
                <a:cubicBezTo>
                  <a:pt x="1012495" y="48269"/>
                  <a:pt x="1014133" y="49895"/>
                  <a:pt x="1015425" y="51952"/>
                </a:cubicBezTo>
                <a:cubicBezTo>
                  <a:pt x="1016669" y="54057"/>
                  <a:pt x="1017590" y="56533"/>
                  <a:pt x="1018188" y="59379"/>
                </a:cubicBezTo>
                <a:cubicBezTo>
                  <a:pt x="1018786" y="62226"/>
                  <a:pt x="1019084" y="65275"/>
                  <a:pt x="1019084" y="68528"/>
                </a:cubicBezTo>
                <a:close/>
                <a:moveTo>
                  <a:pt x="1095133" y="109574"/>
                </a:moveTo>
                <a:cubicBezTo>
                  <a:pt x="1102643" y="109574"/>
                  <a:pt x="1109149" y="108115"/>
                  <a:pt x="1114651" y="105196"/>
                </a:cubicBezTo>
                <a:cubicBezTo>
                  <a:pt x="1120152" y="102278"/>
                  <a:pt x="1124171" y="99025"/>
                  <a:pt x="1126706" y="95437"/>
                </a:cubicBezTo>
                <a:lnTo>
                  <a:pt x="1116732" y="84674"/>
                </a:lnTo>
                <a:cubicBezTo>
                  <a:pt x="1114436" y="87640"/>
                  <a:pt x="1111446" y="89864"/>
                  <a:pt x="1107762" y="91347"/>
                </a:cubicBezTo>
                <a:cubicBezTo>
                  <a:pt x="1104079" y="92830"/>
                  <a:pt x="1100275" y="93572"/>
                  <a:pt x="1096353" y="93572"/>
                </a:cubicBezTo>
                <a:cubicBezTo>
                  <a:pt x="1093578" y="93572"/>
                  <a:pt x="1091019" y="93141"/>
                  <a:pt x="1088675" y="92280"/>
                </a:cubicBezTo>
                <a:cubicBezTo>
                  <a:pt x="1086331" y="91419"/>
                  <a:pt x="1084250" y="90199"/>
                  <a:pt x="1082432" y="88620"/>
                </a:cubicBezTo>
                <a:cubicBezTo>
                  <a:pt x="1080662" y="87090"/>
                  <a:pt x="1079250" y="85379"/>
                  <a:pt x="1078198" y="83490"/>
                </a:cubicBezTo>
                <a:cubicBezTo>
                  <a:pt x="1077146" y="81600"/>
                  <a:pt x="1076285" y="79101"/>
                  <a:pt x="1075615" y="75991"/>
                </a:cubicBezTo>
                <a:lnTo>
                  <a:pt x="1075615" y="75776"/>
                </a:lnTo>
                <a:lnTo>
                  <a:pt x="1128285" y="75776"/>
                </a:lnTo>
                <a:lnTo>
                  <a:pt x="1128285" y="67308"/>
                </a:lnTo>
                <a:cubicBezTo>
                  <a:pt x="1128285" y="61616"/>
                  <a:pt x="1127495" y="56413"/>
                  <a:pt x="1125917" y="51701"/>
                </a:cubicBezTo>
                <a:cubicBezTo>
                  <a:pt x="1124338" y="46989"/>
                  <a:pt x="1122042" y="42959"/>
                  <a:pt x="1119028" y="39610"/>
                </a:cubicBezTo>
                <a:cubicBezTo>
                  <a:pt x="1115966" y="36261"/>
                  <a:pt x="1112247" y="33666"/>
                  <a:pt x="1107870" y="31824"/>
                </a:cubicBezTo>
                <a:cubicBezTo>
                  <a:pt x="1103493" y="29983"/>
                  <a:pt x="1098505" y="29062"/>
                  <a:pt x="1092908" y="29062"/>
                </a:cubicBezTo>
                <a:cubicBezTo>
                  <a:pt x="1087503" y="29062"/>
                  <a:pt x="1082503" y="30042"/>
                  <a:pt x="1077911" y="32004"/>
                </a:cubicBezTo>
                <a:cubicBezTo>
                  <a:pt x="1073319" y="33965"/>
                  <a:pt x="1069348" y="36716"/>
                  <a:pt x="1065999" y="40256"/>
                </a:cubicBezTo>
                <a:cubicBezTo>
                  <a:pt x="1062651" y="43796"/>
                  <a:pt x="1060043" y="48018"/>
                  <a:pt x="1058178" y="52921"/>
                </a:cubicBezTo>
                <a:cubicBezTo>
                  <a:pt x="1056312" y="57825"/>
                  <a:pt x="1055379" y="63242"/>
                  <a:pt x="1055379" y="69174"/>
                </a:cubicBezTo>
                <a:lnTo>
                  <a:pt x="1055379" y="72044"/>
                </a:lnTo>
                <a:cubicBezTo>
                  <a:pt x="1055379" y="77259"/>
                  <a:pt x="1056324" y="82150"/>
                  <a:pt x="1058214" y="86719"/>
                </a:cubicBezTo>
                <a:cubicBezTo>
                  <a:pt x="1060103" y="91287"/>
                  <a:pt x="1062794" y="95246"/>
                  <a:pt x="1066286" y="98595"/>
                </a:cubicBezTo>
                <a:cubicBezTo>
                  <a:pt x="1069779" y="101991"/>
                  <a:pt x="1073964" y="104670"/>
                  <a:pt x="1078844" y="106632"/>
                </a:cubicBezTo>
                <a:cubicBezTo>
                  <a:pt x="1083723" y="108593"/>
                  <a:pt x="1089153" y="109574"/>
                  <a:pt x="1095133" y="109574"/>
                </a:cubicBezTo>
                <a:moveTo>
                  <a:pt x="1092765" y="45207"/>
                </a:moveTo>
                <a:cubicBezTo>
                  <a:pt x="1095300" y="45207"/>
                  <a:pt x="1097537" y="45602"/>
                  <a:pt x="1099474" y="46391"/>
                </a:cubicBezTo>
                <a:cubicBezTo>
                  <a:pt x="1101412" y="47181"/>
                  <a:pt x="1103050" y="48245"/>
                  <a:pt x="1104390" y="49584"/>
                </a:cubicBezTo>
                <a:cubicBezTo>
                  <a:pt x="1105729" y="50972"/>
                  <a:pt x="1106781" y="52598"/>
                  <a:pt x="1107547" y="54464"/>
                </a:cubicBezTo>
                <a:cubicBezTo>
                  <a:pt x="1108312" y="56330"/>
                  <a:pt x="1108695" y="58315"/>
                  <a:pt x="1108695" y="60420"/>
                </a:cubicBezTo>
                <a:lnTo>
                  <a:pt x="1108695" y="61998"/>
                </a:lnTo>
                <a:lnTo>
                  <a:pt x="1075974" y="61998"/>
                </a:lnTo>
                <a:cubicBezTo>
                  <a:pt x="1076452" y="59463"/>
                  <a:pt x="1077170" y="57167"/>
                  <a:pt x="1078126" y="55110"/>
                </a:cubicBezTo>
                <a:cubicBezTo>
                  <a:pt x="1079083" y="53053"/>
                  <a:pt x="1080279" y="51283"/>
                  <a:pt x="1081714" y="49800"/>
                </a:cubicBezTo>
                <a:cubicBezTo>
                  <a:pt x="1083101" y="48317"/>
                  <a:pt x="1084728" y="47181"/>
                  <a:pt x="1086594" y="46391"/>
                </a:cubicBezTo>
                <a:cubicBezTo>
                  <a:pt x="1088459" y="45602"/>
                  <a:pt x="1090516" y="45207"/>
                  <a:pt x="1092765" y="45207"/>
                </a:cubicBezTo>
                <a:close/>
                <a:moveTo>
                  <a:pt x="1169603" y="37314"/>
                </a:moveTo>
                <a:cubicBezTo>
                  <a:pt x="1169603" y="40997"/>
                  <a:pt x="1170847" y="44083"/>
                  <a:pt x="1173334" y="46571"/>
                </a:cubicBezTo>
                <a:cubicBezTo>
                  <a:pt x="1175822" y="49058"/>
                  <a:pt x="1179194" y="50302"/>
                  <a:pt x="1183452" y="50302"/>
                </a:cubicBezTo>
                <a:cubicBezTo>
                  <a:pt x="1187662" y="50302"/>
                  <a:pt x="1191022" y="49070"/>
                  <a:pt x="1193534" y="46606"/>
                </a:cubicBezTo>
                <a:cubicBezTo>
                  <a:pt x="1196045" y="44143"/>
                  <a:pt x="1197301" y="41045"/>
                  <a:pt x="1197301" y="37314"/>
                </a:cubicBezTo>
                <a:cubicBezTo>
                  <a:pt x="1197301" y="33582"/>
                  <a:pt x="1196069" y="30449"/>
                  <a:pt x="1193606" y="27914"/>
                </a:cubicBezTo>
                <a:cubicBezTo>
                  <a:pt x="1191142" y="25378"/>
                  <a:pt x="1187757" y="24110"/>
                  <a:pt x="1183452" y="24110"/>
                </a:cubicBezTo>
                <a:cubicBezTo>
                  <a:pt x="1179099" y="24110"/>
                  <a:pt x="1175702" y="25390"/>
                  <a:pt x="1173262" y="27950"/>
                </a:cubicBezTo>
                <a:cubicBezTo>
                  <a:pt x="1170823" y="30509"/>
                  <a:pt x="1169603" y="33630"/>
                  <a:pt x="1169603" y="37314"/>
                </a:cubicBezTo>
                <a:moveTo>
                  <a:pt x="1191919" y="106560"/>
                </a:moveTo>
                <a:lnTo>
                  <a:pt x="1191991" y="90701"/>
                </a:lnTo>
                <a:lnTo>
                  <a:pt x="1173262" y="90701"/>
                </a:lnTo>
                <a:lnTo>
                  <a:pt x="1173262" y="107493"/>
                </a:lnTo>
                <a:cubicBezTo>
                  <a:pt x="1173262" y="112755"/>
                  <a:pt x="1172640" y="117264"/>
                  <a:pt x="1171397" y="121019"/>
                </a:cubicBezTo>
                <a:cubicBezTo>
                  <a:pt x="1170153" y="124774"/>
                  <a:pt x="1168622" y="128374"/>
                  <a:pt x="1166804" y="131818"/>
                </a:cubicBezTo>
                <a:lnTo>
                  <a:pt x="1177353" y="137272"/>
                </a:lnTo>
                <a:cubicBezTo>
                  <a:pt x="1181658" y="133445"/>
                  <a:pt x="1185162" y="128733"/>
                  <a:pt x="1187865" y="123136"/>
                </a:cubicBezTo>
                <a:cubicBezTo>
                  <a:pt x="1190568" y="117539"/>
                  <a:pt x="1191919" y="112013"/>
                  <a:pt x="1191919" y="106560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};">
            <a:extLst xmlns:a="http://schemas.openxmlformats.org/drawingml/2006/main">
              <a:ext uri="{FF2B5EF4-FFF2-40B4-BE49-F238E27FC236}">
                <a16:creationId xmlns:a16="http://schemas.microsoft.com/office/drawing/2014/main" id="{2AABFD3F-5832-4538-AA9D-17801F60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8903" y="2689801"/>
            <a:ext cx="126136" cy="143730"/>
          </a:xfrm>
          <a:custGeom xmlns:a="http://schemas.openxmlformats.org/drawingml/2006/main">
            <a:pathLst>
              <a:path w="126136" h="143730">
                <a:moveTo>
                  <a:pt x="0" y="129092"/>
                </a:moveTo>
                <a:lnTo>
                  <a:pt x="2440" y="140429"/>
                </a:lnTo>
                <a:cubicBezTo>
                  <a:pt x="7176" y="140429"/>
                  <a:pt x="11278" y="139413"/>
                  <a:pt x="14746" y="137380"/>
                </a:cubicBezTo>
                <a:cubicBezTo>
                  <a:pt x="18214" y="135346"/>
                  <a:pt x="21025" y="132679"/>
                  <a:pt x="23178" y="129379"/>
                </a:cubicBezTo>
                <a:cubicBezTo>
                  <a:pt x="25330" y="126221"/>
                  <a:pt x="26957" y="122633"/>
                  <a:pt x="28057" y="118615"/>
                </a:cubicBezTo>
                <a:cubicBezTo>
                  <a:pt x="29157" y="114597"/>
                  <a:pt x="29708" y="110722"/>
                  <a:pt x="29708" y="106990"/>
                </a:cubicBezTo>
                <a:lnTo>
                  <a:pt x="29708" y="95294"/>
                </a:lnTo>
                <a:cubicBezTo>
                  <a:pt x="29708" y="93045"/>
                  <a:pt x="29887" y="91024"/>
                  <a:pt x="30246" y="89230"/>
                </a:cubicBezTo>
                <a:cubicBezTo>
                  <a:pt x="30605" y="87436"/>
                  <a:pt x="31143" y="85870"/>
                  <a:pt x="31860" y="84530"/>
                </a:cubicBezTo>
                <a:cubicBezTo>
                  <a:pt x="33200" y="82043"/>
                  <a:pt x="35185" y="80237"/>
                  <a:pt x="37816" y="79113"/>
                </a:cubicBezTo>
                <a:cubicBezTo>
                  <a:pt x="40447" y="77988"/>
                  <a:pt x="43748" y="77426"/>
                  <a:pt x="47719" y="77426"/>
                </a:cubicBezTo>
                <a:lnTo>
                  <a:pt x="47719" y="63075"/>
                </a:lnTo>
                <a:cubicBezTo>
                  <a:pt x="44179" y="63075"/>
                  <a:pt x="41153" y="62620"/>
                  <a:pt x="38641" y="61711"/>
                </a:cubicBezTo>
                <a:cubicBezTo>
                  <a:pt x="36130" y="60802"/>
                  <a:pt x="34180" y="59367"/>
                  <a:pt x="32793" y="57406"/>
                </a:cubicBezTo>
                <a:cubicBezTo>
                  <a:pt x="31741" y="55971"/>
                  <a:pt x="30963" y="54225"/>
                  <a:pt x="30461" y="52168"/>
                </a:cubicBezTo>
                <a:cubicBezTo>
                  <a:pt x="29959" y="50111"/>
                  <a:pt x="29708" y="47743"/>
                  <a:pt x="29708" y="45064"/>
                </a:cubicBezTo>
                <a:lnTo>
                  <a:pt x="29708" y="33367"/>
                </a:lnTo>
                <a:cubicBezTo>
                  <a:pt x="29708" y="29732"/>
                  <a:pt x="29265" y="25964"/>
                  <a:pt x="28380" y="22065"/>
                </a:cubicBezTo>
                <a:cubicBezTo>
                  <a:pt x="27495" y="18167"/>
                  <a:pt x="26000" y="14639"/>
                  <a:pt x="23895" y="11481"/>
                </a:cubicBezTo>
                <a:cubicBezTo>
                  <a:pt x="21695" y="7989"/>
                  <a:pt x="18848" y="5202"/>
                  <a:pt x="15356" y="3121"/>
                </a:cubicBezTo>
                <a:cubicBezTo>
                  <a:pt x="11864" y="1040"/>
                  <a:pt x="7558" y="0"/>
                  <a:pt x="2440" y="0"/>
                </a:cubicBezTo>
                <a:lnTo>
                  <a:pt x="0" y="11266"/>
                </a:lnTo>
                <a:cubicBezTo>
                  <a:pt x="2918" y="11170"/>
                  <a:pt x="5167" y="11780"/>
                  <a:pt x="6745" y="13096"/>
                </a:cubicBezTo>
                <a:cubicBezTo>
                  <a:pt x="8324" y="14411"/>
                  <a:pt x="9472" y="16145"/>
                  <a:pt x="10190" y="18298"/>
                </a:cubicBezTo>
                <a:cubicBezTo>
                  <a:pt x="10907" y="20451"/>
                  <a:pt x="11326" y="22855"/>
                  <a:pt x="11445" y="25510"/>
                </a:cubicBezTo>
                <a:cubicBezTo>
                  <a:pt x="11565" y="28165"/>
                  <a:pt x="11625" y="30784"/>
                  <a:pt x="11625" y="33367"/>
                </a:cubicBezTo>
                <a:lnTo>
                  <a:pt x="11625" y="45064"/>
                </a:lnTo>
                <a:cubicBezTo>
                  <a:pt x="11625" y="48365"/>
                  <a:pt x="12079" y="51486"/>
                  <a:pt x="12988" y="54428"/>
                </a:cubicBezTo>
                <a:cubicBezTo>
                  <a:pt x="13897" y="57370"/>
                  <a:pt x="15308" y="60037"/>
                  <a:pt x="17222" y="62429"/>
                </a:cubicBezTo>
                <a:cubicBezTo>
                  <a:pt x="18513" y="64055"/>
                  <a:pt x="20044" y="65538"/>
                  <a:pt x="21814" y="66878"/>
                </a:cubicBezTo>
                <a:cubicBezTo>
                  <a:pt x="23584" y="68217"/>
                  <a:pt x="25617" y="69366"/>
                  <a:pt x="27914" y="70322"/>
                </a:cubicBezTo>
                <a:cubicBezTo>
                  <a:pt x="25091" y="71518"/>
                  <a:pt x="22663" y="72965"/>
                  <a:pt x="20630" y="74664"/>
                </a:cubicBezTo>
                <a:cubicBezTo>
                  <a:pt x="18597" y="76362"/>
                  <a:pt x="16911" y="78287"/>
                  <a:pt x="15571" y="80440"/>
                </a:cubicBezTo>
                <a:cubicBezTo>
                  <a:pt x="14232" y="82593"/>
                  <a:pt x="13239" y="84913"/>
                  <a:pt x="12593" y="87401"/>
                </a:cubicBezTo>
                <a:cubicBezTo>
                  <a:pt x="11948" y="89888"/>
                  <a:pt x="11625" y="92519"/>
                  <a:pt x="11625" y="95294"/>
                </a:cubicBezTo>
                <a:lnTo>
                  <a:pt x="11625" y="106990"/>
                </a:lnTo>
                <a:cubicBezTo>
                  <a:pt x="11625" y="109574"/>
                  <a:pt x="11457" y="112193"/>
                  <a:pt x="11122" y="114848"/>
                </a:cubicBezTo>
                <a:cubicBezTo>
                  <a:pt x="10788" y="117503"/>
                  <a:pt x="10190" y="119907"/>
                  <a:pt x="9328" y="122059"/>
                </a:cubicBezTo>
                <a:cubicBezTo>
                  <a:pt x="8467" y="124212"/>
                  <a:pt x="7283" y="125946"/>
                  <a:pt x="5776" y="127262"/>
                </a:cubicBezTo>
                <a:cubicBezTo>
                  <a:pt x="4270" y="128577"/>
                  <a:pt x="2344" y="129187"/>
                  <a:pt x="0" y="129092"/>
                </a:cubicBezTo>
                <a:close/>
                <a:moveTo>
                  <a:pt x="98437" y="43772"/>
                </a:moveTo>
                <a:cubicBezTo>
                  <a:pt x="98437" y="47456"/>
                  <a:pt x="99681" y="50541"/>
                  <a:pt x="102169" y="53029"/>
                </a:cubicBezTo>
                <a:cubicBezTo>
                  <a:pt x="104656" y="55516"/>
                  <a:pt x="108029" y="56760"/>
                  <a:pt x="112286" y="56760"/>
                </a:cubicBezTo>
                <a:cubicBezTo>
                  <a:pt x="116496" y="56760"/>
                  <a:pt x="119857" y="55528"/>
                  <a:pt x="122368" y="53065"/>
                </a:cubicBezTo>
                <a:cubicBezTo>
                  <a:pt x="124880" y="50601"/>
                  <a:pt x="126136" y="47503"/>
                  <a:pt x="126136" y="43772"/>
                </a:cubicBezTo>
                <a:cubicBezTo>
                  <a:pt x="126136" y="40041"/>
                  <a:pt x="124904" y="36907"/>
                  <a:pt x="122440" y="34372"/>
                </a:cubicBezTo>
                <a:cubicBezTo>
                  <a:pt x="119976" y="31836"/>
                  <a:pt x="116592" y="30569"/>
                  <a:pt x="112286" y="30569"/>
                </a:cubicBezTo>
                <a:cubicBezTo>
                  <a:pt x="107933" y="30569"/>
                  <a:pt x="104537" y="31848"/>
                  <a:pt x="102097" y="34408"/>
                </a:cubicBezTo>
                <a:cubicBezTo>
                  <a:pt x="99657" y="36967"/>
                  <a:pt x="98437" y="40088"/>
                  <a:pt x="98437" y="43772"/>
                </a:cubicBezTo>
                <a:moveTo>
                  <a:pt x="120754" y="113018"/>
                </a:moveTo>
                <a:lnTo>
                  <a:pt x="120826" y="97160"/>
                </a:lnTo>
                <a:lnTo>
                  <a:pt x="102097" y="97160"/>
                </a:lnTo>
                <a:lnTo>
                  <a:pt x="102097" y="113951"/>
                </a:lnTo>
                <a:cubicBezTo>
                  <a:pt x="102097" y="119213"/>
                  <a:pt x="101475" y="123722"/>
                  <a:pt x="100231" y="127477"/>
                </a:cubicBezTo>
                <a:cubicBezTo>
                  <a:pt x="98987" y="131232"/>
                  <a:pt x="97457" y="134832"/>
                  <a:pt x="95639" y="138277"/>
                </a:cubicBezTo>
                <a:lnTo>
                  <a:pt x="106187" y="143730"/>
                </a:lnTo>
                <a:cubicBezTo>
                  <a:pt x="110492" y="139903"/>
                  <a:pt x="113997" y="135191"/>
                  <a:pt x="116699" y="129594"/>
                </a:cubicBezTo>
                <a:cubicBezTo>
                  <a:pt x="119402" y="123997"/>
                  <a:pt x="120754" y="118472"/>
                  <a:pt x="120754" y="113018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91B38E-ACE2-4E1D-9146-206710DB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5459" y="3254982"/>
            <a:ext cx="1601953" cy="176778"/>
          </a:xfrm>
          <a:custGeom xmlns:a="http://schemas.openxmlformats.org/drawingml/2006/main">
            <a:pathLst>
              <a:path w="1601953" h="176778">
                <a:moveTo>
                  <a:pt x="0" y="0"/>
                </a:moveTo>
                <a:lnTo>
                  <a:pt x="1601953" y="0"/>
                </a:lnTo>
                <a:lnTo>
                  <a:pt x="1601953" y="176778"/>
                </a:lnTo>
                <a:lnTo>
                  <a:pt x="0" y="1767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D1BC27-5CF9-4422-9917-2B3AC5D0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4315" y="3178639"/>
            <a:ext cx="347415" cy="315103"/>
          </a:xfrm>
          <a:custGeom xmlns:a="http://schemas.openxmlformats.org/drawingml/2006/main">
            <a:pathLst>
              <a:path w="347415" h="315103">
                <a:moveTo>
                  <a:pt x="0" y="0"/>
                </a:moveTo>
                <a:lnTo>
                  <a:pt x="347415" y="0"/>
                </a:lnTo>
                <a:lnTo>
                  <a:pt x="347415" y="315103"/>
                </a:lnTo>
                <a:lnTo>
                  <a:pt x="0" y="3151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df6360cfd4df4"/>
          <a:stretch xmlns:a="http://schemas.openxmlformats.org/drawingml/2006/main"/>
        </p:blipFill>
        <p:spPr>
          <a:xfrm xmlns:a="http://schemas.openxmlformats.org/drawingml/2006/main">
            <a:off x="13980732" y="3259038"/>
            <a:ext cx="154499" cy="145619"/>
          </a:xfrm>
          <a:prstGeom xmlns:a="http://schemas.openxmlformats.org/drawingml/2006/main" prst="rect">
            <a:avLst/>
          </a:prstGeom>
        </p:spPr>
      </p:pic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835694-1837-465B-BA75-E6D9B1DB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5459" y="3427564"/>
            <a:ext cx="1601953" cy="500961"/>
          </a:xfrm>
          <a:custGeom xmlns:a="http://schemas.openxmlformats.org/drawingml/2006/main">
            <a:pathLst>
              <a:path w="1601953" h="500961">
                <a:moveTo>
                  <a:pt x="0" y="0"/>
                </a:moveTo>
                <a:lnTo>
                  <a:pt x="1601953" y="0"/>
                </a:lnTo>
                <a:lnTo>
                  <a:pt x="1601953" y="500961"/>
                </a:lnTo>
                <a:lnTo>
                  <a:pt x="0" y="5009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31D8DD-6CAA-4710-8A40-CFDBD4D9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3522" y="1549662"/>
            <a:ext cx="1186978" cy="1055062"/>
          </a:xfrm>
          <a:custGeom xmlns:a="http://schemas.openxmlformats.org/drawingml/2006/main">
            <a:pathLst>
              <a:path w="1186978" h="1055062">
                <a:moveTo>
                  <a:pt x="0" y="0"/>
                </a:moveTo>
                <a:lnTo>
                  <a:pt x="1186978" y="0"/>
                </a:lnTo>
                <a:lnTo>
                  <a:pt x="1186978" y="1055062"/>
                </a:lnTo>
                <a:lnTo>
                  <a:pt x="0" y="10550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//0-7">
            <a:extLst xmlns:a="http://schemas.openxmlformats.org/drawingml/2006/main">
              <a:ext uri="{FF2B5EF4-FFF2-40B4-BE49-F238E27FC236}">
                <a16:creationId xmlns:a16="http://schemas.microsoft.com/office/drawing/2014/main" id="{CF4E070D-F3D6-4059-A829-5E92A2AB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1955" y="1663287"/>
            <a:ext cx="503521" cy="120696"/>
          </a:xfrm>
          <a:custGeom xmlns:a="http://schemas.openxmlformats.org/drawingml/2006/main">
            <a:pathLst>
              <a:path w="503521" h="120696">
                <a:moveTo>
                  <a:pt x="62285" y="12629"/>
                </a:moveTo>
                <a:lnTo>
                  <a:pt x="15141" y="114224"/>
                </a:lnTo>
                <a:cubicBezTo>
                  <a:pt x="13945" y="116766"/>
                  <a:pt x="12869" y="118420"/>
                  <a:pt x="11912" y="119187"/>
                </a:cubicBezTo>
                <a:cubicBezTo>
                  <a:pt x="10668" y="120193"/>
                  <a:pt x="9161" y="120696"/>
                  <a:pt x="7391" y="120696"/>
                </a:cubicBezTo>
                <a:cubicBezTo>
                  <a:pt x="5382" y="120696"/>
                  <a:pt x="3648" y="119978"/>
                  <a:pt x="2189" y="118543"/>
                </a:cubicBezTo>
                <a:cubicBezTo>
                  <a:pt x="730" y="117108"/>
                  <a:pt x="0" y="115482"/>
                  <a:pt x="0" y="113664"/>
                </a:cubicBezTo>
                <a:cubicBezTo>
                  <a:pt x="0" y="112372"/>
                  <a:pt x="574" y="110483"/>
                  <a:pt x="1722" y="107995"/>
                </a:cubicBezTo>
                <a:lnTo>
                  <a:pt x="49010" y="6454"/>
                </a:lnTo>
                <a:cubicBezTo>
                  <a:pt x="50206" y="3920"/>
                  <a:pt x="51259" y="2271"/>
                  <a:pt x="52168" y="1507"/>
                </a:cubicBezTo>
                <a:cubicBezTo>
                  <a:pt x="53459" y="502"/>
                  <a:pt x="54966" y="0"/>
                  <a:pt x="56688" y="0"/>
                </a:cubicBezTo>
                <a:cubicBezTo>
                  <a:pt x="58698" y="0"/>
                  <a:pt x="60420" y="706"/>
                  <a:pt x="61855" y="2117"/>
                </a:cubicBezTo>
                <a:cubicBezTo>
                  <a:pt x="63290" y="3528"/>
                  <a:pt x="64008" y="5143"/>
                  <a:pt x="64008" y="6960"/>
                </a:cubicBezTo>
                <a:cubicBezTo>
                  <a:pt x="64008" y="8252"/>
                  <a:pt x="63434" y="10142"/>
                  <a:pt x="62285" y="12629"/>
                </a:cubicBezTo>
                <a:close/>
                <a:moveTo>
                  <a:pt x="150461" y="12629"/>
                </a:moveTo>
                <a:lnTo>
                  <a:pt x="103316" y="114224"/>
                </a:lnTo>
                <a:cubicBezTo>
                  <a:pt x="102120" y="116766"/>
                  <a:pt x="101044" y="118420"/>
                  <a:pt x="100087" y="119187"/>
                </a:cubicBezTo>
                <a:cubicBezTo>
                  <a:pt x="98844" y="120193"/>
                  <a:pt x="97337" y="120696"/>
                  <a:pt x="95567" y="120696"/>
                </a:cubicBezTo>
                <a:cubicBezTo>
                  <a:pt x="93557" y="120696"/>
                  <a:pt x="91823" y="119978"/>
                  <a:pt x="90364" y="118543"/>
                </a:cubicBezTo>
                <a:cubicBezTo>
                  <a:pt x="88905" y="117108"/>
                  <a:pt x="88176" y="115482"/>
                  <a:pt x="88176" y="113664"/>
                </a:cubicBezTo>
                <a:cubicBezTo>
                  <a:pt x="88176" y="112372"/>
                  <a:pt x="88750" y="110483"/>
                  <a:pt x="89898" y="107995"/>
                </a:cubicBezTo>
                <a:lnTo>
                  <a:pt x="137186" y="6454"/>
                </a:lnTo>
                <a:cubicBezTo>
                  <a:pt x="138382" y="3920"/>
                  <a:pt x="139434" y="2271"/>
                  <a:pt x="140343" y="1507"/>
                </a:cubicBezTo>
                <a:cubicBezTo>
                  <a:pt x="141635" y="502"/>
                  <a:pt x="143142" y="0"/>
                  <a:pt x="144864" y="0"/>
                </a:cubicBezTo>
                <a:cubicBezTo>
                  <a:pt x="146873" y="0"/>
                  <a:pt x="148595" y="706"/>
                  <a:pt x="150031" y="2117"/>
                </a:cubicBezTo>
                <a:cubicBezTo>
                  <a:pt x="151466" y="3528"/>
                  <a:pt x="152183" y="5143"/>
                  <a:pt x="152183" y="6960"/>
                </a:cubicBezTo>
                <a:cubicBezTo>
                  <a:pt x="152183" y="8252"/>
                  <a:pt x="151609" y="10142"/>
                  <a:pt x="150461" y="12629"/>
                </a:cubicBezTo>
                <a:close/>
                <a:moveTo>
                  <a:pt x="328606" y="49111"/>
                </a:moveTo>
                <a:lnTo>
                  <a:pt x="328606" y="65270"/>
                </a:lnTo>
                <a:cubicBezTo>
                  <a:pt x="328606" y="74844"/>
                  <a:pt x="325843" y="84012"/>
                  <a:pt x="320318" y="92773"/>
                </a:cubicBezTo>
                <a:cubicBezTo>
                  <a:pt x="314792" y="101534"/>
                  <a:pt x="306887" y="105914"/>
                  <a:pt x="296602" y="105914"/>
                </a:cubicBezTo>
                <a:cubicBezTo>
                  <a:pt x="290670" y="105914"/>
                  <a:pt x="285659" y="104610"/>
                  <a:pt x="281569" y="102001"/>
                </a:cubicBezTo>
                <a:cubicBezTo>
                  <a:pt x="277478" y="99391"/>
                  <a:pt x="273604" y="94579"/>
                  <a:pt x="269944" y="87566"/>
                </a:cubicBezTo>
                <a:cubicBezTo>
                  <a:pt x="266284" y="80554"/>
                  <a:pt x="264454" y="73122"/>
                  <a:pt x="264454" y="65270"/>
                </a:cubicBezTo>
                <a:lnTo>
                  <a:pt x="264454" y="49111"/>
                </a:lnTo>
                <a:cubicBezTo>
                  <a:pt x="264454" y="39585"/>
                  <a:pt x="267205" y="30430"/>
                  <a:pt x="272707" y="21646"/>
                </a:cubicBezTo>
                <a:cubicBezTo>
                  <a:pt x="278208" y="12860"/>
                  <a:pt x="286101" y="8467"/>
                  <a:pt x="296387" y="8467"/>
                </a:cubicBezTo>
                <a:cubicBezTo>
                  <a:pt x="302271" y="8467"/>
                  <a:pt x="307258" y="9761"/>
                  <a:pt x="311348" y="12347"/>
                </a:cubicBezTo>
                <a:cubicBezTo>
                  <a:pt x="315438" y="14932"/>
                  <a:pt x="319337" y="19730"/>
                  <a:pt x="323044" y="26743"/>
                </a:cubicBezTo>
                <a:cubicBezTo>
                  <a:pt x="326752" y="33756"/>
                  <a:pt x="328606" y="41212"/>
                  <a:pt x="328606" y="49111"/>
                </a:cubicBezTo>
                <a:moveTo>
                  <a:pt x="313824" y="49127"/>
                </a:moveTo>
                <a:cubicBezTo>
                  <a:pt x="313824" y="41145"/>
                  <a:pt x="311599" y="34169"/>
                  <a:pt x="307150" y="28196"/>
                </a:cubicBezTo>
                <a:cubicBezTo>
                  <a:pt x="304615" y="24898"/>
                  <a:pt x="301051" y="23249"/>
                  <a:pt x="296458" y="23249"/>
                </a:cubicBezTo>
                <a:cubicBezTo>
                  <a:pt x="292009" y="23249"/>
                  <a:pt x="288374" y="25065"/>
                  <a:pt x="285551" y="28696"/>
                </a:cubicBezTo>
                <a:cubicBezTo>
                  <a:pt x="281294" y="34193"/>
                  <a:pt x="279165" y="41003"/>
                  <a:pt x="279165" y="49127"/>
                </a:cubicBezTo>
                <a:lnTo>
                  <a:pt x="279165" y="65254"/>
                </a:lnTo>
                <a:cubicBezTo>
                  <a:pt x="279165" y="73284"/>
                  <a:pt x="281413" y="80261"/>
                  <a:pt x="285910" y="86185"/>
                </a:cubicBezTo>
                <a:cubicBezTo>
                  <a:pt x="288398" y="89483"/>
                  <a:pt x="291961" y="91132"/>
                  <a:pt x="296602" y="91132"/>
                </a:cubicBezTo>
                <a:cubicBezTo>
                  <a:pt x="301003" y="91132"/>
                  <a:pt x="304615" y="89316"/>
                  <a:pt x="307437" y="85685"/>
                </a:cubicBezTo>
                <a:cubicBezTo>
                  <a:pt x="311695" y="80188"/>
                  <a:pt x="313824" y="73378"/>
                  <a:pt x="313824" y="65254"/>
                </a:cubicBezTo>
                <a:lnTo>
                  <a:pt x="313824" y="49127"/>
                </a:lnTo>
                <a:close/>
                <a:moveTo>
                  <a:pt x="415490" y="68744"/>
                </a:moveTo>
                <a:lnTo>
                  <a:pt x="354065" y="68744"/>
                </a:lnTo>
                <a:lnTo>
                  <a:pt x="354065" y="55253"/>
                </a:lnTo>
                <a:lnTo>
                  <a:pt x="415490" y="55253"/>
                </a:lnTo>
                <a:lnTo>
                  <a:pt x="415490" y="68744"/>
                </a:lnTo>
                <a:close/>
                <a:moveTo>
                  <a:pt x="488022" y="25689"/>
                </a:moveTo>
                <a:lnTo>
                  <a:pt x="454367" y="25689"/>
                </a:lnTo>
                <a:cubicBezTo>
                  <a:pt x="454176" y="29373"/>
                  <a:pt x="453435" y="31968"/>
                  <a:pt x="452143" y="33475"/>
                </a:cubicBezTo>
                <a:cubicBezTo>
                  <a:pt x="450851" y="34982"/>
                  <a:pt x="449153" y="35735"/>
                  <a:pt x="447048" y="35735"/>
                </a:cubicBezTo>
                <a:cubicBezTo>
                  <a:pt x="444848" y="35735"/>
                  <a:pt x="443066" y="34982"/>
                  <a:pt x="441702" y="33475"/>
                </a:cubicBezTo>
                <a:cubicBezTo>
                  <a:pt x="440339" y="31968"/>
                  <a:pt x="439657" y="29373"/>
                  <a:pt x="439657" y="25689"/>
                </a:cubicBezTo>
                <a:lnTo>
                  <a:pt x="439657" y="10907"/>
                </a:lnTo>
                <a:lnTo>
                  <a:pt x="503521" y="10907"/>
                </a:lnTo>
                <a:lnTo>
                  <a:pt x="503521" y="25689"/>
                </a:lnTo>
                <a:lnTo>
                  <a:pt x="479698" y="96404"/>
                </a:lnTo>
                <a:cubicBezTo>
                  <a:pt x="478693" y="99356"/>
                  <a:pt x="477581" y="101321"/>
                  <a:pt x="476361" y="102297"/>
                </a:cubicBezTo>
                <a:cubicBezTo>
                  <a:pt x="475141" y="103273"/>
                  <a:pt x="473670" y="103761"/>
                  <a:pt x="471948" y="103761"/>
                </a:cubicBezTo>
                <a:cubicBezTo>
                  <a:pt x="469891" y="103761"/>
                  <a:pt x="468133" y="103059"/>
                  <a:pt x="466674" y="101653"/>
                </a:cubicBezTo>
                <a:cubicBezTo>
                  <a:pt x="465215" y="100247"/>
                  <a:pt x="464485" y="98629"/>
                  <a:pt x="464485" y="96801"/>
                </a:cubicBezTo>
                <a:cubicBezTo>
                  <a:pt x="464485" y="95726"/>
                  <a:pt x="464868" y="94015"/>
                  <a:pt x="465633" y="91668"/>
                </a:cubicBezTo>
                <a:lnTo>
                  <a:pt x="488022" y="25689"/>
                </a:lnTo>
                <a:close/>
              </a:path>
            </a:pathLst>
          </a:custGeom>
          <a:solidFill xmlns:a="http://schemas.openxmlformats.org/drawingml/2006/main">
            <a:srgbClr val="388E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//8-15">
            <a:extLst xmlns:a="http://schemas.openxmlformats.org/drawingml/2006/main">
              <a:ext uri="{FF2B5EF4-FFF2-40B4-BE49-F238E27FC236}">
                <a16:creationId xmlns:a16="http://schemas.microsoft.com/office/drawing/2014/main" id="{7EE091CC-2A9B-41B3-AA71-F1F588EC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1955" y="1839639"/>
            <a:ext cx="594997" cy="120696"/>
          </a:xfrm>
          <a:custGeom xmlns:a="http://schemas.openxmlformats.org/drawingml/2006/main">
            <a:pathLst>
              <a:path w="594997" h="120696">
                <a:moveTo>
                  <a:pt x="62285" y="12629"/>
                </a:moveTo>
                <a:lnTo>
                  <a:pt x="15141" y="114224"/>
                </a:lnTo>
                <a:cubicBezTo>
                  <a:pt x="13945" y="116766"/>
                  <a:pt x="12869" y="118420"/>
                  <a:pt x="11912" y="119187"/>
                </a:cubicBezTo>
                <a:cubicBezTo>
                  <a:pt x="10668" y="120193"/>
                  <a:pt x="9161" y="120696"/>
                  <a:pt x="7391" y="120696"/>
                </a:cubicBezTo>
                <a:cubicBezTo>
                  <a:pt x="5382" y="120696"/>
                  <a:pt x="3648" y="119978"/>
                  <a:pt x="2189" y="118543"/>
                </a:cubicBezTo>
                <a:cubicBezTo>
                  <a:pt x="730" y="117108"/>
                  <a:pt x="0" y="115482"/>
                  <a:pt x="0" y="113664"/>
                </a:cubicBezTo>
                <a:cubicBezTo>
                  <a:pt x="0" y="112372"/>
                  <a:pt x="574" y="110483"/>
                  <a:pt x="1722" y="107995"/>
                </a:cubicBezTo>
                <a:lnTo>
                  <a:pt x="49010" y="6454"/>
                </a:lnTo>
                <a:cubicBezTo>
                  <a:pt x="50206" y="3920"/>
                  <a:pt x="51259" y="2271"/>
                  <a:pt x="52168" y="1507"/>
                </a:cubicBezTo>
                <a:cubicBezTo>
                  <a:pt x="53459" y="502"/>
                  <a:pt x="54966" y="0"/>
                  <a:pt x="56688" y="0"/>
                </a:cubicBezTo>
                <a:cubicBezTo>
                  <a:pt x="58698" y="0"/>
                  <a:pt x="60420" y="706"/>
                  <a:pt x="61855" y="2117"/>
                </a:cubicBezTo>
                <a:cubicBezTo>
                  <a:pt x="63290" y="3528"/>
                  <a:pt x="64008" y="5143"/>
                  <a:pt x="64008" y="6960"/>
                </a:cubicBezTo>
                <a:cubicBezTo>
                  <a:pt x="64008" y="8252"/>
                  <a:pt x="63434" y="10142"/>
                  <a:pt x="62285" y="12629"/>
                </a:cubicBezTo>
                <a:close/>
                <a:moveTo>
                  <a:pt x="150461" y="12629"/>
                </a:moveTo>
                <a:lnTo>
                  <a:pt x="103316" y="114224"/>
                </a:lnTo>
                <a:cubicBezTo>
                  <a:pt x="102120" y="116766"/>
                  <a:pt x="101044" y="118420"/>
                  <a:pt x="100087" y="119187"/>
                </a:cubicBezTo>
                <a:cubicBezTo>
                  <a:pt x="98844" y="120193"/>
                  <a:pt x="97337" y="120696"/>
                  <a:pt x="95567" y="120696"/>
                </a:cubicBezTo>
                <a:cubicBezTo>
                  <a:pt x="93557" y="120696"/>
                  <a:pt x="91823" y="119978"/>
                  <a:pt x="90364" y="118543"/>
                </a:cubicBezTo>
                <a:cubicBezTo>
                  <a:pt x="88905" y="117108"/>
                  <a:pt x="88176" y="115482"/>
                  <a:pt x="88176" y="113664"/>
                </a:cubicBezTo>
                <a:cubicBezTo>
                  <a:pt x="88176" y="112372"/>
                  <a:pt x="88750" y="110483"/>
                  <a:pt x="89898" y="107995"/>
                </a:cubicBezTo>
                <a:lnTo>
                  <a:pt x="137186" y="6454"/>
                </a:lnTo>
                <a:cubicBezTo>
                  <a:pt x="138382" y="3920"/>
                  <a:pt x="139434" y="2271"/>
                  <a:pt x="140343" y="1507"/>
                </a:cubicBezTo>
                <a:cubicBezTo>
                  <a:pt x="141635" y="502"/>
                  <a:pt x="143142" y="0"/>
                  <a:pt x="144864" y="0"/>
                </a:cubicBezTo>
                <a:cubicBezTo>
                  <a:pt x="146873" y="0"/>
                  <a:pt x="148595" y="706"/>
                  <a:pt x="150031" y="2117"/>
                </a:cubicBezTo>
                <a:cubicBezTo>
                  <a:pt x="151466" y="3528"/>
                  <a:pt x="152183" y="5143"/>
                  <a:pt x="152183" y="6960"/>
                </a:cubicBezTo>
                <a:cubicBezTo>
                  <a:pt x="152183" y="8252"/>
                  <a:pt x="151609" y="10142"/>
                  <a:pt x="150461" y="12629"/>
                </a:cubicBezTo>
                <a:close/>
                <a:moveTo>
                  <a:pt x="317340" y="56655"/>
                </a:moveTo>
                <a:cubicBezTo>
                  <a:pt x="321119" y="59579"/>
                  <a:pt x="323953" y="62899"/>
                  <a:pt x="325843" y="66616"/>
                </a:cubicBezTo>
                <a:cubicBezTo>
                  <a:pt x="327733" y="70331"/>
                  <a:pt x="328677" y="74417"/>
                  <a:pt x="328677" y="78875"/>
                </a:cubicBezTo>
                <a:cubicBezTo>
                  <a:pt x="328677" y="83813"/>
                  <a:pt x="327469" y="88355"/>
                  <a:pt x="325054" y="92502"/>
                </a:cubicBezTo>
                <a:cubicBezTo>
                  <a:pt x="322638" y="96649"/>
                  <a:pt x="318847" y="99921"/>
                  <a:pt x="313680" y="102319"/>
                </a:cubicBezTo>
                <a:cubicBezTo>
                  <a:pt x="308514" y="104716"/>
                  <a:pt x="302773" y="105914"/>
                  <a:pt x="296458" y="105914"/>
                </a:cubicBezTo>
                <a:cubicBezTo>
                  <a:pt x="290144" y="105914"/>
                  <a:pt x="284451" y="104716"/>
                  <a:pt x="279380" y="102319"/>
                </a:cubicBezTo>
                <a:cubicBezTo>
                  <a:pt x="274309" y="99921"/>
                  <a:pt x="270566" y="96637"/>
                  <a:pt x="268150" y="92466"/>
                </a:cubicBezTo>
                <a:cubicBezTo>
                  <a:pt x="265734" y="88295"/>
                  <a:pt x="264526" y="83765"/>
                  <a:pt x="264526" y="78875"/>
                </a:cubicBezTo>
                <a:cubicBezTo>
                  <a:pt x="264526" y="74417"/>
                  <a:pt x="265471" y="70331"/>
                  <a:pt x="267361" y="66616"/>
                </a:cubicBezTo>
                <a:cubicBezTo>
                  <a:pt x="269250" y="62899"/>
                  <a:pt x="272085" y="59579"/>
                  <a:pt x="275864" y="56655"/>
                </a:cubicBezTo>
                <a:cubicBezTo>
                  <a:pt x="272563" y="53595"/>
                  <a:pt x="270075" y="50344"/>
                  <a:pt x="268401" y="46902"/>
                </a:cubicBezTo>
                <a:cubicBezTo>
                  <a:pt x="266727" y="43461"/>
                  <a:pt x="265890" y="39828"/>
                  <a:pt x="265890" y="36002"/>
                </a:cubicBezTo>
                <a:cubicBezTo>
                  <a:pt x="265890" y="28497"/>
                  <a:pt x="268760" y="22033"/>
                  <a:pt x="274500" y="16607"/>
                </a:cubicBezTo>
                <a:cubicBezTo>
                  <a:pt x="280241" y="11181"/>
                  <a:pt x="287608" y="8467"/>
                  <a:pt x="296602" y="8467"/>
                </a:cubicBezTo>
                <a:cubicBezTo>
                  <a:pt x="305595" y="8467"/>
                  <a:pt x="312962" y="11181"/>
                  <a:pt x="318703" y="16607"/>
                </a:cubicBezTo>
                <a:cubicBezTo>
                  <a:pt x="324444" y="22033"/>
                  <a:pt x="327314" y="28497"/>
                  <a:pt x="327314" y="36002"/>
                </a:cubicBezTo>
                <a:cubicBezTo>
                  <a:pt x="327314" y="39875"/>
                  <a:pt x="326489" y="43533"/>
                  <a:pt x="324838" y="46974"/>
                </a:cubicBezTo>
                <a:cubicBezTo>
                  <a:pt x="323188" y="50416"/>
                  <a:pt x="320688" y="53642"/>
                  <a:pt x="317340" y="56655"/>
                </a:cubicBezTo>
                <a:moveTo>
                  <a:pt x="312245" y="36345"/>
                </a:moveTo>
                <a:cubicBezTo>
                  <a:pt x="312245" y="32720"/>
                  <a:pt x="310822" y="29631"/>
                  <a:pt x="307975" y="27079"/>
                </a:cubicBezTo>
                <a:cubicBezTo>
                  <a:pt x="305129" y="24526"/>
                  <a:pt x="301290" y="23249"/>
                  <a:pt x="296458" y="23249"/>
                </a:cubicBezTo>
                <a:cubicBezTo>
                  <a:pt x="291579" y="23249"/>
                  <a:pt x="287716" y="24526"/>
                  <a:pt x="284869" y="27079"/>
                </a:cubicBezTo>
                <a:cubicBezTo>
                  <a:pt x="282023" y="29631"/>
                  <a:pt x="280600" y="32720"/>
                  <a:pt x="280600" y="36345"/>
                </a:cubicBezTo>
                <a:cubicBezTo>
                  <a:pt x="280600" y="40018"/>
                  <a:pt x="282023" y="43131"/>
                  <a:pt x="284869" y="45685"/>
                </a:cubicBezTo>
                <a:cubicBezTo>
                  <a:pt x="287716" y="48237"/>
                  <a:pt x="291579" y="49513"/>
                  <a:pt x="296458" y="49513"/>
                </a:cubicBezTo>
                <a:cubicBezTo>
                  <a:pt x="301290" y="49513"/>
                  <a:pt x="305129" y="48237"/>
                  <a:pt x="307975" y="45685"/>
                </a:cubicBezTo>
                <a:cubicBezTo>
                  <a:pt x="310822" y="43131"/>
                  <a:pt x="312245" y="40018"/>
                  <a:pt x="312245" y="36345"/>
                </a:cubicBezTo>
                <a:moveTo>
                  <a:pt x="313967" y="79548"/>
                </a:moveTo>
                <a:cubicBezTo>
                  <a:pt x="313967" y="75662"/>
                  <a:pt x="312305" y="72149"/>
                  <a:pt x="308980" y="69008"/>
                </a:cubicBezTo>
                <a:cubicBezTo>
                  <a:pt x="305655" y="65866"/>
                  <a:pt x="301529" y="64295"/>
                  <a:pt x="296602" y="64295"/>
                </a:cubicBezTo>
                <a:cubicBezTo>
                  <a:pt x="291674" y="64295"/>
                  <a:pt x="287548" y="65866"/>
                  <a:pt x="284224" y="69008"/>
                </a:cubicBezTo>
                <a:cubicBezTo>
                  <a:pt x="280899" y="72149"/>
                  <a:pt x="279236" y="75710"/>
                  <a:pt x="279236" y="79691"/>
                </a:cubicBezTo>
                <a:cubicBezTo>
                  <a:pt x="279236" y="82762"/>
                  <a:pt x="280672" y="85436"/>
                  <a:pt x="283542" y="87714"/>
                </a:cubicBezTo>
                <a:cubicBezTo>
                  <a:pt x="286412" y="89993"/>
                  <a:pt x="290766" y="91132"/>
                  <a:pt x="296602" y="91132"/>
                </a:cubicBezTo>
                <a:cubicBezTo>
                  <a:pt x="302486" y="91132"/>
                  <a:pt x="306851" y="89993"/>
                  <a:pt x="309698" y="87714"/>
                </a:cubicBezTo>
                <a:cubicBezTo>
                  <a:pt x="312544" y="85436"/>
                  <a:pt x="313967" y="82714"/>
                  <a:pt x="313967" y="79548"/>
                </a:cubicBezTo>
                <a:close/>
                <a:moveTo>
                  <a:pt x="415490" y="68744"/>
                </a:moveTo>
                <a:lnTo>
                  <a:pt x="354065" y="68744"/>
                </a:lnTo>
                <a:lnTo>
                  <a:pt x="354065" y="55253"/>
                </a:lnTo>
                <a:lnTo>
                  <a:pt x="415490" y="55253"/>
                </a:lnTo>
                <a:lnTo>
                  <a:pt x="415490" y="68744"/>
                </a:lnTo>
                <a:close/>
                <a:moveTo>
                  <a:pt x="480344" y="8467"/>
                </a:moveTo>
                <a:lnTo>
                  <a:pt x="480344" y="88979"/>
                </a:lnTo>
                <a:lnTo>
                  <a:pt x="495197" y="88979"/>
                </a:lnTo>
                <a:cubicBezTo>
                  <a:pt x="498738" y="88979"/>
                  <a:pt x="501261" y="89661"/>
                  <a:pt x="502768" y="91024"/>
                </a:cubicBezTo>
                <a:cubicBezTo>
                  <a:pt x="504275" y="92388"/>
                  <a:pt x="505028" y="94170"/>
                  <a:pt x="505028" y="96370"/>
                </a:cubicBezTo>
                <a:cubicBezTo>
                  <a:pt x="505028" y="98571"/>
                  <a:pt x="504275" y="100353"/>
                  <a:pt x="502768" y="101716"/>
                </a:cubicBezTo>
                <a:cubicBezTo>
                  <a:pt x="501261" y="103080"/>
                  <a:pt x="498738" y="103761"/>
                  <a:pt x="495197" y="103761"/>
                </a:cubicBezTo>
                <a:lnTo>
                  <a:pt x="450780" y="103761"/>
                </a:lnTo>
                <a:cubicBezTo>
                  <a:pt x="447240" y="103761"/>
                  <a:pt x="444716" y="103068"/>
                  <a:pt x="443209" y="101680"/>
                </a:cubicBezTo>
                <a:cubicBezTo>
                  <a:pt x="441702" y="100293"/>
                  <a:pt x="440949" y="98499"/>
                  <a:pt x="440949" y="96298"/>
                </a:cubicBezTo>
                <a:cubicBezTo>
                  <a:pt x="440949" y="94098"/>
                  <a:pt x="441702" y="92328"/>
                  <a:pt x="443209" y="90988"/>
                </a:cubicBezTo>
                <a:cubicBezTo>
                  <a:pt x="444716" y="89649"/>
                  <a:pt x="447240" y="88979"/>
                  <a:pt x="450780" y="88979"/>
                </a:cubicBezTo>
                <a:lnTo>
                  <a:pt x="465633" y="88979"/>
                </a:lnTo>
                <a:lnTo>
                  <a:pt x="465633" y="27685"/>
                </a:lnTo>
                <a:lnTo>
                  <a:pt x="452502" y="31140"/>
                </a:lnTo>
                <a:cubicBezTo>
                  <a:pt x="450397" y="31716"/>
                  <a:pt x="448818" y="32004"/>
                  <a:pt x="447766" y="32004"/>
                </a:cubicBezTo>
                <a:cubicBezTo>
                  <a:pt x="445900" y="32004"/>
                  <a:pt x="444286" y="31260"/>
                  <a:pt x="442922" y="29773"/>
                </a:cubicBezTo>
                <a:cubicBezTo>
                  <a:pt x="441559" y="28285"/>
                  <a:pt x="440877" y="26462"/>
                  <a:pt x="440877" y="24303"/>
                </a:cubicBezTo>
                <a:cubicBezTo>
                  <a:pt x="440877" y="22336"/>
                  <a:pt x="441379" y="20789"/>
                  <a:pt x="442384" y="19662"/>
                </a:cubicBezTo>
                <a:cubicBezTo>
                  <a:pt x="443389" y="18533"/>
                  <a:pt x="445493" y="17536"/>
                  <a:pt x="448699" y="16672"/>
                </a:cubicBezTo>
                <a:lnTo>
                  <a:pt x="480344" y="8467"/>
                </a:lnTo>
                <a:close/>
                <a:moveTo>
                  <a:pt x="548642" y="25689"/>
                </a:moveTo>
                <a:lnTo>
                  <a:pt x="548642" y="43198"/>
                </a:lnTo>
                <a:cubicBezTo>
                  <a:pt x="554096" y="41476"/>
                  <a:pt x="559047" y="40615"/>
                  <a:pt x="563496" y="40615"/>
                </a:cubicBezTo>
                <a:cubicBezTo>
                  <a:pt x="572537" y="40615"/>
                  <a:pt x="580048" y="43697"/>
                  <a:pt x="586028" y="49862"/>
                </a:cubicBezTo>
                <a:cubicBezTo>
                  <a:pt x="592008" y="56026"/>
                  <a:pt x="594997" y="63982"/>
                  <a:pt x="594997" y="73731"/>
                </a:cubicBezTo>
                <a:cubicBezTo>
                  <a:pt x="594997" y="83765"/>
                  <a:pt x="591972" y="91637"/>
                  <a:pt x="585920" y="97348"/>
                </a:cubicBezTo>
                <a:cubicBezTo>
                  <a:pt x="579869" y="103059"/>
                  <a:pt x="570600" y="105914"/>
                  <a:pt x="558114" y="105914"/>
                </a:cubicBezTo>
                <a:cubicBezTo>
                  <a:pt x="547111" y="105914"/>
                  <a:pt x="538405" y="103820"/>
                  <a:pt x="531994" y="99631"/>
                </a:cubicBezTo>
                <a:cubicBezTo>
                  <a:pt x="528263" y="97222"/>
                  <a:pt x="526397" y="94453"/>
                  <a:pt x="526397" y="91323"/>
                </a:cubicBezTo>
                <a:cubicBezTo>
                  <a:pt x="526397" y="89349"/>
                  <a:pt x="527127" y="87629"/>
                  <a:pt x="528586" y="86160"/>
                </a:cubicBezTo>
                <a:cubicBezTo>
                  <a:pt x="530045" y="84691"/>
                  <a:pt x="531779" y="83956"/>
                  <a:pt x="533788" y="83956"/>
                </a:cubicBezTo>
                <a:cubicBezTo>
                  <a:pt x="535463" y="83956"/>
                  <a:pt x="537281" y="84766"/>
                  <a:pt x="539242" y="86385"/>
                </a:cubicBezTo>
                <a:cubicBezTo>
                  <a:pt x="541203" y="88004"/>
                  <a:pt x="543260" y="89127"/>
                  <a:pt x="545413" y="89755"/>
                </a:cubicBezTo>
                <a:cubicBezTo>
                  <a:pt x="548475" y="90673"/>
                  <a:pt x="552397" y="91132"/>
                  <a:pt x="557181" y="91132"/>
                </a:cubicBezTo>
                <a:cubicBezTo>
                  <a:pt x="566079" y="91132"/>
                  <a:pt x="572155" y="89718"/>
                  <a:pt x="575408" y="86889"/>
                </a:cubicBezTo>
                <a:cubicBezTo>
                  <a:pt x="578661" y="84059"/>
                  <a:pt x="580287" y="79720"/>
                  <a:pt x="580287" y="73870"/>
                </a:cubicBezTo>
                <a:cubicBezTo>
                  <a:pt x="580287" y="68117"/>
                  <a:pt x="578721" y="63600"/>
                  <a:pt x="575587" y="60319"/>
                </a:cubicBezTo>
                <a:cubicBezTo>
                  <a:pt x="572454" y="57037"/>
                  <a:pt x="568423" y="55397"/>
                  <a:pt x="563496" y="55397"/>
                </a:cubicBezTo>
                <a:cubicBezTo>
                  <a:pt x="558186" y="55397"/>
                  <a:pt x="552134" y="57099"/>
                  <a:pt x="545341" y="60505"/>
                </a:cubicBezTo>
                <a:cubicBezTo>
                  <a:pt x="543811" y="61309"/>
                  <a:pt x="542471" y="61711"/>
                  <a:pt x="541323" y="61711"/>
                </a:cubicBezTo>
                <a:cubicBezTo>
                  <a:pt x="539218" y="61711"/>
                  <a:pt x="537460" y="60945"/>
                  <a:pt x="536049" y="59413"/>
                </a:cubicBezTo>
                <a:cubicBezTo>
                  <a:pt x="534638" y="57879"/>
                  <a:pt x="533932" y="55891"/>
                  <a:pt x="533932" y="53448"/>
                </a:cubicBezTo>
                <a:lnTo>
                  <a:pt x="533932" y="10907"/>
                </a:lnTo>
                <a:lnTo>
                  <a:pt x="578924" y="10907"/>
                </a:lnTo>
                <a:cubicBezTo>
                  <a:pt x="582464" y="10907"/>
                  <a:pt x="584987" y="11593"/>
                  <a:pt x="586494" y="12963"/>
                </a:cubicBezTo>
                <a:cubicBezTo>
                  <a:pt x="588001" y="14333"/>
                  <a:pt x="588755" y="16123"/>
                  <a:pt x="588755" y="18334"/>
                </a:cubicBezTo>
                <a:cubicBezTo>
                  <a:pt x="588755" y="20497"/>
                  <a:pt x="588001" y="22264"/>
                  <a:pt x="586494" y="23635"/>
                </a:cubicBezTo>
                <a:cubicBezTo>
                  <a:pt x="584987" y="25004"/>
                  <a:pt x="582464" y="25689"/>
                  <a:pt x="578924" y="25689"/>
                </a:cubicBezTo>
                <a:lnTo>
                  <a:pt x="548642" y="25689"/>
                </a:lnTo>
                <a:close/>
              </a:path>
            </a:pathLst>
          </a:custGeom>
          <a:solidFill xmlns:a="http://schemas.openxmlformats.org/drawingml/2006/main">
            <a:srgbClr val="388E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//16-23">
            <a:extLst xmlns:a="http://schemas.openxmlformats.org/drawingml/2006/main">
              <a:ext uri="{FF2B5EF4-FFF2-40B4-BE49-F238E27FC236}">
                <a16:creationId xmlns:a16="http://schemas.microsoft.com/office/drawing/2014/main" id="{AC06B4E7-8279-4510-BC0C-EBD91361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1955" y="2015990"/>
            <a:ext cx="683174" cy="120696"/>
          </a:xfrm>
          <a:custGeom xmlns:a="http://schemas.openxmlformats.org/drawingml/2006/main">
            <a:pathLst>
              <a:path w="683174" h="120696">
                <a:moveTo>
                  <a:pt x="62285" y="12629"/>
                </a:moveTo>
                <a:lnTo>
                  <a:pt x="15141" y="114224"/>
                </a:lnTo>
                <a:cubicBezTo>
                  <a:pt x="13945" y="116766"/>
                  <a:pt x="12869" y="118420"/>
                  <a:pt x="11912" y="119187"/>
                </a:cubicBezTo>
                <a:cubicBezTo>
                  <a:pt x="10668" y="120193"/>
                  <a:pt x="9161" y="120696"/>
                  <a:pt x="7391" y="120696"/>
                </a:cubicBezTo>
                <a:cubicBezTo>
                  <a:pt x="5382" y="120696"/>
                  <a:pt x="3648" y="119978"/>
                  <a:pt x="2189" y="118543"/>
                </a:cubicBezTo>
                <a:cubicBezTo>
                  <a:pt x="730" y="117108"/>
                  <a:pt x="0" y="115482"/>
                  <a:pt x="0" y="113664"/>
                </a:cubicBezTo>
                <a:cubicBezTo>
                  <a:pt x="0" y="112372"/>
                  <a:pt x="574" y="110483"/>
                  <a:pt x="1722" y="107995"/>
                </a:cubicBezTo>
                <a:lnTo>
                  <a:pt x="49010" y="6454"/>
                </a:lnTo>
                <a:cubicBezTo>
                  <a:pt x="50206" y="3920"/>
                  <a:pt x="51259" y="2271"/>
                  <a:pt x="52168" y="1507"/>
                </a:cubicBezTo>
                <a:cubicBezTo>
                  <a:pt x="53459" y="502"/>
                  <a:pt x="54966" y="0"/>
                  <a:pt x="56688" y="0"/>
                </a:cubicBezTo>
                <a:cubicBezTo>
                  <a:pt x="58698" y="0"/>
                  <a:pt x="60420" y="706"/>
                  <a:pt x="61855" y="2117"/>
                </a:cubicBezTo>
                <a:cubicBezTo>
                  <a:pt x="63290" y="3528"/>
                  <a:pt x="64008" y="5143"/>
                  <a:pt x="64008" y="6960"/>
                </a:cubicBezTo>
                <a:cubicBezTo>
                  <a:pt x="64008" y="8252"/>
                  <a:pt x="63434" y="10142"/>
                  <a:pt x="62285" y="12629"/>
                </a:cubicBezTo>
                <a:close/>
                <a:moveTo>
                  <a:pt x="150461" y="12629"/>
                </a:moveTo>
                <a:lnTo>
                  <a:pt x="103316" y="114224"/>
                </a:lnTo>
                <a:cubicBezTo>
                  <a:pt x="102120" y="116766"/>
                  <a:pt x="101044" y="118420"/>
                  <a:pt x="100087" y="119187"/>
                </a:cubicBezTo>
                <a:cubicBezTo>
                  <a:pt x="98844" y="120193"/>
                  <a:pt x="97337" y="120696"/>
                  <a:pt x="95567" y="120696"/>
                </a:cubicBezTo>
                <a:cubicBezTo>
                  <a:pt x="93557" y="120696"/>
                  <a:pt x="91823" y="119978"/>
                  <a:pt x="90364" y="118543"/>
                </a:cubicBezTo>
                <a:cubicBezTo>
                  <a:pt x="88905" y="117108"/>
                  <a:pt x="88176" y="115482"/>
                  <a:pt x="88176" y="113664"/>
                </a:cubicBezTo>
                <a:cubicBezTo>
                  <a:pt x="88176" y="112372"/>
                  <a:pt x="88750" y="110483"/>
                  <a:pt x="89898" y="107995"/>
                </a:cubicBezTo>
                <a:lnTo>
                  <a:pt x="137186" y="6454"/>
                </a:lnTo>
                <a:cubicBezTo>
                  <a:pt x="138382" y="3920"/>
                  <a:pt x="139434" y="2271"/>
                  <a:pt x="140343" y="1507"/>
                </a:cubicBezTo>
                <a:cubicBezTo>
                  <a:pt x="141635" y="502"/>
                  <a:pt x="143142" y="0"/>
                  <a:pt x="144864" y="0"/>
                </a:cubicBezTo>
                <a:cubicBezTo>
                  <a:pt x="146873" y="0"/>
                  <a:pt x="148595" y="706"/>
                  <a:pt x="150031" y="2117"/>
                </a:cubicBezTo>
                <a:cubicBezTo>
                  <a:pt x="151466" y="3528"/>
                  <a:pt x="152183" y="5143"/>
                  <a:pt x="152183" y="6960"/>
                </a:cubicBezTo>
                <a:cubicBezTo>
                  <a:pt x="152183" y="8252"/>
                  <a:pt x="151609" y="10142"/>
                  <a:pt x="150461" y="12629"/>
                </a:cubicBezTo>
                <a:close/>
                <a:moveTo>
                  <a:pt x="303993" y="8467"/>
                </a:moveTo>
                <a:lnTo>
                  <a:pt x="303993" y="88979"/>
                </a:lnTo>
                <a:lnTo>
                  <a:pt x="318847" y="88979"/>
                </a:lnTo>
                <a:cubicBezTo>
                  <a:pt x="322387" y="88979"/>
                  <a:pt x="324910" y="89661"/>
                  <a:pt x="326417" y="91024"/>
                </a:cubicBezTo>
                <a:cubicBezTo>
                  <a:pt x="327924" y="92388"/>
                  <a:pt x="328677" y="94170"/>
                  <a:pt x="328677" y="96370"/>
                </a:cubicBezTo>
                <a:cubicBezTo>
                  <a:pt x="328677" y="98571"/>
                  <a:pt x="327924" y="100353"/>
                  <a:pt x="326417" y="101716"/>
                </a:cubicBezTo>
                <a:cubicBezTo>
                  <a:pt x="324910" y="103080"/>
                  <a:pt x="322387" y="103761"/>
                  <a:pt x="318847" y="103761"/>
                </a:cubicBezTo>
                <a:lnTo>
                  <a:pt x="274429" y="103761"/>
                </a:lnTo>
                <a:cubicBezTo>
                  <a:pt x="270889" y="103761"/>
                  <a:pt x="268365" y="103068"/>
                  <a:pt x="266858" y="101680"/>
                </a:cubicBezTo>
                <a:cubicBezTo>
                  <a:pt x="265351" y="100293"/>
                  <a:pt x="264598" y="98499"/>
                  <a:pt x="264598" y="96298"/>
                </a:cubicBezTo>
                <a:cubicBezTo>
                  <a:pt x="264598" y="94098"/>
                  <a:pt x="265351" y="92328"/>
                  <a:pt x="266858" y="90988"/>
                </a:cubicBezTo>
                <a:cubicBezTo>
                  <a:pt x="268365" y="89649"/>
                  <a:pt x="270889" y="88979"/>
                  <a:pt x="274429" y="88979"/>
                </a:cubicBezTo>
                <a:lnTo>
                  <a:pt x="289283" y="88979"/>
                </a:lnTo>
                <a:lnTo>
                  <a:pt x="289283" y="27685"/>
                </a:lnTo>
                <a:lnTo>
                  <a:pt x="276151" y="31140"/>
                </a:lnTo>
                <a:cubicBezTo>
                  <a:pt x="274046" y="31716"/>
                  <a:pt x="272467" y="32004"/>
                  <a:pt x="271415" y="32004"/>
                </a:cubicBezTo>
                <a:cubicBezTo>
                  <a:pt x="269549" y="32004"/>
                  <a:pt x="267935" y="31260"/>
                  <a:pt x="266571" y="29773"/>
                </a:cubicBezTo>
                <a:cubicBezTo>
                  <a:pt x="265208" y="28285"/>
                  <a:pt x="264526" y="26462"/>
                  <a:pt x="264526" y="24303"/>
                </a:cubicBezTo>
                <a:cubicBezTo>
                  <a:pt x="264526" y="22336"/>
                  <a:pt x="265029" y="20789"/>
                  <a:pt x="266033" y="19662"/>
                </a:cubicBezTo>
                <a:cubicBezTo>
                  <a:pt x="267038" y="18533"/>
                  <a:pt x="269143" y="17536"/>
                  <a:pt x="272348" y="16672"/>
                </a:cubicBezTo>
                <a:lnTo>
                  <a:pt x="303993" y="8467"/>
                </a:lnTo>
                <a:close/>
                <a:moveTo>
                  <a:pt x="370856" y="53531"/>
                </a:moveTo>
                <a:cubicBezTo>
                  <a:pt x="374396" y="50540"/>
                  <a:pt x="377769" y="48357"/>
                  <a:pt x="380974" y="46983"/>
                </a:cubicBezTo>
                <a:cubicBezTo>
                  <a:pt x="384179" y="45608"/>
                  <a:pt x="387600" y="44920"/>
                  <a:pt x="391236" y="44920"/>
                </a:cubicBezTo>
                <a:cubicBezTo>
                  <a:pt x="398938" y="44920"/>
                  <a:pt x="405683" y="47986"/>
                  <a:pt x="411471" y="54116"/>
                </a:cubicBezTo>
                <a:cubicBezTo>
                  <a:pt x="417260" y="60247"/>
                  <a:pt x="420154" y="67934"/>
                  <a:pt x="420154" y="77177"/>
                </a:cubicBezTo>
                <a:cubicBezTo>
                  <a:pt x="420154" y="85751"/>
                  <a:pt x="417463" y="92684"/>
                  <a:pt x="412081" y="97976"/>
                </a:cubicBezTo>
                <a:cubicBezTo>
                  <a:pt x="406699" y="103268"/>
                  <a:pt x="399392" y="105914"/>
                  <a:pt x="390159" y="105914"/>
                </a:cubicBezTo>
                <a:cubicBezTo>
                  <a:pt x="382457" y="105914"/>
                  <a:pt x="376119" y="104119"/>
                  <a:pt x="371143" y="100528"/>
                </a:cubicBezTo>
                <a:cubicBezTo>
                  <a:pt x="366168" y="96937"/>
                  <a:pt x="362413" y="91408"/>
                  <a:pt x="359878" y="83941"/>
                </a:cubicBezTo>
                <a:cubicBezTo>
                  <a:pt x="357342" y="76472"/>
                  <a:pt x="356074" y="68142"/>
                  <a:pt x="356074" y="58951"/>
                </a:cubicBezTo>
                <a:cubicBezTo>
                  <a:pt x="356074" y="47939"/>
                  <a:pt x="358586" y="38783"/>
                  <a:pt x="363609" y="31484"/>
                </a:cubicBezTo>
                <a:cubicBezTo>
                  <a:pt x="368632" y="24182"/>
                  <a:pt x="374540" y="18521"/>
                  <a:pt x="381333" y="14499"/>
                </a:cubicBezTo>
                <a:cubicBezTo>
                  <a:pt x="388126" y="10478"/>
                  <a:pt x="395302" y="8467"/>
                  <a:pt x="402860" y="8467"/>
                </a:cubicBezTo>
                <a:cubicBezTo>
                  <a:pt x="408840" y="8467"/>
                  <a:pt x="413480" y="9645"/>
                  <a:pt x="416781" y="11999"/>
                </a:cubicBezTo>
                <a:cubicBezTo>
                  <a:pt x="418934" y="13584"/>
                  <a:pt x="420010" y="15601"/>
                  <a:pt x="420010" y="18051"/>
                </a:cubicBezTo>
                <a:cubicBezTo>
                  <a:pt x="420010" y="20213"/>
                  <a:pt x="419293" y="22027"/>
                  <a:pt x="417858" y="23492"/>
                </a:cubicBezTo>
                <a:cubicBezTo>
                  <a:pt x="416422" y="24957"/>
                  <a:pt x="414700" y="25689"/>
                  <a:pt x="412691" y="25689"/>
                </a:cubicBezTo>
                <a:cubicBezTo>
                  <a:pt x="411543" y="25689"/>
                  <a:pt x="409892" y="25115"/>
                  <a:pt x="407740" y="23967"/>
                </a:cubicBezTo>
                <a:cubicBezTo>
                  <a:pt x="406448" y="23297"/>
                  <a:pt x="405204" y="22962"/>
                  <a:pt x="404008" y="22962"/>
                </a:cubicBezTo>
                <a:cubicBezTo>
                  <a:pt x="399320" y="22962"/>
                  <a:pt x="394465" y="24290"/>
                  <a:pt x="389442" y="26945"/>
                </a:cubicBezTo>
                <a:cubicBezTo>
                  <a:pt x="384419" y="29600"/>
                  <a:pt x="380065" y="33678"/>
                  <a:pt x="376382" y="39180"/>
                </a:cubicBezTo>
                <a:cubicBezTo>
                  <a:pt x="373846" y="43007"/>
                  <a:pt x="372005" y="47790"/>
                  <a:pt x="370856" y="53531"/>
                </a:cubicBezTo>
                <a:moveTo>
                  <a:pt x="373009" y="76240"/>
                </a:moveTo>
                <a:cubicBezTo>
                  <a:pt x="374540" y="81967"/>
                  <a:pt x="376609" y="85881"/>
                  <a:pt x="379216" y="87981"/>
                </a:cubicBezTo>
                <a:cubicBezTo>
                  <a:pt x="381823" y="90082"/>
                  <a:pt x="385543" y="91132"/>
                  <a:pt x="390374" y="91132"/>
                </a:cubicBezTo>
                <a:cubicBezTo>
                  <a:pt x="395206" y="91132"/>
                  <a:pt x="398926" y="89867"/>
                  <a:pt x="401533" y="87338"/>
                </a:cubicBezTo>
                <a:cubicBezTo>
                  <a:pt x="404140" y="84808"/>
                  <a:pt x="405444" y="81371"/>
                  <a:pt x="405444" y="77027"/>
                </a:cubicBezTo>
                <a:cubicBezTo>
                  <a:pt x="405444" y="72064"/>
                  <a:pt x="403949" y="67936"/>
                  <a:pt x="400959" y="64642"/>
                </a:cubicBezTo>
                <a:cubicBezTo>
                  <a:pt x="397969" y="61349"/>
                  <a:pt x="394608" y="59702"/>
                  <a:pt x="390877" y="59702"/>
                </a:cubicBezTo>
                <a:cubicBezTo>
                  <a:pt x="387911" y="59702"/>
                  <a:pt x="384741" y="61158"/>
                  <a:pt x="381369" y="64070"/>
                </a:cubicBezTo>
                <a:cubicBezTo>
                  <a:pt x="377996" y="66981"/>
                  <a:pt x="375210" y="71038"/>
                  <a:pt x="373009" y="76240"/>
                </a:cubicBezTo>
                <a:close/>
                <a:moveTo>
                  <a:pt x="503665" y="68744"/>
                </a:moveTo>
                <a:lnTo>
                  <a:pt x="442240" y="68744"/>
                </a:lnTo>
                <a:lnTo>
                  <a:pt x="442240" y="55253"/>
                </a:lnTo>
                <a:lnTo>
                  <a:pt x="503665" y="55253"/>
                </a:lnTo>
                <a:lnTo>
                  <a:pt x="503665" y="68744"/>
                </a:lnTo>
                <a:close/>
                <a:moveTo>
                  <a:pt x="547279" y="88979"/>
                </a:moveTo>
                <a:lnTo>
                  <a:pt x="579498" y="88979"/>
                </a:lnTo>
                <a:cubicBezTo>
                  <a:pt x="581268" y="87544"/>
                  <a:pt x="582942" y="86826"/>
                  <a:pt x="584521" y="86826"/>
                </a:cubicBezTo>
                <a:cubicBezTo>
                  <a:pt x="586769" y="86826"/>
                  <a:pt x="588551" y="87573"/>
                  <a:pt x="589867" y="89067"/>
                </a:cubicBezTo>
                <a:cubicBezTo>
                  <a:pt x="591182" y="90560"/>
                  <a:pt x="591840" y="93114"/>
                  <a:pt x="591840" y="96729"/>
                </a:cubicBezTo>
                <a:lnTo>
                  <a:pt x="591840" y="103761"/>
                </a:lnTo>
                <a:lnTo>
                  <a:pt x="524819" y="103761"/>
                </a:lnTo>
                <a:lnTo>
                  <a:pt x="524819" y="88118"/>
                </a:lnTo>
                <a:cubicBezTo>
                  <a:pt x="551321" y="66280"/>
                  <a:pt x="567323" y="52231"/>
                  <a:pt x="572824" y="45972"/>
                </a:cubicBezTo>
                <a:cubicBezTo>
                  <a:pt x="575599" y="42770"/>
                  <a:pt x="576986" y="39735"/>
                  <a:pt x="576986" y="36868"/>
                </a:cubicBezTo>
                <a:cubicBezTo>
                  <a:pt x="576986" y="33284"/>
                  <a:pt x="575420" y="30119"/>
                  <a:pt x="572286" y="27371"/>
                </a:cubicBezTo>
                <a:cubicBezTo>
                  <a:pt x="569153" y="24623"/>
                  <a:pt x="564979" y="23249"/>
                  <a:pt x="559765" y="23249"/>
                </a:cubicBezTo>
                <a:cubicBezTo>
                  <a:pt x="554502" y="23249"/>
                  <a:pt x="550125" y="24774"/>
                  <a:pt x="546633" y="27824"/>
                </a:cubicBezTo>
                <a:cubicBezTo>
                  <a:pt x="544815" y="29443"/>
                  <a:pt x="543356" y="31848"/>
                  <a:pt x="542256" y="35040"/>
                </a:cubicBezTo>
                <a:cubicBezTo>
                  <a:pt x="541586" y="37042"/>
                  <a:pt x="540665" y="38472"/>
                  <a:pt x="539493" y="39330"/>
                </a:cubicBezTo>
                <a:cubicBezTo>
                  <a:pt x="538321" y="40186"/>
                  <a:pt x="536874" y="40615"/>
                  <a:pt x="535152" y="40615"/>
                </a:cubicBezTo>
                <a:cubicBezTo>
                  <a:pt x="533143" y="40615"/>
                  <a:pt x="531408" y="39897"/>
                  <a:pt x="529949" y="38462"/>
                </a:cubicBezTo>
                <a:cubicBezTo>
                  <a:pt x="528490" y="37027"/>
                  <a:pt x="527761" y="35352"/>
                  <a:pt x="527761" y="33439"/>
                </a:cubicBezTo>
                <a:cubicBezTo>
                  <a:pt x="527761" y="30569"/>
                  <a:pt x="529088" y="26981"/>
                  <a:pt x="531743" y="22675"/>
                </a:cubicBezTo>
                <a:cubicBezTo>
                  <a:pt x="534398" y="18370"/>
                  <a:pt x="538273" y="14926"/>
                  <a:pt x="543368" y="12342"/>
                </a:cubicBezTo>
                <a:cubicBezTo>
                  <a:pt x="548463" y="9759"/>
                  <a:pt x="554000" y="8467"/>
                  <a:pt x="559980" y="8467"/>
                </a:cubicBezTo>
                <a:cubicBezTo>
                  <a:pt x="569260" y="8467"/>
                  <a:pt x="576867" y="11278"/>
                  <a:pt x="582799" y="16899"/>
                </a:cubicBezTo>
                <a:cubicBezTo>
                  <a:pt x="588731" y="22520"/>
                  <a:pt x="591697" y="29325"/>
                  <a:pt x="591697" y="37314"/>
                </a:cubicBezTo>
                <a:cubicBezTo>
                  <a:pt x="591697" y="41380"/>
                  <a:pt x="590848" y="45147"/>
                  <a:pt x="589149" y="48616"/>
                </a:cubicBezTo>
                <a:cubicBezTo>
                  <a:pt x="587451" y="52084"/>
                  <a:pt x="583373" y="56880"/>
                  <a:pt x="576915" y="63003"/>
                </a:cubicBezTo>
                <a:cubicBezTo>
                  <a:pt x="571844" y="67835"/>
                  <a:pt x="561965" y="76493"/>
                  <a:pt x="547279" y="88979"/>
                </a:cubicBezTo>
                <a:close/>
                <a:moveTo>
                  <a:pt x="670186" y="54607"/>
                </a:moveTo>
                <a:cubicBezTo>
                  <a:pt x="674539" y="57573"/>
                  <a:pt x="677792" y="61006"/>
                  <a:pt x="679945" y="64905"/>
                </a:cubicBezTo>
                <a:cubicBezTo>
                  <a:pt x="682098" y="68803"/>
                  <a:pt x="683174" y="73169"/>
                  <a:pt x="683174" y="78000"/>
                </a:cubicBezTo>
                <a:cubicBezTo>
                  <a:pt x="683174" y="83215"/>
                  <a:pt x="681751" y="88034"/>
                  <a:pt x="678904" y="92459"/>
                </a:cubicBezTo>
                <a:cubicBezTo>
                  <a:pt x="676058" y="96884"/>
                  <a:pt x="671932" y="100233"/>
                  <a:pt x="666526" y="102505"/>
                </a:cubicBezTo>
                <a:cubicBezTo>
                  <a:pt x="661120" y="104778"/>
                  <a:pt x="654040" y="105914"/>
                  <a:pt x="645286" y="105914"/>
                </a:cubicBezTo>
                <a:cubicBezTo>
                  <a:pt x="633901" y="105914"/>
                  <a:pt x="625337" y="104138"/>
                  <a:pt x="619597" y="100586"/>
                </a:cubicBezTo>
                <a:cubicBezTo>
                  <a:pt x="616392" y="98569"/>
                  <a:pt x="614789" y="96168"/>
                  <a:pt x="614789" y="93383"/>
                </a:cubicBezTo>
                <a:cubicBezTo>
                  <a:pt x="614789" y="91271"/>
                  <a:pt x="615495" y="89483"/>
                  <a:pt x="616906" y="88019"/>
                </a:cubicBezTo>
                <a:cubicBezTo>
                  <a:pt x="618317" y="86554"/>
                  <a:pt x="620027" y="85822"/>
                  <a:pt x="622037" y="85822"/>
                </a:cubicBezTo>
                <a:cubicBezTo>
                  <a:pt x="623424" y="85822"/>
                  <a:pt x="624859" y="86300"/>
                  <a:pt x="626342" y="87257"/>
                </a:cubicBezTo>
                <a:cubicBezTo>
                  <a:pt x="628447" y="88692"/>
                  <a:pt x="630432" y="89649"/>
                  <a:pt x="632298" y="90127"/>
                </a:cubicBezTo>
                <a:cubicBezTo>
                  <a:pt x="635168" y="90797"/>
                  <a:pt x="639115" y="91132"/>
                  <a:pt x="644138" y="91132"/>
                </a:cubicBezTo>
                <a:cubicBezTo>
                  <a:pt x="652701" y="91132"/>
                  <a:pt x="658896" y="90023"/>
                  <a:pt x="662723" y="87804"/>
                </a:cubicBezTo>
                <a:cubicBezTo>
                  <a:pt x="666550" y="85584"/>
                  <a:pt x="668464" y="82446"/>
                  <a:pt x="668464" y="78391"/>
                </a:cubicBezTo>
                <a:cubicBezTo>
                  <a:pt x="668464" y="75384"/>
                  <a:pt x="667351" y="72485"/>
                  <a:pt x="665127" y="69694"/>
                </a:cubicBezTo>
                <a:cubicBezTo>
                  <a:pt x="662902" y="66902"/>
                  <a:pt x="659925" y="64742"/>
                  <a:pt x="656193" y="63214"/>
                </a:cubicBezTo>
                <a:cubicBezTo>
                  <a:pt x="654040" y="62354"/>
                  <a:pt x="650405" y="61758"/>
                  <a:pt x="645286" y="61424"/>
                </a:cubicBezTo>
                <a:cubicBezTo>
                  <a:pt x="642846" y="61281"/>
                  <a:pt x="640969" y="60527"/>
                  <a:pt x="639653" y="59164"/>
                </a:cubicBezTo>
                <a:cubicBezTo>
                  <a:pt x="638338" y="57801"/>
                  <a:pt x="637680" y="56114"/>
                  <a:pt x="637680" y="54105"/>
                </a:cubicBezTo>
                <a:cubicBezTo>
                  <a:pt x="637680" y="52000"/>
                  <a:pt x="638397" y="50230"/>
                  <a:pt x="639832" y="48795"/>
                </a:cubicBezTo>
                <a:cubicBezTo>
                  <a:pt x="641268" y="47360"/>
                  <a:pt x="643085" y="46642"/>
                  <a:pt x="645286" y="46642"/>
                </a:cubicBezTo>
                <a:cubicBezTo>
                  <a:pt x="650166" y="46642"/>
                  <a:pt x="652773" y="46618"/>
                  <a:pt x="653108" y="46571"/>
                </a:cubicBezTo>
                <a:cubicBezTo>
                  <a:pt x="655021" y="46379"/>
                  <a:pt x="656935" y="45760"/>
                  <a:pt x="658848" y="44712"/>
                </a:cubicBezTo>
                <a:cubicBezTo>
                  <a:pt x="660762" y="43662"/>
                  <a:pt x="662304" y="42220"/>
                  <a:pt x="663477" y="40384"/>
                </a:cubicBezTo>
                <a:cubicBezTo>
                  <a:pt x="664649" y="38546"/>
                  <a:pt x="665235" y="36650"/>
                  <a:pt x="665235" y="34695"/>
                </a:cubicBezTo>
                <a:cubicBezTo>
                  <a:pt x="665235" y="31596"/>
                  <a:pt x="663859" y="28914"/>
                  <a:pt x="661109" y="26649"/>
                </a:cubicBezTo>
                <a:cubicBezTo>
                  <a:pt x="658358" y="24383"/>
                  <a:pt x="654232" y="23249"/>
                  <a:pt x="648730" y="23249"/>
                </a:cubicBezTo>
                <a:cubicBezTo>
                  <a:pt x="641650" y="23249"/>
                  <a:pt x="636245" y="25291"/>
                  <a:pt x="632513" y="29373"/>
                </a:cubicBezTo>
                <a:cubicBezTo>
                  <a:pt x="631413" y="30559"/>
                  <a:pt x="630528" y="31318"/>
                  <a:pt x="629858" y="31652"/>
                </a:cubicBezTo>
                <a:cubicBezTo>
                  <a:pt x="628854" y="32173"/>
                  <a:pt x="627729" y="32434"/>
                  <a:pt x="626486" y="32434"/>
                </a:cubicBezTo>
                <a:cubicBezTo>
                  <a:pt x="624476" y="32434"/>
                  <a:pt x="622754" y="31715"/>
                  <a:pt x="621319" y="30275"/>
                </a:cubicBezTo>
                <a:cubicBezTo>
                  <a:pt x="619884" y="28835"/>
                  <a:pt x="619166" y="27060"/>
                  <a:pt x="619166" y="24949"/>
                </a:cubicBezTo>
                <a:cubicBezTo>
                  <a:pt x="619166" y="21638"/>
                  <a:pt x="621367" y="18423"/>
                  <a:pt x="625768" y="15305"/>
                </a:cubicBezTo>
                <a:cubicBezTo>
                  <a:pt x="632178" y="10746"/>
                  <a:pt x="640191" y="8467"/>
                  <a:pt x="649807" y="8467"/>
                </a:cubicBezTo>
                <a:cubicBezTo>
                  <a:pt x="658896" y="8467"/>
                  <a:pt x="666191" y="11055"/>
                  <a:pt x="671693" y="16231"/>
                </a:cubicBezTo>
                <a:cubicBezTo>
                  <a:pt x="677194" y="21405"/>
                  <a:pt x="679945" y="27633"/>
                  <a:pt x="679945" y="34914"/>
                </a:cubicBezTo>
                <a:cubicBezTo>
                  <a:pt x="679945" y="38700"/>
                  <a:pt x="679132" y="42234"/>
                  <a:pt x="677505" y="45517"/>
                </a:cubicBezTo>
                <a:cubicBezTo>
                  <a:pt x="675879" y="48798"/>
                  <a:pt x="673439" y="51828"/>
                  <a:pt x="670186" y="54607"/>
                </a:cubicBezTo>
                <a:close/>
              </a:path>
            </a:pathLst>
          </a:custGeom>
          <a:solidFill xmlns:a="http://schemas.openxmlformats.org/drawingml/2006/main">
            <a:srgbClr val="388E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//24-27">
            <a:extLst xmlns:a="http://schemas.openxmlformats.org/drawingml/2006/main">
              <a:ext uri="{FF2B5EF4-FFF2-40B4-BE49-F238E27FC236}">
                <a16:creationId xmlns:a16="http://schemas.microsoft.com/office/drawing/2014/main" id="{E8F2346B-7A17-4A64-9020-A9F53E60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1955" y="2192341"/>
            <a:ext cx="679873" cy="120696"/>
          </a:xfrm>
          <a:custGeom xmlns:a="http://schemas.openxmlformats.org/drawingml/2006/main">
            <a:pathLst>
              <a:path w="679873" h="120696">
                <a:moveTo>
                  <a:pt x="62285" y="12629"/>
                </a:moveTo>
                <a:lnTo>
                  <a:pt x="15141" y="114224"/>
                </a:lnTo>
                <a:cubicBezTo>
                  <a:pt x="13945" y="116766"/>
                  <a:pt x="12869" y="118420"/>
                  <a:pt x="11912" y="119187"/>
                </a:cubicBezTo>
                <a:cubicBezTo>
                  <a:pt x="10668" y="120193"/>
                  <a:pt x="9161" y="120696"/>
                  <a:pt x="7391" y="120696"/>
                </a:cubicBezTo>
                <a:cubicBezTo>
                  <a:pt x="5382" y="120696"/>
                  <a:pt x="3648" y="119978"/>
                  <a:pt x="2189" y="118543"/>
                </a:cubicBezTo>
                <a:cubicBezTo>
                  <a:pt x="730" y="117108"/>
                  <a:pt x="0" y="115482"/>
                  <a:pt x="0" y="113664"/>
                </a:cubicBezTo>
                <a:cubicBezTo>
                  <a:pt x="0" y="112372"/>
                  <a:pt x="574" y="110483"/>
                  <a:pt x="1722" y="107995"/>
                </a:cubicBezTo>
                <a:lnTo>
                  <a:pt x="49010" y="6454"/>
                </a:lnTo>
                <a:cubicBezTo>
                  <a:pt x="50206" y="3920"/>
                  <a:pt x="51259" y="2271"/>
                  <a:pt x="52168" y="1507"/>
                </a:cubicBezTo>
                <a:cubicBezTo>
                  <a:pt x="53459" y="502"/>
                  <a:pt x="54966" y="0"/>
                  <a:pt x="56688" y="0"/>
                </a:cubicBezTo>
                <a:cubicBezTo>
                  <a:pt x="58698" y="0"/>
                  <a:pt x="60420" y="706"/>
                  <a:pt x="61855" y="2117"/>
                </a:cubicBezTo>
                <a:cubicBezTo>
                  <a:pt x="63290" y="3528"/>
                  <a:pt x="64008" y="5143"/>
                  <a:pt x="64008" y="6960"/>
                </a:cubicBezTo>
                <a:cubicBezTo>
                  <a:pt x="64008" y="8252"/>
                  <a:pt x="63434" y="10142"/>
                  <a:pt x="62285" y="12629"/>
                </a:cubicBezTo>
                <a:close/>
                <a:moveTo>
                  <a:pt x="150461" y="12629"/>
                </a:moveTo>
                <a:lnTo>
                  <a:pt x="103316" y="114224"/>
                </a:lnTo>
                <a:cubicBezTo>
                  <a:pt x="102120" y="116766"/>
                  <a:pt x="101044" y="118420"/>
                  <a:pt x="100087" y="119187"/>
                </a:cubicBezTo>
                <a:cubicBezTo>
                  <a:pt x="98844" y="120193"/>
                  <a:pt x="97337" y="120696"/>
                  <a:pt x="95567" y="120696"/>
                </a:cubicBezTo>
                <a:cubicBezTo>
                  <a:pt x="93557" y="120696"/>
                  <a:pt x="91823" y="119978"/>
                  <a:pt x="90364" y="118543"/>
                </a:cubicBezTo>
                <a:cubicBezTo>
                  <a:pt x="88905" y="117108"/>
                  <a:pt x="88176" y="115482"/>
                  <a:pt x="88176" y="113664"/>
                </a:cubicBezTo>
                <a:cubicBezTo>
                  <a:pt x="88176" y="112372"/>
                  <a:pt x="88750" y="110483"/>
                  <a:pt x="89898" y="107995"/>
                </a:cubicBezTo>
                <a:lnTo>
                  <a:pt x="137186" y="6454"/>
                </a:lnTo>
                <a:cubicBezTo>
                  <a:pt x="138382" y="3920"/>
                  <a:pt x="139434" y="2271"/>
                  <a:pt x="140343" y="1507"/>
                </a:cubicBezTo>
                <a:cubicBezTo>
                  <a:pt x="141635" y="502"/>
                  <a:pt x="143142" y="0"/>
                  <a:pt x="144864" y="0"/>
                </a:cubicBezTo>
                <a:cubicBezTo>
                  <a:pt x="146873" y="0"/>
                  <a:pt x="148595" y="706"/>
                  <a:pt x="150031" y="2117"/>
                </a:cubicBezTo>
                <a:cubicBezTo>
                  <a:pt x="151466" y="3528"/>
                  <a:pt x="152183" y="5143"/>
                  <a:pt x="152183" y="6960"/>
                </a:cubicBezTo>
                <a:cubicBezTo>
                  <a:pt x="152183" y="8252"/>
                  <a:pt x="151609" y="10142"/>
                  <a:pt x="150461" y="12629"/>
                </a:cubicBezTo>
                <a:close/>
                <a:moveTo>
                  <a:pt x="282753" y="88979"/>
                </a:moveTo>
                <a:lnTo>
                  <a:pt x="314972" y="88979"/>
                </a:lnTo>
                <a:cubicBezTo>
                  <a:pt x="316742" y="87544"/>
                  <a:pt x="318416" y="86826"/>
                  <a:pt x="319995" y="86826"/>
                </a:cubicBezTo>
                <a:cubicBezTo>
                  <a:pt x="322243" y="86826"/>
                  <a:pt x="324025" y="87573"/>
                  <a:pt x="325341" y="89067"/>
                </a:cubicBezTo>
                <a:cubicBezTo>
                  <a:pt x="326656" y="90560"/>
                  <a:pt x="327314" y="93114"/>
                  <a:pt x="327314" y="96729"/>
                </a:cubicBezTo>
                <a:lnTo>
                  <a:pt x="327314" y="103761"/>
                </a:lnTo>
                <a:lnTo>
                  <a:pt x="260293" y="103761"/>
                </a:lnTo>
                <a:lnTo>
                  <a:pt x="260293" y="88118"/>
                </a:lnTo>
                <a:cubicBezTo>
                  <a:pt x="286795" y="66280"/>
                  <a:pt x="302797" y="52231"/>
                  <a:pt x="308298" y="45972"/>
                </a:cubicBezTo>
                <a:cubicBezTo>
                  <a:pt x="311073" y="42770"/>
                  <a:pt x="312460" y="39735"/>
                  <a:pt x="312460" y="36868"/>
                </a:cubicBezTo>
                <a:cubicBezTo>
                  <a:pt x="312460" y="33284"/>
                  <a:pt x="310893" y="30119"/>
                  <a:pt x="307760" y="27371"/>
                </a:cubicBezTo>
                <a:cubicBezTo>
                  <a:pt x="304627" y="24623"/>
                  <a:pt x="300453" y="23249"/>
                  <a:pt x="295238" y="23249"/>
                </a:cubicBezTo>
                <a:cubicBezTo>
                  <a:pt x="289976" y="23249"/>
                  <a:pt x="285599" y="24774"/>
                  <a:pt x="282107" y="27824"/>
                </a:cubicBezTo>
                <a:cubicBezTo>
                  <a:pt x="280289" y="29443"/>
                  <a:pt x="278830" y="31848"/>
                  <a:pt x="277730" y="35040"/>
                </a:cubicBezTo>
                <a:cubicBezTo>
                  <a:pt x="277060" y="37042"/>
                  <a:pt x="276139" y="38472"/>
                  <a:pt x="274967" y="39330"/>
                </a:cubicBezTo>
                <a:cubicBezTo>
                  <a:pt x="273795" y="40186"/>
                  <a:pt x="272348" y="40615"/>
                  <a:pt x="270626" y="40615"/>
                </a:cubicBezTo>
                <a:cubicBezTo>
                  <a:pt x="268616" y="40615"/>
                  <a:pt x="266882" y="39897"/>
                  <a:pt x="265423" y="38462"/>
                </a:cubicBezTo>
                <a:cubicBezTo>
                  <a:pt x="263964" y="37027"/>
                  <a:pt x="263235" y="35352"/>
                  <a:pt x="263235" y="33439"/>
                </a:cubicBezTo>
                <a:cubicBezTo>
                  <a:pt x="263235" y="30569"/>
                  <a:pt x="264562" y="26981"/>
                  <a:pt x="267217" y="22675"/>
                </a:cubicBezTo>
                <a:cubicBezTo>
                  <a:pt x="269872" y="18370"/>
                  <a:pt x="273747" y="14926"/>
                  <a:pt x="278842" y="12342"/>
                </a:cubicBezTo>
                <a:cubicBezTo>
                  <a:pt x="283937" y="9759"/>
                  <a:pt x="289474" y="8467"/>
                  <a:pt x="295454" y="8467"/>
                </a:cubicBezTo>
                <a:cubicBezTo>
                  <a:pt x="304734" y="8467"/>
                  <a:pt x="312341" y="11278"/>
                  <a:pt x="318273" y="16899"/>
                </a:cubicBezTo>
                <a:cubicBezTo>
                  <a:pt x="324204" y="22520"/>
                  <a:pt x="327170" y="29325"/>
                  <a:pt x="327170" y="37314"/>
                </a:cubicBezTo>
                <a:cubicBezTo>
                  <a:pt x="327170" y="41380"/>
                  <a:pt x="326321" y="45147"/>
                  <a:pt x="324623" y="48616"/>
                </a:cubicBezTo>
                <a:cubicBezTo>
                  <a:pt x="322925" y="52084"/>
                  <a:pt x="318847" y="56880"/>
                  <a:pt x="312388" y="63003"/>
                </a:cubicBezTo>
                <a:cubicBezTo>
                  <a:pt x="307318" y="67835"/>
                  <a:pt x="297439" y="76493"/>
                  <a:pt x="282753" y="88979"/>
                </a:cubicBezTo>
                <a:close/>
                <a:moveTo>
                  <a:pt x="406233" y="10907"/>
                </a:moveTo>
                <a:lnTo>
                  <a:pt x="406233" y="68313"/>
                </a:lnTo>
                <a:cubicBezTo>
                  <a:pt x="409342" y="68313"/>
                  <a:pt x="411639" y="68983"/>
                  <a:pt x="413122" y="70322"/>
                </a:cubicBezTo>
                <a:cubicBezTo>
                  <a:pt x="414605" y="71662"/>
                  <a:pt x="415346" y="73432"/>
                  <a:pt x="415346" y="75632"/>
                </a:cubicBezTo>
                <a:cubicBezTo>
                  <a:pt x="415346" y="77833"/>
                  <a:pt x="414593" y="79627"/>
                  <a:pt x="413086" y="81014"/>
                </a:cubicBezTo>
                <a:cubicBezTo>
                  <a:pt x="411579" y="82401"/>
                  <a:pt x="409294" y="83095"/>
                  <a:pt x="406233" y="83095"/>
                </a:cubicBezTo>
                <a:lnTo>
                  <a:pt x="406233" y="88979"/>
                </a:lnTo>
                <a:cubicBezTo>
                  <a:pt x="409342" y="88979"/>
                  <a:pt x="411639" y="89661"/>
                  <a:pt x="413122" y="91024"/>
                </a:cubicBezTo>
                <a:cubicBezTo>
                  <a:pt x="414605" y="92388"/>
                  <a:pt x="415346" y="94170"/>
                  <a:pt x="415346" y="96370"/>
                </a:cubicBezTo>
                <a:cubicBezTo>
                  <a:pt x="415346" y="98571"/>
                  <a:pt x="414593" y="100353"/>
                  <a:pt x="413086" y="101716"/>
                </a:cubicBezTo>
                <a:cubicBezTo>
                  <a:pt x="411579" y="103080"/>
                  <a:pt x="409055" y="103761"/>
                  <a:pt x="405515" y="103761"/>
                </a:cubicBezTo>
                <a:lnTo>
                  <a:pt x="385782" y="103761"/>
                </a:lnTo>
                <a:cubicBezTo>
                  <a:pt x="382242" y="103761"/>
                  <a:pt x="379718" y="103068"/>
                  <a:pt x="378212" y="101680"/>
                </a:cubicBezTo>
                <a:cubicBezTo>
                  <a:pt x="376705" y="100293"/>
                  <a:pt x="375951" y="98499"/>
                  <a:pt x="375951" y="96298"/>
                </a:cubicBezTo>
                <a:cubicBezTo>
                  <a:pt x="375951" y="94098"/>
                  <a:pt x="376705" y="92328"/>
                  <a:pt x="378212" y="90988"/>
                </a:cubicBezTo>
                <a:cubicBezTo>
                  <a:pt x="379718" y="89649"/>
                  <a:pt x="382242" y="88979"/>
                  <a:pt x="385782" y="88979"/>
                </a:cubicBezTo>
                <a:lnTo>
                  <a:pt x="391523" y="88979"/>
                </a:lnTo>
                <a:lnTo>
                  <a:pt x="391523" y="83095"/>
                </a:lnTo>
                <a:lnTo>
                  <a:pt x="351554" y="83095"/>
                </a:lnTo>
                <a:lnTo>
                  <a:pt x="351554" y="70764"/>
                </a:lnTo>
                <a:lnTo>
                  <a:pt x="386787" y="10907"/>
                </a:lnTo>
                <a:lnTo>
                  <a:pt x="406233" y="10907"/>
                </a:lnTo>
                <a:moveTo>
                  <a:pt x="391523" y="68313"/>
                </a:moveTo>
                <a:lnTo>
                  <a:pt x="391523" y="32026"/>
                </a:lnTo>
                <a:lnTo>
                  <a:pt x="370211" y="68313"/>
                </a:lnTo>
                <a:lnTo>
                  <a:pt x="391523" y="68313"/>
                </a:lnTo>
                <a:close/>
                <a:moveTo>
                  <a:pt x="503665" y="68744"/>
                </a:moveTo>
                <a:lnTo>
                  <a:pt x="442240" y="68744"/>
                </a:lnTo>
                <a:lnTo>
                  <a:pt x="442240" y="55253"/>
                </a:lnTo>
                <a:lnTo>
                  <a:pt x="503665" y="55253"/>
                </a:lnTo>
                <a:lnTo>
                  <a:pt x="503665" y="68744"/>
                </a:lnTo>
                <a:close/>
                <a:moveTo>
                  <a:pt x="547279" y="88979"/>
                </a:moveTo>
                <a:lnTo>
                  <a:pt x="579498" y="88979"/>
                </a:lnTo>
                <a:cubicBezTo>
                  <a:pt x="581268" y="87544"/>
                  <a:pt x="582942" y="86826"/>
                  <a:pt x="584521" y="86826"/>
                </a:cubicBezTo>
                <a:cubicBezTo>
                  <a:pt x="586769" y="86826"/>
                  <a:pt x="588551" y="87573"/>
                  <a:pt x="589867" y="89067"/>
                </a:cubicBezTo>
                <a:cubicBezTo>
                  <a:pt x="591182" y="90560"/>
                  <a:pt x="591840" y="93114"/>
                  <a:pt x="591840" y="96729"/>
                </a:cubicBezTo>
                <a:lnTo>
                  <a:pt x="591840" y="103761"/>
                </a:lnTo>
                <a:lnTo>
                  <a:pt x="524819" y="103761"/>
                </a:lnTo>
                <a:lnTo>
                  <a:pt x="524819" y="88118"/>
                </a:lnTo>
                <a:cubicBezTo>
                  <a:pt x="551321" y="66280"/>
                  <a:pt x="567323" y="52231"/>
                  <a:pt x="572824" y="45972"/>
                </a:cubicBezTo>
                <a:cubicBezTo>
                  <a:pt x="575599" y="42770"/>
                  <a:pt x="576986" y="39735"/>
                  <a:pt x="576986" y="36868"/>
                </a:cubicBezTo>
                <a:cubicBezTo>
                  <a:pt x="576986" y="33284"/>
                  <a:pt x="575420" y="30119"/>
                  <a:pt x="572286" y="27371"/>
                </a:cubicBezTo>
                <a:cubicBezTo>
                  <a:pt x="569153" y="24623"/>
                  <a:pt x="564979" y="23249"/>
                  <a:pt x="559765" y="23249"/>
                </a:cubicBezTo>
                <a:cubicBezTo>
                  <a:pt x="554502" y="23249"/>
                  <a:pt x="550125" y="24774"/>
                  <a:pt x="546633" y="27824"/>
                </a:cubicBezTo>
                <a:cubicBezTo>
                  <a:pt x="544815" y="29443"/>
                  <a:pt x="543356" y="31848"/>
                  <a:pt x="542256" y="35040"/>
                </a:cubicBezTo>
                <a:cubicBezTo>
                  <a:pt x="541586" y="37042"/>
                  <a:pt x="540665" y="38472"/>
                  <a:pt x="539493" y="39330"/>
                </a:cubicBezTo>
                <a:cubicBezTo>
                  <a:pt x="538321" y="40186"/>
                  <a:pt x="536874" y="40615"/>
                  <a:pt x="535152" y="40615"/>
                </a:cubicBezTo>
                <a:cubicBezTo>
                  <a:pt x="533143" y="40615"/>
                  <a:pt x="531408" y="39897"/>
                  <a:pt x="529949" y="38462"/>
                </a:cubicBezTo>
                <a:cubicBezTo>
                  <a:pt x="528490" y="37027"/>
                  <a:pt x="527761" y="35352"/>
                  <a:pt x="527761" y="33439"/>
                </a:cubicBezTo>
                <a:cubicBezTo>
                  <a:pt x="527761" y="30569"/>
                  <a:pt x="529088" y="26981"/>
                  <a:pt x="531743" y="22675"/>
                </a:cubicBezTo>
                <a:cubicBezTo>
                  <a:pt x="534398" y="18370"/>
                  <a:pt x="538273" y="14926"/>
                  <a:pt x="543368" y="12342"/>
                </a:cubicBezTo>
                <a:cubicBezTo>
                  <a:pt x="548463" y="9759"/>
                  <a:pt x="554000" y="8467"/>
                  <a:pt x="559980" y="8467"/>
                </a:cubicBezTo>
                <a:cubicBezTo>
                  <a:pt x="569260" y="8467"/>
                  <a:pt x="576867" y="11278"/>
                  <a:pt x="582799" y="16899"/>
                </a:cubicBezTo>
                <a:cubicBezTo>
                  <a:pt x="588731" y="22520"/>
                  <a:pt x="591697" y="29325"/>
                  <a:pt x="591697" y="37314"/>
                </a:cubicBezTo>
                <a:cubicBezTo>
                  <a:pt x="591697" y="41380"/>
                  <a:pt x="590848" y="45147"/>
                  <a:pt x="589149" y="48616"/>
                </a:cubicBezTo>
                <a:cubicBezTo>
                  <a:pt x="587451" y="52084"/>
                  <a:pt x="583373" y="56880"/>
                  <a:pt x="576915" y="63003"/>
                </a:cubicBezTo>
                <a:cubicBezTo>
                  <a:pt x="571844" y="67835"/>
                  <a:pt x="561965" y="76493"/>
                  <a:pt x="547279" y="88979"/>
                </a:cubicBezTo>
                <a:close/>
                <a:moveTo>
                  <a:pt x="664373" y="25689"/>
                </a:moveTo>
                <a:lnTo>
                  <a:pt x="630719" y="25689"/>
                </a:lnTo>
                <a:cubicBezTo>
                  <a:pt x="630528" y="29373"/>
                  <a:pt x="629786" y="31968"/>
                  <a:pt x="628495" y="33475"/>
                </a:cubicBezTo>
                <a:cubicBezTo>
                  <a:pt x="627203" y="34982"/>
                  <a:pt x="625505" y="35735"/>
                  <a:pt x="623400" y="35735"/>
                </a:cubicBezTo>
                <a:cubicBezTo>
                  <a:pt x="621199" y="35735"/>
                  <a:pt x="619417" y="34982"/>
                  <a:pt x="618054" y="33475"/>
                </a:cubicBezTo>
                <a:cubicBezTo>
                  <a:pt x="616691" y="31968"/>
                  <a:pt x="616009" y="29373"/>
                  <a:pt x="616009" y="25689"/>
                </a:cubicBezTo>
                <a:lnTo>
                  <a:pt x="616009" y="10907"/>
                </a:lnTo>
                <a:lnTo>
                  <a:pt x="679873" y="10907"/>
                </a:lnTo>
                <a:lnTo>
                  <a:pt x="679873" y="25689"/>
                </a:lnTo>
                <a:lnTo>
                  <a:pt x="656050" y="96404"/>
                </a:lnTo>
                <a:cubicBezTo>
                  <a:pt x="655045" y="99356"/>
                  <a:pt x="653933" y="101321"/>
                  <a:pt x="652713" y="102297"/>
                </a:cubicBezTo>
                <a:cubicBezTo>
                  <a:pt x="651493" y="103273"/>
                  <a:pt x="650022" y="103761"/>
                  <a:pt x="648300" y="103761"/>
                </a:cubicBezTo>
                <a:cubicBezTo>
                  <a:pt x="646243" y="103761"/>
                  <a:pt x="644485" y="103059"/>
                  <a:pt x="643026" y="101653"/>
                </a:cubicBezTo>
                <a:cubicBezTo>
                  <a:pt x="641567" y="100247"/>
                  <a:pt x="640837" y="98629"/>
                  <a:pt x="640837" y="96801"/>
                </a:cubicBezTo>
                <a:cubicBezTo>
                  <a:pt x="640837" y="95726"/>
                  <a:pt x="641220" y="94015"/>
                  <a:pt x="641985" y="91668"/>
                </a:cubicBezTo>
                <a:lnTo>
                  <a:pt x="664373" y="25689"/>
                </a:lnTo>
                <a:close/>
              </a:path>
            </a:pathLst>
          </a:custGeom>
          <a:solidFill xmlns:a="http://schemas.openxmlformats.org/drawingml/2006/main">
            <a:srgbClr val="388E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//28-31">
            <a:extLst xmlns:a="http://schemas.openxmlformats.org/drawingml/2006/main">
              <a:ext uri="{FF2B5EF4-FFF2-40B4-BE49-F238E27FC236}">
                <a16:creationId xmlns:a16="http://schemas.microsoft.com/office/drawing/2014/main" id="{12584A85-AEB3-4F67-BFE2-780519D4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1955" y="2368692"/>
            <a:ext cx="681380" cy="120696"/>
          </a:xfrm>
          <a:custGeom xmlns:a="http://schemas.openxmlformats.org/drawingml/2006/main">
            <a:pathLst>
              <a:path w="681380" h="120696">
                <a:moveTo>
                  <a:pt x="62285" y="12629"/>
                </a:moveTo>
                <a:lnTo>
                  <a:pt x="15141" y="114224"/>
                </a:lnTo>
                <a:cubicBezTo>
                  <a:pt x="13945" y="116766"/>
                  <a:pt x="12869" y="118420"/>
                  <a:pt x="11912" y="119187"/>
                </a:cubicBezTo>
                <a:cubicBezTo>
                  <a:pt x="10668" y="120193"/>
                  <a:pt x="9161" y="120696"/>
                  <a:pt x="7391" y="120696"/>
                </a:cubicBezTo>
                <a:cubicBezTo>
                  <a:pt x="5382" y="120696"/>
                  <a:pt x="3648" y="119978"/>
                  <a:pt x="2189" y="118543"/>
                </a:cubicBezTo>
                <a:cubicBezTo>
                  <a:pt x="730" y="117108"/>
                  <a:pt x="0" y="115482"/>
                  <a:pt x="0" y="113664"/>
                </a:cubicBezTo>
                <a:cubicBezTo>
                  <a:pt x="0" y="112372"/>
                  <a:pt x="574" y="110483"/>
                  <a:pt x="1722" y="107995"/>
                </a:cubicBezTo>
                <a:lnTo>
                  <a:pt x="49010" y="6454"/>
                </a:lnTo>
                <a:cubicBezTo>
                  <a:pt x="50206" y="3920"/>
                  <a:pt x="51259" y="2271"/>
                  <a:pt x="52168" y="1507"/>
                </a:cubicBezTo>
                <a:cubicBezTo>
                  <a:pt x="53459" y="502"/>
                  <a:pt x="54966" y="0"/>
                  <a:pt x="56688" y="0"/>
                </a:cubicBezTo>
                <a:cubicBezTo>
                  <a:pt x="58698" y="0"/>
                  <a:pt x="60420" y="706"/>
                  <a:pt x="61855" y="2117"/>
                </a:cubicBezTo>
                <a:cubicBezTo>
                  <a:pt x="63290" y="3528"/>
                  <a:pt x="64008" y="5143"/>
                  <a:pt x="64008" y="6960"/>
                </a:cubicBezTo>
                <a:cubicBezTo>
                  <a:pt x="64008" y="8252"/>
                  <a:pt x="63434" y="10142"/>
                  <a:pt x="62285" y="12629"/>
                </a:cubicBezTo>
                <a:close/>
                <a:moveTo>
                  <a:pt x="150461" y="12629"/>
                </a:moveTo>
                <a:lnTo>
                  <a:pt x="103316" y="114224"/>
                </a:lnTo>
                <a:cubicBezTo>
                  <a:pt x="102120" y="116766"/>
                  <a:pt x="101044" y="118420"/>
                  <a:pt x="100087" y="119187"/>
                </a:cubicBezTo>
                <a:cubicBezTo>
                  <a:pt x="98844" y="120193"/>
                  <a:pt x="97337" y="120696"/>
                  <a:pt x="95567" y="120696"/>
                </a:cubicBezTo>
                <a:cubicBezTo>
                  <a:pt x="93557" y="120696"/>
                  <a:pt x="91823" y="119978"/>
                  <a:pt x="90364" y="118543"/>
                </a:cubicBezTo>
                <a:cubicBezTo>
                  <a:pt x="88905" y="117108"/>
                  <a:pt x="88176" y="115482"/>
                  <a:pt x="88176" y="113664"/>
                </a:cubicBezTo>
                <a:cubicBezTo>
                  <a:pt x="88176" y="112372"/>
                  <a:pt x="88750" y="110483"/>
                  <a:pt x="89898" y="107995"/>
                </a:cubicBezTo>
                <a:lnTo>
                  <a:pt x="137186" y="6454"/>
                </a:lnTo>
                <a:cubicBezTo>
                  <a:pt x="138382" y="3920"/>
                  <a:pt x="139434" y="2271"/>
                  <a:pt x="140343" y="1507"/>
                </a:cubicBezTo>
                <a:cubicBezTo>
                  <a:pt x="141635" y="502"/>
                  <a:pt x="143142" y="0"/>
                  <a:pt x="144864" y="0"/>
                </a:cubicBezTo>
                <a:cubicBezTo>
                  <a:pt x="146873" y="0"/>
                  <a:pt x="148595" y="706"/>
                  <a:pt x="150031" y="2117"/>
                </a:cubicBezTo>
                <a:cubicBezTo>
                  <a:pt x="151466" y="3528"/>
                  <a:pt x="152183" y="5143"/>
                  <a:pt x="152183" y="6960"/>
                </a:cubicBezTo>
                <a:cubicBezTo>
                  <a:pt x="152183" y="8252"/>
                  <a:pt x="151609" y="10142"/>
                  <a:pt x="150461" y="12629"/>
                </a:cubicBezTo>
                <a:close/>
                <a:moveTo>
                  <a:pt x="282753" y="88979"/>
                </a:moveTo>
                <a:lnTo>
                  <a:pt x="314972" y="88979"/>
                </a:lnTo>
                <a:cubicBezTo>
                  <a:pt x="316742" y="87544"/>
                  <a:pt x="318416" y="86826"/>
                  <a:pt x="319995" y="86826"/>
                </a:cubicBezTo>
                <a:cubicBezTo>
                  <a:pt x="322243" y="86826"/>
                  <a:pt x="324025" y="87573"/>
                  <a:pt x="325341" y="89067"/>
                </a:cubicBezTo>
                <a:cubicBezTo>
                  <a:pt x="326656" y="90560"/>
                  <a:pt x="327314" y="93114"/>
                  <a:pt x="327314" y="96729"/>
                </a:cubicBezTo>
                <a:lnTo>
                  <a:pt x="327314" y="103761"/>
                </a:lnTo>
                <a:lnTo>
                  <a:pt x="260293" y="103761"/>
                </a:lnTo>
                <a:lnTo>
                  <a:pt x="260293" y="88118"/>
                </a:lnTo>
                <a:cubicBezTo>
                  <a:pt x="286795" y="66280"/>
                  <a:pt x="302797" y="52231"/>
                  <a:pt x="308298" y="45972"/>
                </a:cubicBezTo>
                <a:cubicBezTo>
                  <a:pt x="311073" y="42770"/>
                  <a:pt x="312460" y="39735"/>
                  <a:pt x="312460" y="36868"/>
                </a:cubicBezTo>
                <a:cubicBezTo>
                  <a:pt x="312460" y="33284"/>
                  <a:pt x="310893" y="30119"/>
                  <a:pt x="307760" y="27371"/>
                </a:cubicBezTo>
                <a:cubicBezTo>
                  <a:pt x="304627" y="24623"/>
                  <a:pt x="300453" y="23249"/>
                  <a:pt x="295238" y="23249"/>
                </a:cubicBezTo>
                <a:cubicBezTo>
                  <a:pt x="289976" y="23249"/>
                  <a:pt x="285599" y="24774"/>
                  <a:pt x="282107" y="27824"/>
                </a:cubicBezTo>
                <a:cubicBezTo>
                  <a:pt x="280289" y="29443"/>
                  <a:pt x="278830" y="31848"/>
                  <a:pt x="277730" y="35040"/>
                </a:cubicBezTo>
                <a:cubicBezTo>
                  <a:pt x="277060" y="37042"/>
                  <a:pt x="276139" y="38472"/>
                  <a:pt x="274967" y="39330"/>
                </a:cubicBezTo>
                <a:cubicBezTo>
                  <a:pt x="273795" y="40186"/>
                  <a:pt x="272348" y="40615"/>
                  <a:pt x="270626" y="40615"/>
                </a:cubicBezTo>
                <a:cubicBezTo>
                  <a:pt x="268616" y="40615"/>
                  <a:pt x="266882" y="39897"/>
                  <a:pt x="265423" y="38462"/>
                </a:cubicBezTo>
                <a:cubicBezTo>
                  <a:pt x="263964" y="37027"/>
                  <a:pt x="263235" y="35352"/>
                  <a:pt x="263235" y="33439"/>
                </a:cubicBezTo>
                <a:cubicBezTo>
                  <a:pt x="263235" y="30569"/>
                  <a:pt x="264562" y="26981"/>
                  <a:pt x="267217" y="22675"/>
                </a:cubicBezTo>
                <a:cubicBezTo>
                  <a:pt x="269872" y="18370"/>
                  <a:pt x="273747" y="14926"/>
                  <a:pt x="278842" y="12342"/>
                </a:cubicBezTo>
                <a:cubicBezTo>
                  <a:pt x="283937" y="9759"/>
                  <a:pt x="289474" y="8467"/>
                  <a:pt x="295454" y="8467"/>
                </a:cubicBezTo>
                <a:cubicBezTo>
                  <a:pt x="304734" y="8467"/>
                  <a:pt x="312341" y="11278"/>
                  <a:pt x="318273" y="16899"/>
                </a:cubicBezTo>
                <a:cubicBezTo>
                  <a:pt x="324204" y="22520"/>
                  <a:pt x="327170" y="29325"/>
                  <a:pt x="327170" y="37314"/>
                </a:cubicBezTo>
                <a:cubicBezTo>
                  <a:pt x="327170" y="41380"/>
                  <a:pt x="326321" y="45147"/>
                  <a:pt x="324623" y="48616"/>
                </a:cubicBezTo>
                <a:cubicBezTo>
                  <a:pt x="322925" y="52084"/>
                  <a:pt x="318847" y="56880"/>
                  <a:pt x="312388" y="63003"/>
                </a:cubicBezTo>
                <a:cubicBezTo>
                  <a:pt x="307318" y="67835"/>
                  <a:pt x="297439" y="76493"/>
                  <a:pt x="282753" y="88979"/>
                </a:cubicBezTo>
                <a:close/>
                <a:moveTo>
                  <a:pt x="405515" y="56655"/>
                </a:moveTo>
                <a:cubicBezTo>
                  <a:pt x="409294" y="59579"/>
                  <a:pt x="412129" y="62899"/>
                  <a:pt x="414019" y="66616"/>
                </a:cubicBezTo>
                <a:cubicBezTo>
                  <a:pt x="415908" y="70331"/>
                  <a:pt x="416853" y="74417"/>
                  <a:pt x="416853" y="78875"/>
                </a:cubicBezTo>
                <a:cubicBezTo>
                  <a:pt x="416853" y="83813"/>
                  <a:pt x="415645" y="88355"/>
                  <a:pt x="413229" y="92502"/>
                </a:cubicBezTo>
                <a:cubicBezTo>
                  <a:pt x="410813" y="96649"/>
                  <a:pt x="407022" y="99921"/>
                  <a:pt x="401856" y="102319"/>
                </a:cubicBezTo>
                <a:cubicBezTo>
                  <a:pt x="396689" y="104716"/>
                  <a:pt x="390949" y="105914"/>
                  <a:pt x="384634" y="105914"/>
                </a:cubicBezTo>
                <a:cubicBezTo>
                  <a:pt x="378319" y="105914"/>
                  <a:pt x="372626" y="104716"/>
                  <a:pt x="367556" y="102319"/>
                </a:cubicBezTo>
                <a:cubicBezTo>
                  <a:pt x="362485" y="99921"/>
                  <a:pt x="358741" y="96637"/>
                  <a:pt x="356326" y="92466"/>
                </a:cubicBezTo>
                <a:cubicBezTo>
                  <a:pt x="353910" y="88295"/>
                  <a:pt x="352702" y="83765"/>
                  <a:pt x="352702" y="78875"/>
                </a:cubicBezTo>
                <a:cubicBezTo>
                  <a:pt x="352702" y="74417"/>
                  <a:pt x="353647" y="70331"/>
                  <a:pt x="355536" y="66616"/>
                </a:cubicBezTo>
                <a:cubicBezTo>
                  <a:pt x="357426" y="62899"/>
                  <a:pt x="360260" y="59579"/>
                  <a:pt x="364039" y="56655"/>
                </a:cubicBezTo>
                <a:cubicBezTo>
                  <a:pt x="360739" y="53595"/>
                  <a:pt x="358251" y="50344"/>
                  <a:pt x="356577" y="46902"/>
                </a:cubicBezTo>
                <a:cubicBezTo>
                  <a:pt x="354902" y="43461"/>
                  <a:pt x="354065" y="39828"/>
                  <a:pt x="354065" y="36002"/>
                </a:cubicBezTo>
                <a:cubicBezTo>
                  <a:pt x="354065" y="28497"/>
                  <a:pt x="356935" y="22033"/>
                  <a:pt x="362676" y="16607"/>
                </a:cubicBezTo>
                <a:cubicBezTo>
                  <a:pt x="368417" y="11181"/>
                  <a:pt x="375784" y="8467"/>
                  <a:pt x="384777" y="8467"/>
                </a:cubicBezTo>
                <a:cubicBezTo>
                  <a:pt x="393771" y="8467"/>
                  <a:pt x="401138" y="11181"/>
                  <a:pt x="406879" y="16607"/>
                </a:cubicBezTo>
                <a:cubicBezTo>
                  <a:pt x="412619" y="22033"/>
                  <a:pt x="415490" y="28497"/>
                  <a:pt x="415490" y="36002"/>
                </a:cubicBezTo>
                <a:cubicBezTo>
                  <a:pt x="415490" y="39875"/>
                  <a:pt x="414664" y="43533"/>
                  <a:pt x="413014" y="46974"/>
                </a:cubicBezTo>
                <a:cubicBezTo>
                  <a:pt x="411363" y="50416"/>
                  <a:pt x="408864" y="53642"/>
                  <a:pt x="405515" y="56655"/>
                </a:cubicBezTo>
                <a:moveTo>
                  <a:pt x="400420" y="36345"/>
                </a:moveTo>
                <a:cubicBezTo>
                  <a:pt x="400420" y="32720"/>
                  <a:pt x="398997" y="29631"/>
                  <a:pt x="396151" y="27079"/>
                </a:cubicBezTo>
                <a:cubicBezTo>
                  <a:pt x="393305" y="24526"/>
                  <a:pt x="389466" y="23249"/>
                  <a:pt x="384634" y="23249"/>
                </a:cubicBezTo>
                <a:cubicBezTo>
                  <a:pt x="379754" y="23249"/>
                  <a:pt x="375891" y="24526"/>
                  <a:pt x="373045" y="27079"/>
                </a:cubicBezTo>
                <a:cubicBezTo>
                  <a:pt x="370199" y="29631"/>
                  <a:pt x="368775" y="32720"/>
                  <a:pt x="368775" y="36345"/>
                </a:cubicBezTo>
                <a:cubicBezTo>
                  <a:pt x="368775" y="40018"/>
                  <a:pt x="370199" y="43131"/>
                  <a:pt x="373045" y="45685"/>
                </a:cubicBezTo>
                <a:cubicBezTo>
                  <a:pt x="375891" y="48237"/>
                  <a:pt x="379754" y="49513"/>
                  <a:pt x="384634" y="49513"/>
                </a:cubicBezTo>
                <a:cubicBezTo>
                  <a:pt x="389466" y="49513"/>
                  <a:pt x="393305" y="48237"/>
                  <a:pt x="396151" y="45685"/>
                </a:cubicBezTo>
                <a:cubicBezTo>
                  <a:pt x="398997" y="43131"/>
                  <a:pt x="400420" y="40018"/>
                  <a:pt x="400420" y="36345"/>
                </a:cubicBezTo>
                <a:moveTo>
                  <a:pt x="402143" y="79548"/>
                </a:moveTo>
                <a:cubicBezTo>
                  <a:pt x="402143" y="75662"/>
                  <a:pt x="400480" y="72149"/>
                  <a:pt x="397156" y="69008"/>
                </a:cubicBezTo>
                <a:cubicBezTo>
                  <a:pt x="393831" y="65866"/>
                  <a:pt x="389705" y="64295"/>
                  <a:pt x="384777" y="64295"/>
                </a:cubicBezTo>
                <a:cubicBezTo>
                  <a:pt x="379850" y="64295"/>
                  <a:pt x="375724" y="65866"/>
                  <a:pt x="372399" y="69008"/>
                </a:cubicBezTo>
                <a:cubicBezTo>
                  <a:pt x="369074" y="72149"/>
                  <a:pt x="367412" y="75710"/>
                  <a:pt x="367412" y="79691"/>
                </a:cubicBezTo>
                <a:cubicBezTo>
                  <a:pt x="367412" y="82762"/>
                  <a:pt x="368847" y="85436"/>
                  <a:pt x="371718" y="87714"/>
                </a:cubicBezTo>
                <a:cubicBezTo>
                  <a:pt x="374588" y="89993"/>
                  <a:pt x="378941" y="91132"/>
                  <a:pt x="384777" y="91132"/>
                </a:cubicBezTo>
                <a:cubicBezTo>
                  <a:pt x="390661" y="91132"/>
                  <a:pt x="395027" y="89993"/>
                  <a:pt x="397873" y="87714"/>
                </a:cubicBezTo>
                <a:cubicBezTo>
                  <a:pt x="400719" y="85436"/>
                  <a:pt x="402143" y="82714"/>
                  <a:pt x="402143" y="79548"/>
                </a:cubicBezTo>
                <a:close/>
                <a:moveTo>
                  <a:pt x="503665" y="68744"/>
                </a:moveTo>
                <a:lnTo>
                  <a:pt x="442240" y="68744"/>
                </a:lnTo>
                <a:lnTo>
                  <a:pt x="442240" y="55253"/>
                </a:lnTo>
                <a:lnTo>
                  <a:pt x="503665" y="55253"/>
                </a:lnTo>
                <a:lnTo>
                  <a:pt x="503665" y="68744"/>
                </a:lnTo>
                <a:close/>
                <a:moveTo>
                  <a:pt x="582009" y="54607"/>
                </a:moveTo>
                <a:cubicBezTo>
                  <a:pt x="586363" y="57573"/>
                  <a:pt x="589616" y="61006"/>
                  <a:pt x="591768" y="64905"/>
                </a:cubicBezTo>
                <a:cubicBezTo>
                  <a:pt x="593921" y="68803"/>
                  <a:pt x="594997" y="73169"/>
                  <a:pt x="594997" y="78000"/>
                </a:cubicBezTo>
                <a:cubicBezTo>
                  <a:pt x="594997" y="83215"/>
                  <a:pt x="593574" y="88034"/>
                  <a:pt x="590728" y="92459"/>
                </a:cubicBezTo>
                <a:cubicBezTo>
                  <a:pt x="587882" y="96884"/>
                  <a:pt x="583755" y="100233"/>
                  <a:pt x="578350" y="102505"/>
                </a:cubicBezTo>
                <a:cubicBezTo>
                  <a:pt x="572944" y="104778"/>
                  <a:pt x="565864" y="105914"/>
                  <a:pt x="557110" y="105914"/>
                </a:cubicBezTo>
                <a:cubicBezTo>
                  <a:pt x="545724" y="105914"/>
                  <a:pt x="537161" y="104138"/>
                  <a:pt x="531420" y="100586"/>
                </a:cubicBezTo>
                <a:cubicBezTo>
                  <a:pt x="528215" y="98569"/>
                  <a:pt x="526613" y="96168"/>
                  <a:pt x="526613" y="93383"/>
                </a:cubicBezTo>
                <a:cubicBezTo>
                  <a:pt x="526613" y="91271"/>
                  <a:pt x="527318" y="89483"/>
                  <a:pt x="528730" y="88019"/>
                </a:cubicBezTo>
                <a:cubicBezTo>
                  <a:pt x="530141" y="86554"/>
                  <a:pt x="531851" y="85822"/>
                  <a:pt x="533860" y="85822"/>
                </a:cubicBezTo>
                <a:cubicBezTo>
                  <a:pt x="535247" y="85822"/>
                  <a:pt x="536683" y="86300"/>
                  <a:pt x="538166" y="87257"/>
                </a:cubicBezTo>
                <a:cubicBezTo>
                  <a:pt x="540270" y="88692"/>
                  <a:pt x="542256" y="89649"/>
                  <a:pt x="544121" y="90127"/>
                </a:cubicBezTo>
                <a:cubicBezTo>
                  <a:pt x="546992" y="90797"/>
                  <a:pt x="550938" y="91132"/>
                  <a:pt x="555961" y="91132"/>
                </a:cubicBezTo>
                <a:cubicBezTo>
                  <a:pt x="564525" y="91132"/>
                  <a:pt x="570720" y="90023"/>
                  <a:pt x="574547" y="87804"/>
                </a:cubicBezTo>
                <a:cubicBezTo>
                  <a:pt x="578374" y="85584"/>
                  <a:pt x="580287" y="82446"/>
                  <a:pt x="580287" y="78391"/>
                </a:cubicBezTo>
                <a:cubicBezTo>
                  <a:pt x="580287" y="75384"/>
                  <a:pt x="579175" y="72485"/>
                  <a:pt x="576950" y="69694"/>
                </a:cubicBezTo>
                <a:cubicBezTo>
                  <a:pt x="574726" y="66902"/>
                  <a:pt x="571748" y="64742"/>
                  <a:pt x="568017" y="63214"/>
                </a:cubicBezTo>
                <a:cubicBezTo>
                  <a:pt x="565864" y="62354"/>
                  <a:pt x="562228" y="61758"/>
                  <a:pt x="557110" y="61424"/>
                </a:cubicBezTo>
                <a:cubicBezTo>
                  <a:pt x="554670" y="61281"/>
                  <a:pt x="552792" y="60527"/>
                  <a:pt x="551477" y="59164"/>
                </a:cubicBezTo>
                <a:cubicBezTo>
                  <a:pt x="550161" y="57801"/>
                  <a:pt x="549503" y="56114"/>
                  <a:pt x="549503" y="54105"/>
                </a:cubicBezTo>
                <a:cubicBezTo>
                  <a:pt x="549503" y="52000"/>
                  <a:pt x="550221" y="50230"/>
                  <a:pt x="551656" y="48795"/>
                </a:cubicBezTo>
                <a:cubicBezTo>
                  <a:pt x="553091" y="47360"/>
                  <a:pt x="554909" y="46642"/>
                  <a:pt x="557110" y="46642"/>
                </a:cubicBezTo>
                <a:cubicBezTo>
                  <a:pt x="561989" y="46642"/>
                  <a:pt x="564596" y="46618"/>
                  <a:pt x="564931" y="46571"/>
                </a:cubicBezTo>
                <a:cubicBezTo>
                  <a:pt x="566845" y="46379"/>
                  <a:pt x="568758" y="45760"/>
                  <a:pt x="570672" y="44712"/>
                </a:cubicBezTo>
                <a:cubicBezTo>
                  <a:pt x="572585" y="43662"/>
                  <a:pt x="574128" y="42220"/>
                  <a:pt x="575300" y="40384"/>
                </a:cubicBezTo>
                <a:cubicBezTo>
                  <a:pt x="576472" y="38546"/>
                  <a:pt x="577058" y="36650"/>
                  <a:pt x="577058" y="34695"/>
                </a:cubicBezTo>
                <a:cubicBezTo>
                  <a:pt x="577058" y="31596"/>
                  <a:pt x="575683" y="28914"/>
                  <a:pt x="572932" y="26649"/>
                </a:cubicBezTo>
                <a:cubicBezTo>
                  <a:pt x="570181" y="24383"/>
                  <a:pt x="566055" y="23249"/>
                  <a:pt x="560554" y="23249"/>
                </a:cubicBezTo>
                <a:cubicBezTo>
                  <a:pt x="553474" y="23249"/>
                  <a:pt x="548068" y="25291"/>
                  <a:pt x="544337" y="29373"/>
                </a:cubicBezTo>
                <a:cubicBezTo>
                  <a:pt x="543236" y="30559"/>
                  <a:pt x="542351" y="31318"/>
                  <a:pt x="541682" y="31652"/>
                </a:cubicBezTo>
                <a:cubicBezTo>
                  <a:pt x="540677" y="32173"/>
                  <a:pt x="539553" y="32434"/>
                  <a:pt x="538309" y="32434"/>
                </a:cubicBezTo>
                <a:cubicBezTo>
                  <a:pt x="536300" y="32434"/>
                  <a:pt x="534578" y="31715"/>
                  <a:pt x="533143" y="30275"/>
                </a:cubicBezTo>
                <a:cubicBezTo>
                  <a:pt x="531707" y="28835"/>
                  <a:pt x="530990" y="27060"/>
                  <a:pt x="530990" y="24949"/>
                </a:cubicBezTo>
                <a:cubicBezTo>
                  <a:pt x="530990" y="21638"/>
                  <a:pt x="533190" y="18423"/>
                  <a:pt x="537592" y="15305"/>
                </a:cubicBezTo>
                <a:cubicBezTo>
                  <a:pt x="544002" y="10746"/>
                  <a:pt x="552015" y="8467"/>
                  <a:pt x="561630" y="8467"/>
                </a:cubicBezTo>
                <a:cubicBezTo>
                  <a:pt x="570720" y="8467"/>
                  <a:pt x="578015" y="11055"/>
                  <a:pt x="583516" y="16231"/>
                </a:cubicBezTo>
                <a:cubicBezTo>
                  <a:pt x="589018" y="21405"/>
                  <a:pt x="591768" y="27633"/>
                  <a:pt x="591768" y="34914"/>
                </a:cubicBezTo>
                <a:cubicBezTo>
                  <a:pt x="591768" y="38700"/>
                  <a:pt x="590955" y="42234"/>
                  <a:pt x="589329" y="45517"/>
                </a:cubicBezTo>
                <a:cubicBezTo>
                  <a:pt x="587702" y="48798"/>
                  <a:pt x="585262" y="51828"/>
                  <a:pt x="582009" y="54607"/>
                </a:cubicBezTo>
                <a:close/>
                <a:moveTo>
                  <a:pt x="656695" y="8467"/>
                </a:moveTo>
                <a:lnTo>
                  <a:pt x="656695" y="88979"/>
                </a:lnTo>
                <a:lnTo>
                  <a:pt x="671549" y="88979"/>
                </a:lnTo>
                <a:cubicBezTo>
                  <a:pt x="675089" y="88979"/>
                  <a:pt x="677613" y="89661"/>
                  <a:pt x="679120" y="91024"/>
                </a:cubicBezTo>
                <a:cubicBezTo>
                  <a:pt x="680627" y="92388"/>
                  <a:pt x="681380" y="94170"/>
                  <a:pt x="681380" y="96370"/>
                </a:cubicBezTo>
                <a:cubicBezTo>
                  <a:pt x="681380" y="98571"/>
                  <a:pt x="680627" y="100353"/>
                  <a:pt x="679120" y="101716"/>
                </a:cubicBezTo>
                <a:cubicBezTo>
                  <a:pt x="677613" y="103080"/>
                  <a:pt x="675089" y="103761"/>
                  <a:pt x="671549" y="103761"/>
                </a:cubicBezTo>
                <a:lnTo>
                  <a:pt x="627131" y="103761"/>
                </a:lnTo>
                <a:cubicBezTo>
                  <a:pt x="623591" y="103761"/>
                  <a:pt x="621068" y="103068"/>
                  <a:pt x="619561" y="101680"/>
                </a:cubicBezTo>
                <a:cubicBezTo>
                  <a:pt x="618054" y="100293"/>
                  <a:pt x="617301" y="98499"/>
                  <a:pt x="617301" y="96298"/>
                </a:cubicBezTo>
                <a:cubicBezTo>
                  <a:pt x="617301" y="94098"/>
                  <a:pt x="618054" y="92328"/>
                  <a:pt x="619561" y="90988"/>
                </a:cubicBezTo>
                <a:cubicBezTo>
                  <a:pt x="621068" y="89649"/>
                  <a:pt x="623591" y="88979"/>
                  <a:pt x="627131" y="88979"/>
                </a:cubicBezTo>
                <a:lnTo>
                  <a:pt x="641985" y="88979"/>
                </a:lnTo>
                <a:lnTo>
                  <a:pt x="641985" y="27685"/>
                </a:lnTo>
                <a:lnTo>
                  <a:pt x="628854" y="31140"/>
                </a:lnTo>
                <a:cubicBezTo>
                  <a:pt x="626749" y="31716"/>
                  <a:pt x="625170" y="32004"/>
                  <a:pt x="624118" y="32004"/>
                </a:cubicBezTo>
                <a:cubicBezTo>
                  <a:pt x="622252" y="32004"/>
                  <a:pt x="620637" y="31260"/>
                  <a:pt x="619274" y="29773"/>
                </a:cubicBezTo>
                <a:cubicBezTo>
                  <a:pt x="617911" y="28285"/>
                  <a:pt x="617229" y="26462"/>
                  <a:pt x="617229" y="24303"/>
                </a:cubicBezTo>
                <a:cubicBezTo>
                  <a:pt x="617229" y="22336"/>
                  <a:pt x="617731" y="20789"/>
                  <a:pt x="618736" y="19662"/>
                </a:cubicBezTo>
                <a:cubicBezTo>
                  <a:pt x="619740" y="18533"/>
                  <a:pt x="621845" y="17536"/>
                  <a:pt x="625050" y="16672"/>
                </a:cubicBezTo>
                <a:lnTo>
                  <a:pt x="656695" y="8467"/>
                </a:lnTo>
                <a:close/>
              </a:path>
            </a:pathLst>
          </a:custGeom>
          <a:solidFill xmlns:a="http://schemas.openxmlformats.org/drawingml/2006/main">
            <a:srgbClr val="388E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F7C6FB-7D26-4A11-BDFD-FBE97365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008" y="451652"/>
            <a:ext cx="3303245" cy="2123743"/>
          </a:xfrm>
          <a:custGeom xmlns:a="http://schemas.openxmlformats.org/drawingml/2006/main">
            <a:pathLst>
              <a:path w="3303245" h="2123743">
                <a:moveTo>
                  <a:pt x="0" y="0"/>
                </a:moveTo>
                <a:lnTo>
                  <a:pt x="3303245" y="0"/>
                </a:lnTo>
                <a:lnTo>
                  <a:pt x="3303245" y="2123743"/>
                </a:lnTo>
                <a:lnTo>
                  <a:pt x="0" y="21237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unsigned">
            <a:extLst xmlns:a="http://schemas.openxmlformats.org/drawingml/2006/main">
              <a:ext uri="{FF2B5EF4-FFF2-40B4-BE49-F238E27FC236}">
                <a16:creationId xmlns:a16="http://schemas.microsoft.com/office/drawing/2014/main" id="{7323888E-0C19-4482-903C-15684107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076" y="558819"/>
            <a:ext cx="683963" cy="140788"/>
          </a:xfrm>
          <a:custGeom xmlns:a="http://schemas.openxmlformats.org/drawingml/2006/main">
            <a:pathLst>
              <a:path w="683963" h="140788">
                <a:moveTo>
                  <a:pt x="50015" y="110219"/>
                </a:moveTo>
                <a:lnTo>
                  <a:pt x="68098" y="110219"/>
                </a:lnTo>
                <a:lnTo>
                  <a:pt x="68098" y="32578"/>
                </a:lnTo>
                <a:lnTo>
                  <a:pt x="48077" y="32578"/>
                </a:lnTo>
                <a:lnTo>
                  <a:pt x="48077" y="87042"/>
                </a:lnTo>
                <a:cubicBezTo>
                  <a:pt x="47456" y="88286"/>
                  <a:pt x="46714" y="89410"/>
                  <a:pt x="45853" y="90414"/>
                </a:cubicBezTo>
                <a:cubicBezTo>
                  <a:pt x="44992" y="91419"/>
                  <a:pt x="44011" y="92280"/>
                  <a:pt x="42911" y="92998"/>
                </a:cubicBezTo>
                <a:cubicBezTo>
                  <a:pt x="41619" y="93811"/>
                  <a:pt x="40124" y="94433"/>
                  <a:pt x="38426" y="94863"/>
                </a:cubicBezTo>
                <a:cubicBezTo>
                  <a:pt x="36728" y="95294"/>
                  <a:pt x="34826" y="95509"/>
                  <a:pt x="32721" y="95509"/>
                </a:cubicBezTo>
                <a:cubicBezTo>
                  <a:pt x="30377" y="95509"/>
                  <a:pt x="28392" y="95222"/>
                  <a:pt x="26766" y="94648"/>
                </a:cubicBezTo>
                <a:cubicBezTo>
                  <a:pt x="25139" y="94074"/>
                  <a:pt x="23823" y="93117"/>
                  <a:pt x="22819" y="91778"/>
                </a:cubicBezTo>
                <a:cubicBezTo>
                  <a:pt x="21814" y="90486"/>
                  <a:pt x="21085" y="88764"/>
                  <a:pt x="20630" y="86611"/>
                </a:cubicBezTo>
                <a:cubicBezTo>
                  <a:pt x="20176" y="84458"/>
                  <a:pt x="19949" y="81803"/>
                  <a:pt x="19949" y="78646"/>
                </a:cubicBezTo>
                <a:lnTo>
                  <a:pt x="19949" y="32578"/>
                </a:lnTo>
                <a:lnTo>
                  <a:pt x="0" y="32578"/>
                </a:lnTo>
                <a:lnTo>
                  <a:pt x="0" y="78503"/>
                </a:lnTo>
                <a:cubicBezTo>
                  <a:pt x="0" y="84387"/>
                  <a:pt x="658" y="89422"/>
                  <a:pt x="1973" y="93608"/>
                </a:cubicBezTo>
                <a:cubicBezTo>
                  <a:pt x="3289" y="97793"/>
                  <a:pt x="5143" y="101226"/>
                  <a:pt x="7535" y="103905"/>
                </a:cubicBezTo>
                <a:cubicBezTo>
                  <a:pt x="9926" y="106632"/>
                  <a:pt x="12797" y="108617"/>
                  <a:pt x="16145" y="109861"/>
                </a:cubicBezTo>
                <a:cubicBezTo>
                  <a:pt x="19494" y="111104"/>
                  <a:pt x="23178" y="111726"/>
                  <a:pt x="27196" y="111726"/>
                </a:cubicBezTo>
                <a:cubicBezTo>
                  <a:pt x="31597" y="111726"/>
                  <a:pt x="35651" y="110626"/>
                  <a:pt x="39359" y="108425"/>
                </a:cubicBezTo>
                <a:cubicBezTo>
                  <a:pt x="43066" y="106225"/>
                  <a:pt x="46236" y="103187"/>
                  <a:pt x="48867" y="99312"/>
                </a:cubicBezTo>
                <a:lnTo>
                  <a:pt x="50015" y="110219"/>
                </a:lnTo>
                <a:close/>
                <a:moveTo>
                  <a:pt x="87530" y="110219"/>
                </a:moveTo>
                <a:lnTo>
                  <a:pt x="107550" y="110219"/>
                </a:lnTo>
                <a:lnTo>
                  <a:pt x="107550" y="55038"/>
                </a:lnTo>
                <a:cubicBezTo>
                  <a:pt x="108220" y="53986"/>
                  <a:pt x="108961" y="53029"/>
                  <a:pt x="109775" y="52168"/>
                </a:cubicBezTo>
                <a:cubicBezTo>
                  <a:pt x="110588" y="51307"/>
                  <a:pt x="111497" y="50565"/>
                  <a:pt x="112501" y="49943"/>
                </a:cubicBezTo>
                <a:cubicBezTo>
                  <a:pt x="113745" y="49082"/>
                  <a:pt x="115168" y="48436"/>
                  <a:pt x="116771" y="48006"/>
                </a:cubicBezTo>
                <a:cubicBezTo>
                  <a:pt x="118374" y="47575"/>
                  <a:pt x="120132" y="47360"/>
                  <a:pt x="122045" y="47360"/>
                </a:cubicBezTo>
                <a:cubicBezTo>
                  <a:pt x="124341" y="47360"/>
                  <a:pt x="126398" y="47587"/>
                  <a:pt x="128216" y="48042"/>
                </a:cubicBezTo>
                <a:cubicBezTo>
                  <a:pt x="130034" y="48496"/>
                  <a:pt x="131589" y="49297"/>
                  <a:pt x="132880" y="50445"/>
                </a:cubicBezTo>
                <a:cubicBezTo>
                  <a:pt x="134172" y="51594"/>
                  <a:pt x="135165" y="53160"/>
                  <a:pt x="135858" y="55146"/>
                </a:cubicBezTo>
                <a:cubicBezTo>
                  <a:pt x="136552" y="57131"/>
                  <a:pt x="136899" y="59654"/>
                  <a:pt x="136899" y="62716"/>
                </a:cubicBezTo>
                <a:lnTo>
                  <a:pt x="136899" y="110219"/>
                </a:lnTo>
                <a:lnTo>
                  <a:pt x="156847" y="110219"/>
                </a:lnTo>
                <a:lnTo>
                  <a:pt x="156847" y="62429"/>
                </a:lnTo>
                <a:cubicBezTo>
                  <a:pt x="156847" y="56784"/>
                  <a:pt x="156190" y="51988"/>
                  <a:pt x="154874" y="48042"/>
                </a:cubicBezTo>
                <a:cubicBezTo>
                  <a:pt x="153559" y="44095"/>
                  <a:pt x="151729" y="40854"/>
                  <a:pt x="149385" y="38318"/>
                </a:cubicBezTo>
                <a:cubicBezTo>
                  <a:pt x="146993" y="35831"/>
                  <a:pt x="144170" y="34013"/>
                  <a:pt x="140917" y="32865"/>
                </a:cubicBezTo>
                <a:cubicBezTo>
                  <a:pt x="137664" y="31717"/>
                  <a:pt x="134076" y="31143"/>
                  <a:pt x="130154" y="31143"/>
                </a:cubicBezTo>
                <a:cubicBezTo>
                  <a:pt x="127092" y="31143"/>
                  <a:pt x="124198" y="31573"/>
                  <a:pt x="121471" y="32434"/>
                </a:cubicBezTo>
                <a:cubicBezTo>
                  <a:pt x="118744" y="33295"/>
                  <a:pt x="116233" y="34539"/>
                  <a:pt x="113937" y="36166"/>
                </a:cubicBezTo>
                <a:cubicBezTo>
                  <a:pt x="112597" y="37123"/>
                  <a:pt x="111329" y="38199"/>
                  <a:pt x="110133" y="39395"/>
                </a:cubicBezTo>
                <a:cubicBezTo>
                  <a:pt x="108937" y="40591"/>
                  <a:pt x="107837" y="41906"/>
                  <a:pt x="106833" y="43341"/>
                </a:cubicBezTo>
                <a:lnTo>
                  <a:pt x="105613" y="32578"/>
                </a:lnTo>
                <a:lnTo>
                  <a:pt x="87530" y="32578"/>
                </a:lnTo>
                <a:lnTo>
                  <a:pt x="87530" y="110219"/>
                </a:lnTo>
                <a:close/>
                <a:moveTo>
                  <a:pt x="225792" y="88907"/>
                </a:moveTo>
                <a:cubicBezTo>
                  <a:pt x="225792" y="90103"/>
                  <a:pt x="225493" y="91204"/>
                  <a:pt x="224895" y="92208"/>
                </a:cubicBezTo>
                <a:cubicBezTo>
                  <a:pt x="224297" y="93213"/>
                  <a:pt x="223400" y="94098"/>
                  <a:pt x="222204" y="94863"/>
                </a:cubicBezTo>
                <a:cubicBezTo>
                  <a:pt x="220961" y="95629"/>
                  <a:pt x="219370" y="96239"/>
                  <a:pt x="217433" y="96693"/>
                </a:cubicBezTo>
                <a:cubicBezTo>
                  <a:pt x="215495" y="97148"/>
                  <a:pt x="213235" y="97375"/>
                  <a:pt x="210652" y="97375"/>
                </a:cubicBezTo>
                <a:cubicBezTo>
                  <a:pt x="208499" y="97375"/>
                  <a:pt x="206406" y="97160"/>
                  <a:pt x="204373" y="96729"/>
                </a:cubicBezTo>
                <a:cubicBezTo>
                  <a:pt x="202340" y="96298"/>
                  <a:pt x="200534" y="95605"/>
                  <a:pt x="198955" y="94648"/>
                </a:cubicBezTo>
                <a:cubicBezTo>
                  <a:pt x="197376" y="93739"/>
                  <a:pt x="196085" y="92531"/>
                  <a:pt x="195080" y="91024"/>
                </a:cubicBezTo>
                <a:cubicBezTo>
                  <a:pt x="194076" y="89517"/>
                  <a:pt x="193501" y="87712"/>
                  <a:pt x="193358" y="85607"/>
                </a:cubicBezTo>
                <a:lnTo>
                  <a:pt x="174342" y="85607"/>
                </a:lnTo>
                <a:cubicBezTo>
                  <a:pt x="174342" y="88764"/>
                  <a:pt x="175120" y="91909"/>
                  <a:pt x="176674" y="95043"/>
                </a:cubicBezTo>
                <a:cubicBezTo>
                  <a:pt x="178229" y="98176"/>
                  <a:pt x="180513" y="100963"/>
                  <a:pt x="183527" y="103402"/>
                </a:cubicBezTo>
                <a:cubicBezTo>
                  <a:pt x="186541" y="105890"/>
                  <a:pt x="190284" y="107899"/>
                  <a:pt x="194757" y="109430"/>
                </a:cubicBezTo>
                <a:cubicBezTo>
                  <a:pt x="199230" y="110961"/>
                  <a:pt x="204385" y="111726"/>
                  <a:pt x="210221" y="111726"/>
                </a:cubicBezTo>
                <a:cubicBezTo>
                  <a:pt x="215531" y="111726"/>
                  <a:pt x="220339" y="111140"/>
                  <a:pt x="224644" y="109968"/>
                </a:cubicBezTo>
                <a:cubicBezTo>
                  <a:pt x="228950" y="108796"/>
                  <a:pt x="232633" y="107158"/>
                  <a:pt x="235695" y="105053"/>
                </a:cubicBezTo>
                <a:cubicBezTo>
                  <a:pt x="238709" y="102948"/>
                  <a:pt x="241041" y="100448"/>
                  <a:pt x="242691" y="97554"/>
                </a:cubicBezTo>
                <a:cubicBezTo>
                  <a:pt x="244342" y="94660"/>
                  <a:pt x="245167" y="91491"/>
                  <a:pt x="245167" y="88046"/>
                </a:cubicBezTo>
                <a:cubicBezTo>
                  <a:pt x="245167" y="84315"/>
                  <a:pt x="244342" y="81098"/>
                  <a:pt x="242691" y="78395"/>
                </a:cubicBezTo>
                <a:cubicBezTo>
                  <a:pt x="241041" y="75692"/>
                  <a:pt x="238757" y="73384"/>
                  <a:pt x="235838" y="71470"/>
                </a:cubicBezTo>
                <a:cubicBezTo>
                  <a:pt x="232920" y="69605"/>
                  <a:pt x="229452" y="68074"/>
                  <a:pt x="225434" y="66878"/>
                </a:cubicBezTo>
                <a:cubicBezTo>
                  <a:pt x="221415" y="65682"/>
                  <a:pt x="217062" y="64701"/>
                  <a:pt x="212374" y="63936"/>
                </a:cubicBezTo>
                <a:cubicBezTo>
                  <a:pt x="209121" y="63457"/>
                  <a:pt x="206442" y="62895"/>
                  <a:pt x="204337" y="62250"/>
                </a:cubicBezTo>
                <a:cubicBezTo>
                  <a:pt x="202232" y="61604"/>
                  <a:pt x="200582" y="60874"/>
                  <a:pt x="199386" y="60061"/>
                </a:cubicBezTo>
                <a:cubicBezTo>
                  <a:pt x="198142" y="59296"/>
                  <a:pt x="197281" y="58423"/>
                  <a:pt x="196802" y="57442"/>
                </a:cubicBezTo>
                <a:cubicBezTo>
                  <a:pt x="196324" y="56461"/>
                  <a:pt x="196085" y="55397"/>
                  <a:pt x="196085" y="54249"/>
                </a:cubicBezTo>
                <a:cubicBezTo>
                  <a:pt x="196085" y="53101"/>
                  <a:pt x="196360" y="52012"/>
                  <a:pt x="196910" y="50984"/>
                </a:cubicBezTo>
                <a:cubicBezTo>
                  <a:pt x="197460" y="49955"/>
                  <a:pt x="198261" y="49058"/>
                  <a:pt x="199314" y="48293"/>
                </a:cubicBezTo>
                <a:cubicBezTo>
                  <a:pt x="200462" y="47432"/>
                  <a:pt x="201945" y="46762"/>
                  <a:pt x="203763" y="46284"/>
                </a:cubicBezTo>
                <a:cubicBezTo>
                  <a:pt x="205581" y="45805"/>
                  <a:pt x="207709" y="45566"/>
                  <a:pt x="210149" y="45566"/>
                </a:cubicBezTo>
                <a:cubicBezTo>
                  <a:pt x="213020" y="45566"/>
                  <a:pt x="215471" y="45925"/>
                  <a:pt x="217504" y="46642"/>
                </a:cubicBezTo>
                <a:cubicBezTo>
                  <a:pt x="219537" y="47360"/>
                  <a:pt x="221152" y="48317"/>
                  <a:pt x="222348" y="49513"/>
                </a:cubicBezTo>
                <a:cubicBezTo>
                  <a:pt x="223209" y="50422"/>
                  <a:pt x="223855" y="51438"/>
                  <a:pt x="224285" y="52562"/>
                </a:cubicBezTo>
                <a:cubicBezTo>
                  <a:pt x="224716" y="53687"/>
                  <a:pt x="224931" y="54894"/>
                  <a:pt x="224931" y="56186"/>
                </a:cubicBezTo>
                <a:lnTo>
                  <a:pt x="244880" y="56186"/>
                </a:lnTo>
                <a:cubicBezTo>
                  <a:pt x="244880" y="52598"/>
                  <a:pt x="244090" y="49273"/>
                  <a:pt x="242512" y="46212"/>
                </a:cubicBezTo>
                <a:cubicBezTo>
                  <a:pt x="240933" y="43150"/>
                  <a:pt x="238661" y="40495"/>
                  <a:pt x="235695" y="38247"/>
                </a:cubicBezTo>
                <a:cubicBezTo>
                  <a:pt x="232681" y="36046"/>
                  <a:pt x="229021" y="34312"/>
                  <a:pt x="224716" y="33044"/>
                </a:cubicBezTo>
                <a:cubicBezTo>
                  <a:pt x="220411" y="31777"/>
                  <a:pt x="215555" y="31143"/>
                  <a:pt x="210149" y="31143"/>
                </a:cubicBezTo>
                <a:cubicBezTo>
                  <a:pt x="204983" y="31143"/>
                  <a:pt x="200342" y="31789"/>
                  <a:pt x="196228" y="33080"/>
                </a:cubicBezTo>
                <a:cubicBezTo>
                  <a:pt x="192114" y="34372"/>
                  <a:pt x="188622" y="36118"/>
                  <a:pt x="185752" y="38318"/>
                </a:cubicBezTo>
                <a:cubicBezTo>
                  <a:pt x="182881" y="40519"/>
                  <a:pt x="180681" y="43078"/>
                  <a:pt x="179150" y="45997"/>
                </a:cubicBezTo>
                <a:cubicBezTo>
                  <a:pt x="177619" y="48915"/>
                  <a:pt x="176854" y="51976"/>
                  <a:pt x="176854" y="55181"/>
                </a:cubicBezTo>
                <a:cubicBezTo>
                  <a:pt x="176854" y="58482"/>
                  <a:pt x="177607" y="61400"/>
                  <a:pt x="179114" y="63936"/>
                </a:cubicBezTo>
                <a:cubicBezTo>
                  <a:pt x="180621" y="66471"/>
                  <a:pt x="182714" y="68696"/>
                  <a:pt x="185393" y="70609"/>
                </a:cubicBezTo>
                <a:cubicBezTo>
                  <a:pt x="188072" y="72571"/>
                  <a:pt x="191289" y="74233"/>
                  <a:pt x="195044" y="75596"/>
                </a:cubicBezTo>
                <a:cubicBezTo>
                  <a:pt x="198800" y="76960"/>
                  <a:pt x="202950" y="78096"/>
                  <a:pt x="207494" y="79005"/>
                </a:cubicBezTo>
                <a:cubicBezTo>
                  <a:pt x="211082" y="79675"/>
                  <a:pt x="214048" y="80344"/>
                  <a:pt x="216392" y="81014"/>
                </a:cubicBezTo>
                <a:cubicBezTo>
                  <a:pt x="218736" y="81684"/>
                  <a:pt x="220626" y="82401"/>
                  <a:pt x="222061" y="83167"/>
                </a:cubicBezTo>
                <a:cubicBezTo>
                  <a:pt x="223448" y="83980"/>
                  <a:pt x="224417" y="84841"/>
                  <a:pt x="224967" y="85750"/>
                </a:cubicBezTo>
                <a:cubicBezTo>
                  <a:pt x="225517" y="86659"/>
                  <a:pt x="225792" y="87712"/>
                  <a:pt x="225792" y="88907"/>
                </a:cubicBezTo>
                <a:close/>
                <a:moveTo>
                  <a:pt x="269191" y="32578"/>
                </a:moveTo>
                <a:lnTo>
                  <a:pt x="269191" y="48867"/>
                </a:lnTo>
                <a:lnTo>
                  <a:pt x="291292" y="48867"/>
                </a:lnTo>
                <a:lnTo>
                  <a:pt x="291292" y="94002"/>
                </a:lnTo>
                <a:lnTo>
                  <a:pt x="269191" y="94002"/>
                </a:lnTo>
                <a:lnTo>
                  <a:pt x="269191" y="110219"/>
                </a:lnTo>
                <a:lnTo>
                  <a:pt x="332481" y="110219"/>
                </a:lnTo>
                <a:lnTo>
                  <a:pt x="332481" y="94002"/>
                </a:lnTo>
                <a:lnTo>
                  <a:pt x="311456" y="94002"/>
                </a:lnTo>
                <a:lnTo>
                  <a:pt x="311456" y="32578"/>
                </a:lnTo>
                <a:lnTo>
                  <a:pt x="269191" y="32578"/>
                </a:lnTo>
                <a:moveTo>
                  <a:pt x="289857" y="12701"/>
                </a:moveTo>
                <a:cubicBezTo>
                  <a:pt x="289857" y="14232"/>
                  <a:pt x="290132" y="15655"/>
                  <a:pt x="290682" y="16971"/>
                </a:cubicBezTo>
                <a:cubicBezTo>
                  <a:pt x="291233" y="18286"/>
                  <a:pt x="292010" y="19398"/>
                  <a:pt x="293014" y="20307"/>
                </a:cubicBezTo>
                <a:cubicBezTo>
                  <a:pt x="294019" y="21264"/>
                  <a:pt x="295227" y="22006"/>
                  <a:pt x="296638" y="22532"/>
                </a:cubicBezTo>
                <a:cubicBezTo>
                  <a:pt x="298049" y="23058"/>
                  <a:pt x="299616" y="23321"/>
                  <a:pt x="301338" y="23321"/>
                </a:cubicBezTo>
                <a:cubicBezTo>
                  <a:pt x="304878" y="23321"/>
                  <a:pt x="307689" y="22329"/>
                  <a:pt x="309770" y="20343"/>
                </a:cubicBezTo>
                <a:cubicBezTo>
                  <a:pt x="311851" y="18358"/>
                  <a:pt x="312891" y="15811"/>
                  <a:pt x="312891" y="12701"/>
                </a:cubicBezTo>
                <a:cubicBezTo>
                  <a:pt x="312891" y="9592"/>
                  <a:pt x="311851" y="7044"/>
                  <a:pt x="309770" y="5059"/>
                </a:cubicBezTo>
                <a:cubicBezTo>
                  <a:pt x="307689" y="3074"/>
                  <a:pt x="304878" y="2081"/>
                  <a:pt x="301338" y="2081"/>
                </a:cubicBezTo>
                <a:cubicBezTo>
                  <a:pt x="299616" y="2081"/>
                  <a:pt x="298049" y="2344"/>
                  <a:pt x="296638" y="2870"/>
                </a:cubicBezTo>
                <a:cubicBezTo>
                  <a:pt x="295227" y="3397"/>
                  <a:pt x="294019" y="4114"/>
                  <a:pt x="293014" y="5023"/>
                </a:cubicBezTo>
                <a:cubicBezTo>
                  <a:pt x="292010" y="5980"/>
                  <a:pt x="291233" y="7116"/>
                  <a:pt x="290682" y="8431"/>
                </a:cubicBezTo>
                <a:cubicBezTo>
                  <a:pt x="290132" y="9747"/>
                  <a:pt x="289857" y="11170"/>
                  <a:pt x="289857" y="12701"/>
                </a:cubicBezTo>
                <a:close/>
                <a:moveTo>
                  <a:pt x="350047" y="70825"/>
                </a:moveTo>
                <a:lnTo>
                  <a:pt x="350047" y="72331"/>
                </a:lnTo>
                <a:cubicBezTo>
                  <a:pt x="350047" y="77976"/>
                  <a:pt x="350777" y="83203"/>
                  <a:pt x="352236" y="88010"/>
                </a:cubicBezTo>
                <a:cubicBezTo>
                  <a:pt x="353695" y="92818"/>
                  <a:pt x="355788" y="96968"/>
                  <a:pt x="358515" y="100460"/>
                </a:cubicBezTo>
                <a:cubicBezTo>
                  <a:pt x="361242" y="103953"/>
                  <a:pt x="364530" y="106691"/>
                  <a:pt x="368381" y="108677"/>
                </a:cubicBezTo>
                <a:cubicBezTo>
                  <a:pt x="372232" y="110662"/>
                  <a:pt x="376574" y="111655"/>
                  <a:pt x="381405" y="111655"/>
                </a:cubicBezTo>
                <a:cubicBezTo>
                  <a:pt x="383845" y="111655"/>
                  <a:pt x="386129" y="111391"/>
                  <a:pt x="388258" y="110865"/>
                </a:cubicBezTo>
                <a:cubicBezTo>
                  <a:pt x="390387" y="110339"/>
                  <a:pt x="392336" y="109598"/>
                  <a:pt x="394106" y="108641"/>
                </a:cubicBezTo>
                <a:cubicBezTo>
                  <a:pt x="395302" y="107971"/>
                  <a:pt x="396427" y="107206"/>
                  <a:pt x="397479" y="106345"/>
                </a:cubicBezTo>
                <a:cubicBezTo>
                  <a:pt x="398531" y="105483"/>
                  <a:pt x="399536" y="104527"/>
                  <a:pt x="400493" y="103474"/>
                </a:cubicBezTo>
                <a:lnTo>
                  <a:pt x="400493" y="107923"/>
                </a:lnTo>
                <a:cubicBezTo>
                  <a:pt x="400493" y="110554"/>
                  <a:pt x="400122" y="112922"/>
                  <a:pt x="399381" y="115027"/>
                </a:cubicBezTo>
                <a:cubicBezTo>
                  <a:pt x="398639" y="117132"/>
                  <a:pt x="397575" y="118902"/>
                  <a:pt x="396187" y="120337"/>
                </a:cubicBezTo>
                <a:cubicBezTo>
                  <a:pt x="394657" y="121916"/>
                  <a:pt x="392755" y="123112"/>
                  <a:pt x="390483" y="123925"/>
                </a:cubicBezTo>
                <a:cubicBezTo>
                  <a:pt x="388210" y="124738"/>
                  <a:pt x="385615" y="125145"/>
                  <a:pt x="382697" y="125145"/>
                </a:cubicBezTo>
                <a:cubicBezTo>
                  <a:pt x="380879" y="125145"/>
                  <a:pt x="379121" y="124966"/>
                  <a:pt x="377423" y="124607"/>
                </a:cubicBezTo>
                <a:cubicBezTo>
                  <a:pt x="375725" y="124248"/>
                  <a:pt x="374086" y="123710"/>
                  <a:pt x="372507" y="122992"/>
                </a:cubicBezTo>
                <a:cubicBezTo>
                  <a:pt x="370881" y="122275"/>
                  <a:pt x="369326" y="121354"/>
                  <a:pt x="367843" y="120230"/>
                </a:cubicBezTo>
                <a:cubicBezTo>
                  <a:pt x="366360" y="119105"/>
                  <a:pt x="364973" y="117802"/>
                  <a:pt x="363681" y="116319"/>
                </a:cubicBezTo>
                <a:lnTo>
                  <a:pt x="354712" y="128446"/>
                </a:lnTo>
                <a:cubicBezTo>
                  <a:pt x="356386" y="130599"/>
                  <a:pt x="358395" y="132452"/>
                  <a:pt x="360739" y="134007"/>
                </a:cubicBezTo>
                <a:cubicBezTo>
                  <a:pt x="363083" y="135562"/>
                  <a:pt x="365571" y="136841"/>
                  <a:pt x="368202" y="137846"/>
                </a:cubicBezTo>
                <a:cubicBezTo>
                  <a:pt x="370833" y="138851"/>
                  <a:pt x="373488" y="139592"/>
                  <a:pt x="376167" y="140071"/>
                </a:cubicBezTo>
                <a:cubicBezTo>
                  <a:pt x="378846" y="140549"/>
                  <a:pt x="381358" y="140788"/>
                  <a:pt x="383702" y="140788"/>
                </a:cubicBezTo>
                <a:cubicBezTo>
                  <a:pt x="389155" y="140788"/>
                  <a:pt x="394142" y="140059"/>
                  <a:pt x="398663" y="138599"/>
                </a:cubicBezTo>
                <a:cubicBezTo>
                  <a:pt x="403184" y="137140"/>
                  <a:pt x="407071" y="135000"/>
                  <a:pt x="410324" y="132177"/>
                </a:cubicBezTo>
                <a:cubicBezTo>
                  <a:pt x="413529" y="129355"/>
                  <a:pt x="416028" y="125886"/>
                  <a:pt x="417822" y="121772"/>
                </a:cubicBezTo>
                <a:cubicBezTo>
                  <a:pt x="419616" y="117658"/>
                  <a:pt x="420513" y="112970"/>
                  <a:pt x="420513" y="107708"/>
                </a:cubicBezTo>
                <a:lnTo>
                  <a:pt x="420513" y="32578"/>
                </a:lnTo>
                <a:lnTo>
                  <a:pt x="402359" y="32578"/>
                </a:lnTo>
                <a:lnTo>
                  <a:pt x="401569" y="39969"/>
                </a:lnTo>
                <a:cubicBezTo>
                  <a:pt x="400612" y="38773"/>
                  <a:pt x="399560" y="37685"/>
                  <a:pt x="398412" y="36704"/>
                </a:cubicBezTo>
                <a:cubicBezTo>
                  <a:pt x="397264" y="35723"/>
                  <a:pt x="396020" y="34874"/>
                  <a:pt x="394680" y="34157"/>
                </a:cubicBezTo>
                <a:cubicBezTo>
                  <a:pt x="392910" y="33152"/>
                  <a:pt x="390937" y="32398"/>
                  <a:pt x="388760" y="31896"/>
                </a:cubicBezTo>
                <a:cubicBezTo>
                  <a:pt x="386584" y="31394"/>
                  <a:pt x="384180" y="31143"/>
                  <a:pt x="381549" y="31143"/>
                </a:cubicBezTo>
                <a:cubicBezTo>
                  <a:pt x="376669" y="31143"/>
                  <a:pt x="372292" y="32099"/>
                  <a:pt x="368417" y="34013"/>
                </a:cubicBezTo>
                <a:cubicBezTo>
                  <a:pt x="364542" y="35927"/>
                  <a:pt x="361242" y="38629"/>
                  <a:pt x="358515" y="42122"/>
                </a:cubicBezTo>
                <a:cubicBezTo>
                  <a:pt x="355788" y="45614"/>
                  <a:pt x="353695" y="49800"/>
                  <a:pt x="352236" y="54679"/>
                </a:cubicBezTo>
                <a:cubicBezTo>
                  <a:pt x="350777" y="59559"/>
                  <a:pt x="350047" y="64940"/>
                  <a:pt x="350047" y="70825"/>
                </a:cubicBezTo>
                <a:moveTo>
                  <a:pt x="370068" y="72331"/>
                </a:moveTo>
                <a:lnTo>
                  <a:pt x="370068" y="70825"/>
                </a:lnTo>
                <a:cubicBezTo>
                  <a:pt x="370068" y="67572"/>
                  <a:pt x="370403" y="64522"/>
                  <a:pt x="371072" y="61676"/>
                </a:cubicBezTo>
                <a:cubicBezTo>
                  <a:pt x="371742" y="58829"/>
                  <a:pt x="372771" y="56330"/>
                  <a:pt x="374158" y="54177"/>
                </a:cubicBezTo>
                <a:cubicBezTo>
                  <a:pt x="375497" y="52072"/>
                  <a:pt x="377196" y="50410"/>
                  <a:pt x="379253" y="49190"/>
                </a:cubicBezTo>
                <a:cubicBezTo>
                  <a:pt x="381310" y="47970"/>
                  <a:pt x="383749" y="47360"/>
                  <a:pt x="386572" y="47360"/>
                </a:cubicBezTo>
                <a:cubicBezTo>
                  <a:pt x="388103" y="47360"/>
                  <a:pt x="389526" y="47503"/>
                  <a:pt x="390841" y="47790"/>
                </a:cubicBezTo>
                <a:cubicBezTo>
                  <a:pt x="392157" y="48077"/>
                  <a:pt x="393365" y="48484"/>
                  <a:pt x="394465" y="49010"/>
                </a:cubicBezTo>
                <a:cubicBezTo>
                  <a:pt x="395757" y="49632"/>
                  <a:pt x="396905" y="50445"/>
                  <a:pt x="397910" y="51450"/>
                </a:cubicBezTo>
                <a:cubicBezTo>
                  <a:pt x="398914" y="52455"/>
                  <a:pt x="399775" y="53627"/>
                  <a:pt x="400493" y="54966"/>
                </a:cubicBezTo>
                <a:lnTo>
                  <a:pt x="400493" y="87831"/>
                </a:lnTo>
                <a:cubicBezTo>
                  <a:pt x="399823" y="89027"/>
                  <a:pt x="399034" y="90103"/>
                  <a:pt x="398125" y="91060"/>
                </a:cubicBezTo>
                <a:cubicBezTo>
                  <a:pt x="397216" y="92017"/>
                  <a:pt x="396163" y="92830"/>
                  <a:pt x="394967" y="93500"/>
                </a:cubicBezTo>
                <a:cubicBezTo>
                  <a:pt x="393819" y="94122"/>
                  <a:pt x="392540" y="94600"/>
                  <a:pt x="391128" y="94935"/>
                </a:cubicBezTo>
                <a:cubicBezTo>
                  <a:pt x="389717" y="95270"/>
                  <a:pt x="388151" y="95437"/>
                  <a:pt x="386428" y="95437"/>
                </a:cubicBezTo>
                <a:cubicBezTo>
                  <a:pt x="383606" y="95437"/>
                  <a:pt x="381166" y="94839"/>
                  <a:pt x="379109" y="93643"/>
                </a:cubicBezTo>
                <a:cubicBezTo>
                  <a:pt x="377052" y="92447"/>
                  <a:pt x="375354" y="90797"/>
                  <a:pt x="374014" y="88692"/>
                </a:cubicBezTo>
                <a:cubicBezTo>
                  <a:pt x="372675" y="86635"/>
                  <a:pt x="371682" y="84207"/>
                  <a:pt x="371036" y="81409"/>
                </a:cubicBezTo>
                <a:cubicBezTo>
                  <a:pt x="370391" y="78610"/>
                  <a:pt x="370068" y="75584"/>
                  <a:pt x="370068" y="72331"/>
                </a:cubicBezTo>
                <a:close/>
                <a:moveTo>
                  <a:pt x="440232" y="110219"/>
                </a:moveTo>
                <a:lnTo>
                  <a:pt x="460253" y="110219"/>
                </a:lnTo>
                <a:lnTo>
                  <a:pt x="460253" y="55038"/>
                </a:lnTo>
                <a:cubicBezTo>
                  <a:pt x="460922" y="53986"/>
                  <a:pt x="461664" y="53029"/>
                  <a:pt x="462477" y="52168"/>
                </a:cubicBezTo>
                <a:cubicBezTo>
                  <a:pt x="463290" y="51307"/>
                  <a:pt x="464199" y="50565"/>
                  <a:pt x="465204" y="49943"/>
                </a:cubicBezTo>
                <a:cubicBezTo>
                  <a:pt x="466448" y="49082"/>
                  <a:pt x="467871" y="48436"/>
                  <a:pt x="469474" y="48006"/>
                </a:cubicBezTo>
                <a:cubicBezTo>
                  <a:pt x="471076" y="47575"/>
                  <a:pt x="472834" y="47360"/>
                  <a:pt x="474748" y="47360"/>
                </a:cubicBezTo>
                <a:cubicBezTo>
                  <a:pt x="477044" y="47360"/>
                  <a:pt x="479101" y="47587"/>
                  <a:pt x="480919" y="48042"/>
                </a:cubicBezTo>
                <a:cubicBezTo>
                  <a:pt x="482737" y="48496"/>
                  <a:pt x="484291" y="49297"/>
                  <a:pt x="485583" y="50445"/>
                </a:cubicBezTo>
                <a:cubicBezTo>
                  <a:pt x="486875" y="51594"/>
                  <a:pt x="487867" y="53160"/>
                  <a:pt x="488561" y="55146"/>
                </a:cubicBezTo>
                <a:cubicBezTo>
                  <a:pt x="489255" y="57131"/>
                  <a:pt x="489602" y="59654"/>
                  <a:pt x="489602" y="62716"/>
                </a:cubicBezTo>
                <a:lnTo>
                  <a:pt x="489602" y="110219"/>
                </a:lnTo>
                <a:lnTo>
                  <a:pt x="509550" y="110219"/>
                </a:lnTo>
                <a:lnTo>
                  <a:pt x="509550" y="62429"/>
                </a:lnTo>
                <a:cubicBezTo>
                  <a:pt x="509550" y="56784"/>
                  <a:pt x="508892" y="51988"/>
                  <a:pt x="507577" y="48042"/>
                </a:cubicBezTo>
                <a:cubicBezTo>
                  <a:pt x="506261" y="44095"/>
                  <a:pt x="504431" y="40854"/>
                  <a:pt x="502087" y="38318"/>
                </a:cubicBezTo>
                <a:cubicBezTo>
                  <a:pt x="499695" y="35831"/>
                  <a:pt x="496873" y="34013"/>
                  <a:pt x="493620" y="32865"/>
                </a:cubicBezTo>
                <a:cubicBezTo>
                  <a:pt x="490367" y="31717"/>
                  <a:pt x="486779" y="31143"/>
                  <a:pt x="482856" y="31143"/>
                </a:cubicBezTo>
                <a:cubicBezTo>
                  <a:pt x="479795" y="31143"/>
                  <a:pt x="476900" y="31573"/>
                  <a:pt x="474174" y="32434"/>
                </a:cubicBezTo>
                <a:cubicBezTo>
                  <a:pt x="471447" y="33295"/>
                  <a:pt x="468935" y="34539"/>
                  <a:pt x="466639" y="36166"/>
                </a:cubicBezTo>
                <a:cubicBezTo>
                  <a:pt x="465300" y="37123"/>
                  <a:pt x="464032" y="38199"/>
                  <a:pt x="462836" y="39395"/>
                </a:cubicBezTo>
                <a:cubicBezTo>
                  <a:pt x="461640" y="40591"/>
                  <a:pt x="460540" y="41906"/>
                  <a:pt x="459535" y="43341"/>
                </a:cubicBezTo>
                <a:lnTo>
                  <a:pt x="458315" y="32578"/>
                </a:lnTo>
                <a:lnTo>
                  <a:pt x="440232" y="32578"/>
                </a:lnTo>
                <a:lnTo>
                  <a:pt x="440232" y="110219"/>
                </a:lnTo>
                <a:close/>
                <a:moveTo>
                  <a:pt x="566080" y="111655"/>
                </a:moveTo>
                <a:cubicBezTo>
                  <a:pt x="573591" y="111655"/>
                  <a:pt x="580097" y="110195"/>
                  <a:pt x="585598" y="107277"/>
                </a:cubicBezTo>
                <a:cubicBezTo>
                  <a:pt x="591100" y="104359"/>
                  <a:pt x="595118" y="101106"/>
                  <a:pt x="597654" y="97518"/>
                </a:cubicBezTo>
                <a:lnTo>
                  <a:pt x="587679" y="86755"/>
                </a:lnTo>
                <a:cubicBezTo>
                  <a:pt x="585383" y="89721"/>
                  <a:pt x="582393" y="91945"/>
                  <a:pt x="578710" y="93428"/>
                </a:cubicBezTo>
                <a:cubicBezTo>
                  <a:pt x="575026" y="94911"/>
                  <a:pt x="571223" y="95653"/>
                  <a:pt x="567300" y="95653"/>
                </a:cubicBezTo>
                <a:cubicBezTo>
                  <a:pt x="564526" y="95653"/>
                  <a:pt x="561966" y="95222"/>
                  <a:pt x="559622" y="94361"/>
                </a:cubicBezTo>
                <a:cubicBezTo>
                  <a:pt x="557278" y="93500"/>
                  <a:pt x="555197" y="92280"/>
                  <a:pt x="553379" y="90701"/>
                </a:cubicBezTo>
                <a:cubicBezTo>
                  <a:pt x="551609" y="89171"/>
                  <a:pt x="550198" y="87460"/>
                  <a:pt x="549146" y="85571"/>
                </a:cubicBezTo>
                <a:cubicBezTo>
                  <a:pt x="548093" y="83681"/>
                  <a:pt x="547232" y="81182"/>
                  <a:pt x="546562" y="78072"/>
                </a:cubicBezTo>
                <a:lnTo>
                  <a:pt x="546562" y="77857"/>
                </a:lnTo>
                <a:lnTo>
                  <a:pt x="599232" y="77857"/>
                </a:lnTo>
                <a:lnTo>
                  <a:pt x="599232" y="69389"/>
                </a:lnTo>
                <a:cubicBezTo>
                  <a:pt x="599232" y="63697"/>
                  <a:pt x="598443" y="58494"/>
                  <a:pt x="596864" y="53782"/>
                </a:cubicBezTo>
                <a:cubicBezTo>
                  <a:pt x="595286" y="49070"/>
                  <a:pt x="592989" y="45040"/>
                  <a:pt x="589976" y="41691"/>
                </a:cubicBezTo>
                <a:cubicBezTo>
                  <a:pt x="586914" y="38342"/>
                  <a:pt x="583195" y="35747"/>
                  <a:pt x="578817" y="33905"/>
                </a:cubicBezTo>
                <a:cubicBezTo>
                  <a:pt x="574440" y="32064"/>
                  <a:pt x="569453" y="31143"/>
                  <a:pt x="563856" y="31143"/>
                </a:cubicBezTo>
                <a:cubicBezTo>
                  <a:pt x="558450" y="31143"/>
                  <a:pt x="553451" y="32123"/>
                  <a:pt x="548859" y="34085"/>
                </a:cubicBezTo>
                <a:cubicBezTo>
                  <a:pt x="544266" y="36046"/>
                  <a:pt x="540296" y="38797"/>
                  <a:pt x="536947" y="42337"/>
                </a:cubicBezTo>
                <a:cubicBezTo>
                  <a:pt x="533598" y="45877"/>
                  <a:pt x="530991" y="50099"/>
                  <a:pt x="529125" y="55002"/>
                </a:cubicBezTo>
                <a:cubicBezTo>
                  <a:pt x="527260" y="59905"/>
                  <a:pt x="526327" y="65323"/>
                  <a:pt x="526327" y="71255"/>
                </a:cubicBezTo>
                <a:lnTo>
                  <a:pt x="526327" y="74125"/>
                </a:lnTo>
                <a:cubicBezTo>
                  <a:pt x="526327" y="79340"/>
                  <a:pt x="527272" y="84231"/>
                  <a:pt x="529161" y="88800"/>
                </a:cubicBezTo>
                <a:cubicBezTo>
                  <a:pt x="531051" y="93368"/>
                  <a:pt x="533742" y="97327"/>
                  <a:pt x="537234" y="100676"/>
                </a:cubicBezTo>
                <a:cubicBezTo>
                  <a:pt x="540726" y="104072"/>
                  <a:pt x="544912" y="106751"/>
                  <a:pt x="549791" y="108713"/>
                </a:cubicBezTo>
                <a:cubicBezTo>
                  <a:pt x="554671" y="110674"/>
                  <a:pt x="560101" y="111655"/>
                  <a:pt x="566080" y="111655"/>
                </a:cubicBezTo>
                <a:moveTo>
                  <a:pt x="563712" y="47288"/>
                </a:moveTo>
                <a:cubicBezTo>
                  <a:pt x="566248" y="47288"/>
                  <a:pt x="568484" y="47683"/>
                  <a:pt x="570422" y="48472"/>
                </a:cubicBezTo>
                <a:cubicBezTo>
                  <a:pt x="572359" y="49261"/>
                  <a:pt x="573998" y="50326"/>
                  <a:pt x="575337" y="51665"/>
                </a:cubicBezTo>
                <a:cubicBezTo>
                  <a:pt x="576677" y="53053"/>
                  <a:pt x="577729" y="54679"/>
                  <a:pt x="578494" y="56545"/>
                </a:cubicBezTo>
                <a:cubicBezTo>
                  <a:pt x="579260" y="58411"/>
                  <a:pt x="579643" y="60396"/>
                  <a:pt x="579643" y="62501"/>
                </a:cubicBezTo>
                <a:lnTo>
                  <a:pt x="579643" y="64079"/>
                </a:lnTo>
                <a:lnTo>
                  <a:pt x="546921" y="64079"/>
                </a:lnTo>
                <a:cubicBezTo>
                  <a:pt x="547400" y="61544"/>
                  <a:pt x="548117" y="59248"/>
                  <a:pt x="549074" y="57191"/>
                </a:cubicBezTo>
                <a:cubicBezTo>
                  <a:pt x="550031" y="55134"/>
                  <a:pt x="551227" y="53364"/>
                  <a:pt x="552662" y="51881"/>
                </a:cubicBezTo>
                <a:cubicBezTo>
                  <a:pt x="554049" y="50398"/>
                  <a:pt x="555676" y="49261"/>
                  <a:pt x="557541" y="48472"/>
                </a:cubicBezTo>
                <a:cubicBezTo>
                  <a:pt x="559407" y="47683"/>
                  <a:pt x="561464" y="47288"/>
                  <a:pt x="563712" y="47288"/>
                </a:cubicBezTo>
                <a:close/>
                <a:moveTo>
                  <a:pt x="614502" y="70825"/>
                </a:moveTo>
                <a:lnTo>
                  <a:pt x="614502" y="72331"/>
                </a:lnTo>
                <a:cubicBezTo>
                  <a:pt x="614502" y="77976"/>
                  <a:pt x="615196" y="83203"/>
                  <a:pt x="616583" y="88010"/>
                </a:cubicBezTo>
                <a:cubicBezTo>
                  <a:pt x="617970" y="92818"/>
                  <a:pt x="619980" y="96968"/>
                  <a:pt x="622611" y="100460"/>
                </a:cubicBezTo>
                <a:cubicBezTo>
                  <a:pt x="625194" y="103953"/>
                  <a:pt x="628363" y="106691"/>
                  <a:pt x="632119" y="108677"/>
                </a:cubicBezTo>
                <a:cubicBezTo>
                  <a:pt x="635874" y="110662"/>
                  <a:pt x="640119" y="111655"/>
                  <a:pt x="644855" y="111655"/>
                </a:cubicBezTo>
                <a:cubicBezTo>
                  <a:pt x="649209" y="111655"/>
                  <a:pt x="653036" y="110817"/>
                  <a:pt x="656337" y="109143"/>
                </a:cubicBezTo>
                <a:cubicBezTo>
                  <a:pt x="659638" y="107469"/>
                  <a:pt x="662508" y="105125"/>
                  <a:pt x="664948" y="102111"/>
                </a:cubicBezTo>
                <a:lnTo>
                  <a:pt x="665952" y="110219"/>
                </a:lnTo>
                <a:lnTo>
                  <a:pt x="683963" y="110219"/>
                </a:lnTo>
                <a:lnTo>
                  <a:pt x="683963" y="0"/>
                </a:lnTo>
                <a:lnTo>
                  <a:pt x="663943" y="0"/>
                </a:lnTo>
                <a:lnTo>
                  <a:pt x="663943" y="39538"/>
                </a:lnTo>
                <a:cubicBezTo>
                  <a:pt x="661551" y="36859"/>
                  <a:pt x="658812" y="34790"/>
                  <a:pt x="655727" y="33331"/>
                </a:cubicBezTo>
                <a:cubicBezTo>
                  <a:pt x="652641" y="31872"/>
                  <a:pt x="649065" y="31143"/>
                  <a:pt x="644999" y="31143"/>
                </a:cubicBezTo>
                <a:cubicBezTo>
                  <a:pt x="640167" y="31143"/>
                  <a:pt x="635874" y="32099"/>
                  <a:pt x="632119" y="34013"/>
                </a:cubicBezTo>
                <a:cubicBezTo>
                  <a:pt x="628363" y="35927"/>
                  <a:pt x="625170" y="38629"/>
                  <a:pt x="622539" y="42122"/>
                </a:cubicBezTo>
                <a:cubicBezTo>
                  <a:pt x="619908" y="45614"/>
                  <a:pt x="617911" y="49800"/>
                  <a:pt x="616547" y="54679"/>
                </a:cubicBezTo>
                <a:cubicBezTo>
                  <a:pt x="615184" y="59559"/>
                  <a:pt x="614502" y="64940"/>
                  <a:pt x="614502" y="70825"/>
                </a:cubicBezTo>
                <a:moveTo>
                  <a:pt x="634451" y="72331"/>
                </a:moveTo>
                <a:lnTo>
                  <a:pt x="634451" y="70825"/>
                </a:lnTo>
                <a:cubicBezTo>
                  <a:pt x="634451" y="67572"/>
                  <a:pt x="634738" y="64522"/>
                  <a:pt x="635312" y="61676"/>
                </a:cubicBezTo>
                <a:cubicBezTo>
                  <a:pt x="635886" y="58829"/>
                  <a:pt x="636795" y="56330"/>
                  <a:pt x="638039" y="54177"/>
                </a:cubicBezTo>
                <a:cubicBezTo>
                  <a:pt x="639282" y="52072"/>
                  <a:pt x="640897" y="50410"/>
                  <a:pt x="642882" y="49190"/>
                </a:cubicBezTo>
                <a:cubicBezTo>
                  <a:pt x="644867" y="47970"/>
                  <a:pt x="647271" y="47360"/>
                  <a:pt x="650094" y="47360"/>
                </a:cubicBezTo>
                <a:cubicBezTo>
                  <a:pt x="653490" y="47360"/>
                  <a:pt x="656313" y="48089"/>
                  <a:pt x="658561" y="49549"/>
                </a:cubicBezTo>
                <a:cubicBezTo>
                  <a:pt x="660810" y="51008"/>
                  <a:pt x="662603" y="53053"/>
                  <a:pt x="663943" y="55684"/>
                </a:cubicBezTo>
                <a:lnTo>
                  <a:pt x="663943" y="87114"/>
                </a:lnTo>
                <a:cubicBezTo>
                  <a:pt x="662603" y="89697"/>
                  <a:pt x="660798" y="91730"/>
                  <a:pt x="658525" y="93213"/>
                </a:cubicBezTo>
                <a:cubicBezTo>
                  <a:pt x="656253" y="94696"/>
                  <a:pt x="653395" y="95437"/>
                  <a:pt x="649950" y="95437"/>
                </a:cubicBezTo>
                <a:cubicBezTo>
                  <a:pt x="647128" y="95437"/>
                  <a:pt x="644736" y="94839"/>
                  <a:pt x="642775" y="93643"/>
                </a:cubicBezTo>
                <a:cubicBezTo>
                  <a:pt x="640813" y="92447"/>
                  <a:pt x="639211" y="90797"/>
                  <a:pt x="637967" y="88692"/>
                </a:cubicBezTo>
                <a:cubicBezTo>
                  <a:pt x="636723" y="86635"/>
                  <a:pt x="635826" y="84207"/>
                  <a:pt x="635276" y="81409"/>
                </a:cubicBezTo>
                <a:cubicBezTo>
                  <a:pt x="634726" y="78610"/>
                  <a:pt x="634451" y="75584"/>
                  <a:pt x="634451" y="72331"/>
                </a:cubicBezTo>
                <a:close/>
              </a:path>
            </a:pathLst>
          </a:custGeom>
          <a:solidFill xmlns:a="http://schemas.openxmlformats.org/drawingml/2006/main">
            <a:srgbClr val="3F51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int64sub_404056">
            <a:extLst xmlns:a="http://schemas.openxmlformats.org/drawingml/2006/main">
              <a:ext uri="{FF2B5EF4-FFF2-40B4-BE49-F238E27FC236}">
                <a16:creationId xmlns:a16="http://schemas.microsoft.com/office/drawing/2014/main" id="{2E3D385C-A4CF-4D4F-A6F4-D76B20B6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6223" y="558819"/>
            <a:ext cx="1385994" cy="125791"/>
          </a:xfrm>
          <a:custGeom xmlns:a="http://schemas.openxmlformats.org/drawingml/2006/main">
            <a:pathLst>
              <a:path w="1385994" h="125791">
                <a:moveTo>
                  <a:pt x="0" y="32578"/>
                </a:moveTo>
                <a:lnTo>
                  <a:pt x="0" y="48867"/>
                </a:lnTo>
                <a:lnTo>
                  <a:pt x="22101" y="48867"/>
                </a:lnTo>
                <a:lnTo>
                  <a:pt x="22101" y="94002"/>
                </a:lnTo>
                <a:lnTo>
                  <a:pt x="0" y="94002"/>
                </a:lnTo>
                <a:lnTo>
                  <a:pt x="0" y="110219"/>
                </a:lnTo>
                <a:lnTo>
                  <a:pt x="63290" y="110219"/>
                </a:lnTo>
                <a:lnTo>
                  <a:pt x="63290" y="94002"/>
                </a:lnTo>
                <a:lnTo>
                  <a:pt x="42265" y="94002"/>
                </a:lnTo>
                <a:lnTo>
                  <a:pt x="42265" y="32578"/>
                </a:lnTo>
                <a:lnTo>
                  <a:pt x="0" y="32578"/>
                </a:lnTo>
                <a:moveTo>
                  <a:pt x="20666" y="12701"/>
                </a:moveTo>
                <a:cubicBezTo>
                  <a:pt x="20666" y="14232"/>
                  <a:pt x="20941" y="15655"/>
                  <a:pt x="21491" y="16971"/>
                </a:cubicBezTo>
                <a:cubicBezTo>
                  <a:pt x="22041" y="18286"/>
                  <a:pt x="22819" y="19398"/>
                  <a:pt x="23823" y="20307"/>
                </a:cubicBezTo>
                <a:cubicBezTo>
                  <a:pt x="24828" y="21264"/>
                  <a:pt x="26036" y="22006"/>
                  <a:pt x="27447" y="22532"/>
                </a:cubicBezTo>
                <a:cubicBezTo>
                  <a:pt x="28858" y="23058"/>
                  <a:pt x="30425" y="23321"/>
                  <a:pt x="32147" y="23321"/>
                </a:cubicBezTo>
                <a:cubicBezTo>
                  <a:pt x="35687" y="23321"/>
                  <a:pt x="38498" y="22329"/>
                  <a:pt x="40579" y="20343"/>
                </a:cubicBezTo>
                <a:cubicBezTo>
                  <a:pt x="42660" y="18358"/>
                  <a:pt x="43700" y="15811"/>
                  <a:pt x="43700" y="12701"/>
                </a:cubicBezTo>
                <a:cubicBezTo>
                  <a:pt x="43700" y="9592"/>
                  <a:pt x="42660" y="7044"/>
                  <a:pt x="40579" y="5059"/>
                </a:cubicBezTo>
                <a:cubicBezTo>
                  <a:pt x="38498" y="3074"/>
                  <a:pt x="35687" y="2081"/>
                  <a:pt x="32147" y="2081"/>
                </a:cubicBezTo>
                <a:cubicBezTo>
                  <a:pt x="30425" y="2081"/>
                  <a:pt x="28858" y="2344"/>
                  <a:pt x="27447" y="2870"/>
                </a:cubicBezTo>
                <a:cubicBezTo>
                  <a:pt x="26036" y="3397"/>
                  <a:pt x="24828" y="4114"/>
                  <a:pt x="23823" y="5023"/>
                </a:cubicBezTo>
                <a:cubicBezTo>
                  <a:pt x="22819" y="5980"/>
                  <a:pt x="22041" y="7116"/>
                  <a:pt x="21491" y="8431"/>
                </a:cubicBezTo>
                <a:cubicBezTo>
                  <a:pt x="20941" y="9747"/>
                  <a:pt x="20666" y="11170"/>
                  <a:pt x="20666" y="12701"/>
                </a:cubicBezTo>
                <a:close/>
                <a:moveTo>
                  <a:pt x="82866" y="110219"/>
                </a:moveTo>
                <a:lnTo>
                  <a:pt x="102886" y="110219"/>
                </a:lnTo>
                <a:lnTo>
                  <a:pt x="102886" y="55038"/>
                </a:lnTo>
                <a:cubicBezTo>
                  <a:pt x="103556" y="53986"/>
                  <a:pt x="104297" y="53029"/>
                  <a:pt x="105110" y="52168"/>
                </a:cubicBezTo>
                <a:cubicBezTo>
                  <a:pt x="105924" y="51307"/>
                  <a:pt x="106833" y="50565"/>
                  <a:pt x="107837" y="49943"/>
                </a:cubicBezTo>
                <a:cubicBezTo>
                  <a:pt x="109081" y="49082"/>
                  <a:pt x="110504" y="48436"/>
                  <a:pt x="112107" y="48006"/>
                </a:cubicBezTo>
                <a:cubicBezTo>
                  <a:pt x="113709" y="47575"/>
                  <a:pt x="115467" y="47360"/>
                  <a:pt x="117381" y="47360"/>
                </a:cubicBezTo>
                <a:cubicBezTo>
                  <a:pt x="119677" y="47360"/>
                  <a:pt x="121734" y="47587"/>
                  <a:pt x="123552" y="48042"/>
                </a:cubicBezTo>
                <a:cubicBezTo>
                  <a:pt x="125370" y="48496"/>
                  <a:pt x="126925" y="49297"/>
                  <a:pt x="128216" y="50445"/>
                </a:cubicBezTo>
                <a:cubicBezTo>
                  <a:pt x="129508" y="51594"/>
                  <a:pt x="130501" y="53160"/>
                  <a:pt x="131194" y="55146"/>
                </a:cubicBezTo>
                <a:cubicBezTo>
                  <a:pt x="131888" y="57131"/>
                  <a:pt x="132235" y="59654"/>
                  <a:pt x="132235" y="62716"/>
                </a:cubicBezTo>
                <a:lnTo>
                  <a:pt x="132235" y="110219"/>
                </a:lnTo>
                <a:lnTo>
                  <a:pt x="152183" y="110219"/>
                </a:lnTo>
                <a:lnTo>
                  <a:pt x="152183" y="62429"/>
                </a:lnTo>
                <a:cubicBezTo>
                  <a:pt x="152183" y="56784"/>
                  <a:pt x="151525" y="51988"/>
                  <a:pt x="150210" y="48042"/>
                </a:cubicBezTo>
                <a:cubicBezTo>
                  <a:pt x="148894" y="44095"/>
                  <a:pt x="147065" y="40854"/>
                  <a:pt x="144720" y="38318"/>
                </a:cubicBezTo>
                <a:cubicBezTo>
                  <a:pt x="142329" y="35831"/>
                  <a:pt x="139506" y="34013"/>
                  <a:pt x="136253" y="32865"/>
                </a:cubicBezTo>
                <a:cubicBezTo>
                  <a:pt x="133000" y="31717"/>
                  <a:pt x="129412" y="31143"/>
                  <a:pt x="125489" y="31143"/>
                </a:cubicBezTo>
                <a:cubicBezTo>
                  <a:pt x="122428" y="31143"/>
                  <a:pt x="119534" y="31573"/>
                  <a:pt x="116807" y="32434"/>
                </a:cubicBezTo>
                <a:cubicBezTo>
                  <a:pt x="114080" y="33295"/>
                  <a:pt x="111569" y="34539"/>
                  <a:pt x="109272" y="36166"/>
                </a:cubicBezTo>
                <a:cubicBezTo>
                  <a:pt x="107933" y="37123"/>
                  <a:pt x="106665" y="38199"/>
                  <a:pt x="105469" y="39395"/>
                </a:cubicBezTo>
                <a:cubicBezTo>
                  <a:pt x="104273" y="40591"/>
                  <a:pt x="103173" y="41906"/>
                  <a:pt x="102168" y="43341"/>
                </a:cubicBezTo>
                <a:lnTo>
                  <a:pt x="100948" y="32578"/>
                </a:lnTo>
                <a:lnTo>
                  <a:pt x="82866" y="32578"/>
                </a:lnTo>
                <a:lnTo>
                  <a:pt x="82866" y="110219"/>
                </a:lnTo>
                <a:close/>
                <a:moveTo>
                  <a:pt x="207637" y="13562"/>
                </a:moveTo>
                <a:lnTo>
                  <a:pt x="187689" y="13562"/>
                </a:lnTo>
                <a:lnTo>
                  <a:pt x="187689" y="32578"/>
                </a:lnTo>
                <a:lnTo>
                  <a:pt x="169964" y="32578"/>
                </a:lnTo>
                <a:lnTo>
                  <a:pt x="169964" y="47288"/>
                </a:lnTo>
                <a:lnTo>
                  <a:pt x="187689" y="47288"/>
                </a:lnTo>
                <a:lnTo>
                  <a:pt x="187689" y="82593"/>
                </a:lnTo>
                <a:cubicBezTo>
                  <a:pt x="187689" y="87712"/>
                  <a:pt x="188358" y="92101"/>
                  <a:pt x="189698" y="95760"/>
                </a:cubicBezTo>
                <a:cubicBezTo>
                  <a:pt x="191037" y="99420"/>
                  <a:pt x="192951" y="102422"/>
                  <a:pt x="195438" y="104766"/>
                </a:cubicBezTo>
                <a:cubicBezTo>
                  <a:pt x="197878" y="107158"/>
                  <a:pt x="200832" y="108916"/>
                  <a:pt x="204300" y="110040"/>
                </a:cubicBezTo>
                <a:cubicBezTo>
                  <a:pt x="207769" y="111164"/>
                  <a:pt x="211632" y="111726"/>
                  <a:pt x="215889" y="111726"/>
                </a:cubicBezTo>
                <a:cubicBezTo>
                  <a:pt x="218090" y="111726"/>
                  <a:pt x="220326" y="111619"/>
                  <a:pt x="222599" y="111403"/>
                </a:cubicBezTo>
                <a:cubicBezTo>
                  <a:pt x="224871" y="111188"/>
                  <a:pt x="227059" y="110889"/>
                  <a:pt x="229164" y="110506"/>
                </a:cubicBezTo>
                <a:cubicBezTo>
                  <a:pt x="231269" y="110124"/>
                  <a:pt x="233255" y="109633"/>
                  <a:pt x="235120" y="109035"/>
                </a:cubicBezTo>
                <a:cubicBezTo>
                  <a:pt x="236986" y="108437"/>
                  <a:pt x="238612" y="107732"/>
                  <a:pt x="240000" y="106919"/>
                </a:cubicBezTo>
                <a:lnTo>
                  <a:pt x="238062" y="93213"/>
                </a:lnTo>
                <a:cubicBezTo>
                  <a:pt x="237153" y="93452"/>
                  <a:pt x="236065" y="93691"/>
                  <a:pt x="234797" y="93930"/>
                </a:cubicBezTo>
                <a:cubicBezTo>
                  <a:pt x="233530" y="94170"/>
                  <a:pt x="232178" y="94385"/>
                  <a:pt x="230743" y="94576"/>
                </a:cubicBezTo>
                <a:cubicBezTo>
                  <a:pt x="229260" y="94815"/>
                  <a:pt x="227717" y="95007"/>
                  <a:pt x="226115" y="95150"/>
                </a:cubicBezTo>
                <a:cubicBezTo>
                  <a:pt x="224512" y="95294"/>
                  <a:pt x="222945" y="95366"/>
                  <a:pt x="221415" y="95366"/>
                </a:cubicBezTo>
                <a:cubicBezTo>
                  <a:pt x="219310" y="95366"/>
                  <a:pt x="217408" y="95126"/>
                  <a:pt x="215710" y="94648"/>
                </a:cubicBezTo>
                <a:cubicBezTo>
                  <a:pt x="214012" y="94170"/>
                  <a:pt x="212564" y="93356"/>
                  <a:pt x="211369" y="92208"/>
                </a:cubicBezTo>
                <a:cubicBezTo>
                  <a:pt x="210173" y="91108"/>
                  <a:pt x="209252" y="89613"/>
                  <a:pt x="208606" y="87723"/>
                </a:cubicBezTo>
                <a:cubicBezTo>
                  <a:pt x="207960" y="85834"/>
                  <a:pt x="207637" y="83478"/>
                  <a:pt x="207637" y="80655"/>
                </a:cubicBezTo>
                <a:lnTo>
                  <a:pt x="207637" y="47288"/>
                </a:lnTo>
                <a:lnTo>
                  <a:pt x="236627" y="47288"/>
                </a:lnTo>
                <a:lnTo>
                  <a:pt x="236627" y="32578"/>
                </a:lnTo>
                <a:lnTo>
                  <a:pt x="207637" y="32578"/>
                </a:lnTo>
                <a:lnTo>
                  <a:pt x="207637" y="13562"/>
                </a:lnTo>
                <a:close/>
                <a:moveTo>
                  <a:pt x="312174" y="4880"/>
                </a:moveTo>
                <a:lnTo>
                  <a:pt x="309519" y="4880"/>
                </a:lnTo>
                <a:cubicBezTo>
                  <a:pt x="300861" y="4880"/>
                  <a:pt x="293230" y="6327"/>
                  <a:pt x="286629" y="9221"/>
                </a:cubicBezTo>
                <a:cubicBezTo>
                  <a:pt x="280027" y="12115"/>
                  <a:pt x="274502" y="16122"/>
                  <a:pt x="270053" y="21240"/>
                </a:cubicBezTo>
                <a:cubicBezTo>
                  <a:pt x="265604" y="26407"/>
                  <a:pt x="262255" y="32518"/>
                  <a:pt x="260007" y="39574"/>
                </a:cubicBezTo>
                <a:cubicBezTo>
                  <a:pt x="257758" y="46630"/>
                  <a:pt x="256634" y="54296"/>
                  <a:pt x="256634" y="62572"/>
                </a:cubicBezTo>
                <a:lnTo>
                  <a:pt x="256634" y="70251"/>
                </a:lnTo>
                <a:cubicBezTo>
                  <a:pt x="256634" y="76230"/>
                  <a:pt x="257483" y="81744"/>
                  <a:pt x="259181" y="86791"/>
                </a:cubicBezTo>
                <a:cubicBezTo>
                  <a:pt x="260880" y="91838"/>
                  <a:pt x="263307" y="96203"/>
                  <a:pt x="266465" y="99886"/>
                </a:cubicBezTo>
                <a:cubicBezTo>
                  <a:pt x="269574" y="103570"/>
                  <a:pt x="273377" y="106452"/>
                  <a:pt x="277874" y="108533"/>
                </a:cubicBezTo>
                <a:cubicBezTo>
                  <a:pt x="282371" y="110614"/>
                  <a:pt x="287418" y="111655"/>
                  <a:pt x="293015" y="111655"/>
                </a:cubicBezTo>
                <a:cubicBezTo>
                  <a:pt x="298373" y="111655"/>
                  <a:pt x="303205" y="110734"/>
                  <a:pt x="307510" y="108892"/>
                </a:cubicBezTo>
                <a:cubicBezTo>
                  <a:pt x="311815" y="107050"/>
                  <a:pt x="315475" y="104527"/>
                  <a:pt x="318489" y="101321"/>
                </a:cubicBezTo>
                <a:cubicBezTo>
                  <a:pt x="321503" y="98116"/>
                  <a:pt x="323823" y="94337"/>
                  <a:pt x="325449" y="89984"/>
                </a:cubicBezTo>
                <a:cubicBezTo>
                  <a:pt x="327076" y="85631"/>
                  <a:pt x="327889" y="80918"/>
                  <a:pt x="327889" y="75848"/>
                </a:cubicBezTo>
                <a:cubicBezTo>
                  <a:pt x="327889" y="71112"/>
                  <a:pt x="327279" y="66603"/>
                  <a:pt x="326059" y="62321"/>
                </a:cubicBezTo>
                <a:cubicBezTo>
                  <a:pt x="324839" y="58040"/>
                  <a:pt x="322986" y="54273"/>
                  <a:pt x="320498" y="51020"/>
                </a:cubicBezTo>
                <a:cubicBezTo>
                  <a:pt x="318011" y="47814"/>
                  <a:pt x="314913" y="45267"/>
                  <a:pt x="311206" y="43377"/>
                </a:cubicBezTo>
                <a:cubicBezTo>
                  <a:pt x="307498" y="41488"/>
                  <a:pt x="303157" y="40543"/>
                  <a:pt x="298182" y="40543"/>
                </a:cubicBezTo>
                <a:cubicBezTo>
                  <a:pt x="295742" y="40543"/>
                  <a:pt x="293470" y="40830"/>
                  <a:pt x="291365" y="41404"/>
                </a:cubicBezTo>
                <a:cubicBezTo>
                  <a:pt x="289260" y="41978"/>
                  <a:pt x="287322" y="42720"/>
                  <a:pt x="285552" y="43629"/>
                </a:cubicBezTo>
                <a:cubicBezTo>
                  <a:pt x="283734" y="44585"/>
                  <a:pt x="282108" y="45650"/>
                  <a:pt x="280673" y="46822"/>
                </a:cubicBezTo>
                <a:cubicBezTo>
                  <a:pt x="279238" y="47994"/>
                  <a:pt x="277970" y="49178"/>
                  <a:pt x="276870" y="50374"/>
                </a:cubicBezTo>
                <a:cubicBezTo>
                  <a:pt x="277300" y="46020"/>
                  <a:pt x="278341" y="42074"/>
                  <a:pt x="279991" y="38534"/>
                </a:cubicBezTo>
                <a:cubicBezTo>
                  <a:pt x="281641" y="34994"/>
                  <a:pt x="283902" y="31956"/>
                  <a:pt x="286772" y="29421"/>
                </a:cubicBezTo>
                <a:cubicBezTo>
                  <a:pt x="289595" y="26885"/>
                  <a:pt x="293027" y="24924"/>
                  <a:pt x="297069" y="23536"/>
                </a:cubicBezTo>
                <a:cubicBezTo>
                  <a:pt x="301112" y="22149"/>
                  <a:pt x="305764" y="21455"/>
                  <a:pt x="311026" y="21455"/>
                </a:cubicBezTo>
                <a:lnTo>
                  <a:pt x="312174" y="21455"/>
                </a:lnTo>
                <a:lnTo>
                  <a:pt x="312174" y="4880"/>
                </a:lnTo>
                <a:moveTo>
                  <a:pt x="292369" y="56545"/>
                </a:moveTo>
                <a:cubicBezTo>
                  <a:pt x="294857" y="56545"/>
                  <a:pt x="297069" y="57035"/>
                  <a:pt x="299007" y="58016"/>
                </a:cubicBezTo>
                <a:cubicBezTo>
                  <a:pt x="300944" y="58997"/>
                  <a:pt x="302583" y="60348"/>
                  <a:pt x="303922" y="62070"/>
                </a:cubicBezTo>
                <a:cubicBezTo>
                  <a:pt x="305262" y="63840"/>
                  <a:pt x="306290" y="65921"/>
                  <a:pt x="307008" y="68313"/>
                </a:cubicBezTo>
                <a:cubicBezTo>
                  <a:pt x="307725" y="70705"/>
                  <a:pt x="308084" y="73312"/>
                  <a:pt x="308084" y="76135"/>
                </a:cubicBezTo>
                <a:cubicBezTo>
                  <a:pt x="308084" y="78957"/>
                  <a:pt x="307725" y="81552"/>
                  <a:pt x="307008" y="83920"/>
                </a:cubicBezTo>
                <a:cubicBezTo>
                  <a:pt x="306290" y="86288"/>
                  <a:pt x="305262" y="88333"/>
                  <a:pt x="303922" y="90056"/>
                </a:cubicBezTo>
                <a:cubicBezTo>
                  <a:pt x="302583" y="91778"/>
                  <a:pt x="300956" y="93129"/>
                  <a:pt x="299043" y="94110"/>
                </a:cubicBezTo>
                <a:cubicBezTo>
                  <a:pt x="297129" y="95091"/>
                  <a:pt x="295000" y="95581"/>
                  <a:pt x="292656" y="95581"/>
                </a:cubicBezTo>
                <a:cubicBezTo>
                  <a:pt x="290360" y="95581"/>
                  <a:pt x="288231" y="95103"/>
                  <a:pt x="286270" y="94146"/>
                </a:cubicBezTo>
                <a:cubicBezTo>
                  <a:pt x="284308" y="93189"/>
                  <a:pt x="282610" y="91754"/>
                  <a:pt x="281175" y="89840"/>
                </a:cubicBezTo>
                <a:cubicBezTo>
                  <a:pt x="279740" y="87975"/>
                  <a:pt x="278628" y="85607"/>
                  <a:pt x="277838" y="82736"/>
                </a:cubicBezTo>
                <a:cubicBezTo>
                  <a:pt x="277049" y="79866"/>
                  <a:pt x="276654" y="76517"/>
                  <a:pt x="276654" y="72690"/>
                </a:cubicBezTo>
                <a:lnTo>
                  <a:pt x="276654" y="66806"/>
                </a:lnTo>
                <a:cubicBezTo>
                  <a:pt x="277324" y="65371"/>
                  <a:pt x="278149" y="64055"/>
                  <a:pt x="279130" y="62860"/>
                </a:cubicBezTo>
                <a:cubicBezTo>
                  <a:pt x="280111" y="61664"/>
                  <a:pt x="281199" y="60611"/>
                  <a:pt x="282395" y="59702"/>
                </a:cubicBezTo>
                <a:cubicBezTo>
                  <a:pt x="283782" y="58698"/>
                  <a:pt x="285313" y="57920"/>
                  <a:pt x="286987" y="57370"/>
                </a:cubicBezTo>
                <a:cubicBezTo>
                  <a:pt x="288662" y="56820"/>
                  <a:pt x="290456" y="56545"/>
                  <a:pt x="292369" y="56545"/>
                </a:cubicBezTo>
                <a:close/>
                <a:moveTo>
                  <a:pt x="405660" y="71399"/>
                </a:moveTo>
                <a:lnTo>
                  <a:pt x="405660" y="5741"/>
                </a:lnTo>
                <a:lnTo>
                  <a:pt x="385424" y="5741"/>
                </a:lnTo>
                <a:lnTo>
                  <a:pt x="341508" y="75058"/>
                </a:lnTo>
                <a:lnTo>
                  <a:pt x="342298" y="87544"/>
                </a:lnTo>
                <a:lnTo>
                  <a:pt x="385711" y="87544"/>
                </a:lnTo>
                <a:lnTo>
                  <a:pt x="385711" y="110219"/>
                </a:lnTo>
                <a:lnTo>
                  <a:pt x="405660" y="110219"/>
                </a:lnTo>
                <a:lnTo>
                  <a:pt x="405660" y="87544"/>
                </a:lnTo>
                <a:lnTo>
                  <a:pt x="417787" y="87544"/>
                </a:lnTo>
                <a:lnTo>
                  <a:pt x="417787" y="71399"/>
                </a:lnTo>
                <a:lnTo>
                  <a:pt x="405660" y="71399"/>
                </a:lnTo>
                <a:moveTo>
                  <a:pt x="361098" y="71399"/>
                </a:moveTo>
                <a:lnTo>
                  <a:pt x="383774" y="36022"/>
                </a:lnTo>
                <a:lnTo>
                  <a:pt x="385711" y="32578"/>
                </a:lnTo>
                <a:lnTo>
                  <a:pt x="385711" y="71399"/>
                </a:lnTo>
                <a:lnTo>
                  <a:pt x="361098" y="71399"/>
                </a:lnTo>
                <a:close/>
                <a:moveTo>
                  <a:pt x="573830" y="88907"/>
                </a:moveTo>
                <a:cubicBezTo>
                  <a:pt x="573830" y="90103"/>
                  <a:pt x="573531" y="91204"/>
                  <a:pt x="572933" y="92208"/>
                </a:cubicBezTo>
                <a:cubicBezTo>
                  <a:pt x="572335" y="93213"/>
                  <a:pt x="571438" y="94098"/>
                  <a:pt x="570242" y="94863"/>
                </a:cubicBezTo>
                <a:cubicBezTo>
                  <a:pt x="568999" y="95629"/>
                  <a:pt x="567408" y="96239"/>
                  <a:pt x="565470" y="96693"/>
                </a:cubicBezTo>
                <a:cubicBezTo>
                  <a:pt x="563533" y="97148"/>
                  <a:pt x="561273" y="97375"/>
                  <a:pt x="558689" y="97375"/>
                </a:cubicBezTo>
                <a:cubicBezTo>
                  <a:pt x="556537" y="97375"/>
                  <a:pt x="554444" y="97160"/>
                  <a:pt x="552411" y="96729"/>
                </a:cubicBezTo>
                <a:cubicBezTo>
                  <a:pt x="550377" y="96298"/>
                  <a:pt x="548572" y="95605"/>
                  <a:pt x="546993" y="94648"/>
                </a:cubicBezTo>
                <a:cubicBezTo>
                  <a:pt x="545414" y="93739"/>
                  <a:pt x="544123" y="92531"/>
                  <a:pt x="543118" y="91024"/>
                </a:cubicBezTo>
                <a:cubicBezTo>
                  <a:pt x="542113" y="89517"/>
                  <a:pt x="541539" y="87712"/>
                  <a:pt x="541396" y="85607"/>
                </a:cubicBezTo>
                <a:lnTo>
                  <a:pt x="522380" y="85607"/>
                </a:lnTo>
                <a:cubicBezTo>
                  <a:pt x="522380" y="88764"/>
                  <a:pt x="523157" y="91909"/>
                  <a:pt x="524712" y="95043"/>
                </a:cubicBezTo>
                <a:cubicBezTo>
                  <a:pt x="526267" y="98176"/>
                  <a:pt x="528551" y="100963"/>
                  <a:pt x="531565" y="103402"/>
                </a:cubicBezTo>
                <a:cubicBezTo>
                  <a:pt x="534579" y="105890"/>
                  <a:pt x="538322" y="107899"/>
                  <a:pt x="542795" y="109430"/>
                </a:cubicBezTo>
                <a:cubicBezTo>
                  <a:pt x="547268" y="110961"/>
                  <a:pt x="552423" y="111726"/>
                  <a:pt x="558259" y="111726"/>
                </a:cubicBezTo>
                <a:cubicBezTo>
                  <a:pt x="563569" y="111726"/>
                  <a:pt x="568377" y="111140"/>
                  <a:pt x="572682" y="109968"/>
                </a:cubicBezTo>
                <a:cubicBezTo>
                  <a:pt x="576988" y="108796"/>
                  <a:pt x="580671" y="107158"/>
                  <a:pt x="583733" y="105053"/>
                </a:cubicBezTo>
                <a:cubicBezTo>
                  <a:pt x="586747" y="102948"/>
                  <a:pt x="589079" y="100448"/>
                  <a:pt x="590729" y="97554"/>
                </a:cubicBezTo>
                <a:cubicBezTo>
                  <a:pt x="592379" y="94660"/>
                  <a:pt x="593205" y="91491"/>
                  <a:pt x="593205" y="88046"/>
                </a:cubicBezTo>
                <a:cubicBezTo>
                  <a:pt x="593205" y="84315"/>
                  <a:pt x="592379" y="81098"/>
                  <a:pt x="590729" y="78395"/>
                </a:cubicBezTo>
                <a:cubicBezTo>
                  <a:pt x="589079" y="75692"/>
                  <a:pt x="586794" y="73384"/>
                  <a:pt x="583876" y="71470"/>
                </a:cubicBezTo>
                <a:cubicBezTo>
                  <a:pt x="580958" y="69605"/>
                  <a:pt x="577490" y="68074"/>
                  <a:pt x="573471" y="66878"/>
                </a:cubicBezTo>
                <a:cubicBezTo>
                  <a:pt x="569453" y="65682"/>
                  <a:pt x="565100" y="64701"/>
                  <a:pt x="560412" y="63936"/>
                </a:cubicBezTo>
                <a:cubicBezTo>
                  <a:pt x="557159" y="63457"/>
                  <a:pt x="554480" y="62895"/>
                  <a:pt x="552375" y="62250"/>
                </a:cubicBezTo>
                <a:cubicBezTo>
                  <a:pt x="550270" y="61604"/>
                  <a:pt x="548619" y="60874"/>
                  <a:pt x="547423" y="60061"/>
                </a:cubicBezTo>
                <a:cubicBezTo>
                  <a:pt x="546180" y="59296"/>
                  <a:pt x="545319" y="58423"/>
                  <a:pt x="544840" y="57442"/>
                </a:cubicBezTo>
                <a:cubicBezTo>
                  <a:pt x="544362" y="56461"/>
                  <a:pt x="544123" y="55397"/>
                  <a:pt x="544123" y="54249"/>
                </a:cubicBezTo>
                <a:cubicBezTo>
                  <a:pt x="544123" y="53101"/>
                  <a:pt x="544398" y="52012"/>
                  <a:pt x="544948" y="50984"/>
                </a:cubicBezTo>
                <a:cubicBezTo>
                  <a:pt x="545498" y="49955"/>
                  <a:pt x="546299" y="49058"/>
                  <a:pt x="547352" y="48293"/>
                </a:cubicBezTo>
                <a:cubicBezTo>
                  <a:pt x="548500" y="47432"/>
                  <a:pt x="549983" y="46762"/>
                  <a:pt x="551801" y="46284"/>
                </a:cubicBezTo>
                <a:cubicBezTo>
                  <a:pt x="553619" y="45805"/>
                  <a:pt x="555747" y="45566"/>
                  <a:pt x="558187" y="45566"/>
                </a:cubicBezTo>
                <a:cubicBezTo>
                  <a:pt x="561057" y="45566"/>
                  <a:pt x="563509" y="45925"/>
                  <a:pt x="565542" y="46642"/>
                </a:cubicBezTo>
                <a:cubicBezTo>
                  <a:pt x="567575" y="47360"/>
                  <a:pt x="569190" y="48317"/>
                  <a:pt x="570386" y="49513"/>
                </a:cubicBezTo>
                <a:cubicBezTo>
                  <a:pt x="571247" y="50422"/>
                  <a:pt x="571893" y="51438"/>
                  <a:pt x="572323" y="52562"/>
                </a:cubicBezTo>
                <a:cubicBezTo>
                  <a:pt x="572754" y="53687"/>
                  <a:pt x="572969" y="54894"/>
                  <a:pt x="572969" y="56186"/>
                </a:cubicBezTo>
                <a:lnTo>
                  <a:pt x="592918" y="56186"/>
                </a:lnTo>
                <a:cubicBezTo>
                  <a:pt x="592918" y="52598"/>
                  <a:pt x="592128" y="49273"/>
                  <a:pt x="590550" y="46212"/>
                </a:cubicBezTo>
                <a:cubicBezTo>
                  <a:pt x="588971" y="43150"/>
                  <a:pt x="586699" y="40495"/>
                  <a:pt x="583733" y="38247"/>
                </a:cubicBezTo>
                <a:cubicBezTo>
                  <a:pt x="580719" y="36046"/>
                  <a:pt x="577059" y="34312"/>
                  <a:pt x="572754" y="33044"/>
                </a:cubicBezTo>
                <a:cubicBezTo>
                  <a:pt x="568448" y="31777"/>
                  <a:pt x="563593" y="31143"/>
                  <a:pt x="558187" y="31143"/>
                </a:cubicBezTo>
                <a:cubicBezTo>
                  <a:pt x="553021" y="31143"/>
                  <a:pt x="548380" y="31789"/>
                  <a:pt x="544266" y="33080"/>
                </a:cubicBezTo>
                <a:cubicBezTo>
                  <a:pt x="540152" y="34372"/>
                  <a:pt x="536660" y="36118"/>
                  <a:pt x="533790" y="38318"/>
                </a:cubicBezTo>
                <a:cubicBezTo>
                  <a:pt x="530919" y="40519"/>
                  <a:pt x="528719" y="43078"/>
                  <a:pt x="527188" y="45997"/>
                </a:cubicBezTo>
                <a:cubicBezTo>
                  <a:pt x="525657" y="48915"/>
                  <a:pt x="524892" y="51976"/>
                  <a:pt x="524892" y="55181"/>
                </a:cubicBezTo>
                <a:cubicBezTo>
                  <a:pt x="524892" y="58482"/>
                  <a:pt x="525645" y="61400"/>
                  <a:pt x="527152" y="63936"/>
                </a:cubicBezTo>
                <a:cubicBezTo>
                  <a:pt x="528659" y="66471"/>
                  <a:pt x="530752" y="68696"/>
                  <a:pt x="533431" y="70609"/>
                </a:cubicBezTo>
                <a:cubicBezTo>
                  <a:pt x="536110" y="72571"/>
                  <a:pt x="539327" y="74233"/>
                  <a:pt x="543082" y="75596"/>
                </a:cubicBezTo>
                <a:cubicBezTo>
                  <a:pt x="546837" y="76960"/>
                  <a:pt x="550987" y="78096"/>
                  <a:pt x="555532" y="79005"/>
                </a:cubicBezTo>
                <a:cubicBezTo>
                  <a:pt x="559120" y="79675"/>
                  <a:pt x="562086" y="80344"/>
                  <a:pt x="564430" y="81014"/>
                </a:cubicBezTo>
                <a:cubicBezTo>
                  <a:pt x="566774" y="81684"/>
                  <a:pt x="568664" y="82401"/>
                  <a:pt x="570099" y="83167"/>
                </a:cubicBezTo>
                <a:cubicBezTo>
                  <a:pt x="571486" y="83980"/>
                  <a:pt x="572455" y="84841"/>
                  <a:pt x="573005" y="85750"/>
                </a:cubicBezTo>
                <a:cubicBezTo>
                  <a:pt x="573555" y="86659"/>
                  <a:pt x="573830" y="87712"/>
                  <a:pt x="573830" y="88907"/>
                </a:cubicBezTo>
                <a:close/>
                <a:moveTo>
                  <a:pt x="662580" y="110219"/>
                </a:moveTo>
                <a:lnTo>
                  <a:pt x="680663" y="110219"/>
                </a:lnTo>
                <a:lnTo>
                  <a:pt x="680663" y="32578"/>
                </a:lnTo>
                <a:lnTo>
                  <a:pt x="660642" y="32578"/>
                </a:lnTo>
                <a:lnTo>
                  <a:pt x="660642" y="87042"/>
                </a:lnTo>
                <a:cubicBezTo>
                  <a:pt x="660020" y="88286"/>
                  <a:pt x="659279" y="89410"/>
                  <a:pt x="658418" y="90414"/>
                </a:cubicBezTo>
                <a:cubicBezTo>
                  <a:pt x="657557" y="91419"/>
                  <a:pt x="656576" y="92280"/>
                  <a:pt x="655476" y="92998"/>
                </a:cubicBezTo>
                <a:cubicBezTo>
                  <a:pt x="654184" y="93811"/>
                  <a:pt x="652689" y="94433"/>
                  <a:pt x="650991" y="94863"/>
                </a:cubicBezTo>
                <a:cubicBezTo>
                  <a:pt x="649293" y="95294"/>
                  <a:pt x="647391" y="95509"/>
                  <a:pt x="645286" y="95509"/>
                </a:cubicBezTo>
                <a:cubicBezTo>
                  <a:pt x="642942" y="95509"/>
                  <a:pt x="640957" y="95222"/>
                  <a:pt x="639330" y="94648"/>
                </a:cubicBezTo>
                <a:cubicBezTo>
                  <a:pt x="637704" y="94074"/>
                  <a:pt x="636388" y="93117"/>
                  <a:pt x="635384" y="91778"/>
                </a:cubicBezTo>
                <a:cubicBezTo>
                  <a:pt x="634379" y="90486"/>
                  <a:pt x="633650" y="88764"/>
                  <a:pt x="633195" y="86611"/>
                </a:cubicBezTo>
                <a:cubicBezTo>
                  <a:pt x="632741" y="84458"/>
                  <a:pt x="632513" y="81803"/>
                  <a:pt x="632513" y="78646"/>
                </a:cubicBezTo>
                <a:lnTo>
                  <a:pt x="632513" y="32578"/>
                </a:lnTo>
                <a:lnTo>
                  <a:pt x="612565" y="32578"/>
                </a:lnTo>
                <a:lnTo>
                  <a:pt x="612565" y="78503"/>
                </a:lnTo>
                <a:cubicBezTo>
                  <a:pt x="612565" y="84387"/>
                  <a:pt x="613223" y="89422"/>
                  <a:pt x="614538" y="93608"/>
                </a:cubicBezTo>
                <a:cubicBezTo>
                  <a:pt x="615854" y="97793"/>
                  <a:pt x="617708" y="101226"/>
                  <a:pt x="620099" y="103905"/>
                </a:cubicBezTo>
                <a:cubicBezTo>
                  <a:pt x="622491" y="106632"/>
                  <a:pt x="625362" y="108617"/>
                  <a:pt x="628710" y="109861"/>
                </a:cubicBezTo>
                <a:cubicBezTo>
                  <a:pt x="632059" y="111104"/>
                  <a:pt x="635743" y="111726"/>
                  <a:pt x="639761" y="111726"/>
                </a:cubicBezTo>
                <a:cubicBezTo>
                  <a:pt x="644162" y="111726"/>
                  <a:pt x="648216" y="110626"/>
                  <a:pt x="651924" y="108425"/>
                </a:cubicBezTo>
                <a:cubicBezTo>
                  <a:pt x="655631" y="106225"/>
                  <a:pt x="658801" y="103187"/>
                  <a:pt x="661432" y="99312"/>
                </a:cubicBezTo>
                <a:lnTo>
                  <a:pt x="662580" y="110219"/>
                </a:lnTo>
                <a:close/>
                <a:moveTo>
                  <a:pt x="770058" y="72188"/>
                </a:moveTo>
                <a:lnTo>
                  <a:pt x="770058" y="70681"/>
                </a:lnTo>
                <a:cubicBezTo>
                  <a:pt x="770058" y="65993"/>
                  <a:pt x="769639" y="61592"/>
                  <a:pt x="768802" y="57478"/>
                </a:cubicBezTo>
                <a:cubicBezTo>
                  <a:pt x="767965" y="53364"/>
                  <a:pt x="766685" y="49656"/>
                  <a:pt x="764963" y="46355"/>
                </a:cubicBezTo>
                <a:cubicBezTo>
                  <a:pt x="763863" y="44298"/>
                  <a:pt x="762595" y="42397"/>
                  <a:pt x="761160" y="40651"/>
                </a:cubicBezTo>
                <a:cubicBezTo>
                  <a:pt x="759725" y="38904"/>
                  <a:pt x="758122" y="37410"/>
                  <a:pt x="756352" y="36166"/>
                </a:cubicBezTo>
                <a:cubicBezTo>
                  <a:pt x="754152" y="34539"/>
                  <a:pt x="751652" y="33295"/>
                  <a:pt x="748854" y="32434"/>
                </a:cubicBezTo>
                <a:cubicBezTo>
                  <a:pt x="746055" y="31573"/>
                  <a:pt x="742981" y="31143"/>
                  <a:pt x="739633" y="31143"/>
                </a:cubicBezTo>
                <a:cubicBezTo>
                  <a:pt x="737193" y="31143"/>
                  <a:pt x="734933" y="31394"/>
                  <a:pt x="732852" y="31896"/>
                </a:cubicBezTo>
                <a:cubicBezTo>
                  <a:pt x="730771" y="32398"/>
                  <a:pt x="728845" y="33152"/>
                  <a:pt x="727075" y="34157"/>
                </a:cubicBezTo>
                <a:cubicBezTo>
                  <a:pt x="725831" y="34826"/>
                  <a:pt x="724659" y="35628"/>
                  <a:pt x="723559" y="36560"/>
                </a:cubicBezTo>
                <a:cubicBezTo>
                  <a:pt x="722459" y="37493"/>
                  <a:pt x="721430" y="38510"/>
                  <a:pt x="720474" y="39610"/>
                </a:cubicBezTo>
                <a:lnTo>
                  <a:pt x="720474" y="0"/>
                </a:lnTo>
                <a:lnTo>
                  <a:pt x="700525" y="0"/>
                </a:lnTo>
                <a:lnTo>
                  <a:pt x="700525" y="110219"/>
                </a:lnTo>
                <a:lnTo>
                  <a:pt x="718464" y="110219"/>
                </a:lnTo>
                <a:lnTo>
                  <a:pt x="719397" y="101967"/>
                </a:lnTo>
                <a:cubicBezTo>
                  <a:pt x="720210" y="103020"/>
                  <a:pt x="721071" y="103988"/>
                  <a:pt x="721980" y="104873"/>
                </a:cubicBezTo>
                <a:cubicBezTo>
                  <a:pt x="722889" y="105758"/>
                  <a:pt x="723870" y="106560"/>
                  <a:pt x="724922" y="107277"/>
                </a:cubicBezTo>
                <a:cubicBezTo>
                  <a:pt x="726884" y="108713"/>
                  <a:pt x="729096" y="109801"/>
                  <a:pt x="731560" y="110542"/>
                </a:cubicBezTo>
                <a:cubicBezTo>
                  <a:pt x="734024" y="111284"/>
                  <a:pt x="736762" y="111655"/>
                  <a:pt x="739776" y="111655"/>
                </a:cubicBezTo>
                <a:cubicBezTo>
                  <a:pt x="743077" y="111655"/>
                  <a:pt x="746103" y="111236"/>
                  <a:pt x="748854" y="110399"/>
                </a:cubicBezTo>
                <a:cubicBezTo>
                  <a:pt x="751604" y="109562"/>
                  <a:pt x="754080" y="108354"/>
                  <a:pt x="756280" y="106775"/>
                </a:cubicBezTo>
                <a:cubicBezTo>
                  <a:pt x="758720" y="105101"/>
                  <a:pt x="760837" y="102996"/>
                  <a:pt x="762631" y="100460"/>
                </a:cubicBezTo>
                <a:cubicBezTo>
                  <a:pt x="764425" y="97925"/>
                  <a:pt x="765872" y="95103"/>
                  <a:pt x="766972" y="91993"/>
                </a:cubicBezTo>
                <a:cubicBezTo>
                  <a:pt x="767977" y="89171"/>
                  <a:pt x="768742" y="86097"/>
                  <a:pt x="769269" y="82772"/>
                </a:cubicBezTo>
                <a:cubicBezTo>
                  <a:pt x="769795" y="79447"/>
                  <a:pt x="770058" y="75919"/>
                  <a:pt x="770058" y="72188"/>
                </a:cubicBezTo>
                <a:moveTo>
                  <a:pt x="750109" y="70681"/>
                </a:moveTo>
                <a:lnTo>
                  <a:pt x="750109" y="72188"/>
                </a:lnTo>
                <a:cubicBezTo>
                  <a:pt x="750109" y="74197"/>
                  <a:pt x="750026" y="76135"/>
                  <a:pt x="749858" y="78000"/>
                </a:cubicBezTo>
                <a:cubicBezTo>
                  <a:pt x="749691" y="79866"/>
                  <a:pt x="749416" y="81588"/>
                  <a:pt x="749033" y="83167"/>
                </a:cubicBezTo>
                <a:cubicBezTo>
                  <a:pt x="748555" y="85320"/>
                  <a:pt x="747849" y="87245"/>
                  <a:pt x="746916" y="88943"/>
                </a:cubicBezTo>
                <a:cubicBezTo>
                  <a:pt x="745983" y="90642"/>
                  <a:pt x="744775" y="92017"/>
                  <a:pt x="743292" y="93069"/>
                </a:cubicBezTo>
                <a:cubicBezTo>
                  <a:pt x="742240" y="93835"/>
                  <a:pt x="740996" y="94433"/>
                  <a:pt x="739561" y="94863"/>
                </a:cubicBezTo>
                <a:cubicBezTo>
                  <a:pt x="738126" y="95294"/>
                  <a:pt x="736523" y="95509"/>
                  <a:pt x="734753" y="95509"/>
                </a:cubicBezTo>
                <a:cubicBezTo>
                  <a:pt x="732696" y="95509"/>
                  <a:pt x="730866" y="95270"/>
                  <a:pt x="729264" y="94792"/>
                </a:cubicBezTo>
                <a:cubicBezTo>
                  <a:pt x="727661" y="94313"/>
                  <a:pt x="726262" y="93620"/>
                  <a:pt x="725066" y="92711"/>
                </a:cubicBezTo>
                <a:cubicBezTo>
                  <a:pt x="724061" y="91993"/>
                  <a:pt x="723188" y="91144"/>
                  <a:pt x="722447" y="90163"/>
                </a:cubicBezTo>
                <a:cubicBezTo>
                  <a:pt x="721705" y="89183"/>
                  <a:pt x="721048" y="88094"/>
                  <a:pt x="720474" y="86898"/>
                </a:cubicBezTo>
                <a:lnTo>
                  <a:pt x="720474" y="55971"/>
                </a:lnTo>
                <a:cubicBezTo>
                  <a:pt x="720904" y="55062"/>
                  <a:pt x="721382" y="54213"/>
                  <a:pt x="721909" y="53423"/>
                </a:cubicBezTo>
                <a:cubicBezTo>
                  <a:pt x="722435" y="52634"/>
                  <a:pt x="723009" y="51928"/>
                  <a:pt x="723631" y="51307"/>
                </a:cubicBezTo>
                <a:cubicBezTo>
                  <a:pt x="724922" y="50015"/>
                  <a:pt x="726477" y="49034"/>
                  <a:pt x="728295" y="48365"/>
                </a:cubicBezTo>
                <a:cubicBezTo>
                  <a:pt x="730113" y="47695"/>
                  <a:pt x="732218" y="47360"/>
                  <a:pt x="734610" y="47360"/>
                </a:cubicBezTo>
                <a:cubicBezTo>
                  <a:pt x="736380" y="47360"/>
                  <a:pt x="737958" y="47563"/>
                  <a:pt x="739346" y="47970"/>
                </a:cubicBezTo>
                <a:cubicBezTo>
                  <a:pt x="740733" y="48376"/>
                  <a:pt x="741977" y="48986"/>
                  <a:pt x="743077" y="49800"/>
                </a:cubicBezTo>
                <a:cubicBezTo>
                  <a:pt x="744751" y="51091"/>
                  <a:pt x="746007" y="52514"/>
                  <a:pt x="746844" y="54069"/>
                </a:cubicBezTo>
                <a:cubicBezTo>
                  <a:pt x="747682" y="55624"/>
                  <a:pt x="748363" y="57382"/>
                  <a:pt x="748889" y="59343"/>
                </a:cubicBezTo>
                <a:cubicBezTo>
                  <a:pt x="749320" y="61018"/>
                  <a:pt x="749631" y="62812"/>
                  <a:pt x="749822" y="64725"/>
                </a:cubicBezTo>
                <a:cubicBezTo>
                  <a:pt x="750014" y="66639"/>
                  <a:pt x="750109" y="68624"/>
                  <a:pt x="750109" y="70681"/>
                </a:cubicBezTo>
                <a:close/>
                <a:moveTo>
                  <a:pt x="854215" y="125791"/>
                </a:moveTo>
                <a:lnTo>
                  <a:pt x="854215" y="110219"/>
                </a:lnTo>
                <a:lnTo>
                  <a:pt x="788772" y="110219"/>
                </a:lnTo>
                <a:lnTo>
                  <a:pt x="788772" y="125791"/>
                </a:lnTo>
                <a:lnTo>
                  <a:pt x="854215" y="125791"/>
                </a:lnTo>
                <a:close/>
                <a:moveTo>
                  <a:pt x="934712" y="71399"/>
                </a:moveTo>
                <a:lnTo>
                  <a:pt x="934712" y="5741"/>
                </a:lnTo>
                <a:lnTo>
                  <a:pt x="914477" y="5741"/>
                </a:lnTo>
                <a:lnTo>
                  <a:pt x="870561" y="75058"/>
                </a:lnTo>
                <a:lnTo>
                  <a:pt x="871351" y="87544"/>
                </a:lnTo>
                <a:lnTo>
                  <a:pt x="914764" y="87544"/>
                </a:lnTo>
                <a:lnTo>
                  <a:pt x="914764" y="110219"/>
                </a:lnTo>
                <a:lnTo>
                  <a:pt x="934712" y="110219"/>
                </a:lnTo>
                <a:lnTo>
                  <a:pt x="934712" y="87544"/>
                </a:lnTo>
                <a:lnTo>
                  <a:pt x="946839" y="87544"/>
                </a:lnTo>
                <a:lnTo>
                  <a:pt x="946839" y="71399"/>
                </a:lnTo>
                <a:lnTo>
                  <a:pt x="934712" y="71399"/>
                </a:lnTo>
                <a:moveTo>
                  <a:pt x="890151" y="71399"/>
                </a:moveTo>
                <a:lnTo>
                  <a:pt x="912826" y="36022"/>
                </a:lnTo>
                <a:lnTo>
                  <a:pt x="914764" y="32578"/>
                </a:lnTo>
                <a:lnTo>
                  <a:pt x="914764" y="71399"/>
                </a:lnTo>
                <a:lnTo>
                  <a:pt x="890151" y="71399"/>
                </a:lnTo>
                <a:close/>
                <a:moveTo>
                  <a:pt x="1032646" y="70466"/>
                </a:moveTo>
                <a:lnTo>
                  <a:pt x="1032646" y="45494"/>
                </a:lnTo>
                <a:cubicBezTo>
                  <a:pt x="1032646" y="38749"/>
                  <a:pt x="1031857" y="32805"/>
                  <a:pt x="1030278" y="27662"/>
                </a:cubicBezTo>
                <a:cubicBezTo>
                  <a:pt x="1028700" y="22520"/>
                  <a:pt x="1026451" y="18202"/>
                  <a:pt x="1023533" y="14710"/>
                </a:cubicBezTo>
                <a:cubicBezTo>
                  <a:pt x="1020567" y="11266"/>
                  <a:pt x="1016979" y="8659"/>
                  <a:pt x="1012770" y="6889"/>
                </a:cubicBezTo>
                <a:cubicBezTo>
                  <a:pt x="1008560" y="5119"/>
                  <a:pt x="1003824" y="4234"/>
                  <a:pt x="998562" y="4234"/>
                </a:cubicBezTo>
                <a:cubicBezTo>
                  <a:pt x="993347" y="4234"/>
                  <a:pt x="988647" y="5119"/>
                  <a:pt x="984461" y="6889"/>
                </a:cubicBezTo>
                <a:cubicBezTo>
                  <a:pt x="980275" y="8659"/>
                  <a:pt x="976723" y="11266"/>
                  <a:pt x="973805" y="14710"/>
                </a:cubicBezTo>
                <a:cubicBezTo>
                  <a:pt x="970839" y="18202"/>
                  <a:pt x="968567" y="22520"/>
                  <a:pt x="966988" y="27662"/>
                </a:cubicBezTo>
                <a:cubicBezTo>
                  <a:pt x="965410" y="32805"/>
                  <a:pt x="964620" y="38749"/>
                  <a:pt x="964620" y="45494"/>
                </a:cubicBezTo>
                <a:lnTo>
                  <a:pt x="964620" y="70466"/>
                </a:lnTo>
                <a:cubicBezTo>
                  <a:pt x="964620" y="77211"/>
                  <a:pt x="965422" y="83155"/>
                  <a:pt x="967024" y="88298"/>
                </a:cubicBezTo>
                <a:cubicBezTo>
                  <a:pt x="968627" y="93440"/>
                  <a:pt x="970911" y="97734"/>
                  <a:pt x="973877" y="101178"/>
                </a:cubicBezTo>
                <a:cubicBezTo>
                  <a:pt x="976795" y="104670"/>
                  <a:pt x="980359" y="107301"/>
                  <a:pt x="984569" y="109071"/>
                </a:cubicBezTo>
                <a:cubicBezTo>
                  <a:pt x="988779" y="110841"/>
                  <a:pt x="993491" y="111726"/>
                  <a:pt x="998705" y="111726"/>
                </a:cubicBezTo>
                <a:cubicBezTo>
                  <a:pt x="1003967" y="111726"/>
                  <a:pt x="1008703" y="110841"/>
                  <a:pt x="1012913" y="109071"/>
                </a:cubicBezTo>
                <a:cubicBezTo>
                  <a:pt x="1017123" y="107301"/>
                  <a:pt x="1020687" y="104670"/>
                  <a:pt x="1023605" y="101178"/>
                </a:cubicBezTo>
                <a:cubicBezTo>
                  <a:pt x="1026523" y="97734"/>
                  <a:pt x="1028760" y="93440"/>
                  <a:pt x="1030314" y="88298"/>
                </a:cubicBezTo>
                <a:cubicBezTo>
                  <a:pt x="1031869" y="83155"/>
                  <a:pt x="1032646" y="77211"/>
                  <a:pt x="1032646" y="70466"/>
                </a:cubicBezTo>
                <a:moveTo>
                  <a:pt x="984712" y="61855"/>
                </a:moveTo>
                <a:cubicBezTo>
                  <a:pt x="984712" y="60372"/>
                  <a:pt x="984712" y="59248"/>
                  <a:pt x="984712" y="58482"/>
                </a:cubicBezTo>
                <a:cubicBezTo>
                  <a:pt x="984712" y="57717"/>
                  <a:pt x="984712" y="56186"/>
                  <a:pt x="984712" y="53890"/>
                </a:cubicBezTo>
                <a:lnTo>
                  <a:pt x="984712" y="42337"/>
                </a:lnTo>
                <a:cubicBezTo>
                  <a:pt x="984712" y="38462"/>
                  <a:pt x="985011" y="35113"/>
                  <a:pt x="985609" y="32291"/>
                </a:cubicBezTo>
                <a:cubicBezTo>
                  <a:pt x="986207" y="29468"/>
                  <a:pt x="987128" y="27172"/>
                  <a:pt x="988372" y="25402"/>
                </a:cubicBezTo>
                <a:cubicBezTo>
                  <a:pt x="989520" y="23728"/>
                  <a:pt x="990943" y="22472"/>
                  <a:pt x="992642" y="21635"/>
                </a:cubicBezTo>
                <a:cubicBezTo>
                  <a:pt x="994340" y="20798"/>
                  <a:pt x="996313" y="20379"/>
                  <a:pt x="998562" y="20379"/>
                </a:cubicBezTo>
                <a:cubicBezTo>
                  <a:pt x="1000571" y="20379"/>
                  <a:pt x="1002377" y="20702"/>
                  <a:pt x="1003979" y="21348"/>
                </a:cubicBezTo>
                <a:cubicBezTo>
                  <a:pt x="1005582" y="21994"/>
                  <a:pt x="1006933" y="22986"/>
                  <a:pt x="1008034" y="24326"/>
                </a:cubicBezTo>
                <a:cubicBezTo>
                  <a:pt x="1009469" y="26000"/>
                  <a:pt x="1010557" y="28237"/>
                  <a:pt x="1011299" y="31035"/>
                </a:cubicBezTo>
                <a:cubicBezTo>
                  <a:pt x="1012040" y="33834"/>
                  <a:pt x="1012459" y="37194"/>
                  <a:pt x="1012554" y="41117"/>
                </a:cubicBezTo>
                <a:lnTo>
                  <a:pt x="984712" y="61855"/>
                </a:lnTo>
                <a:moveTo>
                  <a:pt x="1012554" y="73480"/>
                </a:moveTo>
                <a:cubicBezTo>
                  <a:pt x="1012554" y="77355"/>
                  <a:pt x="1012255" y="80715"/>
                  <a:pt x="1011657" y="83562"/>
                </a:cubicBezTo>
                <a:cubicBezTo>
                  <a:pt x="1011059" y="86408"/>
                  <a:pt x="1010162" y="88740"/>
                  <a:pt x="1008966" y="90558"/>
                </a:cubicBezTo>
                <a:cubicBezTo>
                  <a:pt x="1007818" y="92280"/>
                  <a:pt x="1006383" y="93560"/>
                  <a:pt x="1004661" y="94397"/>
                </a:cubicBezTo>
                <a:cubicBezTo>
                  <a:pt x="1002939" y="95234"/>
                  <a:pt x="1000953" y="95653"/>
                  <a:pt x="998705" y="95653"/>
                </a:cubicBezTo>
                <a:cubicBezTo>
                  <a:pt x="996265" y="95653"/>
                  <a:pt x="994160" y="95174"/>
                  <a:pt x="992390" y="94218"/>
                </a:cubicBezTo>
                <a:cubicBezTo>
                  <a:pt x="990620" y="93261"/>
                  <a:pt x="989161" y="91802"/>
                  <a:pt x="988013" y="89840"/>
                </a:cubicBezTo>
                <a:cubicBezTo>
                  <a:pt x="987009" y="88214"/>
                  <a:pt x="986231" y="86181"/>
                  <a:pt x="985681" y="83741"/>
                </a:cubicBezTo>
                <a:cubicBezTo>
                  <a:pt x="985131" y="81301"/>
                  <a:pt x="984808" y="78503"/>
                  <a:pt x="984712" y="75345"/>
                </a:cubicBezTo>
                <a:lnTo>
                  <a:pt x="1012554" y="54679"/>
                </a:lnTo>
                <a:cubicBezTo>
                  <a:pt x="1012554" y="56066"/>
                  <a:pt x="1012554" y="57131"/>
                  <a:pt x="1012554" y="57872"/>
                </a:cubicBezTo>
                <a:cubicBezTo>
                  <a:pt x="1012554" y="58614"/>
                  <a:pt x="1012554" y="59774"/>
                  <a:pt x="1012554" y="61353"/>
                </a:cubicBezTo>
                <a:lnTo>
                  <a:pt x="1012554" y="73480"/>
                </a:lnTo>
                <a:close/>
                <a:moveTo>
                  <a:pt x="1111063" y="71399"/>
                </a:moveTo>
                <a:lnTo>
                  <a:pt x="1111063" y="5741"/>
                </a:lnTo>
                <a:lnTo>
                  <a:pt x="1090828" y="5741"/>
                </a:lnTo>
                <a:lnTo>
                  <a:pt x="1046912" y="75058"/>
                </a:lnTo>
                <a:lnTo>
                  <a:pt x="1047701" y="87544"/>
                </a:lnTo>
                <a:lnTo>
                  <a:pt x="1091115" y="87544"/>
                </a:lnTo>
                <a:lnTo>
                  <a:pt x="1091115" y="110219"/>
                </a:lnTo>
                <a:lnTo>
                  <a:pt x="1111063" y="110219"/>
                </a:lnTo>
                <a:lnTo>
                  <a:pt x="1111063" y="87544"/>
                </a:lnTo>
                <a:lnTo>
                  <a:pt x="1123190" y="87544"/>
                </a:lnTo>
                <a:lnTo>
                  <a:pt x="1123190" y="71399"/>
                </a:lnTo>
                <a:lnTo>
                  <a:pt x="1111063" y="71399"/>
                </a:lnTo>
                <a:moveTo>
                  <a:pt x="1066502" y="71399"/>
                </a:moveTo>
                <a:lnTo>
                  <a:pt x="1089177" y="36022"/>
                </a:lnTo>
                <a:lnTo>
                  <a:pt x="1091115" y="32578"/>
                </a:lnTo>
                <a:lnTo>
                  <a:pt x="1091115" y="71399"/>
                </a:lnTo>
                <a:lnTo>
                  <a:pt x="1066502" y="71399"/>
                </a:lnTo>
                <a:close/>
                <a:moveTo>
                  <a:pt x="1208997" y="70466"/>
                </a:moveTo>
                <a:lnTo>
                  <a:pt x="1208997" y="45494"/>
                </a:lnTo>
                <a:cubicBezTo>
                  <a:pt x="1208997" y="38749"/>
                  <a:pt x="1208208" y="32805"/>
                  <a:pt x="1206629" y="27662"/>
                </a:cubicBezTo>
                <a:cubicBezTo>
                  <a:pt x="1205050" y="22520"/>
                  <a:pt x="1202802" y="18202"/>
                  <a:pt x="1199884" y="14710"/>
                </a:cubicBezTo>
                <a:cubicBezTo>
                  <a:pt x="1196918" y="11266"/>
                  <a:pt x="1193330" y="8659"/>
                  <a:pt x="1189120" y="6889"/>
                </a:cubicBezTo>
                <a:cubicBezTo>
                  <a:pt x="1184910" y="5119"/>
                  <a:pt x="1180174" y="4234"/>
                  <a:pt x="1174912" y="4234"/>
                </a:cubicBezTo>
                <a:cubicBezTo>
                  <a:pt x="1169698" y="4234"/>
                  <a:pt x="1164998" y="5119"/>
                  <a:pt x="1160812" y="6889"/>
                </a:cubicBezTo>
                <a:cubicBezTo>
                  <a:pt x="1156626" y="8659"/>
                  <a:pt x="1153074" y="11266"/>
                  <a:pt x="1150156" y="14710"/>
                </a:cubicBezTo>
                <a:cubicBezTo>
                  <a:pt x="1147190" y="18202"/>
                  <a:pt x="1144918" y="22520"/>
                  <a:pt x="1143339" y="27662"/>
                </a:cubicBezTo>
                <a:cubicBezTo>
                  <a:pt x="1141760" y="32805"/>
                  <a:pt x="1140971" y="38749"/>
                  <a:pt x="1140971" y="45494"/>
                </a:cubicBezTo>
                <a:lnTo>
                  <a:pt x="1140971" y="70466"/>
                </a:lnTo>
                <a:cubicBezTo>
                  <a:pt x="1140971" y="77211"/>
                  <a:pt x="1141772" y="83155"/>
                  <a:pt x="1143375" y="88298"/>
                </a:cubicBezTo>
                <a:cubicBezTo>
                  <a:pt x="1144977" y="93440"/>
                  <a:pt x="1147262" y="97734"/>
                  <a:pt x="1150228" y="101178"/>
                </a:cubicBezTo>
                <a:cubicBezTo>
                  <a:pt x="1153146" y="104670"/>
                  <a:pt x="1156710" y="107301"/>
                  <a:pt x="1160919" y="109071"/>
                </a:cubicBezTo>
                <a:cubicBezTo>
                  <a:pt x="1165129" y="110841"/>
                  <a:pt x="1169841" y="111726"/>
                  <a:pt x="1175056" y="111726"/>
                </a:cubicBezTo>
                <a:cubicBezTo>
                  <a:pt x="1180318" y="111726"/>
                  <a:pt x="1185054" y="110841"/>
                  <a:pt x="1189264" y="109071"/>
                </a:cubicBezTo>
                <a:cubicBezTo>
                  <a:pt x="1193473" y="107301"/>
                  <a:pt x="1197037" y="104670"/>
                  <a:pt x="1199956" y="101178"/>
                </a:cubicBezTo>
                <a:cubicBezTo>
                  <a:pt x="1202874" y="97734"/>
                  <a:pt x="1205110" y="93440"/>
                  <a:pt x="1206665" y="88298"/>
                </a:cubicBezTo>
                <a:cubicBezTo>
                  <a:pt x="1208220" y="83155"/>
                  <a:pt x="1208997" y="77211"/>
                  <a:pt x="1208997" y="70466"/>
                </a:cubicBezTo>
                <a:moveTo>
                  <a:pt x="1161063" y="61855"/>
                </a:moveTo>
                <a:cubicBezTo>
                  <a:pt x="1161063" y="60372"/>
                  <a:pt x="1161063" y="59248"/>
                  <a:pt x="1161063" y="58482"/>
                </a:cubicBezTo>
                <a:cubicBezTo>
                  <a:pt x="1161063" y="57717"/>
                  <a:pt x="1161063" y="56186"/>
                  <a:pt x="1161063" y="53890"/>
                </a:cubicBezTo>
                <a:lnTo>
                  <a:pt x="1161063" y="42337"/>
                </a:lnTo>
                <a:cubicBezTo>
                  <a:pt x="1161063" y="38462"/>
                  <a:pt x="1161362" y="35113"/>
                  <a:pt x="1161960" y="32291"/>
                </a:cubicBezTo>
                <a:cubicBezTo>
                  <a:pt x="1162558" y="29468"/>
                  <a:pt x="1163479" y="27172"/>
                  <a:pt x="1164723" y="25402"/>
                </a:cubicBezTo>
                <a:cubicBezTo>
                  <a:pt x="1165871" y="23728"/>
                  <a:pt x="1167294" y="22472"/>
                  <a:pt x="1168992" y="21635"/>
                </a:cubicBezTo>
                <a:cubicBezTo>
                  <a:pt x="1170690" y="20798"/>
                  <a:pt x="1172664" y="20379"/>
                  <a:pt x="1174912" y="20379"/>
                </a:cubicBezTo>
                <a:cubicBezTo>
                  <a:pt x="1176921" y="20379"/>
                  <a:pt x="1178727" y="20702"/>
                  <a:pt x="1180330" y="21348"/>
                </a:cubicBezTo>
                <a:cubicBezTo>
                  <a:pt x="1181932" y="21994"/>
                  <a:pt x="1183284" y="22986"/>
                  <a:pt x="1184384" y="24326"/>
                </a:cubicBezTo>
                <a:cubicBezTo>
                  <a:pt x="1185819" y="26000"/>
                  <a:pt x="1186908" y="28237"/>
                  <a:pt x="1187649" y="31035"/>
                </a:cubicBezTo>
                <a:cubicBezTo>
                  <a:pt x="1188391" y="33834"/>
                  <a:pt x="1188809" y="37194"/>
                  <a:pt x="1188905" y="41117"/>
                </a:cubicBezTo>
                <a:lnTo>
                  <a:pt x="1161063" y="61855"/>
                </a:lnTo>
                <a:moveTo>
                  <a:pt x="1188905" y="73480"/>
                </a:moveTo>
                <a:cubicBezTo>
                  <a:pt x="1188905" y="77355"/>
                  <a:pt x="1188606" y="80715"/>
                  <a:pt x="1188008" y="83562"/>
                </a:cubicBezTo>
                <a:cubicBezTo>
                  <a:pt x="1187410" y="86408"/>
                  <a:pt x="1186513" y="88740"/>
                  <a:pt x="1185317" y="90558"/>
                </a:cubicBezTo>
                <a:cubicBezTo>
                  <a:pt x="1184169" y="92280"/>
                  <a:pt x="1182734" y="93560"/>
                  <a:pt x="1181012" y="94397"/>
                </a:cubicBezTo>
                <a:cubicBezTo>
                  <a:pt x="1179289" y="95234"/>
                  <a:pt x="1177304" y="95653"/>
                  <a:pt x="1175056" y="95653"/>
                </a:cubicBezTo>
                <a:cubicBezTo>
                  <a:pt x="1172616" y="95653"/>
                  <a:pt x="1170511" y="95174"/>
                  <a:pt x="1168741" y="94218"/>
                </a:cubicBezTo>
                <a:cubicBezTo>
                  <a:pt x="1166971" y="93261"/>
                  <a:pt x="1165512" y="91802"/>
                  <a:pt x="1164364" y="89840"/>
                </a:cubicBezTo>
                <a:cubicBezTo>
                  <a:pt x="1163359" y="88214"/>
                  <a:pt x="1162582" y="86181"/>
                  <a:pt x="1162032" y="83741"/>
                </a:cubicBezTo>
                <a:cubicBezTo>
                  <a:pt x="1161482" y="81301"/>
                  <a:pt x="1161159" y="78503"/>
                  <a:pt x="1161063" y="75345"/>
                </a:cubicBezTo>
                <a:lnTo>
                  <a:pt x="1188905" y="54679"/>
                </a:lnTo>
                <a:cubicBezTo>
                  <a:pt x="1188905" y="56066"/>
                  <a:pt x="1188905" y="57131"/>
                  <a:pt x="1188905" y="57872"/>
                </a:cubicBezTo>
                <a:cubicBezTo>
                  <a:pt x="1188905" y="58614"/>
                  <a:pt x="1188905" y="59774"/>
                  <a:pt x="1188905" y="61353"/>
                </a:cubicBezTo>
                <a:lnTo>
                  <a:pt x="1188905" y="73480"/>
                </a:lnTo>
                <a:close/>
                <a:moveTo>
                  <a:pt x="1230152" y="58769"/>
                </a:moveTo>
                <a:lnTo>
                  <a:pt x="1246082" y="62716"/>
                </a:lnTo>
                <a:cubicBezTo>
                  <a:pt x="1246847" y="61951"/>
                  <a:pt x="1247661" y="61221"/>
                  <a:pt x="1248522" y="60527"/>
                </a:cubicBezTo>
                <a:cubicBezTo>
                  <a:pt x="1249383" y="59834"/>
                  <a:pt x="1250363" y="59224"/>
                  <a:pt x="1251464" y="58698"/>
                </a:cubicBezTo>
                <a:cubicBezTo>
                  <a:pt x="1252564" y="58171"/>
                  <a:pt x="1253832" y="57741"/>
                  <a:pt x="1255267" y="57406"/>
                </a:cubicBezTo>
                <a:cubicBezTo>
                  <a:pt x="1256702" y="57071"/>
                  <a:pt x="1258400" y="56904"/>
                  <a:pt x="1260362" y="56904"/>
                </a:cubicBezTo>
                <a:cubicBezTo>
                  <a:pt x="1263280" y="56904"/>
                  <a:pt x="1265815" y="57358"/>
                  <a:pt x="1267968" y="58267"/>
                </a:cubicBezTo>
                <a:cubicBezTo>
                  <a:pt x="1270121" y="59176"/>
                  <a:pt x="1271915" y="60468"/>
                  <a:pt x="1273350" y="62142"/>
                </a:cubicBezTo>
                <a:cubicBezTo>
                  <a:pt x="1274785" y="63816"/>
                  <a:pt x="1275849" y="65814"/>
                  <a:pt x="1276543" y="68134"/>
                </a:cubicBezTo>
                <a:cubicBezTo>
                  <a:pt x="1277237" y="70454"/>
                  <a:pt x="1277583" y="73001"/>
                  <a:pt x="1277583" y="75776"/>
                </a:cubicBezTo>
                <a:cubicBezTo>
                  <a:pt x="1277583" y="78598"/>
                  <a:pt x="1277308" y="81229"/>
                  <a:pt x="1276758" y="83669"/>
                </a:cubicBezTo>
                <a:cubicBezTo>
                  <a:pt x="1276208" y="86109"/>
                  <a:pt x="1275359" y="88214"/>
                  <a:pt x="1274211" y="89984"/>
                </a:cubicBezTo>
                <a:cubicBezTo>
                  <a:pt x="1273015" y="91754"/>
                  <a:pt x="1271472" y="93141"/>
                  <a:pt x="1269582" y="94146"/>
                </a:cubicBezTo>
                <a:cubicBezTo>
                  <a:pt x="1267693" y="95150"/>
                  <a:pt x="1265409" y="95653"/>
                  <a:pt x="1262730" y="95653"/>
                </a:cubicBezTo>
                <a:cubicBezTo>
                  <a:pt x="1258376" y="95653"/>
                  <a:pt x="1254800" y="94409"/>
                  <a:pt x="1252002" y="91921"/>
                </a:cubicBezTo>
                <a:cubicBezTo>
                  <a:pt x="1249203" y="89434"/>
                  <a:pt x="1247565" y="85918"/>
                  <a:pt x="1247086" y="81373"/>
                </a:cubicBezTo>
                <a:lnTo>
                  <a:pt x="1227425" y="81373"/>
                </a:lnTo>
                <a:cubicBezTo>
                  <a:pt x="1227568" y="86205"/>
                  <a:pt x="1228657" y="90498"/>
                  <a:pt x="1230690" y="94253"/>
                </a:cubicBezTo>
                <a:cubicBezTo>
                  <a:pt x="1232723" y="98009"/>
                  <a:pt x="1235366" y="101178"/>
                  <a:pt x="1238619" y="103761"/>
                </a:cubicBezTo>
                <a:cubicBezTo>
                  <a:pt x="1241872" y="106345"/>
                  <a:pt x="1245592" y="108306"/>
                  <a:pt x="1249777" y="109645"/>
                </a:cubicBezTo>
                <a:cubicBezTo>
                  <a:pt x="1253963" y="110985"/>
                  <a:pt x="1258305" y="111655"/>
                  <a:pt x="1262801" y="111655"/>
                </a:cubicBezTo>
                <a:cubicBezTo>
                  <a:pt x="1268733" y="111655"/>
                  <a:pt x="1273876" y="110722"/>
                  <a:pt x="1278229" y="108856"/>
                </a:cubicBezTo>
                <a:cubicBezTo>
                  <a:pt x="1282582" y="106990"/>
                  <a:pt x="1286194" y="104455"/>
                  <a:pt x="1289065" y="101250"/>
                </a:cubicBezTo>
                <a:cubicBezTo>
                  <a:pt x="1291935" y="98045"/>
                  <a:pt x="1294064" y="94337"/>
                  <a:pt x="1295451" y="90127"/>
                </a:cubicBezTo>
                <a:cubicBezTo>
                  <a:pt x="1296838" y="85918"/>
                  <a:pt x="1297532" y="81469"/>
                  <a:pt x="1297532" y="76780"/>
                </a:cubicBezTo>
                <a:cubicBezTo>
                  <a:pt x="1297532" y="71279"/>
                  <a:pt x="1296814" y="66352"/>
                  <a:pt x="1295379" y="61998"/>
                </a:cubicBezTo>
                <a:cubicBezTo>
                  <a:pt x="1293944" y="57645"/>
                  <a:pt x="1291887" y="53962"/>
                  <a:pt x="1289208" y="50948"/>
                </a:cubicBezTo>
                <a:cubicBezTo>
                  <a:pt x="1286481" y="47934"/>
                  <a:pt x="1283145" y="45626"/>
                  <a:pt x="1279198" y="44023"/>
                </a:cubicBezTo>
                <a:cubicBezTo>
                  <a:pt x="1275251" y="42421"/>
                  <a:pt x="1270766" y="41619"/>
                  <a:pt x="1265743" y="41619"/>
                </a:cubicBezTo>
                <a:cubicBezTo>
                  <a:pt x="1262203" y="41619"/>
                  <a:pt x="1259070" y="42074"/>
                  <a:pt x="1256343" y="42983"/>
                </a:cubicBezTo>
                <a:cubicBezTo>
                  <a:pt x="1253616" y="43892"/>
                  <a:pt x="1251511" y="44777"/>
                  <a:pt x="1250029" y="45638"/>
                </a:cubicBezTo>
                <a:lnTo>
                  <a:pt x="1252540" y="22675"/>
                </a:lnTo>
                <a:lnTo>
                  <a:pt x="1294088" y="22675"/>
                </a:lnTo>
                <a:lnTo>
                  <a:pt x="1294088" y="5741"/>
                </a:lnTo>
                <a:lnTo>
                  <a:pt x="1236108" y="5741"/>
                </a:lnTo>
                <a:lnTo>
                  <a:pt x="1230152" y="58769"/>
                </a:lnTo>
                <a:close/>
                <a:moveTo>
                  <a:pt x="1370279" y="4880"/>
                </a:moveTo>
                <a:lnTo>
                  <a:pt x="1367624" y="4880"/>
                </a:lnTo>
                <a:cubicBezTo>
                  <a:pt x="1358966" y="4880"/>
                  <a:pt x="1351335" y="6327"/>
                  <a:pt x="1344734" y="9221"/>
                </a:cubicBezTo>
                <a:cubicBezTo>
                  <a:pt x="1338132" y="12115"/>
                  <a:pt x="1332607" y="16122"/>
                  <a:pt x="1328158" y="21240"/>
                </a:cubicBezTo>
                <a:cubicBezTo>
                  <a:pt x="1323709" y="26407"/>
                  <a:pt x="1320360" y="32518"/>
                  <a:pt x="1318112" y="39574"/>
                </a:cubicBezTo>
                <a:cubicBezTo>
                  <a:pt x="1315863" y="46630"/>
                  <a:pt x="1314739" y="54296"/>
                  <a:pt x="1314739" y="62572"/>
                </a:cubicBezTo>
                <a:lnTo>
                  <a:pt x="1314739" y="70251"/>
                </a:lnTo>
                <a:cubicBezTo>
                  <a:pt x="1314739" y="76230"/>
                  <a:pt x="1315588" y="81744"/>
                  <a:pt x="1317287" y="86791"/>
                </a:cubicBezTo>
                <a:cubicBezTo>
                  <a:pt x="1318985" y="91838"/>
                  <a:pt x="1321413" y="96203"/>
                  <a:pt x="1324570" y="99886"/>
                </a:cubicBezTo>
                <a:cubicBezTo>
                  <a:pt x="1327679" y="103570"/>
                  <a:pt x="1331483" y="106452"/>
                  <a:pt x="1335979" y="108533"/>
                </a:cubicBezTo>
                <a:cubicBezTo>
                  <a:pt x="1340476" y="110614"/>
                  <a:pt x="1345523" y="111655"/>
                  <a:pt x="1351120" y="111655"/>
                </a:cubicBezTo>
                <a:cubicBezTo>
                  <a:pt x="1356478" y="111655"/>
                  <a:pt x="1361310" y="110734"/>
                  <a:pt x="1365615" y="108892"/>
                </a:cubicBezTo>
                <a:cubicBezTo>
                  <a:pt x="1369921" y="107050"/>
                  <a:pt x="1373580" y="104527"/>
                  <a:pt x="1376594" y="101321"/>
                </a:cubicBezTo>
                <a:cubicBezTo>
                  <a:pt x="1379608" y="98116"/>
                  <a:pt x="1381928" y="94337"/>
                  <a:pt x="1383555" y="89984"/>
                </a:cubicBezTo>
                <a:cubicBezTo>
                  <a:pt x="1385181" y="85631"/>
                  <a:pt x="1385994" y="80918"/>
                  <a:pt x="1385994" y="75848"/>
                </a:cubicBezTo>
                <a:cubicBezTo>
                  <a:pt x="1385994" y="71112"/>
                  <a:pt x="1385384" y="66603"/>
                  <a:pt x="1384164" y="62321"/>
                </a:cubicBezTo>
                <a:cubicBezTo>
                  <a:pt x="1382945" y="58040"/>
                  <a:pt x="1381091" y="54273"/>
                  <a:pt x="1378603" y="51020"/>
                </a:cubicBezTo>
                <a:cubicBezTo>
                  <a:pt x="1376116" y="47814"/>
                  <a:pt x="1373018" y="45267"/>
                  <a:pt x="1369311" y="43377"/>
                </a:cubicBezTo>
                <a:cubicBezTo>
                  <a:pt x="1365603" y="41488"/>
                  <a:pt x="1361262" y="40543"/>
                  <a:pt x="1356287" y="40543"/>
                </a:cubicBezTo>
                <a:cubicBezTo>
                  <a:pt x="1353847" y="40543"/>
                  <a:pt x="1351575" y="40830"/>
                  <a:pt x="1349470" y="41404"/>
                </a:cubicBezTo>
                <a:cubicBezTo>
                  <a:pt x="1347365" y="41978"/>
                  <a:pt x="1345427" y="42720"/>
                  <a:pt x="1343657" y="43629"/>
                </a:cubicBezTo>
                <a:cubicBezTo>
                  <a:pt x="1341840" y="44585"/>
                  <a:pt x="1340213" y="45650"/>
                  <a:pt x="1338778" y="46822"/>
                </a:cubicBezTo>
                <a:cubicBezTo>
                  <a:pt x="1337343" y="47994"/>
                  <a:pt x="1336075" y="49178"/>
                  <a:pt x="1334975" y="50374"/>
                </a:cubicBezTo>
                <a:cubicBezTo>
                  <a:pt x="1335405" y="46020"/>
                  <a:pt x="1336446" y="42074"/>
                  <a:pt x="1338096" y="38534"/>
                </a:cubicBezTo>
                <a:cubicBezTo>
                  <a:pt x="1339747" y="34994"/>
                  <a:pt x="1342007" y="31956"/>
                  <a:pt x="1344877" y="29421"/>
                </a:cubicBezTo>
                <a:cubicBezTo>
                  <a:pt x="1347700" y="26885"/>
                  <a:pt x="1351132" y="24924"/>
                  <a:pt x="1355174" y="23536"/>
                </a:cubicBezTo>
                <a:cubicBezTo>
                  <a:pt x="1359217" y="22149"/>
                  <a:pt x="1363869" y="21455"/>
                  <a:pt x="1369131" y="21455"/>
                </a:cubicBezTo>
                <a:lnTo>
                  <a:pt x="1370279" y="21455"/>
                </a:lnTo>
                <a:lnTo>
                  <a:pt x="1370279" y="4880"/>
                </a:lnTo>
                <a:moveTo>
                  <a:pt x="1350474" y="56545"/>
                </a:moveTo>
                <a:cubicBezTo>
                  <a:pt x="1352962" y="56545"/>
                  <a:pt x="1355174" y="57035"/>
                  <a:pt x="1357112" y="58016"/>
                </a:cubicBezTo>
                <a:cubicBezTo>
                  <a:pt x="1359049" y="58997"/>
                  <a:pt x="1360688" y="60348"/>
                  <a:pt x="1362027" y="62070"/>
                </a:cubicBezTo>
                <a:cubicBezTo>
                  <a:pt x="1363367" y="63840"/>
                  <a:pt x="1364395" y="65921"/>
                  <a:pt x="1365113" y="68313"/>
                </a:cubicBezTo>
                <a:cubicBezTo>
                  <a:pt x="1365830" y="70705"/>
                  <a:pt x="1366189" y="73312"/>
                  <a:pt x="1366189" y="76135"/>
                </a:cubicBezTo>
                <a:cubicBezTo>
                  <a:pt x="1366189" y="78957"/>
                  <a:pt x="1365830" y="81552"/>
                  <a:pt x="1365113" y="83920"/>
                </a:cubicBezTo>
                <a:cubicBezTo>
                  <a:pt x="1364395" y="86288"/>
                  <a:pt x="1363367" y="88333"/>
                  <a:pt x="1362027" y="90056"/>
                </a:cubicBezTo>
                <a:cubicBezTo>
                  <a:pt x="1360688" y="91778"/>
                  <a:pt x="1359061" y="93129"/>
                  <a:pt x="1357148" y="94110"/>
                </a:cubicBezTo>
                <a:cubicBezTo>
                  <a:pt x="1355234" y="95091"/>
                  <a:pt x="1353105" y="95581"/>
                  <a:pt x="1350761" y="95581"/>
                </a:cubicBezTo>
                <a:cubicBezTo>
                  <a:pt x="1348465" y="95581"/>
                  <a:pt x="1346336" y="95103"/>
                  <a:pt x="1344375" y="94146"/>
                </a:cubicBezTo>
                <a:cubicBezTo>
                  <a:pt x="1342414" y="93189"/>
                  <a:pt x="1340715" y="91754"/>
                  <a:pt x="1339280" y="89840"/>
                </a:cubicBezTo>
                <a:cubicBezTo>
                  <a:pt x="1337845" y="87975"/>
                  <a:pt x="1336733" y="85607"/>
                  <a:pt x="1335943" y="82736"/>
                </a:cubicBezTo>
                <a:cubicBezTo>
                  <a:pt x="1335154" y="79866"/>
                  <a:pt x="1334759" y="76517"/>
                  <a:pt x="1334759" y="72690"/>
                </a:cubicBezTo>
                <a:lnTo>
                  <a:pt x="1334759" y="66806"/>
                </a:lnTo>
                <a:cubicBezTo>
                  <a:pt x="1335429" y="65371"/>
                  <a:pt x="1336254" y="64055"/>
                  <a:pt x="1337235" y="62860"/>
                </a:cubicBezTo>
                <a:cubicBezTo>
                  <a:pt x="1338216" y="61664"/>
                  <a:pt x="1339304" y="60611"/>
                  <a:pt x="1340500" y="59702"/>
                </a:cubicBezTo>
                <a:cubicBezTo>
                  <a:pt x="1341887" y="58698"/>
                  <a:pt x="1343418" y="57920"/>
                  <a:pt x="1345093" y="57370"/>
                </a:cubicBezTo>
                <a:cubicBezTo>
                  <a:pt x="1346767" y="56820"/>
                  <a:pt x="1348561" y="56545"/>
                  <a:pt x="1350474" y="56545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D7B491-09C3-4879-8B34-E61CCABF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6293" y="704309"/>
            <a:ext cx="2380413" cy="176351"/>
          </a:xfrm>
          <a:custGeom xmlns:a="http://schemas.openxmlformats.org/drawingml/2006/main">
            <a:pathLst>
              <a:path w="2380413" h="176351">
                <a:moveTo>
                  <a:pt x="0" y="0"/>
                </a:moveTo>
                <a:lnTo>
                  <a:pt x="2380413" y="0"/>
                </a:lnTo>
                <a:lnTo>
                  <a:pt x="2380413" y="176351"/>
                </a:lnTo>
                <a:lnTo>
                  <a:pt x="0" y="176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(">
            <a:extLst xmlns:a="http://schemas.openxmlformats.org/drawingml/2006/main">
              <a:ext uri="{FF2B5EF4-FFF2-40B4-BE49-F238E27FC236}">
                <a16:creationId xmlns:a16="http://schemas.microsoft.com/office/drawing/2014/main" id="{144A9B7B-FEEF-40E2-BCBE-CD675305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947" y="729214"/>
            <a:ext cx="39610" cy="148968"/>
          </a:xfrm>
          <a:custGeom xmlns:a="http://schemas.openxmlformats.org/drawingml/2006/main">
            <a:pathLst>
              <a:path w="39610" h="148968">
                <a:moveTo>
                  <a:pt x="0" y="73695"/>
                </a:moveTo>
                <a:lnTo>
                  <a:pt x="0" y="75274"/>
                </a:lnTo>
                <a:cubicBezTo>
                  <a:pt x="0" y="82067"/>
                  <a:pt x="514" y="88429"/>
                  <a:pt x="1543" y="94361"/>
                </a:cubicBezTo>
                <a:cubicBezTo>
                  <a:pt x="2571" y="100293"/>
                  <a:pt x="3971" y="105770"/>
                  <a:pt x="5741" y="110793"/>
                </a:cubicBezTo>
                <a:cubicBezTo>
                  <a:pt x="7511" y="115864"/>
                  <a:pt x="9580" y="120481"/>
                  <a:pt x="11948" y="124643"/>
                </a:cubicBezTo>
                <a:cubicBezTo>
                  <a:pt x="14316" y="128805"/>
                  <a:pt x="16815" y="132464"/>
                  <a:pt x="19446" y="135622"/>
                </a:cubicBezTo>
                <a:cubicBezTo>
                  <a:pt x="22077" y="138827"/>
                  <a:pt x="24792" y="141554"/>
                  <a:pt x="27591" y="143802"/>
                </a:cubicBezTo>
                <a:cubicBezTo>
                  <a:pt x="30389" y="146050"/>
                  <a:pt x="33104" y="147772"/>
                  <a:pt x="35735" y="148968"/>
                </a:cubicBezTo>
                <a:lnTo>
                  <a:pt x="39610" y="138205"/>
                </a:lnTo>
                <a:cubicBezTo>
                  <a:pt x="37744" y="136770"/>
                  <a:pt x="35855" y="134976"/>
                  <a:pt x="33941" y="132823"/>
                </a:cubicBezTo>
                <a:cubicBezTo>
                  <a:pt x="32028" y="130670"/>
                  <a:pt x="30210" y="128135"/>
                  <a:pt x="28488" y="125217"/>
                </a:cubicBezTo>
                <a:cubicBezTo>
                  <a:pt x="26861" y="122538"/>
                  <a:pt x="25342" y="119404"/>
                  <a:pt x="23931" y="115817"/>
                </a:cubicBezTo>
                <a:cubicBezTo>
                  <a:pt x="22520" y="112229"/>
                  <a:pt x="21288" y="108330"/>
                  <a:pt x="20236" y="104120"/>
                </a:cubicBezTo>
                <a:cubicBezTo>
                  <a:pt x="19470" y="101106"/>
                  <a:pt x="18765" y="97064"/>
                  <a:pt x="18119" y="91993"/>
                </a:cubicBezTo>
                <a:cubicBezTo>
                  <a:pt x="17473" y="86922"/>
                  <a:pt x="17150" y="81397"/>
                  <a:pt x="17150" y="75417"/>
                </a:cubicBezTo>
                <a:lnTo>
                  <a:pt x="17150" y="73551"/>
                </a:lnTo>
                <a:cubicBezTo>
                  <a:pt x="17150" y="67476"/>
                  <a:pt x="17485" y="61855"/>
                  <a:pt x="18155" y="56688"/>
                </a:cubicBezTo>
                <a:cubicBezTo>
                  <a:pt x="18824" y="51522"/>
                  <a:pt x="19709" y="46810"/>
                  <a:pt x="20810" y="42552"/>
                </a:cubicBezTo>
                <a:cubicBezTo>
                  <a:pt x="22053" y="38151"/>
                  <a:pt x="23501" y="34085"/>
                  <a:pt x="25151" y="30353"/>
                </a:cubicBezTo>
                <a:cubicBezTo>
                  <a:pt x="26801" y="26622"/>
                  <a:pt x="28583" y="23393"/>
                  <a:pt x="30497" y="20666"/>
                </a:cubicBezTo>
                <a:cubicBezTo>
                  <a:pt x="31980" y="18561"/>
                  <a:pt x="33487" y="16696"/>
                  <a:pt x="35018" y="15069"/>
                </a:cubicBezTo>
                <a:cubicBezTo>
                  <a:pt x="36548" y="13443"/>
                  <a:pt x="38079" y="12055"/>
                  <a:pt x="39610" y="10907"/>
                </a:cubicBezTo>
                <a:lnTo>
                  <a:pt x="35735" y="0"/>
                </a:lnTo>
                <a:cubicBezTo>
                  <a:pt x="33104" y="1196"/>
                  <a:pt x="30389" y="2906"/>
                  <a:pt x="27591" y="5131"/>
                </a:cubicBezTo>
                <a:cubicBezTo>
                  <a:pt x="24792" y="7355"/>
                  <a:pt x="22077" y="10070"/>
                  <a:pt x="19446" y="13275"/>
                </a:cubicBezTo>
                <a:cubicBezTo>
                  <a:pt x="16815" y="16480"/>
                  <a:pt x="14316" y="20164"/>
                  <a:pt x="11948" y="24326"/>
                </a:cubicBezTo>
                <a:cubicBezTo>
                  <a:pt x="9580" y="28488"/>
                  <a:pt x="7511" y="33080"/>
                  <a:pt x="5741" y="38103"/>
                </a:cubicBezTo>
                <a:cubicBezTo>
                  <a:pt x="3971" y="43174"/>
                  <a:pt x="2571" y="48687"/>
                  <a:pt x="1543" y="54643"/>
                </a:cubicBezTo>
                <a:cubicBezTo>
                  <a:pt x="514" y="60599"/>
                  <a:pt x="0" y="66950"/>
                  <a:pt x="0" y="73695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E5830E-219A-47F2-9989-5D99DBAA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6293" y="691444"/>
            <a:ext cx="2380413" cy="193759"/>
          </a:xfrm>
          <a:custGeom xmlns:a="http://schemas.openxmlformats.org/drawingml/2006/main">
            <a:pathLst>
              <a:path w="2380413" h="193759">
                <a:moveTo>
                  <a:pt x="0" y="0"/>
                </a:moveTo>
                <a:lnTo>
                  <a:pt x="2380413" y="0"/>
                </a:lnTo>
                <a:lnTo>
                  <a:pt x="2380413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Buffer*context,uint16len){">
            <a:extLst xmlns:a="http://schemas.openxmlformats.org/drawingml/2006/main">
              <a:ext uri="{FF2B5EF4-FFF2-40B4-BE49-F238E27FC236}">
                <a16:creationId xmlns:a16="http://schemas.microsoft.com/office/drawing/2014/main" id="{0B37D169-96CF-4AFF-AFA2-B0F96935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550" y="729214"/>
            <a:ext cx="2529224" cy="148968"/>
          </a:xfrm>
          <a:custGeom xmlns:a="http://schemas.openxmlformats.org/drawingml/2006/main">
            <a:pathLst>
              <a:path w="2529224" h="148968">
                <a:moveTo>
                  <a:pt x="0" y="116175"/>
                </a:moveTo>
                <a:lnTo>
                  <a:pt x="38103" y="116175"/>
                </a:lnTo>
                <a:cubicBezTo>
                  <a:pt x="43844" y="116175"/>
                  <a:pt x="49010" y="115529"/>
                  <a:pt x="53603" y="114238"/>
                </a:cubicBezTo>
                <a:cubicBezTo>
                  <a:pt x="58195" y="112946"/>
                  <a:pt x="62094" y="111009"/>
                  <a:pt x="65299" y="108425"/>
                </a:cubicBezTo>
                <a:cubicBezTo>
                  <a:pt x="68504" y="105842"/>
                  <a:pt x="70968" y="102637"/>
                  <a:pt x="72690" y="98810"/>
                </a:cubicBezTo>
                <a:cubicBezTo>
                  <a:pt x="74412" y="94983"/>
                  <a:pt x="75274" y="90558"/>
                  <a:pt x="75274" y="85535"/>
                </a:cubicBezTo>
                <a:cubicBezTo>
                  <a:pt x="75274" y="82904"/>
                  <a:pt x="74927" y="80356"/>
                  <a:pt x="74233" y="77893"/>
                </a:cubicBezTo>
                <a:cubicBezTo>
                  <a:pt x="73539" y="75429"/>
                  <a:pt x="72475" y="73145"/>
                  <a:pt x="71040" y="71040"/>
                </a:cubicBezTo>
                <a:cubicBezTo>
                  <a:pt x="69653" y="69078"/>
                  <a:pt x="67942" y="67356"/>
                  <a:pt x="65909" y="65873"/>
                </a:cubicBezTo>
                <a:cubicBezTo>
                  <a:pt x="63876" y="64390"/>
                  <a:pt x="61137" y="63170"/>
                  <a:pt x="57693" y="62214"/>
                </a:cubicBezTo>
                <a:lnTo>
                  <a:pt x="57693" y="62142"/>
                </a:lnTo>
                <a:cubicBezTo>
                  <a:pt x="59463" y="61472"/>
                  <a:pt x="61078" y="60659"/>
                  <a:pt x="62537" y="59702"/>
                </a:cubicBezTo>
                <a:cubicBezTo>
                  <a:pt x="63996" y="58745"/>
                  <a:pt x="65299" y="57693"/>
                  <a:pt x="66447" y="56545"/>
                </a:cubicBezTo>
                <a:cubicBezTo>
                  <a:pt x="68552" y="54440"/>
                  <a:pt x="70143" y="51988"/>
                  <a:pt x="71219" y="49190"/>
                </a:cubicBezTo>
                <a:cubicBezTo>
                  <a:pt x="72296" y="46391"/>
                  <a:pt x="72858" y="43413"/>
                  <a:pt x="72906" y="40256"/>
                </a:cubicBezTo>
                <a:cubicBezTo>
                  <a:pt x="72906" y="35376"/>
                  <a:pt x="72009" y="31143"/>
                  <a:pt x="70215" y="27555"/>
                </a:cubicBezTo>
                <a:cubicBezTo>
                  <a:pt x="68421" y="23967"/>
                  <a:pt x="65873" y="21001"/>
                  <a:pt x="62572" y="18657"/>
                </a:cubicBezTo>
                <a:cubicBezTo>
                  <a:pt x="59272" y="16313"/>
                  <a:pt x="55289" y="14567"/>
                  <a:pt x="50625" y="13419"/>
                </a:cubicBezTo>
                <a:cubicBezTo>
                  <a:pt x="45961" y="12271"/>
                  <a:pt x="40782" y="11696"/>
                  <a:pt x="35089" y="11696"/>
                </a:cubicBezTo>
                <a:lnTo>
                  <a:pt x="0" y="11696"/>
                </a:lnTo>
                <a:lnTo>
                  <a:pt x="0" y="116175"/>
                </a:lnTo>
                <a:moveTo>
                  <a:pt x="20236" y="70107"/>
                </a:moveTo>
                <a:lnTo>
                  <a:pt x="39036" y="70107"/>
                </a:lnTo>
                <a:cubicBezTo>
                  <a:pt x="41859" y="70155"/>
                  <a:pt x="44298" y="70538"/>
                  <a:pt x="46355" y="71255"/>
                </a:cubicBezTo>
                <a:cubicBezTo>
                  <a:pt x="48412" y="71973"/>
                  <a:pt x="50087" y="73001"/>
                  <a:pt x="51378" y="74341"/>
                </a:cubicBezTo>
                <a:cubicBezTo>
                  <a:pt x="52670" y="75632"/>
                  <a:pt x="53615" y="77211"/>
                  <a:pt x="54213" y="79077"/>
                </a:cubicBezTo>
                <a:cubicBezTo>
                  <a:pt x="54811" y="80942"/>
                  <a:pt x="55110" y="83047"/>
                  <a:pt x="55110" y="85391"/>
                </a:cubicBezTo>
                <a:cubicBezTo>
                  <a:pt x="55110" y="87640"/>
                  <a:pt x="54715" y="89673"/>
                  <a:pt x="53926" y="91491"/>
                </a:cubicBezTo>
                <a:cubicBezTo>
                  <a:pt x="53136" y="93309"/>
                  <a:pt x="51976" y="94863"/>
                  <a:pt x="50445" y="96155"/>
                </a:cubicBezTo>
                <a:cubicBezTo>
                  <a:pt x="49058" y="97303"/>
                  <a:pt x="47324" y="98212"/>
                  <a:pt x="45243" y="98882"/>
                </a:cubicBezTo>
                <a:cubicBezTo>
                  <a:pt x="43162" y="99551"/>
                  <a:pt x="40806" y="99886"/>
                  <a:pt x="38175" y="99886"/>
                </a:cubicBezTo>
                <a:lnTo>
                  <a:pt x="20236" y="99886"/>
                </a:lnTo>
                <a:lnTo>
                  <a:pt x="20236" y="70107"/>
                </a:lnTo>
                <a:moveTo>
                  <a:pt x="20236" y="55540"/>
                </a:moveTo>
                <a:lnTo>
                  <a:pt x="20236" y="28129"/>
                </a:lnTo>
                <a:lnTo>
                  <a:pt x="35161" y="28129"/>
                </a:lnTo>
                <a:cubicBezTo>
                  <a:pt x="38414" y="28177"/>
                  <a:pt x="41249" y="28536"/>
                  <a:pt x="43664" y="29205"/>
                </a:cubicBezTo>
                <a:cubicBezTo>
                  <a:pt x="46080" y="29875"/>
                  <a:pt x="48006" y="30951"/>
                  <a:pt x="49441" y="32434"/>
                </a:cubicBezTo>
                <a:cubicBezTo>
                  <a:pt x="50541" y="33487"/>
                  <a:pt x="51366" y="34802"/>
                  <a:pt x="51917" y="36381"/>
                </a:cubicBezTo>
                <a:cubicBezTo>
                  <a:pt x="52467" y="37960"/>
                  <a:pt x="52742" y="39801"/>
                  <a:pt x="52742" y="41906"/>
                </a:cubicBezTo>
                <a:cubicBezTo>
                  <a:pt x="52742" y="43916"/>
                  <a:pt x="52419" y="45709"/>
                  <a:pt x="51773" y="47288"/>
                </a:cubicBezTo>
                <a:cubicBezTo>
                  <a:pt x="51127" y="48867"/>
                  <a:pt x="50206" y="50206"/>
                  <a:pt x="49010" y="51307"/>
                </a:cubicBezTo>
                <a:cubicBezTo>
                  <a:pt x="47575" y="52694"/>
                  <a:pt x="45686" y="53734"/>
                  <a:pt x="43341" y="54428"/>
                </a:cubicBezTo>
                <a:cubicBezTo>
                  <a:pt x="40997" y="55122"/>
                  <a:pt x="38295" y="55492"/>
                  <a:pt x="35233" y="55540"/>
                </a:cubicBezTo>
                <a:lnTo>
                  <a:pt x="20236" y="55540"/>
                </a:lnTo>
                <a:close/>
                <a:moveTo>
                  <a:pt x="139698" y="116175"/>
                </a:moveTo>
                <a:lnTo>
                  <a:pt x="157781" y="116175"/>
                </a:lnTo>
                <a:lnTo>
                  <a:pt x="157781" y="38534"/>
                </a:lnTo>
                <a:lnTo>
                  <a:pt x="137760" y="38534"/>
                </a:lnTo>
                <a:lnTo>
                  <a:pt x="137760" y="92998"/>
                </a:lnTo>
                <a:cubicBezTo>
                  <a:pt x="137138" y="94241"/>
                  <a:pt x="136397" y="95366"/>
                  <a:pt x="135536" y="96370"/>
                </a:cubicBezTo>
                <a:cubicBezTo>
                  <a:pt x="134675" y="97375"/>
                  <a:pt x="133694" y="98236"/>
                  <a:pt x="132594" y="98954"/>
                </a:cubicBezTo>
                <a:cubicBezTo>
                  <a:pt x="131302" y="99767"/>
                  <a:pt x="129807" y="100389"/>
                  <a:pt x="128109" y="100819"/>
                </a:cubicBezTo>
                <a:cubicBezTo>
                  <a:pt x="126411" y="101250"/>
                  <a:pt x="124509" y="101465"/>
                  <a:pt x="122404" y="101465"/>
                </a:cubicBezTo>
                <a:cubicBezTo>
                  <a:pt x="120060" y="101465"/>
                  <a:pt x="118075" y="101178"/>
                  <a:pt x="116448" y="100604"/>
                </a:cubicBezTo>
                <a:cubicBezTo>
                  <a:pt x="114822" y="100030"/>
                  <a:pt x="113506" y="99073"/>
                  <a:pt x="112502" y="97734"/>
                </a:cubicBezTo>
                <a:cubicBezTo>
                  <a:pt x="111497" y="96442"/>
                  <a:pt x="110768" y="94720"/>
                  <a:pt x="110313" y="92567"/>
                </a:cubicBezTo>
                <a:cubicBezTo>
                  <a:pt x="109859" y="90414"/>
                  <a:pt x="109631" y="87759"/>
                  <a:pt x="109631" y="84602"/>
                </a:cubicBezTo>
                <a:lnTo>
                  <a:pt x="109631" y="38534"/>
                </a:lnTo>
                <a:lnTo>
                  <a:pt x="89683" y="38534"/>
                </a:lnTo>
                <a:lnTo>
                  <a:pt x="89683" y="84459"/>
                </a:lnTo>
                <a:cubicBezTo>
                  <a:pt x="89683" y="90343"/>
                  <a:pt x="90341" y="95378"/>
                  <a:pt x="91656" y="99563"/>
                </a:cubicBezTo>
                <a:cubicBezTo>
                  <a:pt x="92972" y="103749"/>
                  <a:pt x="94825" y="107182"/>
                  <a:pt x="97217" y="109861"/>
                </a:cubicBezTo>
                <a:cubicBezTo>
                  <a:pt x="99609" y="112587"/>
                  <a:pt x="102480" y="114573"/>
                  <a:pt x="105828" y="115817"/>
                </a:cubicBezTo>
                <a:cubicBezTo>
                  <a:pt x="109177" y="117060"/>
                  <a:pt x="112860" y="117682"/>
                  <a:pt x="116879" y="117682"/>
                </a:cubicBezTo>
                <a:cubicBezTo>
                  <a:pt x="121280" y="117682"/>
                  <a:pt x="125334" y="116582"/>
                  <a:pt x="129042" y="114381"/>
                </a:cubicBezTo>
                <a:cubicBezTo>
                  <a:pt x="132749" y="112181"/>
                  <a:pt x="135918" y="109143"/>
                  <a:pt x="138550" y="105268"/>
                </a:cubicBezTo>
                <a:lnTo>
                  <a:pt x="139698" y="116175"/>
                </a:lnTo>
                <a:close/>
                <a:moveTo>
                  <a:pt x="196515" y="116175"/>
                </a:moveTo>
                <a:lnTo>
                  <a:pt x="216536" y="116175"/>
                </a:lnTo>
                <a:lnTo>
                  <a:pt x="216536" y="53244"/>
                </a:lnTo>
                <a:lnTo>
                  <a:pt x="244521" y="53244"/>
                </a:lnTo>
                <a:lnTo>
                  <a:pt x="244521" y="38534"/>
                </a:lnTo>
                <a:lnTo>
                  <a:pt x="216536" y="38534"/>
                </a:lnTo>
                <a:lnTo>
                  <a:pt x="216536" y="34300"/>
                </a:lnTo>
                <a:cubicBezTo>
                  <a:pt x="216536" y="32004"/>
                  <a:pt x="216835" y="29947"/>
                  <a:pt x="217433" y="28129"/>
                </a:cubicBezTo>
                <a:cubicBezTo>
                  <a:pt x="218031" y="26311"/>
                  <a:pt x="218951" y="24780"/>
                  <a:pt x="220195" y="23536"/>
                </a:cubicBezTo>
                <a:cubicBezTo>
                  <a:pt x="221583" y="22053"/>
                  <a:pt x="223448" y="20929"/>
                  <a:pt x="225792" y="20164"/>
                </a:cubicBezTo>
                <a:cubicBezTo>
                  <a:pt x="228136" y="19398"/>
                  <a:pt x="230983" y="19016"/>
                  <a:pt x="234331" y="19016"/>
                </a:cubicBezTo>
                <a:cubicBezTo>
                  <a:pt x="237441" y="19016"/>
                  <a:pt x="240144" y="19159"/>
                  <a:pt x="242440" y="19446"/>
                </a:cubicBezTo>
                <a:cubicBezTo>
                  <a:pt x="244736" y="19733"/>
                  <a:pt x="246793" y="20068"/>
                  <a:pt x="248611" y="20451"/>
                </a:cubicBezTo>
                <a:lnTo>
                  <a:pt x="249903" y="4808"/>
                </a:lnTo>
                <a:cubicBezTo>
                  <a:pt x="248276" y="4521"/>
                  <a:pt x="246710" y="4258"/>
                  <a:pt x="245203" y="4018"/>
                </a:cubicBezTo>
                <a:cubicBezTo>
                  <a:pt x="243696" y="3779"/>
                  <a:pt x="242201" y="3564"/>
                  <a:pt x="240718" y="3373"/>
                </a:cubicBezTo>
                <a:cubicBezTo>
                  <a:pt x="239235" y="3181"/>
                  <a:pt x="237716" y="3026"/>
                  <a:pt x="236161" y="2906"/>
                </a:cubicBezTo>
                <a:cubicBezTo>
                  <a:pt x="234607" y="2787"/>
                  <a:pt x="232992" y="2727"/>
                  <a:pt x="231318" y="2727"/>
                </a:cubicBezTo>
                <a:cubicBezTo>
                  <a:pt x="226008" y="2727"/>
                  <a:pt x="221200" y="3408"/>
                  <a:pt x="216894" y="4772"/>
                </a:cubicBezTo>
                <a:cubicBezTo>
                  <a:pt x="212589" y="6135"/>
                  <a:pt x="208929" y="8156"/>
                  <a:pt x="205916" y="10835"/>
                </a:cubicBezTo>
                <a:cubicBezTo>
                  <a:pt x="202902" y="13514"/>
                  <a:pt x="200582" y="16815"/>
                  <a:pt x="198955" y="20738"/>
                </a:cubicBezTo>
                <a:cubicBezTo>
                  <a:pt x="197329" y="24661"/>
                  <a:pt x="196515" y="29181"/>
                  <a:pt x="196515" y="34300"/>
                </a:cubicBezTo>
                <a:lnTo>
                  <a:pt x="196515" y="38534"/>
                </a:lnTo>
                <a:lnTo>
                  <a:pt x="176136" y="38534"/>
                </a:lnTo>
                <a:lnTo>
                  <a:pt x="176136" y="53244"/>
                </a:lnTo>
                <a:lnTo>
                  <a:pt x="196515" y="53244"/>
                </a:lnTo>
                <a:lnTo>
                  <a:pt x="196515" y="116175"/>
                </a:lnTo>
                <a:close/>
                <a:moveTo>
                  <a:pt x="284691" y="116175"/>
                </a:moveTo>
                <a:lnTo>
                  <a:pt x="304711" y="116175"/>
                </a:lnTo>
                <a:lnTo>
                  <a:pt x="304711" y="53244"/>
                </a:lnTo>
                <a:lnTo>
                  <a:pt x="332697" y="53244"/>
                </a:lnTo>
                <a:lnTo>
                  <a:pt x="332697" y="38534"/>
                </a:lnTo>
                <a:lnTo>
                  <a:pt x="304711" y="38534"/>
                </a:lnTo>
                <a:lnTo>
                  <a:pt x="304711" y="34300"/>
                </a:lnTo>
                <a:cubicBezTo>
                  <a:pt x="304711" y="32004"/>
                  <a:pt x="305010" y="29947"/>
                  <a:pt x="305608" y="28129"/>
                </a:cubicBezTo>
                <a:cubicBezTo>
                  <a:pt x="306206" y="26311"/>
                  <a:pt x="307127" y="24780"/>
                  <a:pt x="308371" y="23536"/>
                </a:cubicBezTo>
                <a:cubicBezTo>
                  <a:pt x="309758" y="22053"/>
                  <a:pt x="311624" y="20929"/>
                  <a:pt x="313968" y="20164"/>
                </a:cubicBezTo>
                <a:cubicBezTo>
                  <a:pt x="316312" y="19398"/>
                  <a:pt x="319158" y="19016"/>
                  <a:pt x="322507" y="19016"/>
                </a:cubicBezTo>
                <a:cubicBezTo>
                  <a:pt x="325617" y="19016"/>
                  <a:pt x="328319" y="19159"/>
                  <a:pt x="330616" y="19446"/>
                </a:cubicBezTo>
                <a:cubicBezTo>
                  <a:pt x="332912" y="19733"/>
                  <a:pt x="334969" y="20068"/>
                  <a:pt x="336787" y="20451"/>
                </a:cubicBezTo>
                <a:lnTo>
                  <a:pt x="338078" y="4808"/>
                </a:lnTo>
                <a:cubicBezTo>
                  <a:pt x="336452" y="4521"/>
                  <a:pt x="334885" y="4258"/>
                  <a:pt x="333378" y="4018"/>
                </a:cubicBezTo>
                <a:cubicBezTo>
                  <a:pt x="331871" y="3779"/>
                  <a:pt x="330376" y="3564"/>
                  <a:pt x="328893" y="3373"/>
                </a:cubicBezTo>
                <a:cubicBezTo>
                  <a:pt x="327410" y="3181"/>
                  <a:pt x="325892" y="3026"/>
                  <a:pt x="324337" y="2906"/>
                </a:cubicBezTo>
                <a:cubicBezTo>
                  <a:pt x="322782" y="2787"/>
                  <a:pt x="321168" y="2727"/>
                  <a:pt x="319493" y="2727"/>
                </a:cubicBezTo>
                <a:cubicBezTo>
                  <a:pt x="314183" y="2727"/>
                  <a:pt x="309375" y="3408"/>
                  <a:pt x="305070" y="4772"/>
                </a:cubicBezTo>
                <a:cubicBezTo>
                  <a:pt x="300765" y="6135"/>
                  <a:pt x="297105" y="8156"/>
                  <a:pt x="294091" y="10835"/>
                </a:cubicBezTo>
                <a:cubicBezTo>
                  <a:pt x="291077" y="13514"/>
                  <a:pt x="288757" y="16815"/>
                  <a:pt x="287131" y="20738"/>
                </a:cubicBezTo>
                <a:cubicBezTo>
                  <a:pt x="285504" y="24661"/>
                  <a:pt x="284691" y="29181"/>
                  <a:pt x="284691" y="34300"/>
                </a:cubicBezTo>
                <a:lnTo>
                  <a:pt x="284691" y="38534"/>
                </a:lnTo>
                <a:lnTo>
                  <a:pt x="264312" y="38534"/>
                </a:lnTo>
                <a:lnTo>
                  <a:pt x="264312" y="53244"/>
                </a:lnTo>
                <a:lnTo>
                  <a:pt x="284691" y="53244"/>
                </a:lnTo>
                <a:lnTo>
                  <a:pt x="284691" y="116175"/>
                </a:lnTo>
                <a:close/>
                <a:moveTo>
                  <a:pt x="391236" y="117610"/>
                </a:moveTo>
                <a:cubicBezTo>
                  <a:pt x="398747" y="117610"/>
                  <a:pt x="405253" y="116151"/>
                  <a:pt x="410754" y="113233"/>
                </a:cubicBezTo>
                <a:cubicBezTo>
                  <a:pt x="416256" y="110315"/>
                  <a:pt x="420274" y="107062"/>
                  <a:pt x="422809" y="103474"/>
                </a:cubicBezTo>
                <a:lnTo>
                  <a:pt x="412835" y="92711"/>
                </a:lnTo>
                <a:cubicBezTo>
                  <a:pt x="410539" y="95677"/>
                  <a:pt x="407549" y="97901"/>
                  <a:pt x="403865" y="99384"/>
                </a:cubicBezTo>
                <a:cubicBezTo>
                  <a:pt x="400182" y="100867"/>
                  <a:pt x="396379" y="101609"/>
                  <a:pt x="392456" y="101609"/>
                </a:cubicBezTo>
                <a:cubicBezTo>
                  <a:pt x="389681" y="101609"/>
                  <a:pt x="387122" y="101178"/>
                  <a:pt x="384778" y="100317"/>
                </a:cubicBezTo>
                <a:cubicBezTo>
                  <a:pt x="382434" y="99456"/>
                  <a:pt x="380353" y="98236"/>
                  <a:pt x="378535" y="96657"/>
                </a:cubicBezTo>
                <a:cubicBezTo>
                  <a:pt x="376765" y="95126"/>
                  <a:pt x="375354" y="93416"/>
                  <a:pt x="374301" y="91527"/>
                </a:cubicBezTo>
                <a:cubicBezTo>
                  <a:pt x="373249" y="89637"/>
                  <a:pt x="372388" y="87137"/>
                  <a:pt x="371718" y="84028"/>
                </a:cubicBezTo>
                <a:lnTo>
                  <a:pt x="371718" y="83813"/>
                </a:lnTo>
                <a:lnTo>
                  <a:pt x="424388" y="83813"/>
                </a:lnTo>
                <a:lnTo>
                  <a:pt x="424388" y="75345"/>
                </a:lnTo>
                <a:cubicBezTo>
                  <a:pt x="424388" y="69653"/>
                  <a:pt x="423599" y="64450"/>
                  <a:pt x="422020" y="59738"/>
                </a:cubicBezTo>
                <a:cubicBezTo>
                  <a:pt x="420441" y="55026"/>
                  <a:pt x="418145" y="50996"/>
                  <a:pt x="415131" y="47647"/>
                </a:cubicBezTo>
                <a:cubicBezTo>
                  <a:pt x="412070" y="44298"/>
                  <a:pt x="408350" y="41703"/>
                  <a:pt x="403973" y="39861"/>
                </a:cubicBezTo>
                <a:cubicBezTo>
                  <a:pt x="399596" y="38019"/>
                  <a:pt x="394609" y="37099"/>
                  <a:pt x="389012" y="37099"/>
                </a:cubicBezTo>
                <a:cubicBezTo>
                  <a:pt x="383606" y="37099"/>
                  <a:pt x="378607" y="38079"/>
                  <a:pt x="374014" y="40041"/>
                </a:cubicBezTo>
                <a:cubicBezTo>
                  <a:pt x="369422" y="42002"/>
                  <a:pt x="365451" y="44753"/>
                  <a:pt x="362103" y="48293"/>
                </a:cubicBezTo>
                <a:cubicBezTo>
                  <a:pt x="358754" y="51833"/>
                  <a:pt x="356147" y="56055"/>
                  <a:pt x="354281" y="60958"/>
                </a:cubicBezTo>
                <a:cubicBezTo>
                  <a:pt x="352415" y="65861"/>
                  <a:pt x="351482" y="71279"/>
                  <a:pt x="351482" y="77211"/>
                </a:cubicBezTo>
                <a:lnTo>
                  <a:pt x="351482" y="80081"/>
                </a:lnTo>
                <a:cubicBezTo>
                  <a:pt x="351482" y="85296"/>
                  <a:pt x="352427" y="90187"/>
                  <a:pt x="354317" y="94756"/>
                </a:cubicBezTo>
                <a:cubicBezTo>
                  <a:pt x="356207" y="99324"/>
                  <a:pt x="358897" y="103283"/>
                  <a:pt x="362390" y="106632"/>
                </a:cubicBezTo>
                <a:cubicBezTo>
                  <a:pt x="365882" y="110028"/>
                  <a:pt x="370068" y="112707"/>
                  <a:pt x="374947" y="114668"/>
                </a:cubicBezTo>
                <a:cubicBezTo>
                  <a:pt x="379827" y="116630"/>
                  <a:pt x="385256" y="117610"/>
                  <a:pt x="391236" y="117610"/>
                </a:cubicBezTo>
                <a:moveTo>
                  <a:pt x="388868" y="53244"/>
                </a:moveTo>
                <a:cubicBezTo>
                  <a:pt x="391404" y="53244"/>
                  <a:pt x="393640" y="53639"/>
                  <a:pt x="395577" y="54428"/>
                </a:cubicBezTo>
                <a:cubicBezTo>
                  <a:pt x="397515" y="55217"/>
                  <a:pt x="399153" y="56282"/>
                  <a:pt x="400493" y="57621"/>
                </a:cubicBezTo>
                <a:cubicBezTo>
                  <a:pt x="401832" y="59009"/>
                  <a:pt x="402885" y="60635"/>
                  <a:pt x="403650" y="62501"/>
                </a:cubicBezTo>
                <a:cubicBezTo>
                  <a:pt x="404416" y="64366"/>
                  <a:pt x="404798" y="66352"/>
                  <a:pt x="404798" y="68457"/>
                </a:cubicBezTo>
                <a:lnTo>
                  <a:pt x="404798" y="70035"/>
                </a:lnTo>
                <a:lnTo>
                  <a:pt x="372077" y="70035"/>
                </a:lnTo>
                <a:cubicBezTo>
                  <a:pt x="372555" y="67500"/>
                  <a:pt x="373273" y="65204"/>
                  <a:pt x="374230" y="63147"/>
                </a:cubicBezTo>
                <a:cubicBezTo>
                  <a:pt x="375186" y="61089"/>
                  <a:pt x="376382" y="59319"/>
                  <a:pt x="377817" y="57836"/>
                </a:cubicBezTo>
                <a:cubicBezTo>
                  <a:pt x="379205" y="56354"/>
                  <a:pt x="380831" y="55217"/>
                  <a:pt x="382697" y="54428"/>
                </a:cubicBezTo>
                <a:cubicBezTo>
                  <a:pt x="384563" y="53639"/>
                  <a:pt x="386620" y="53244"/>
                  <a:pt x="388868" y="53244"/>
                </a:cubicBezTo>
                <a:close/>
                <a:moveTo>
                  <a:pt x="497495" y="37099"/>
                </a:moveTo>
                <a:cubicBezTo>
                  <a:pt x="492280" y="37099"/>
                  <a:pt x="487472" y="38354"/>
                  <a:pt x="483071" y="40866"/>
                </a:cubicBezTo>
                <a:cubicBezTo>
                  <a:pt x="478670" y="43377"/>
                  <a:pt x="474891" y="46834"/>
                  <a:pt x="471734" y="51235"/>
                </a:cubicBezTo>
                <a:lnTo>
                  <a:pt x="471590" y="49513"/>
                </a:lnTo>
                <a:lnTo>
                  <a:pt x="470801" y="38534"/>
                </a:lnTo>
                <a:lnTo>
                  <a:pt x="452216" y="38534"/>
                </a:lnTo>
                <a:lnTo>
                  <a:pt x="452216" y="116175"/>
                </a:lnTo>
                <a:lnTo>
                  <a:pt x="472164" y="116175"/>
                </a:lnTo>
                <a:lnTo>
                  <a:pt x="472164" y="69533"/>
                </a:lnTo>
                <a:cubicBezTo>
                  <a:pt x="473073" y="67332"/>
                  <a:pt x="474221" y="65419"/>
                  <a:pt x="475609" y="63792"/>
                </a:cubicBezTo>
                <a:cubicBezTo>
                  <a:pt x="476996" y="62166"/>
                  <a:pt x="478670" y="60826"/>
                  <a:pt x="480632" y="59774"/>
                </a:cubicBezTo>
                <a:cubicBezTo>
                  <a:pt x="482258" y="58865"/>
                  <a:pt x="484112" y="58183"/>
                  <a:pt x="486193" y="57729"/>
                </a:cubicBezTo>
                <a:cubicBezTo>
                  <a:pt x="488274" y="57274"/>
                  <a:pt x="490606" y="57047"/>
                  <a:pt x="493189" y="57047"/>
                </a:cubicBezTo>
                <a:cubicBezTo>
                  <a:pt x="495677" y="57047"/>
                  <a:pt x="498296" y="57203"/>
                  <a:pt x="501047" y="57514"/>
                </a:cubicBezTo>
                <a:cubicBezTo>
                  <a:pt x="503797" y="57825"/>
                  <a:pt x="506488" y="58291"/>
                  <a:pt x="509119" y="58913"/>
                </a:cubicBezTo>
                <a:lnTo>
                  <a:pt x="512061" y="39036"/>
                </a:lnTo>
                <a:cubicBezTo>
                  <a:pt x="510483" y="38558"/>
                  <a:pt x="508414" y="38115"/>
                  <a:pt x="505854" y="37709"/>
                </a:cubicBezTo>
                <a:cubicBezTo>
                  <a:pt x="503295" y="37302"/>
                  <a:pt x="500508" y="37099"/>
                  <a:pt x="497495" y="37099"/>
                </a:cubicBezTo>
                <a:close/>
                <a:moveTo>
                  <a:pt x="647152" y="52311"/>
                </a:moveTo>
                <a:lnTo>
                  <a:pt x="627203" y="75776"/>
                </a:lnTo>
                <a:lnTo>
                  <a:pt x="640048" y="84602"/>
                </a:lnTo>
                <a:lnTo>
                  <a:pt x="655189" y="58698"/>
                </a:lnTo>
                <a:lnTo>
                  <a:pt x="670329" y="85391"/>
                </a:lnTo>
                <a:lnTo>
                  <a:pt x="683102" y="76135"/>
                </a:lnTo>
                <a:lnTo>
                  <a:pt x="663871" y="52957"/>
                </a:lnTo>
                <a:lnTo>
                  <a:pt x="692431" y="46427"/>
                </a:lnTo>
                <a:lnTo>
                  <a:pt x="687695" y="31430"/>
                </a:lnTo>
                <a:lnTo>
                  <a:pt x="661001" y="43126"/>
                </a:lnTo>
                <a:lnTo>
                  <a:pt x="663799" y="11696"/>
                </a:lnTo>
                <a:lnTo>
                  <a:pt x="648085" y="11696"/>
                </a:lnTo>
                <a:lnTo>
                  <a:pt x="650668" y="42624"/>
                </a:lnTo>
                <a:lnTo>
                  <a:pt x="623759" y="30712"/>
                </a:lnTo>
                <a:lnTo>
                  <a:pt x="619023" y="45422"/>
                </a:lnTo>
                <a:lnTo>
                  <a:pt x="647152" y="52311"/>
                </a:lnTo>
                <a:close/>
                <a:moveTo>
                  <a:pt x="740637" y="101680"/>
                </a:moveTo>
                <a:cubicBezTo>
                  <a:pt x="737432" y="101680"/>
                  <a:pt x="734789" y="101034"/>
                  <a:pt x="732708" y="99743"/>
                </a:cubicBezTo>
                <a:cubicBezTo>
                  <a:pt x="730627" y="98451"/>
                  <a:pt x="728988" y="96729"/>
                  <a:pt x="727792" y="94576"/>
                </a:cubicBezTo>
                <a:cubicBezTo>
                  <a:pt x="726548" y="92471"/>
                  <a:pt x="725687" y="90020"/>
                  <a:pt x="725209" y="87221"/>
                </a:cubicBezTo>
                <a:cubicBezTo>
                  <a:pt x="724731" y="84423"/>
                  <a:pt x="724491" y="81516"/>
                  <a:pt x="724491" y="78503"/>
                </a:cubicBezTo>
                <a:lnTo>
                  <a:pt x="724491" y="76350"/>
                </a:lnTo>
                <a:cubicBezTo>
                  <a:pt x="724491" y="73384"/>
                  <a:pt x="724743" y="70514"/>
                  <a:pt x="725245" y="67739"/>
                </a:cubicBezTo>
                <a:cubicBezTo>
                  <a:pt x="725747" y="64964"/>
                  <a:pt x="726620" y="62501"/>
                  <a:pt x="727864" y="60348"/>
                </a:cubicBezTo>
                <a:cubicBezTo>
                  <a:pt x="729060" y="58195"/>
                  <a:pt x="730686" y="56473"/>
                  <a:pt x="732743" y="55181"/>
                </a:cubicBezTo>
                <a:cubicBezTo>
                  <a:pt x="734801" y="53890"/>
                  <a:pt x="737408" y="53244"/>
                  <a:pt x="740565" y="53244"/>
                </a:cubicBezTo>
                <a:cubicBezTo>
                  <a:pt x="742718" y="53244"/>
                  <a:pt x="744703" y="53615"/>
                  <a:pt x="746521" y="54356"/>
                </a:cubicBezTo>
                <a:cubicBezTo>
                  <a:pt x="748339" y="55098"/>
                  <a:pt x="749893" y="56090"/>
                  <a:pt x="751185" y="57334"/>
                </a:cubicBezTo>
                <a:cubicBezTo>
                  <a:pt x="752477" y="58578"/>
                  <a:pt x="753457" y="60061"/>
                  <a:pt x="754127" y="61783"/>
                </a:cubicBezTo>
                <a:cubicBezTo>
                  <a:pt x="754797" y="63505"/>
                  <a:pt x="755084" y="65323"/>
                  <a:pt x="754988" y="67237"/>
                </a:cubicBezTo>
                <a:lnTo>
                  <a:pt x="773789" y="67237"/>
                </a:lnTo>
                <a:cubicBezTo>
                  <a:pt x="773884" y="62644"/>
                  <a:pt x="773119" y="58494"/>
                  <a:pt x="771492" y="54787"/>
                </a:cubicBezTo>
                <a:cubicBezTo>
                  <a:pt x="769866" y="51079"/>
                  <a:pt x="767594" y="47910"/>
                  <a:pt x="764676" y="45279"/>
                </a:cubicBezTo>
                <a:cubicBezTo>
                  <a:pt x="761710" y="42696"/>
                  <a:pt x="758193" y="40686"/>
                  <a:pt x="754127" y="39251"/>
                </a:cubicBezTo>
                <a:cubicBezTo>
                  <a:pt x="750061" y="37816"/>
                  <a:pt x="745636" y="37099"/>
                  <a:pt x="740852" y="37099"/>
                </a:cubicBezTo>
                <a:cubicBezTo>
                  <a:pt x="734872" y="37099"/>
                  <a:pt x="729622" y="38127"/>
                  <a:pt x="725101" y="40184"/>
                </a:cubicBezTo>
                <a:cubicBezTo>
                  <a:pt x="720581" y="42241"/>
                  <a:pt x="716789" y="45040"/>
                  <a:pt x="713728" y="48580"/>
                </a:cubicBezTo>
                <a:cubicBezTo>
                  <a:pt x="710666" y="52120"/>
                  <a:pt x="708370" y="56270"/>
                  <a:pt x="706839" y="61030"/>
                </a:cubicBezTo>
                <a:cubicBezTo>
                  <a:pt x="705308" y="65790"/>
                  <a:pt x="704543" y="70896"/>
                  <a:pt x="704543" y="76350"/>
                </a:cubicBezTo>
                <a:lnTo>
                  <a:pt x="704543" y="78503"/>
                </a:lnTo>
                <a:cubicBezTo>
                  <a:pt x="704543" y="83956"/>
                  <a:pt x="705320" y="89063"/>
                  <a:pt x="706875" y="93823"/>
                </a:cubicBezTo>
                <a:cubicBezTo>
                  <a:pt x="708430" y="98583"/>
                  <a:pt x="710738" y="102733"/>
                  <a:pt x="713799" y="106273"/>
                </a:cubicBezTo>
                <a:cubicBezTo>
                  <a:pt x="716813" y="109813"/>
                  <a:pt x="720593" y="112599"/>
                  <a:pt x="725137" y="114633"/>
                </a:cubicBezTo>
                <a:cubicBezTo>
                  <a:pt x="729682" y="116666"/>
                  <a:pt x="734968" y="117682"/>
                  <a:pt x="740996" y="117682"/>
                </a:cubicBezTo>
                <a:cubicBezTo>
                  <a:pt x="745445" y="117682"/>
                  <a:pt x="749666" y="116977"/>
                  <a:pt x="753661" y="115565"/>
                </a:cubicBezTo>
                <a:cubicBezTo>
                  <a:pt x="757655" y="114154"/>
                  <a:pt x="761159" y="112205"/>
                  <a:pt x="764173" y="109717"/>
                </a:cubicBezTo>
                <a:cubicBezTo>
                  <a:pt x="767187" y="107230"/>
                  <a:pt x="769567" y="104264"/>
                  <a:pt x="771313" y="100819"/>
                </a:cubicBezTo>
                <a:cubicBezTo>
                  <a:pt x="773059" y="97375"/>
                  <a:pt x="773884" y="93643"/>
                  <a:pt x="773789" y="89625"/>
                </a:cubicBezTo>
                <a:lnTo>
                  <a:pt x="754988" y="89625"/>
                </a:lnTo>
                <a:cubicBezTo>
                  <a:pt x="755084" y="91443"/>
                  <a:pt x="754761" y="93093"/>
                  <a:pt x="754020" y="94576"/>
                </a:cubicBezTo>
                <a:cubicBezTo>
                  <a:pt x="753278" y="96059"/>
                  <a:pt x="752238" y="97327"/>
                  <a:pt x="750898" y="98379"/>
                </a:cubicBezTo>
                <a:cubicBezTo>
                  <a:pt x="749559" y="99432"/>
                  <a:pt x="748004" y="100245"/>
                  <a:pt x="746234" y="100819"/>
                </a:cubicBezTo>
                <a:cubicBezTo>
                  <a:pt x="744464" y="101393"/>
                  <a:pt x="742598" y="101680"/>
                  <a:pt x="740637" y="101680"/>
                </a:cubicBezTo>
                <a:close/>
                <a:moveTo>
                  <a:pt x="791714" y="76637"/>
                </a:moveTo>
                <a:lnTo>
                  <a:pt x="791714" y="78144"/>
                </a:lnTo>
                <a:cubicBezTo>
                  <a:pt x="791714" y="83837"/>
                  <a:pt x="792527" y="89087"/>
                  <a:pt x="794154" y="93895"/>
                </a:cubicBezTo>
                <a:cubicBezTo>
                  <a:pt x="795780" y="98702"/>
                  <a:pt x="798172" y="102876"/>
                  <a:pt x="801329" y="106416"/>
                </a:cubicBezTo>
                <a:cubicBezTo>
                  <a:pt x="804439" y="109956"/>
                  <a:pt x="808278" y="112719"/>
                  <a:pt x="812846" y="114704"/>
                </a:cubicBezTo>
                <a:cubicBezTo>
                  <a:pt x="817415" y="116690"/>
                  <a:pt x="822617" y="117682"/>
                  <a:pt x="828454" y="117682"/>
                </a:cubicBezTo>
                <a:cubicBezTo>
                  <a:pt x="834242" y="117682"/>
                  <a:pt x="839409" y="116690"/>
                  <a:pt x="843953" y="114704"/>
                </a:cubicBezTo>
                <a:cubicBezTo>
                  <a:pt x="848498" y="112719"/>
                  <a:pt x="852325" y="109956"/>
                  <a:pt x="855434" y="106416"/>
                </a:cubicBezTo>
                <a:cubicBezTo>
                  <a:pt x="858544" y="102876"/>
                  <a:pt x="860912" y="98702"/>
                  <a:pt x="862538" y="93895"/>
                </a:cubicBezTo>
                <a:cubicBezTo>
                  <a:pt x="864165" y="89087"/>
                  <a:pt x="864978" y="83837"/>
                  <a:pt x="864978" y="78144"/>
                </a:cubicBezTo>
                <a:lnTo>
                  <a:pt x="864978" y="76637"/>
                </a:lnTo>
                <a:cubicBezTo>
                  <a:pt x="864978" y="70992"/>
                  <a:pt x="864165" y="65766"/>
                  <a:pt x="862538" y="60958"/>
                </a:cubicBezTo>
                <a:cubicBezTo>
                  <a:pt x="860912" y="56150"/>
                  <a:pt x="858544" y="51976"/>
                  <a:pt x="855434" y="48436"/>
                </a:cubicBezTo>
                <a:cubicBezTo>
                  <a:pt x="852277" y="44896"/>
                  <a:pt x="848426" y="42122"/>
                  <a:pt x="843881" y="40112"/>
                </a:cubicBezTo>
                <a:cubicBezTo>
                  <a:pt x="839337" y="38103"/>
                  <a:pt x="834146" y="37099"/>
                  <a:pt x="828310" y="37099"/>
                </a:cubicBezTo>
                <a:cubicBezTo>
                  <a:pt x="822474" y="37099"/>
                  <a:pt x="817295" y="38103"/>
                  <a:pt x="812775" y="40112"/>
                </a:cubicBezTo>
                <a:cubicBezTo>
                  <a:pt x="808254" y="42122"/>
                  <a:pt x="804439" y="44896"/>
                  <a:pt x="801329" y="48436"/>
                </a:cubicBezTo>
                <a:cubicBezTo>
                  <a:pt x="798172" y="51976"/>
                  <a:pt x="795780" y="56150"/>
                  <a:pt x="794154" y="60958"/>
                </a:cubicBezTo>
                <a:cubicBezTo>
                  <a:pt x="792527" y="65766"/>
                  <a:pt x="791714" y="70992"/>
                  <a:pt x="791714" y="76637"/>
                </a:cubicBezTo>
                <a:moveTo>
                  <a:pt x="811662" y="78144"/>
                </a:moveTo>
                <a:lnTo>
                  <a:pt x="811662" y="76637"/>
                </a:lnTo>
                <a:cubicBezTo>
                  <a:pt x="811662" y="73480"/>
                  <a:pt x="811973" y="70490"/>
                  <a:pt x="812595" y="67667"/>
                </a:cubicBezTo>
                <a:cubicBezTo>
                  <a:pt x="813217" y="64845"/>
                  <a:pt x="814198" y="62357"/>
                  <a:pt x="815537" y="60204"/>
                </a:cubicBezTo>
                <a:cubicBezTo>
                  <a:pt x="816877" y="58052"/>
                  <a:pt x="818599" y="56354"/>
                  <a:pt x="820704" y="55110"/>
                </a:cubicBezTo>
                <a:cubicBezTo>
                  <a:pt x="822809" y="53866"/>
                  <a:pt x="825344" y="53244"/>
                  <a:pt x="828310" y="53244"/>
                </a:cubicBezTo>
                <a:cubicBezTo>
                  <a:pt x="831324" y="53244"/>
                  <a:pt x="833883" y="53866"/>
                  <a:pt x="835988" y="55110"/>
                </a:cubicBezTo>
                <a:cubicBezTo>
                  <a:pt x="838093" y="56354"/>
                  <a:pt x="839815" y="58052"/>
                  <a:pt x="841155" y="60204"/>
                </a:cubicBezTo>
                <a:cubicBezTo>
                  <a:pt x="842446" y="62357"/>
                  <a:pt x="843403" y="64845"/>
                  <a:pt x="844025" y="67667"/>
                </a:cubicBezTo>
                <a:cubicBezTo>
                  <a:pt x="844647" y="70490"/>
                  <a:pt x="844958" y="73480"/>
                  <a:pt x="844958" y="76637"/>
                </a:cubicBezTo>
                <a:lnTo>
                  <a:pt x="844958" y="78144"/>
                </a:lnTo>
                <a:cubicBezTo>
                  <a:pt x="844958" y="81397"/>
                  <a:pt x="844647" y="84447"/>
                  <a:pt x="844025" y="87293"/>
                </a:cubicBezTo>
                <a:cubicBezTo>
                  <a:pt x="843403" y="90139"/>
                  <a:pt x="842446" y="92615"/>
                  <a:pt x="841155" y="94720"/>
                </a:cubicBezTo>
                <a:cubicBezTo>
                  <a:pt x="839815" y="96873"/>
                  <a:pt x="838093" y="98571"/>
                  <a:pt x="835988" y="99815"/>
                </a:cubicBezTo>
                <a:cubicBezTo>
                  <a:pt x="833883" y="101058"/>
                  <a:pt x="831372" y="101680"/>
                  <a:pt x="828454" y="101680"/>
                </a:cubicBezTo>
                <a:cubicBezTo>
                  <a:pt x="825440" y="101680"/>
                  <a:pt x="822868" y="101058"/>
                  <a:pt x="820740" y="99815"/>
                </a:cubicBezTo>
                <a:cubicBezTo>
                  <a:pt x="818611" y="98571"/>
                  <a:pt x="816877" y="96873"/>
                  <a:pt x="815537" y="94720"/>
                </a:cubicBezTo>
                <a:cubicBezTo>
                  <a:pt x="814198" y="92615"/>
                  <a:pt x="813217" y="90139"/>
                  <a:pt x="812595" y="87293"/>
                </a:cubicBezTo>
                <a:cubicBezTo>
                  <a:pt x="811973" y="84447"/>
                  <a:pt x="811662" y="81397"/>
                  <a:pt x="811662" y="78144"/>
                </a:cubicBezTo>
                <a:close/>
                <a:moveTo>
                  <a:pt x="882617" y="116175"/>
                </a:moveTo>
                <a:lnTo>
                  <a:pt x="902637" y="116175"/>
                </a:lnTo>
                <a:lnTo>
                  <a:pt x="902637" y="60994"/>
                </a:lnTo>
                <a:cubicBezTo>
                  <a:pt x="903307" y="59941"/>
                  <a:pt x="904049" y="58985"/>
                  <a:pt x="904862" y="58124"/>
                </a:cubicBezTo>
                <a:cubicBezTo>
                  <a:pt x="905675" y="57262"/>
                  <a:pt x="906584" y="56521"/>
                  <a:pt x="907589" y="55899"/>
                </a:cubicBezTo>
                <a:cubicBezTo>
                  <a:pt x="908832" y="55038"/>
                  <a:pt x="910256" y="54392"/>
                  <a:pt x="911858" y="53962"/>
                </a:cubicBezTo>
                <a:cubicBezTo>
                  <a:pt x="913461" y="53531"/>
                  <a:pt x="915219" y="53316"/>
                  <a:pt x="917132" y="53316"/>
                </a:cubicBezTo>
                <a:cubicBezTo>
                  <a:pt x="919429" y="53316"/>
                  <a:pt x="921486" y="53543"/>
                  <a:pt x="923303" y="53997"/>
                </a:cubicBezTo>
                <a:cubicBezTo>
                  <a:pt x="925121" y="54452"/>
                  <a:pt x="926676" y="55253"/>
                  <a:pt x="927968" y="56401"/>
                </a:cubicBezTo>
                <a:cubicBezTo>
                  <a:pt x="929259" y="57549"/>
                  <a:pt x="930252" y="59116"/>
                  <a:pt x="930946" y="61101"/>
                </a:cubicBezTo>
                <a:cubicBezTo>
                  <a:pt x="931639" y="63087"/>
                  <a:pt x="931986" y="65610"/>
                  <a:pt x="931986" y="68672"/>
                </a:cubicBezTo>
                <a:lnTo>
                  <a:pt x="931986" y="116175"/>
                </a:lnTo>
                <a:lnTo>
                  <a:pt x="951935" y="116175"/>
                </a:lnTo>
                <a:lnTo>
                  <a:pt x="951935" y="68385"/>
                </a:lnTo>
                <a:cubicBezTo>
                  <a:pt x="951935" y="62740"/>
                  <a:pt x="951277" y="57944"/>
                  <a:pt x="949961" y="53997"/>
                </a:cubicBezTo>
                <a:cubicBezTo>
                  <a:pt x="948646" y="50051"/>
                  <a:pt x="946816" y="46810"/>
                  <a:pt x="944472" y="44274"/>
                </a:cubicBezTo>
                <a:cubicBezTo>
                  <a:pt x="942080" y="41787"/>
                  <a:pt x="939258" y="39969"/>
                  <a:pt x="936005" y="38821"/>
                </a:cubicBezTo>
                <a:cubicBezTo>
                  <a:pt x="932752" y="37673"/>
                  <a:pt x="929164" y="37099"/>
                  <a:pt x="925241" y="37099"/>
                </a:cubicBezTo>
                <a:cubicBezTo>
                  <a:pt x="922179" y="37099"/>
                  <a:pt x="919285" y="37529"/>
                  <a:pt x="916558" y="38390"/>
                </a:cubicBezTo>
                <a:cubicBezTo>
                  <a:pt x="913831" y="39251"/>
                  <a:pt x="911320" y="40495"/>
                  <a:pt x="909024" y="42122"/>
                </a:cubicBezTo>
                <a:cubicBezTo>
                  <a:pt x="907684" y="43078"/>
                  <a:pt x="906417" y="44155"/>
                  <a:pt x="905221" y="45351"/>
                </a:cubicBezTo>
                <a:cubicBezTo>
                  <a:pt x="904025" y="46547"/>
                  <a:pt x="902924" y="47862"/>
                  <a:pt x="901920" y="49297"/>
                </a:cubicBezTo>
                <a:lnTo>
                  <a:pt x="900700" y="38534"/>
                </a:lnTo>
                <a:lnTo>
                  <a:pt x="882617" y="38534"/>
                </a:lnTo>
                <a:lnTo>
                  <a:pt x="882617" y="116175"/>
                </a:lnTo>
                <a:close/>
                <a:moveTo>
                  <a:pt x="1007389" y="19518"/>
                </a:moveTo>
                <a:lnTo>
                  <a:pt x="987440" y="19518"/>
                </a:lnTo>
                <a:lnTo>
                  <a:pt x="987440" y="38534"/>
                </a:lnTo>
                <a:lnTo>
                  <a:pt x="969716" y="38534"/>
                </a:lnTo>
                <a:lnTo>
                  <a:pt x="969716" y="53244"/>
                </a:lnTo>
                <a:lnTo>
                  <a:pt x="987440" y="53244"/>
                </a:lnTo>
                <a:lnTo>
                  <a:pt x="987440" y="88549"/>
                </a:lnTo>
                <a:cubicBezTo>
                  <a:pt x="987440" y="93667"/>
                  <a:pt x="988110" y="98057"/>
                  <a:pt x="989449" y="101716"/>
                </a:cubicBezTo>
                <a:cubicBezTo>
                  <a:pt x="990789" y="105376"/>
                  <a:pt x="992702" y="108378"/>
                  <a:pt x="995190" y="110722"/>
                </a:cubicBezTo>
                <a:cubicBezTo>
                  <a:pt x="997630" y="113114"/>
                  <a:pt x="1000584" y="114872"/>
                  <a:pt x="1004052" y="115996"/>
                </a:cubicBezTo>
                <a:cubicBezTo>
                  <a:pt x="1007520" y="117120"/>
                  <a:pt x="1011383" y="117682"/>
                  <a:pt x="1015641" y="117682"/>
                </a:cubicBezTo>
                <a:cubicBezTo>
                  <a:pt x="1017841" y="117682"/>
                  <a:pt x="1020078" y="117575"/>
                  <a:pt x="1022350" y="117359"/>
                </a:cubicBezTo>
                <a:cubicBezTo>
                  <a:pt x="1024622" y="117144"/>
                  <a:pt x="1026811" y="116845"/>
                  <a:pt x="1028916" y="116462"/>
                </a:cubicBezTo>
                <a:cubicBezTo>
                  <a:pt x="1031021" y="116080"/>
                  <a:pt x="1033006" y="115589"/>
                  <a:pt x="1034872" y="114991"/>
                </a:cubicBezTo>
                <a:cubicBezTo>
                  <a:pt x="1036737" y="114393"/>
                  <a:pt x="1038364" y="113688"/>
                  <a:pt x="1039751" y="112874"/>
                </a:cubicBezTo>
                <a:lnTo>
                  <a:pt x="1037814" y="99169"/>
                </a:lnTo>
                <a:cubicBezTo>
                  <a:pt x="1036905" y="99408"/>
                  <a:pt x="1035817" y="99647"/>
                  <a:pt x="1034549" y="99886"/>
                </a:cubicBezTo>
                <a:cubicBezTo>
                  <a:pt x="1033281" y="100126"/>
                  <a:pt x="1031930" y="100341"/>
                  <a:pt x="1030495" y="100532"/>
                </a:cubicBezTo>
                <a:cubicBezTo>
                  <a:pt x="1029012" y="100771"/>
                  <a:pt x="1027469" y="100963"/>
                  <a:pt x="1025866" y="101106"/>
                </a:cubicBezTo>
                <a:cubicBezTo>
                  <a:pt x="1024264" y="101250"/>
                  <a:pt x="1022697" y="101322"/>
                  <a:pt x="1021166" y="101322"/>
                </a:cubicBezTo>
                <a:cubicBezTo>
                  <a:pt x="1019061" y="101322"/>
                  <a:pt x="1017160" y="101082"/>
                  <a:pt x="1015461" y="100604"/>
                </a:cubicBezTo>
                <a:cubicBezTo>
                  <a:pt x="1013763" y="100126"/>
                  <a:pt x="1012316" y="99312"/>
                  <a:pt x="1011120" y="98164"/>
                </a:cubicBezTo>
                <a:cubicBezTo>
                  <a:pt x="1009924" y="97064"/>
                  <a:pt x="1009003" y="95569"/>
                  <a:pt x="1008357" y="93679"/>
                </a:cubicBezTo>
                <a:cubicBezTo>
                  <a:pt x="1007712" y="91790"/>
                  <a:pt x="1007389" y="89434"/>
                  <a:pt x="1007389" y="86611"/>
                </a:cubicBezTo>
                <a:lnTo>
                  <a:pt x="1007389" y="53244"/>
                </a:lnTo>
                <a:lnTo>
                  <a:pt x="1036379" y="53244"/>
                </a:lnTo>
                <a:lnTo>
                  <a:pt x="1036379" y="38534"/>
                </a:lnTo>
                <a:lnTo>
                  <a:pt x="1007389" y="38534"/>
                </a:lnTo>
                <a:lnTo>
                  <a:pt x="1007389" y="19518"/>
                </a:lnTo>
                <a:close/>
                <a:moveTo>
                  <a:pt x="1096641" y="117610"/>
                </a:moveTo>
                <a:cubicBezTo>
                  <a:pt x="1104151" y="117610"/>
                  <a:pt x="1110657" y="116151"/>
                  <a:pt x="1116159" y="113233"/>
                </a:cubicBezTo>
                <a:cubicBezTo>
                  <a:pt x="1121660" y="110315"/>
                  <a:pt x="1125678" y="107062"/>
                  <a:pt x="1128214" y="103474"/>
                </a:cubicBezTo>
                <a:lnTo>
                  <a:pt x="1118240" y="92711"/>
                </a:lnTo>
                <a:cubicBezTo>
                  <a:pt x="1115943" y="95677"/>
                  <a:pt x="1112953" y="97901"/>
                  <a:pt x="1109270" y="99384"/>
                </a:cubicBezTo>
                <a:cubicBezTo>
                  <a:pt x="1105586" y="100867"/>
                  <a:pt x="1101783" y="101609"/>
                  <a:pt x="1097860" y="101609"/>
                </a:cubicBezTo>
                <a:cubicBezTo>
                  <a:pt x="1095086" y="101609"/>
                  <a:pt x="1092526" y="101178"/>
                  <a:pt x="1090182" y="100317"/>
                </a:cubicBezTo>
                <a:cubicBezTo>
                  <a:pt x="1087838" y="99456"/>
                  <a:pt x="1085757" y="98236"/>
                  <a:pt x="1083939" y="96657"/>
                </a:cubicBezTo>
                <a:cubicBezTo>
                  <a:pt x="1082169" y="95126"/>
                  <a:pt x="1080758" y="93416"/>
                  <a:pt x="1079706" y="91527"/>
                </a:cubicBezTo>
                <a:cubicBezTo>
                  <a:pt x="1078653" y="89637"/>
                  <a:pt x="1077792" y="87137"/>
                  <a:pt x="1077123" y="84028"/>
                </a:cubicBezTo>
                <a:lnTo>
                  <a:pt x="1077123" y="83813"/>
                </a:lnTo>
                <a:lnTo>
                  <a:pt x="1129792" y="83813"/>
                </a:lnTo>
                <a:lnTo>
                  <a:pt x="1129792" y="75345"/>
                </a:lnTo>
                <a:cubicBezTo>
                  <a:pt x="1129792" y="69653"/>
                  <a:pt x="1129003" y="64450"/>
                  <a:pt x="1127425" y="59738"/>
                </a:cubicBezTo>
                <a:cubicBezTo>
                  <a:pt x="1125846" y="55026"/>
                  <a:pt x="1123550" y="50996"/>
                  <a:pt x="1120536" y="47647"/>
                </a:cubicBezTo>
                <a:cubicBezTo>
                  <a:pt x="1117474" y="44298"/>
                  <a:pt x="1113755" y="41703"/>
                  <a:pt x="1109378" y="39861"/>
                </a:cubicBezTo>
                <a:cubicBezTo>
                  <a:pt x="1105000" y="38019"/>
                  <a:pt x="1100013" y="37099"/>
                  <a:pt x="1094416" y="37099"/>
                </a:cubicBezTo>
                <a:cubicBezTo>
                  <a:pt x="1089010" y="37099"/>
                  <a:pt x="1084011" y="38079"/>
                  <a:pt x="1079419" y="40041"/>
                </a:cubicBezTo>
                <a:cubicBezTo>
                  <a:pt x="1074826" y="42002"/>
                  <a:pt x="1070856" y="44753"/>
                  <a:pt x="1067507" y="48293"/>
                </a:cubicBezTo>
                <a:cubicBezTo>
                  <a:pt x="1064158" y="51833"/>
                  <a:pt x="1061551" y="56055"/>
                  <a:pt x="1059685" y="60958"/>
                </a:cubicBezTo>
                <a:cubicBezTo>
                  <a:pt x="1057820" y="65861"/>
                  <a:pt x="1056887" y="71279"/>
                  <a:pt x="1056887" y="77211"/>
                </a:cubicBezTo>
                <a:lnTo>
                  <a:pt x="1056887" y="80081"/>
                </a:lnTo>
                <a:cubicBezTo>
                  <a:pt x="1056887" y="85296"/>
                  <a:pt x="1057832" y="90187"/>
                  <a:pt x="1059721" y="94756"/>
                </a:cubicBezTo>
                <a:cubicBezTo>
                  <a:pt x="1061611" y="99324"/>
                  <a:pt x="1064302" y="103283"/>
                  <a:pt x="1067794" y="106632"/>
                </a:cubicBezTo>
                <a:cubicBezTo>
                  <a:pt x="1071286" y="110028"/>
                  <a:pt x="1075472" y="112707"/>
                  <a:pt x="1080352" y="114668"/>
                </a:cubicBezTo>
                <a:cubicBezTo>
                  <a:pt x="1085231" y="116630"/>
                  <a:pt x="1090661" y="117610"/>
                  <a:pt x="1096641" y="117610"/>
                </a:cubicBezTo>
                <a:moveTo>
                  <a:pt x="1094273" y="53244"/>
                </a:moveTo>
                <a:cubicBezTo>
                  <a:pt x="1096808" y="53244"/>
                  <a:pt x="1099044" y="53639"/>
                  <a:pt x="1100982" y="54428"/>
                </a:cubicBezTo>
                <a:cubicBezTo>
                  <a:pt x="1102919" y="55217"/>
                  <a:pt x="1104558" y="56282"/>
                  <a:pt x="1105897" y="57621"/>
                </a:cubicBezTo>
                <a:cubicBezTo>
                  <a:pt x="1107237" y="59009"/>
                  <a:pt x="1108289" y="60635"/>
                  <a:pt x="1109055" y="62501"/>
                </a:cubicBezTo>
                <a:cubicBezTo>
                  <a:pt x="1109820" y="64366"/>
                  <a:pt x="1110203" y="66352"/>
                  <a:pt x="1110203" y="68457"/>
                </a:cubicBezTo>
                <a:lnTo>
                  <a:pt x="1110203" y="70035"/>
                </a:lnTo>
                <a:lnTo>
                  <a:pt x="1077481" y="70035"/>
                </a:lnTo>
                <a:cubicBezTo>
                  <a:pt x="1077960" y="67500"/>
                  <a:pt x="1078677" y="65204"/>
                  <a:pt x="1079634" y="63147"/>
                </a:cubicBezTo>
                <a:cubicBezTo>
                  <a:pt x="1080591" y="61089"/>
                  <a:pt x="1081787" y="59319"/>
                  <a:pt x="1083222" y="57836"/>
                </a:cubicBezTo>
                <a:cubicBezTo>
                  <a:pt x="1084609" y="56354"/>
                  <a:pt x="1086236" y="55217"/>
                  <a:pt x="1088101" y="54428"/>
                </a:cubicBezTo>
                <a:cubicBezTo>
                  <a:pt x="1089967" y="53639"/>
                  <a:pt x="1092024" y="53244"/>
                  <a:pt x="1094273" y="53244"/>
                </a:cubicBezTo>
                <a:close/>
                <a:moveTo>
                  <a:pt x="1182663" y="62788"/>
                </a:moveTo>
                <a:lnTo>
                  <a:pt x="1165872" y="38534"/>
                </a:lnTo>
                <a:lnTo>
                  <a:pt x="1144416" y="38534"/>
                </a:lnTo>
                <a:lnTo>
                  <a:pt x="1170392" y="76637"/>
                </a:lnTo>
                <a:lnTo>
                  <a:pt x="1143412" y="116175"/>
                </a:lnTo>
                <a:lnTo>
                  <a:pt x="1165011" y="116175"/>
                </a:lnTo>
                <a:lnTo>
                  <a:pt x="1182735" y="90773"/>
                </a:lnTo>
                <a:lnTo>
                  <a:pt x="1200602" y="116175"/>
                </a:lnTo>
                <a:lnTo>
                  <a:pt x="1222129" y="116175"/>
                </a:lnTo>
                <a:lnTo>
                  <a:pt x="1195149" y="76637"/>
                </a:lnTo>
                <a:lnTo>
                  <a:pt x="1221197" y="38534"/>
                </a:lnTo>
                <a:lnTo>
                  <a:pt x="1199741" y="38534"/>
                </a:lnTo>
                <a:lnTo>
                  <a:pt x="1182663" y="62788"/>
                </a:lnTo>
                <a:close/>
                <a:moveTo>
                  <a:pt x="1271915" y="19518"/>
                </a:moveTo>
                <a:lnTo>
                  <a:pt x="1251967" y="19518"/>
                </a:lnTo>
                <a:lnTo>
                  <a:pt x="1251967" y="38534"/>
                </a:lnTo>
                <a:lnTo>
                  <a:pt x="1234242" y="38534"/>
                </a:lnTo>
                <a:lnTo>
                  <a:pt x="1234242" y="53244"/>
                </a:lnTo>
                <a:lnTo>
                  <a:pt x="1251967" y="53244"/>
                </a:lnTo>
                <a:lnTo>
                  <a:pt x="1251967" y="88549"/>
                </a:lnTo>
                <a:cubicBezTo>
                  <a:pt x="1251967" y="93667"/>
                  <a:pt x="1252636" y="98057"/>
                  <a:pt x="1253976" y="101716"/>
                </a:cubicBezTo>
                <a:cubicBezTo>
                  <a:pt x="1255315" y="105376"/>
                  <a:pt x="1257229" y="108378"/>
                  <a:pt x="1259716" y="110722"/>
                </a:cubicBezTo>
                <a:cubicBezTo>
                  <a:pt x="1262156" y="113114"/>
                  <a:pt x="1265110" y="114872"/>
                  <a:pt x="1268578" y="115996"/>
                </a:cubicBezTo>
                <a:cubicBezTo>
                  <a:pt x="1272047" y="117120"/>
                  <a:pt x="1275910" y="117682"/>
                  <a:pt x="1280167" y="117682"/>
                </a:cubicBezTo>
                <a:cubicBezTo>
                  <a:pt x="1282368" y="117682"/>
                  <a:pt x="1284604" y="117575"/>
                  <a:pt x="1286877" y="117359"/>
                </a:cubicBezTo>
                <a:cubicBezTo>
                  <a:pt x="1289149" y="117144"/>
                  <a:pt x="1291337" y="116845"/>
                  <a:pt x="1293442" y="116462"/>
                </a:cubicBezTo>
                <a:cubicBezTo>
                  <a:pt x="1295547" y="116080"/>
                  <a:pt x="1297533" y="115589"/>
                  <a:pt x="1299398" y="114991"/>
                </a:cubicBezTo>
                <a:cubicBezTo>
                  <a:pt x="1301264" y="114393"/>
                  <a:pt x="1302890" y="113688"/>
                  <a:pt x="1304278" y="112874"/>
                </a:cubicBezTo>
                <a:lnTo>
                  <a:pt x="1302340" y="99169"/>
                </a:lnTo>
                <a:cubicBezTo>
                  <a:pt x="1301431" y="99408"/>
                  <a:pt x="1300343" y="99647"/>
                  <a:pt x="1299075" y="99886"/>
                </a:cubicBezTo>
                <a:cubicBezTo>
                  <a:pt x="1297808" y="100126"/>
                  <a:pt x="1296456" y="100341"/>
                  <a:pt x="1295021" y="100532"/>
                </a:cubicBezTo>
                <a:cubicBezTo>
                  <a:pt x="1293538" y="100771"/>
                  <a:pt x="1291995" y="100963"/>
                  <a:pt x="1290393" y="101106"/>
                </a:cubicBezTo>
                <a:cubicBezTo>
                  <a:pt x="1288790" y="101250"/>
                  <a:pt x="1287223" y="101322"/>
                  <a:pt x="1285693" y="101322"/>
                </a:cubicBezTo>
                <a:cubicBezTo>
                  <a:pt x="1283588" y="101322"/>
                  <a:pt x="1281686" y="101082"/>
                  <a:pt x="1279988" y="100604"/>
                </a:cubicBezTo>
                <a:cubicBezTo>
                  <a:pt x="1278290" y="100126"/>
                  <a:pt x="1276842" y="99312"/>
                  <a:pt x="1275646" y="98164"/>
                </a:cubicBezTo>
                <a:cubicBezTo>
                  <a:pt x="1274451" y="97064"/>
                  <a:pt x="1273530" y="95569"/>
                  <a:pt x="1272884" y="93679"/>
                </a:cubicBezTo>
                <a:cubicBezTo>
                  <a:pt x="1272238" y="91790"/>
                  <a:pt x="1271915" y="89434"/>
                  <a:pt x="1271915" y="86611"/>
                </a:cubicBezTo>
                <a:lnTo>
                  <a:pt x="1271915" y="53244"/>
                </a:lnTo>
                <a:lnTo>
                  <a:pt x="1300905" y="53244"/>
                </a:lnTo>
                <a:lnTo>
                  <a:pt x="1300905" y="38534"/>
                </a:lnTo>
                <a:lnTo>
                  <a:pt x="1271915" y="38534"/>
                </a:lnTo>
                <a:lnTo>
                  <a:pt x="1271915" y="19518"/>
                </a:lnTo>
                <a:close/>
                <a:moveTo>
                  <a:pt x="1364324" y="114597"/>
                </a:moveTo>
                <a:lnTo>
                  <a:pt x="1364395" y="98738"/>
                </a:lnTo>
                <a:lnTo>
                  <a:pt x="1345667" y="98738"/>
                </a:lnTo>
                <a:lnTo>
                  <a:pt x="1345667" y="115529"/>
                </a:lnTo>
                <a:cubicBezTo>
                  <a:pt x="1345667" y="120792"/>
                  <a:pt x="1345045" y="125300"/>
                  <a:pt x="1343801" y="129056"/>
                </a:cubicBezTo>
                <a:cubicBezTo>
                  <a:pt x="1342557" y="132811"/>
                  <a:pt x="1341026" y="136411"/>
                  <a:pt x="1339208" y="139855"/>
                </a:cubicBezTo>
                <a:lnTo>
                  <a:pt x="1349757" y="145309"/>
                </a:lnTo>
                <a:cubicBezTo>
                  <a:pt x="1354062" y="141482"/>
                  <a:pt x="1357566" y="136770"/>
                  <a:pt x="1360269" y="131173"/>
                </a:cubicBezTo>
                <a:cubicBezTo>
                  <a:pt x="1362972" y="125576"/>
                  <a:pt x="1364324" y="120050"/>
                  <a:pt x="1364324" y="114597"/>
                </a:cubicBezTo>
                <a:close/>
                <a:moveTo>
                  <a:pt x="1550506" y="116175"/>
                </a:moveTo>
                <a:lnTo>
                  <a:pt x="1568589" y="116175"/>
                </a:lnTo>
                <a:lnTo>
                  <a:pt x="1568589" y="38534"/>
                </a:lnTo>
                <a:lnTo>
                  <a:pt x="1548568" y="38534"/>
                </a:lnTo>
                <a:lnTo>
                  <a:pt x="1548568" y="92998"/>
                </a:lnTo>
                <a:cubicBezTo>
                  <a:pt x="1547946" y="94241"/>
                  <a:pt x="1547205" y="95366"/>
                  <a:pt x="1546344" y="96370"/>
                </a:cubicBezTo>
                <a:cubicBezTo>
                  <a:pt x="1545483" y="97375"/>
                  <a:pt x="1544502" y="98236"/>
                  <a:pt x="1543402" y="98954"/>
                </a:cubicBezTo>
                <a:cubicBezTo>
                  <a:pt x="1542110" y="99767"/>
                  <a:pt x="1540615" y="100389"/>
                  <a:pt x="1538917" y="100819"/>
                </a:cubicBezTo>
                <a:cubicBezTo>
                  <a:pt x="1537219" y="101250"/>
                  <a:pt x="1535317" y="101465"/>
                  <a:pt x="1533212" y="101465"/>
                </a:cubicBezTo>
                <a:cubicBezTo>
                  <a:pt x="1530868" y="101465"/>
                  <a:pt x="1528883" y="101178"/>
                  <a:pt x="1527256" y="100604"/>
                </a:cubicBezTo>
                <a:cubicBezTo>
                  <a:pt x="1525630" y="100030"/>
                  <a:pt x="1524314" y="99073"/>
                  <a:pt x="1523310" y="97734"/>
                </a:cubicBezTo>
                <a:cubicBezTo>
                  <a:pt x="1522305" y="96442"/>
                  <a:pt x="1521576" y="94720"/>
                  <a:pt x="1521121" y="92567"/>
                </a:cubicBezTo>
                <a:cubicBezTo>
                  <a:pt x="1520667" y="90414"/>
                  <a:pt x="1520439" y="87759"/>
                  <a:pt x="1520439" y="84602"/>
                </a:cubicBezTo>
                <a:lnTo>
                  <a:pt x="1520439" y="38534"/>
                </a:lnTo>
                <a:lnTo>
                  <a:pt x="1500491" y="38534"/>
                </a:lnTo>
                <a:lnTo>
                  <a:pt x="1500491" y="84459"/>
                </a:lnTo>
                <a:cubicBezTo>
                  <a:pt x="1500491" y="90343"/>
                  <a:pt x="1501149" y="95378"/>
                  <a:pt x="1502464" y="99563"/>
                </a:cubicBezTo>
                <a:cubicBezTo>
                  <a:pt x="1503780" y="103749"/>
                  <a:pt x="1505633" y="107182"/>
                  <a:pt x="1508025" y="109861"/>
                </a:cubicBezTo>
                <a:cubicBezTo>
                  <a:pt x="1510417" y="112587"/>
                  <a:pt x="1513288" y="114573"/>
                  <a:pt x="1516636" y="115817"/>
                </a:cubicBezTo>
                <a:cubicBezTo>
                  <a:pt x="1519985" y="117060"/>
                  <a:pt x="1523668" y="117682"/>
                  <a:pt x="1527687" y="117682"/>
                </a:cubicBezTo>
                <a:cubicBezTo>
                  <a:pt x="1532088" y="117682"/>
                  <a:pt x="1536142" y="116582"/>
                  <a:pt x="1539850" y="114381"/>
                </a:cubicBezTo>
                <a:cubicBezTo>
                  <a:pt x="1543557" y="112181"/>
                  <a:pt x="1546727" y="109143"/>
                  <a:pt x="1549358" y="105268"/>
                </a:cubicBezTo>
                <a:lnTo>
                  <a:pt x="1550506" y="116175"/>
                </a:lnTo>
                <a:close/>
                <a:moveTo>
                  <a:pt x="1593330" y="38534"/>
                </a:moveTo>
                <a:lnTo>
                  <a:pt x="1593330" y="54823"/>
                </a:lnTo>
                <a:lnTo>
                  <a:pt x="1615432" y="54823"/>
                </a:lnTo>
                <a:lnTo>
                  <a:pt x="1615432" y="99958"/>
                </a:lnTo>
                <a:lnTo>
                  <a:pt x="1593330" y="99958"/>
                </a:lnTo>
                <a:lnTo>
                  <a:pt x="1593330" y="116175"/>
                </a:lnTo>
                <a:lnTo>
                  <a:pt x="1656620" y="116175"/>
                </a:lnTo>
                <a:lnTo>
                  <a:pt x="1656620" y="99958"/>
                </a:lnTo>
                <a:lnTo>
                  <a:pt x="1635595" y="99958"/>
                </a:lnTo>
                <a:lnTo>
                  <a:pt x="1635595" y="38534"/>
                </a:lnTo>
                <a:lnTo>
                  <a:pt x="1593330" y="38534"/>
                </a:lnTo>
                <a:moveTo>
                  <a:pt x="1613997" y="18657"/>
                </a:moveTo>
                <a:cubicBezTo>
                  <a:pt x="1613997" y="20188"/>
                  <a:pt x="1614272" y="21611"/>
                  <a:pt x="1614822" y="22927"/>
                </a:cubicBezTo>
                <a:cubicBezTo>
                  <a:pt x="1615372" y="24242"/>
                  <a:pt x="1616149" y="25354"/>
                  <a:pt x="1617154" y="26263"/>
                </a:cubicBezTo>
                <a:cubicBezTo>
                  <a:pt x="1618158" y="27220"/>
                  <a:pt x="1619366" y="27961"/>
                  <a:pt x="1620778" y="28488"/>
                </a:cubicBezTo>
                <a:cubicBezTo>
                  <a:pt x="1622189" y="29014"/>
                  <a:pt x="1623756" y="29277"/>
                  <a:pt x="1625478" y="29277"/>
                </a:cubicBezTo>
                <a:cubicBezTo>
                  <a:pt x="1629018" y="29277"/>
                  <a:pt x="1631828" y="28284"/>
                  <a:pt x="1633909" y="26299"/>
                </a:cubicBezTo>
                <a:cubicBezTo>
                  <a:pt x="1635990" y="24314"/>
                  <a:pt x="1637031" y="21766"/>
                  <a:pt x="1637031" y="18657"/>
                </a:cubicBezTo>
                <a:cubicBezTo>
                  <a:pt x="1637031" y="15547"/>
                  <a:pt x="1635990" y="13000"/>
                  <a:pt x="1633909" y="11015"/>
                </a:cubicBezTo>
                <a:cubicBezTo>
                  <a:pt x="1631828" y="9029"/>
                  <a:pt x="1629018" y="8037"/>
                  <a:pt x="1625478" y="8037"/>
                </a:cubicBezTo>
                <a:cubicBezTo>
                  <a:pt x="1623756" y="8037"/>
                  <a:pt x="1622189" y="8300"/>
                  <a:pt x="1620778" y="8826"/>
                </a:cubicBezTo>
                <a:cubicBezTo>
                  <a:pt x="1619366" y="9352"/>
                  <a:pt x="1618158" y="10070"/>
                  <a:pt x="1617154" y="10979"/>
                </a:cubicBezTo>
                <a:cubicBezTo>
                  <a:pt x="1616149" y="11936"/>
                  <a:pt x="1615372" y="13072"/>
                  <a:pt x="1614822" y="14387"/>
                </a:cubicBezTo>
                <a:cubicBezTo>
                  <a:pt x="1614272" y="15703"/>
                  <a:pt x="1613997" y="17126"/>
                  <a:pt x="1613997" y="18657"/>
                </a:cubicBezTo>
                <a:close/>
                <a:moveTo>
                  <a:pt x="1676196" y="116175"/>
                </a:moveTo>
                <a:lnTo>
                  <a:pt x="1696216" y="116175"/>
                </a:lnTo>
                <a:lnTo>
                  <a:pt x="1696216" y="60994"/>
                </a:lnTo>
                <a:cubicBezTo>
                  <a:pt x="1696886" y="59941"/>
                  <a:pt x="1697627" y="58985"/>
                  <a:pt x="1698441" y="58124"/>
                </a:cubicBezTo>
                <a:cubicBezTo>
                  <a:pt x="1699254" y="57262"/>
                  <a:pt x="1700163" y="56521"/>
                  <a:pt x="1701167" y="55899"/>
                </a:cubicBezTo>
                <a:cubicBezTo>
                  <a:pt x="1702411" y="55038"/>
                  <a:pt x="1703834" y="54392"/>
                  <a:pt x="1705437" y="53962"/>
                </a:cubicBezTo>
                <a:cubicBezTo>
                  <a:pt x="1707040" y="53531"/>
                  <a:pt x="1708798" y="53316"/>
                  <a:pt x="1710711" y="53316"/>
                </a:cubicBezTo>
                <a:cubicBezTo>
                  <a:pt x="1713007" y="53316"/>
                  <a:pt x="1715065" y="53543"/>
                  <a:pt x="1716882" y="53997"/>
                </a:cubicBezTo>
                <a:cubicBezTo>
                  <a:pt x="1718700" y="54452"/>
                  <a:pt x="1720255" y="55253"/>
                  <a:pt x="1721547" y="56401"/>
                </a:cubicBezTo>
                <a:cubicBezTo>
                  <a:pt x="1722838" y="57549"/>
                  <a:pt x="1723831" y="59116"/>
                  <a:pt x="1724525" y="61101"/>
                </a:cubicBezTo>
                <a:cubicBezTo>
                  <a:pt x="1725218" y="63087"/>
                  <a:pt x="1725565" y="65610"/>
                  <a:pt x="1725565" y="68672"/>
                </a:cubicBezTo>
                <a:lnTo>
                  <a:pt x="1725565" y="116175"/>
                </a:lnTo>
                <a:lnTo>
                  <a:pt x="1745514" y="116175"/>
                </a:lnTo>
                <a:lnTo>
                  <a:pt x="1745514" y="68385"/>
                </a:lnTo>
                <a:cubicBezTo>
                  <a:pt x="1745514" y="62740"/>
                  <a:pt x="1744856" y="57944"/>
                  <a:pt x="1743540" y="53997"/>
                </a:cubicBezTo>
                <a:cubicBezTo>
                  <a:pt x="1742225" y="50051"/>
                  <a:pt x="1740395" y="46810"/>
                  <a:pt x="1738051" y="44274"/>
                </a:cubicBezTo>
                <a:cubicBezTo>
                  <a:pt x="1735659" y="41787"/>
                  <a:pt x="1732836" y="39969"/>
                  <a:pt x="1729583" y="38821"/>
                </a:cubicBezTo>
                <a:cubicBezTo>
                  <a:pt x="1726330" y="37673"/>
                  <a:pt x="1722743" y="37099"/>
                  <a:pt x="1718820" y="37099"/>
                </a:cubicBezTo>
                <a:cubicBezTo>
                  <a:pt x="1715758" y="37099"/>
                  <a:pt x="1712864" y="37529"/>
                  <a:pt x="1710137" y="38390"/>
                </a:cubicBezTo>
                <a:cubicBezTo>
                  <a:pt x="1707410" y="39251"/>
                  <a:pt x="1704899" y="40495"/>
                  <a:pt x="1702603" y="42122"/>
                </a:cubicBezTo>
                <a:cubicBezTo>
                  <a:pt x="1701263" y="43078"/>
                  <a:pt x="1699995" y="44155"/>
                  <a:pt x="1698800" y="45351"/>
                </a:cubicBezTo>
                <a:cubicBezTo>
                  <a:pt x="1697604" y="46547"/>
                  <a:pt x="1696503" y="47862"/>
                  <a:pt x="1695499" y="49297"/>
                </a:cubicBezTo>
                <a:lnTo>
                  <a:pt x="1694279" y="38534"/>
                </a:lnTo>
                <a:lnTo>
                  <a:pt x="1676196" y="38534"/>
                </a:lnTo>
                <a:lnTo>
                  <a:pt x="1676196" y="116175"/>
                </a:lnTo>
                <a:close/>
                <a:moveTo>
                  <a:pt x="1800968" y="19518"/>
                </a:moveTo>
                <a:lnTo>
                  <a:pt x="1781019" y="19518"/>
                </a:lnTo>
                <a:lnTo>
                  <a:pt x="1781019" y="38534"/>
                </a:lnTo>
                <a:lnTo>
                  <a:pt x="1763295" y="38534"/>
                </a:lnTo>
                <a:lnTo>
                  <a:pt x="1763295" y="53244"/>
                </a:lnTo>
                <a:lnTo>
                  <a:pt x="1781019" y="53244"/>
                </a:lnTo>
                <a:lnTo>
                  <a:pt x="1781019" y="88549"/>
                </a:lnTo>
                <a:cubicBezTo>
                  <a:pt x="1781019" y="93667"/>
                  <a:pt x="1781689" y="98057"/>
                  <a:pt x="1783028" y="101716"/>
                </a:cubicBezTo>
                <a:cubicBezTo>
                  <a:pt x="1784368" y="105376"/>
                  <a:pt x="1786281" y="108378"/>
                  <a:pt x="1788769" y="110722"/>
                </a:cubicBezTo>
                <a:cubicBezTo>
                  <a:pt x="1791208" y="113114"/>
                  <a:pt x="1794163" y="114872"/>
                  <a:pt x="1797631" y="115996"/>
                </a:cubicBezTo>
                <a:cubicBezTo>
                  <a:pt x="1801099" y="117120"/>
                  <a:pt x="1804962" y="117682"/>
                  <a:pt x="1809220" y="117682"/>
                </a:cubicBezTo>
                <a:cubicBezTo>
                  <a:pt x="1811420" y="117682"/>
                  <a:pt x="1813657" y="117575"/>
                  <a:pt x="1815929" y="117359"/>
                </a:cubicBezTo>
                <a:cubicBezTo>
                  <a:pt x="1818201" y="117144"/>
                  <a:pt x="1820390" y="116845"/>
                  <a:pt x="1822495" y="116462"/>
                </a:cubicBezTo>
                <a:cubicBezTo>
                  <a:pt x="1824600" y="116080"/>
                  <a:pt x="1826585" y="115589"/>
                  <a:pt x="1828451" y="114991"/>
                </a:cubicBezTo>
                <a:cubicBezTo>
                  <a:pt x="1830316" y="114393"/>
                  <a:pt x="1831943" y="113688"/>
                  <a:pt x="1833330" y="112874"/>
                </a:cubicBezTo>
                <a:lnTo>
                  <a:pt x="1831393" y="99169"/>
                </a:lnTo>
                <a:cubicBezTo>
                  <a:pt x="1830484" y="99408"/>
                  <a:pt x="1829395" y="99647"/>
                  <a:pt x="1828128" y="99886"/>
                </a:cubicBezTo>
                <a:cubicBezTo>
                  <a:pt x="1826860" y="100126"/>
                  <a:pt x="1825509" y="100341"/>
                  <a:pt x="1824073" y="100532"/>
                </a:cubicBezTo>
                <a:cubicBezTo>
                  <a:pt x="1822590" y="100771"/>
                  <a:pt x="1821048" y="100963"/>
                  <a:pt x="1819445" y="101106"/>
                </a:cubicBezTo>
                <a:cubicBezTo>
                  <a:pt x="1817842" y="101250"/>
                  <a:pt x="1816276" y="101322"/>
                  <a:pt x="1814745" y="101322"/>
                </a:cubicBezTo>
                <a:cubicBezTo>
                  <a:pt x="1812640" y="101322"/>
                  <a:pt x="1810738" y="101082"/>
                  <a:pt x="1809040" y="100604"/>
                </a:cubicBezTo>
                <a:cubicBezTo>
                  <a:pt x="1807342" y="100126"/>
                  <a:pt x="1805895" y="99312"/>
                  <a:pt x="1804699" y="98164"/>
                </a:cubicBezTo>
                <a:cubicBezTo>
                  <a:pt x="1803503" y="97064"/>
                  <a:pt x="1802582" y="95569"/>
                  <a:pt x="1801936" y="93679"/>
                </a:cubicBezTo>
                <a:cubicBezTo>
                  <a:pt x="1801290" y="91790"/>
                  <a:pt x="1800968" y="89434"/>
                  <a:pt x="1800968" y="86611"/>
                </a:cubicBezTo>
                <a:lnTo>
                  <a:pt x="1800968" y="53244"/>
                </a:lnTo>
                <a:lnTo>
                  <a:pt x="1829958" y="53244"/>
                </a:lnTo>
                <a:lnTo>
                  <a:pt x="1829958" y="38534"/>
                </a:lnTo>
                <a:lnTo>
                  <a:pt x="1800968" y="38534"/>
                </a:lnTo>
                <a:lnTo>
                  <a:pt x="1800968" y="19518"/>
                </a:lnTo>
                <a:close/>
                <a:moveTo>
                  <a:pt x="1901414" y="116175"/>
                </a:moveTo>
                <a:lnTo>
                  <a:pt x="1901414" y="11696"/>
                </a:lnTo>
                <a:lnTo>
                  <a:pt x="1900337" y="11696"/>
                </a:lnTo>
                <a:lnTo>
                  <a:pt x="1854843" y="28129"/>
                </a:lnTo>
                <a:lnTo>
                  <a:pt x="1854843" y="45494"/>
                </a:lnTo>
                <a:lnTo>
                  <a:pt x="1881250" y="36022"/>
                </a:lnTo>
                <a:lnTo>
                  <a:pt x="1881250" y="116175"/>
                </a:lnTo>
                <a:lnTo>
                  <a:pt x="1901414" y="116175"/>
                </a:lnTo>
                <a:close/>
                <a:moveTo>
                  <a:pt x="1993680" y="10835"/>
                </a:moveTo>
                <a:lnTo>
                  <a:pt x="1991025" y="10835"/>
                </a:lnTo>
                <a:cubicBezTo>
                  <a:pt x="1982366" y="10835"/>
                  <a:pt x="1974736" y="12282"/>
                  <a:pt x="1968134" y="15177"/>
                </a:cubicBezTo>
                <a:cubicBezTo>
                  <a:pt x="1961533" y="18071"/>
                  <a:pt x="1956007" y="22077"/>
                  <a:pt x="1951558" y="27196"/>
                </a:cubicBezTo>
                <a:cubicBezTo>
                  <a:pt x="1947109" y="32363"/>
                  <a:pt x="1943761" y="38474"/>
                  <a:pt x="1941512" y="45530"/>
                </a:cubicBezTo>
                <a:cubicBezTo>
                  <a:pt x="1939264" y="52586"/>
                  <a:pt x="1938140" y="60252"/>
                  <a:pt x="1938140" y="68528"/>
                </a:cubicBezTo>
                <a:lnTo>
                  <a:pt x="1938140" y="76206"/>
                </a:lnTo>
                <a:cubicBezTo>
                  <a:pt x="1938140" y="82186"/>
                  <a:pt x="1938989" y="87700"/>
                  <a:pt x="1940687" y="92746"/>
                </a:cubicBezTo>
                <a:cubicBezTo>
                  <a:pt x="1942385" y="97793"/>
                  <a:pt x="1944813" y="102159"/>
                  <a:pt x="1947970" y="105842"/>
                </a:cubicBezTo>
                <a:cubicBezTo>
                  <a:pt x="1951080" y="109526"/>
                  <a:pt x="1954883" y="112408"/>
                  <a:pt x="1959380" y="114489"/>
                </a:cubicBezTo>
                <a:cubicBezTo>
                  <a:pt x="1963877" y="116570"/>
                  <a:pt x="1968924" y="117610"/>
                  <a:pt x="1974521" y="117610"/>
                </a:cubicBezTo>
                <a:cubicBezTo>
                  <a:pt x="1979879" y="117610"/>
                  <a:pt x="1984710" y="116690"/>
                  <a:pt x="1989016" y="114848"/>
                </a:cubicBezTo>
                <a:cubicBezTo>
                  <a:pt x="1993321" y="113006"/>
                  <a:pt x="1996981" y="110483"/>
                  <a:pt x="1999995" y="107277"/>
                </a:cubicBezTo>
                <a:cubicBezTo>
                  <a:pt x="2003008" y="104072"/>
                  <a:pt x="2005329" y="100293"/>
                  <a:pt x="2006955" y="95940"/>
                </a:cubicBezTo>
                <a:cubicBezTo>
                  <a:pt x="2008582" y="91586"/>
                  <a:pt x="2009395" y="86874"/>
                  <a:pt x="2009395" y="81803"/>
                </a:cubicBezTo>
                <a:cubicBezTo>
                  <a:pt x="2009395" y="77067"/>
                  <a:pt x="2008785" y="72559"/>
                  <a:pt x="2007565" y="68277"/>
                </a:cubicBezTo>
                <a:cubicBezTo>
                  <a:pt x="2006345" y="63996"/>
                  <a:pt x="2004491" y="60228"/>
                  <a:pt x="2002004" y="56975"/>
                </a:cubicBezTo>
                <a:cubicBezTo>
                  <a:pt x="1999516" y="53770"/>
                  <a:pt x="1996419" y="51223"/>
                  <a:pt x="1992711" y="49333"/>
                </a:cubicBezTo>
                <a:cubicBezTo>
                  <a:pt x="1989004" y="47444"/>
                  <a:pt x="1984662" y="46499"/>
                  <a:pt x="1979687" y="46499"/>
                </a:cubicBezTo>
                <a:cubicBezTo>
                  <a:pt x="1977248" y="46499"/>
                  <a:pt x="1974975" y="46786"/>
                  <a:pt x="1972870" y="47360"/>
                </a:cubicBezTo>
                <a:cubicBezTo>
                  <a:pt x="1970765" y="47934"/>
                  <a:pt x="1968828" y="48675"/>
                  <a:pt x="1967058" y="49584"/>
                </a:cubicBezTo>
                <a:cubicBezTo>
                  <a:pt x="1965240" y="50541"/>
                  <a:pt x="1963614" y="51606"/>
                  <a:pt x="1962178" y="52778"/>
                </a:cubicBezTo>
                <a:cubicBezTo>
                  <a:pt x="1960743" y="53950"/>
                  <a:pt x="1959476" y="55134"/>
                  <a:pt x="1958375" y="56330"/>
                </a:cubicBezTo>
                <a:cubicBezTo>
                  <a:pt x="1958806" y="51976"/>
                  <a:pt x="1959846" y="48030"/>
                  <a:pt x="1961497" y="44490"/>
                </a:cubicBezTo>
                <a:cubicBezTo>
                  <a:pt x="1963147" y="40950"/>
                  <a:pt x="1965408" y="37912"/>
                  <a:pt x="1968278" y="35376"/>
                </a:cubicBezTo>
                <a:cubicBezTo>
                  <a:pt x="1971100" y="32841"/>
                  <a:pt x="1974533" y="30880"/>
                  <a:pt x="1978575" y="29492"/>
                </a:cubicBezTo>
                <a:cubicBezTo>
                  <a:pt x="1982617" y="28105"/>
                  <a:pt x="1987270" y="27411"/>
                  <a:pt x="1992532" y="27411"/>
                </a:cubicBezTo>
                <a:lnTo>
                  <a:pt x="1993680" y="27411"/>
                </a:lnTo>
                <a:lnTo>
                  <a:pt x="1993680" y="10835"/>
                </a:lnTo>
                <a:moveTo>
                  <a:pt x="1973875" y="62501"/>
                </a:moveTo>
                <a:cubicBezTo>
                  <a:pt x="1976362" y="62501"/>
                  <a:pt x="1978575" y="62991"/>
                  <a:pt x="1980512" y="63972"/>
                </a:cubicBezTo>
                <a:cubicBezTo>
                  <a:pt x="1982450" y="64952"/>
                  <a:pt x="1984088" y="66304"/>
                  <a:pt x="1985428" y="68026"/>
                </a:cubicBezTo>
                <a:cubicBezTo>
                  <a:pt x="1986767" y="69796"/>
                  <a:pt x="1987796" y="71877"/>
                  <a:pt x="1988513" y="74269"/>
                </a:cubicBezTo>
                <a:cubicBezTo>
                  <a:pt x="1989231" y="76661"/>
                  <a:pt x="1989590" y="79268"/>
                  <a:pt x="1989590" y="82091"/>
                </a:cubicBezTo>
                <a:cubicBezTo>
                  <a:pt x="1989590" y="84913"/>
                  <a:pt x="1989231" y="87508"/>
                  <a:pt x="1988513" y="89876"/>
                </a:cubicBezTo>
                <a:cubicBezTo>
                  <a:pt x="1987796" y="92244"/>
                  <a:pt x="1986767" y="94289"/>
                  <a:pt x="1985428" y="96011"/>
                </a:cubicBezTo>
                <a:cubicBezTo>
                  <a:pt x="1984088" y="97734"/>
                  <a:pt x="1982462" y="99085"/>
                  <a:pt x="1980548" y="100066"/>
                </a:cubicBezTo>
                <a:cubicBezTo>
                  <a:pt x="1978635" y="101046"/>
                  <a:pt x="1976506" y="101537"/>
                  <a:pt x="1974162" y="101537"/>
                </a:cubicBezTo>
                <a:cubicBezTo>
                  <a:pt x="1971866" y="101537"/>
                  <a:pt x="1969737" y="101058"/>
                  <a:pt x="1967776" y="100102"/>
                </a:cubicBezTo>
                <a:cubicBezTo>
                  <a:pt x="1965814" y="99145"/>
                  <a:pt x="1964116" y="97710"/>
                  <a:pt x="1962681" y="95796"/>
                </a:cubicBezTo>
                <a:cubicBezTo>
                  <a:pt x="1961246" y="93930"/>
                  <a:pt x="1960133" y="91562"/>
                  <a:pt x="1959344" y="88692"/>
                </a:cubicBezTo>
                <a:cubicBezTo>
                  <a:pt x="1958555" y="85822"/>
                  <a:pt x="1958160" y="82473"/>
                  <a:pt x="1958160" y="78646"/>
                </a:cubicBezTo>
                <a:lnTo>
                  <a:pt x="1958160" y="72762"/>
                </a:lnTo>
                <a:cubicBezTo>
                  <a:pt x="1958830" y="71327"/>
                  <a:pt x="1959655" y="70011"/>
                  <a:pt x="1960636" y="68815"/>
                </a:cubicBezTo>
                <a:cubicBezTo>
                  <a:pt x="1961616" y="67619"/>
                  <a:pt x="1962705" y="66567"/>
                  <a:pt x="1963901" y="65658"/>
                </a:cubicBezTo>
                <a:cubicBezTo>
                  <a:pt x="1965288" y="64653"/>
                  <a:pt x="1966819" y="63876"/>
                  <a:pt x="1968493" y="63326"/>
                </a:cubicBezTo>
                <a:cubicBezTo>
                  <a:pt x="1970167" y="62776"/>
                  <a:pt x="1971961" y="62501"/>
                  <a:pt x="1973875" y="62501"/>
                </a:cubicBezTo>
                <a:close/>
                <a:moveTo>
                  <a:pt x="2121236" y="5956"/>
                </a:moveTo>
                <a:lnTo>
                  <a:pt x="2121236" y="22245"/>
                </a:lnTo>
                <a:lnTo>
                  <a:pt x="2144485" y="22245"/>
                </a:lnTo>
                <a:lnTo>
                  <a:pt x="2144485" y="99958"/>
                </a:lnTo>
                <a:lnTo>
                  <a:pt x="2121236" y="99958"/>
                </a:lnTo>
                <a:lnTo>
                  <a:pt x="2121236" y="116175"/>
                </a:lnTo>
                <a:lnTo>
                  <a:pt x="2186894" y="116175"/>
                </a:lnTo>
                <a:lnTo>
                  <a:pt x="2186894" y="99958"/>
                </a:lnTo>
                <a:lnTo>
                  <a:pt x="2164649" y="99958"/>
                </a:lnTo>
                <a:lnTo>
                  <a:pt x="2164649" y="5956"/>
                </a:lnTo>
                <a:lnTo>
                  <a:pt x="2121236" y="5956"/>
                </a:lnTo>
                <a:close/>
                <a:moveTo>
                  <a:pt x="2242922" y="117610"/>
                </a:moveTo>
                <a:cubicBezTo>
                  <a:pt x="2250433" y="117610"/>
                  <a:pt x="2256939" y="116151"/>
                  <a:pt x="2262440" y="113233"/>
                </a:cubicBezTo>
                <a:cubicBezTo>
                  <a:pt x="2267942" y="110315"/>
                  <a:pt x="2271960" y="107062"/>
                  <a:pt x="2274495" y="103474"/>
                </a:cubicBezTo>
                <a:lnTo>
                  <a:pt x="2264521" y="92711"/>
                </a:lnTo>
                <a:cubicBezTo>
                  <a:pt x="2262225" y="95677"/>
                  <a:pt x="2259235" y="97901"/>
                  <a:pt x="2255551" y="99384"/>
                </a:cubicBezTo>
                <a:cubicBezTo>
                  <a:pt x="2251868" y="100867"/>
                  <a:pt x="2248065" y="101609"/>
                  <a:pt x="2244142" y="101609"/>
                </a:cubicBezTo>
                <a:cubicBezTo>
                  <a:pt x="2241367" y="101609"/>
                  <a:pt x="2238808" y="101178"/>
                  <a:pt x="2236464" y="100317"/>
                </a:cubicBezTo>
                <a:cubicBezTo>
                  <a:pt x="2234120" y="99456"/>
                  <a:pt x="2232039" y="98236"/>
                  <a:pt x="2230221" y="96657"/>
                </a:cubicBezTo>
                <a:cubicBezTo>
                  <a:pt x="2228451" y="95126"/>
                  <a:pt x="2227040" y="93416"/>
                  <a:pt x="2225987" y="91527"/>
                </a:cubicBezTo>
                <a:cubicBezTo>
                  <a:pt x="2224935" y="89637"/>
                  <a:pt x="2224074" y="87137"/>
                  <a:pt x="2223404" y="84028"/>
                </a:cubicBezTo>
                <a:lnTo>
                  <a:pt x="2223404" y="83813"/>
                </a:lnTo>
                <a:lnTo>
                  <a:pt x="2276074" y="83813"/>
                </a:lnTo>
                <a:lnTo>
                  <a:pt x="2276074" y="75345"/>
                </a:lnTo>
                <a:cubicBezTo>
                  <a:pt x="2276074" y="69653"/>
                  <a:pt x="2275285" y="64450"/>
                  <a:pt x="2273706" y="59738"/>
                </a:cubicBezTo>
                <a:cubicBezTo>
                  <a:pt x="2272127" y="55026"/>
                  <a:pt x="2269831" y="50996"/>
                  <a:pt x="2266817" y="47647"/>
                </a:cubicBezTo>
                <a:cubicBezTo>
                  <a:pt x="2263756" y="44298"/>
                  <a:pt x="2260036" y="41703"/>
                  <a:pt x="2255659" y="39861"/>
                </a:cubicBezTo>
                <a:cubicBezTo>
                  <a:pt x="2251282" y="38019"/>
                  <a:pt x="2246295" y="37099"/>
                  <a:pt x="2240698" y="37099"/>
                </a:cubicBezTo>
                <a:cubicBezTo>
                  <a:pt x="2235292" y="37099"/>
                  <a:pt x="2230293" y="38079"/>
                  <a:pt x="2225700" y="40041"/>
                </a:cubicBezTo>
                <a:cubicBezTo>
                  <a:pt x="2221108" y="42002"/>
                  <a:pt x="2217137" y="44753"/>
                  <a:pt x="2213789" y="48293"/>
                </a:cubicBezTo>
                <a:cubicBezTo>
                  <a:pt x="2210440" y="51833"/>
                  <a:pt x="2207833" y="56055"/>
                  <a:pt x="2205967" y="60958"/>
                </a:cubicBezTo>
                <a:cubicBezTo>
                  <a:pt x="2204101" y="65861"/>
                  <a:pt x="2203168" y="71279"/>
                  <a:pt x="2203168" y="77211"/>
                </a:cubicBezTo>
                <a:lnTo>
                  <a:pt x="2203168" y="80081"/>
                </a:lnTo>
                <a:cubicBezTo>
                  <a:pt x="2203168" y="85296"/>
                  <a:pt x="2204113" y="90187"/>
                  <a:pt x="2206003" y="94756"/>
                </a:cubicBezTo>
                <a:cubicBezTo>
                  <a:pt x="2207893" y="99324"/>
                  <a:pt x="2210583" y="103283"/>
                  <a:pt x="2214076" y="106632"/>
                </a:cubicBezTo>
                <a:cubicBezTo>
                  <a:pt x="2217568" y="110028"/>
                  <a:pt x="2221754" y="112707"/>
                  <a:pt x="2226633" y="114668"/>
                </a:cubicBezTo>
                <a:cubicBezTo>
                  <a:pt x="2231513" y="116630"/>
                  <a:pt x="2236942" y="117610"/>
                  <a:pt x="2242922" y="117610"/>
                </a:cubicBezTo>
                <a:moveTo>
                  <a:pt x="2240554" y="53244"/>
                </a:moveTo>
                <a:cubicBezTo>
                  <a:pt x="2243090" y="53244"/>
                  <a:pt x="2245326" y="53639"/>
                  <a:pt x="2247263" y="54428"/>
                </a:cubicBezTo>
                <a:cubicBezTo>
                  <a:pt x="2249201" y="55217"/>
                  <a:pt x="2250839" y="56282"/>
                  <a:pt x="2252179" y="57621"/>
                </a:cubicBezTo>
                <a:cubicBezTo>
                  <a:pt x="2253518" y="59009"/>
                  <a:pt x="2254571" y="60635"/>
                  <a:pt x="2255336" y="62501"/>
                </a:cubicBezTo>
                <a:cubicBezTo>
                  <a:pt x="2256102" y="64366"/>
                  <a:pt x="2256484" y="66352"/>
                  <a:pt x="2256484" y="68457"/>
                </a:cubicBezTo>
                <a:lnTo>
                  <a:pt x="2256484" y="70035"/>
                </a:lnTo>
                <a:lnTo>
                  <a:pt x="2223763" y="70035"/>
                </a:lnTo>
                <a:cubicBezTo>
                  <a:pt x="2224241" y="67500"/>
                  <a:pt x="2224959" y="65204"/>
                  <a:pt x="2225916" y="63147"/>
                </a:cubicBezTo>
                <a:cubicBezTo>
                  <a:pt x="2226872" y="61089"/>
                  <a:pt x="2228068" y="59319"/>
                  <a:pt x="2229503" y="57836"/>
                </a:cubicBezTo>
                <a:cubicBezTo>
                  <a:pt x="2230891" y="56354"/>
                  <a:pt x="2232517" y="55217"/>
                  <a:pt x="2234383" y="54428"/>
                </a:cubicBezTo>
                <a:cubicBezTo>
                  <a:pt x="2236249" y="53639"/>
                  <a:pt x="2238306" y="53244"/>
                  <a:pt x="2240554" y="53244"/>
                </a:cubicBezTo>
                <a:close/>
                <a:moveTo>
                  <a:pt x="2293425" y="116175"/>
                </a:moveTo>
                <a:lnTo>
                  <a:pt x="2313445" y="116175"/>
                </a:lnTo>
                <a:lnTo>
                  <a:pt x="2313445" y="60994"/>
                </a:lnTo>
                <a:cubicBezTo>
                  <a:pt x="2314115" y="59941"/>
                  <a:pt x="2314856" y="58985"/>
                  <a:pt x="2315670" y="58124"/>
                </a:cubicBezTo>
                <a:cubicBezTo>
                  <a:pt x="2316483" y="57262"/>
                  <a:pt x="2317392" y="56521"/>
                  <a:pt x="2318396" y="55899"/>
                </a:cubicBezTo>
                <a:cubicBezTo>
                  <a:pt x="2319640" y="55038"/>
                  <a:pt x="2321063" y="54392"/>
                  <a:pt x="2322666" y="53962"/>
                </a:cubicBezTo>
                <a:cubicBezTo>
                  <a:pt x="2324269" y="53531"/>
                  <a:pt x="2326027" y="53316"/>
                  <a:pt x="2327940" y="53316"/>
                </a:cubicBezTo>
                <a:cubicBezTo>
                  <a:pt x="2330236" y="53316"/>
                  <a:pt x="2332293" y="53543"/>
                  <a:pt x="2334111" y="53997"/>
                </a:cubicBezTo>
                <a:cubicBezTo>
                  <a:pt x="2335929" y="54452"/>
                  <a:pt x="2337484" y="55253"/>
                  <a:pt x="2338775" y="56401"/>
                </a:cubicBezTo>
                <a:cubicBezTo>
                  <a:pt x="2340067" y="57549"/>
                  <a:pt x="2341060" y="59116"/>
                  <a:pt x="2341753" y="61101"/>
                </a:cubicBezTo>
                <a:cubicBezTo>
                  <a:pt x="2342447" y="63087"/>
                  <a:pt x="2342794" y="65610"/>
                  <a:pt x="2342794" y="68672"/>
                </a:cubicBezTo>
                <a:lnTo>
                  <a:pt x="2342794" y="116175"/>
                </a:lnTo>
                <a:lnTo>
                  <a:pt x="2362742" y="116175"/>
                </a:lnTo>
                <a:lnTo>
                  <a:pt x="2362742" y="68385"/>
                </a:lnTo>
                <a:cubicBezTo>
                  <a:pt x="2362742" y="62740"/>
                  <a:pt x="2362085" y="57944"/>
                  <a:pt x="2360769" y="53997"/>
                </a:cubicBezTo>
                <a:cubicBezTo>
                  <a:pt x="2359454" y="50051"/>
                  <a:pt x="2357624" y="46810"/>
                  <a:pt x="2355280" y="44274"/>
                </a:cubicBezTo>
                <a:cubicBezTo>
                  <a:pt x="2352888" y="41787"/>
                  <a:pt x="2350065" y="39969"/>
                  <a:pt x="2346812" y="38821"/>
                </a:cubicBezTo>
                <a:cubicBezTo>
                  <a:pt x="2343559" y="37673"/>
                  <a:pt x="2339971" y="37099"/>
                  <a:pt x="2336049" y="37099"/>
                </a:cubicBezTo>
                <a:cubicBezTo>
                  <a:pt x="2332987" y="37099"/>
                  <a:pt x="2330093" y="37529"/>
                  <a:pt x="2327366" y="38390"/>
                </a:cubicBezTo>
                <a:cubicBezTo>
                  <a:pt x="2324639" y="39251"/>
                  <a:pt x="2322128" y="40495"/>
                  <a:pt x="2319832" y="42122"/>
                </a:cubicBezTo>
                <a:cubicBezTo>
                  <a:pt x="2318492" y="43078"/>
                  <a:pt x="2317224" y="44155"/>
                  <a:pt x="2316028" y="45351"/>
                </a:cubicBezTo>
                <a:cubicBezTo>
                  <a:pt x="2314832" y="46547"/>
                  <a:pt x="2313732" y="47862"/>
                  <a:pt x="2312728" y="49297"/>
                </a:cubicBezTo>
                <a:lnTo>
                  <a:pt x="2311508" y="38534"/>
                </a:lnTo>
                <a:lnTo>
                  <a:pt x="2293425" y="38534"/>
                </a:lnTo>
                <a:lnTo>
                  <a:pt x="2293425" y="116175"/>
                </a:lnTo>
                <a:close/>
                <a:moveTo>
                  <a:pt x="2434375" y="75274"/>
                </a:moveTo>
                <a:lnTo>
                  <a:pt x="2434375" y="73695"/>
                </a:lnTo>
                <a:cubicBezTo>
                  <a:pt x="2434375" y="67141"/>
                  <a:pt x="2433848" y="60934"/>
                  <a:pt x="2432796" y="55074"/>
                </a:cubicBezTo>
                <a:cubicBezTo>
                  <a:pt x="2431743" y="49214"/>
                  <a:pt x="2430308" y="43748"/>
                  <a:pt x="2428490" y="38677"/>
                </a:cubicBezTo>
                <a:cubicBezTo>
                  <a:pt x="2426673" y="33606"/>
                  <a:pt x="2424556" y="28978"/>
                  <a:pt x="2422140" y="24792"/>
                </a:cubicBezTo>
                <a:cubicBezTo>
                  <a:pt x="2419724" y="20606"/>
                  <a:pt x="2417153" y="16863"/>
                  <a:pt x="2414426" y="13562"/>
                </a:cubicBezTo>
                <a:cubicBezTo>
                  <a:pt x="2411699" y="10309"/>
                  <a:pt x="2408901" y="7535"/>
                  <a:pt x="2406030" y="5238"/>
                </a:cubicBezTo>
                <a:cubicBezTo>
                  <a:pt x="2403160" y="2942"/>
                  <a:pt x="2400362" y="1196"/>
                  <a:pt x="2397635" y="0"/>
                </a:cubicBezTo>
                <a:lnTo>
                  <a:pt x="2393832" y="10692"/>
                </a:lnTo>
                <a:cubicBezTo>
                  <a:pt x="2395267" y="11792"/>
                  <a:pt x="2396714" y="13120"/>
                  <a:pt x="2398173" y="14674"/>
                </a:cubicBezTo>
                <a:cubicBezTo>
                  <a:pt x="2399632" y="16229"/>
                  <a:pt x="2401055" y="17987"/>
                  <a:pt x="2402442" y="19949"/>
                </a:cubicBezTo>
                <a:cubicBezTo>
                  <a:pt x="2404500" y="22915"/>
                  <a:pt x="2406449" y="26431"/>
                  <a:pt x="2408291" y="30497"/>
                </a:cubicBezTo>
                <a:cubicBezTo>
                  <a:pt x="2410132" y="34563"/>
                  <a:pt x="2411699" y="39156"/>
                  <a:pt x="2412991" y="44274"/>
                </a:cubicBezTo>
                <a:cubicBezTo>
                  <a:pt x="2413995" y="48388"/>
                  <a:pt x="2414797" y="52885"/>
                  <a:pt x="2415395" y="57765"/>
                </a:cubicBezTo>
                <a:cubicBezTo>
                  <a:pt x="2415993" y="62644"/>
                  <a:pt x="2416292" y="67906"/>
                  <a:pt x="2416292" y="73551"/>
                </a:cubicBezTo>
                <a:lnTo>
                  <a:pt x="2416292" y="75417"/>
                </a:lnTo>
                <a:cubicBezTo>
                  <a:pt x="2416292" y="81205"/>
                  <a:pt x="2415993" y="86587"/>
                  <a:pt x="2415395" y="91562"/>
                </a:cubicBezTo>
                <a:cubicBezTo>
                  <a:pt x="2414797" y="96538"/>
                  <a:pt x="2413995" y="101082"/>
                  <a:pt x="2412991" y="105196"/>
                </a:cubicBezTo>
                <a:cubicBezTo>
                  <a:pt x="2411795" y="109693"/>
                  <a:pt x="2410420" y="113759"/>
                  <a:pt x="2408865" y="117395"/>
                </a:cubicBezTo>
                <a:cubicBezTo>
                  <a:pt x="2407310" y="121031"/>
                  <a:pt x="2405600" y="124284"/>
                  <a:pt x="2403734" y="127154"/>
                </a:cubicBezTo>
                <a:cubicBezTo>
                  <a:pt x="2402155" y="129594"/>
                  <a:pt x="2400529" y="131735"/>
                  <a:pt x="2398855" y="133576"/>
                </a:cubicBezTo>
                <a:cubicBezTo>
                  <a:pt x="2397180" y="135418"/>
                  <a:pt x="2395506" y="136961"/>
                  <a:pt x="2393832" y="138205"/>
                </a:cubicBezTo>
                <a:lnTo>
                  <a:pt x="2397635" y="148968"/>
                </a:lnTo>
                <a:cubicBezTo>
                  <a:pt x="2400362" y="147772"/>
                  <a:pt x="2403160" y="146026"/>
                  <a:pt x="2406030" y="143730"/>
                </a:cubicBezTo>
                <a:cubicBezTo>
                  <a:pt x="2408901" y="141434"/>
                  <a:pt x="2411699" y="138635"/>
                  <a:pt x="2414426" y="135335"/>
                </a:cubicBezTo>
                <a:cubicBezTo>
                  <a:pt x="2417153" y="132082"/>
                  <a:pt x="2419724" y="128362"/>
                  <a:pt x="2422140" y="124176"/>
                </a:cubicBezTo>
                <a:cubicBezTo>
                  <a:pt x="2424556" y="119990"/>
                  <a:pt x="2426673" y="115362"/>
                  <a:pt x="2428490" y="110291"/>
                </a:cubicBezTo>
                <a:cubicBezTo>
                  <a:pt x="2430308" y="105220"/>
                  <a:pt x="2431743" y="99755"/>
                  <a:pt x="2432796" y="93895"/>
                </a:cubicBezTo>
                <a:cubicBezTo>
                  <a:pt x="2433848" y="88034"/>
                  <a:pt x="2434375" y="81827"/>
                  <a:pt x="2434375" y="75274"/>
                </a:cubicBezTo>
                <a:close/>
                <a:moveTo>
                  <a:pt x="2526784" y="142008"/>
                </a:moveTo>
                <a:lnTo>
                  <a:pt x="2529224" y="130670"/>
                </a:lnTo>
                <a:cubicBezTo>
                  <a:pt x="2526832" y="130766"/>
                  <a:pt x="2524882" y="130156"/>
                  <a:pt x="2523375" y="128840"/>
                </a:cubicBezTo>
                <a:cubicBezTo>
                  <a:pt x="2521868" y="127525"/>
                  <a:pt x="2520684" y="125791"/>
                  <a:pt x="2519823" y="123638"/>
                </a:cubicBezTo>
                <a:cubicBezTo>
                  <a:pt x="2518962" y="121485"/>
                  <a:pt x="2518376" y="119081"/>
                  <a:pt x="2518065" y="116426"/>
                </a:cubicBezTo>
                <a:cubicBezTo>
                  <a:pt x="2517754" y="113771"/>
                  <a:pt x="2517599" y="111152"/>
                  <a:pt x="2517599" y="108569"/>
                </a:cubicBezTo>
                <a:lnTo>
                  <a:pt x="2517599" y="96873"/>
                </a:lnTo>
                <a:cubicBezTo>
                  <a:pt x="2517599" y="91180"/>
                  <a:pt x="2516212" y="86157"/>
                  <a:pt x="2513437" y="81803"/>
                </a:cubicBezTo>
                <a:cubicBezTo>
                  <a:pt x="2510662" y="77450"/>
                  <a:pt x="2506309" y="74125"/>
                  <a:pt x="2500377" y="71829"/>
                </a:cubicBezTo>
                <a:cubicBezTo>
                  <a:pt x="2506261" y="69533"/>
                  <a:pt x="2510603" y="66184"/>
                  <a:pt x="2513401" y="61783"/>
                </a:cubicBezTo>
                <a:cubicBezTo>
                  <a:pt x="2516200" y="57382"/>
                  <a:pt x="2517599" y="52335"/>
                  <a:pt x="2517599" y="46642"/>
                </a:cubicBezTo>
                <a:lnTo>
                  <a:pt x="2517599" y="34946"/>
                </a:lnTo>
                <a:cubicBezTo>
                  <a:pt x="2517599" y="32363"/>
                  <a:pt x="2517659" y="29743"/>
                  <a:pt x="2517778" y="27088"/>
                </a:cubicBezTo>
                <a:cubicBezTo>
                  <a:pt x="2517898" y="24433"/>
                  <a:pt x="2518316" y="22030"/>
                  <a:pt x="2519034" y="19877"/>
                </a:cubicBezTo>
                <a:cubicBezTo>
                  <a:pt x="2519752" y="17724"/>
                  <a:pt x="2520900" y="15990"/>
                  <a:pt x="2522478" y="14674"/>
                </a:cubicBezTo>
                <a:cubicBezTo>
                  <a:pt x="2524057" y="13359"/>
                  <a:pt x="2526305" y="12749"/>
                  <a:pt x="2529224" y="12845"/>
                </a:cubicBezTo>
                <a:lnTo>
                  <a:pt x="2526784" y="1579"/>
                </a:lnTo>
                <a:cubicBezTo>
                  <a:pt x="2522143" y="1579"/>
                  <a:pt x="2518149" y="2464"/>
                  <a:pt x="2514800" y="4234"/>
                </a:cubicBezTo>
                <a:cubicBezTo>
                  <a:pt x="2511452" y="6004"/>
                  <a:pt x="2508749" y="8276"/>
                  <a:pt x="2506692" y="11051"/>
                </a:cubicBezTo>
                <a:cubicBezTo>
                  <a:pt x="2504204" y="14256"/>
                  <a:pt x="2502386" y="18023"/>
                  <a:pt x="2501238" y="22352"/>
                </a:cubicBezTo>
                <a:cubicBezTo>
                  <a:pt x="2500090" y="26682"/>
                  <a:pt x="2499516" y="30880"/>
                  <a:pt x="2499516" y="34946"/>
                </a:cubicBezTo>
                <a:lnTo>
                  <a:pt x="2499516" y="46642"/>
                </a:lnTo>
                <a:cubicBezTo>
                  <a:pt x="2499516" y="53101"/>
                  <a:pt x="2498033" y="57717"/>
                  <a:pt x="2495067" y="60492"/>
                </a:cubicBezTo>
                <a:cubicBezTo>
                  <a:pt x="2492101" y="63266"/>
                  <a:pt x="2487580" y="64653"/>
                  <a:pt x="2481505" y="64653"/>
                </a:cubicBezTo>
                <a:lnTo>
                  <a:pt x="2481505" y="79005"/>
                </a:lnTo>
                <a:cubicBezTo>
                  <a:pt x="2487580" y="79005"/>
                  <a:pt x="2492101" y="80392"/>
                  <a:pt x="2495067" y="83167"/>
                </a:cubicBezTo>
                <a:cubicBezTo>
                  <a:pt x="2498033" y="85941"/>
                  <a:pt x="2499516" y="90510"/>
                  <a:pt x="2499516" y="96873"/>
                </a:cubicBezTo>
                <a:lnTo>
                  <a:pt x="2499516" y="108569"/>
                </a:lnTo>
                <a:cubicBezTo>
                  <a:pt x="2499516" y="112348"/>
                  <a:pt x="2500030" y="116211"/>
                  <a:pt x="2501059" y="120158"/>
                </a:cubicBezTo>
                <a:cubicBezTo>
                  <a:pt x="2502087" y="124104"/>
                  <a:pt x="2503750" y="127728"/>
                  <a:pt x="2506046" y="131029"/>
                </a:cubicBezTo>
                <a:cubicBezTo>
                  <a:pt x="2508199" y="134186"/>
                  <a:pt x="2511009" y="136806"/>
                  <a:pt x="2514477" y="138887"/>
                </a:cubicBezTo>
                <a:cubicBezTo>
                  <a:pt x="2517946" y="140967"/>
                  <a:pt x="2522048" y="142008"/>
                  <a:pt x="2526784" y="142008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29702B-43C3-4E04-B813-ACF115FB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476" y="880660"/>
            <a:ext cx="1498779" cy="176351"/>
          </a:xfrm>
          <a:custGeom xmlns:a="http://schemas.openxmlformats.org/drawingml/2006/main">
            <a:pathLst>
              <a:path w="1498779" h="176351">
                <a:moveTo>
                  <a:pt x="0" y="0"/>
                </a:moveTo>
                <a:lnTo>
                  <a:pt x="1498779" y="0"/>
                </a:lnTo>
                <a:lnTo>
                  <a:pt x="1498779" y="176351"/>
                </a:lnTo>
                <a:lnTo>
                  <a:pt x="0" y="176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771552-4042-42BD-BF07-31D95BDB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476" y="867796"/>
            <a:ext cx="528981" cy="193759"/>
          </a:xfrm>
          <a:custGeom xmlns:a="http://schemas.openxmlformats.org/drawingml/2006/main">
            <a:pathLst>
              <a:path w="528981" h="193759">
                <a:moveTo>
                  <a:pt x="0" y="0"/>
                </a:moveTo>
                <a:lnTo>
                  <a:pt x="528981" y="0"/>
                </a:lnTo>
                <a:lnTo>
                  <a:pt x="528981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uint16">
            <a:extLst xmlns:a="http://schemas.openxmlformats.org/drawingml/2006/main">
              <a:ext uri="{FF2B5EF4-FFF2-40B4-BE49-F238E27FC236}">
                <a16:creationId xmlns:a16="http://schemas.microsoft.com/office/drawing/2014/main" id="{862E4D4B-3103-407F-9848-5012BC4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240" y="913602"/>
            <a:ext cx="508903" cy="109645"/>
          </a:xfrm>
          <a:custGeom xmlns:a="http://schemas.openxmlformats.org/drawingml/2006/main">
            <a:pathLst>
              <a:path w="508903" h="109645">
                <a:moveTo>
                  <a:pt x="50015" y="108138"/>
                </a:moveTo>
                <a:lnTo>
                  <a:pt x="68098" y="108138"/>
                </a:lnTo>
                <a:lnTo>
                  <a:pt x="68098" y="30497"/>
                </a:lnTo>
                <a:lnTo>
                  <a:pt x="48077" y="30497"/>
                </a:lnTo>
                <a:lnTo>
                  <a:pt x="48077" y="84961"/>
                </a:lnTo>
                <a:cubicBezTo>
                  <a:pt x="47456" y="86205"/>
                  <a:pt x="46714" y="87329"/>
                  <a:pt x="45853" y="88333"/>
                </a:cubicBezTo>
                <a:cubicBezTo>
                  <a:pt x="44992" y="89338"/>
                  <a:pt x="44011" y="90199"/>
                  <a:pt x="42911" y="90917"/>
                </a:cubicBezTo>
                <a:cubicBezTo>
                  <a:pt x="41619" y="91730"/>
                  <a:pt x="40124" y="92352"/>
                  <a:pt x="38426" y="92782"/>
                </a:cubicBezTo>
                <a:cubicBezTo>
                  <a:pt x="36728" y="93213"/>
                  <a:pt x="34826" y="93428"/>
                  <a:pt x="32721" y="93428"/>
                </a:cubicBezTo>
                <a:cubicBezTo>
                  <a:pt x="30377" y="93428"/>
                  <a:pt x="28392" y="93141"/>
                  <a:pt x="26766" y="92567"/>
                </a:cubicBezTo>
                <a:cubicBezTo>
                  <a:pt x="25139" y="91993"/>
                  <a:pt x="23823" y="91036"/>
                  <a:pt x="22819" y="89697"/>
                </a:cubicBezTo>
                <a:cubicBezTo>
                  <a:pt x="21814" y="88405"/>
                  <a:pt x="21085" y="86683"/>
                  <a:pt x="20630" y="84530"/>
                </a:cubicBezTo>
                <a:cubicBezTo>
                  <a:pt x="20176" y="82378"/>
                  <a:pt x="19949" y="79723"/>
                  <a:pt x="19949" y="76565"/>
                </a:cubicBezTo>
                <a:lnTo>
                  <a:pt x="19949" y="30497"/>
                </a:lnTo>
                <a:lnTo>
                  <a:pt x="0" y="30497"/>
                </a:lnTo>
                <a:lnTo>
                  <a:pt x="0" y="76422"/>
                </a:lnTo>
                <a:cubicBezTo>
                  <a:pt x="0" y="82306"/>
                  <a:pt x="658" y="87341"/>
                  <a:pt x="1973" y="91527"/>
                </a:cubicBezTo>
                <a:cubicBezTo>
                  <a:pt x="3289" y="95712"/>
                  <a:pt x="5143" y="99145"/>
                  <a:pt x="7535" y="101824"/>
                </a:cubicBezTo>
                <a:cubicBezTo>
                  <a:pt x="9926" y="104551"/>
                  <a:pt x="12797" y="106536"/>
                  <a:pt x="16145" y="107780"/>
                </a:cubicBezTo>
                <a:cubicBezTo>
                  <a:pt x="19494" y="109023"/>
                  <a:pt x="23178" y="109645"/>
                  <a:pt x="27196" y="109645"/>
                </a:cubicBezTo>
                <a:cubicBezTo>
                  <a:pt x="31597" y="109645"/>
                  <a:pt x="35651" y="108545"/>
                  <a:pt x="39359" y="106345"/>
                </a:cubicBezTo>
                <a:cubicBezTo>
                  <a:pt x="43066" y="104144"/>
                  <a:pt x="46236" y="101106"/>
                  <a:pt x="48867" y="97231"/>
                </a:cubicBezTo>
                <a:lnTo>
                  <a:pt x="50015" y="108138"/>
                </a:lnTo>
                <a:close/>
                <a:moveTo>
                  <a:pt x="92840" y="30497"/>
                </a:moveTo>
                <a:lnTo>
                  <a:pt x="92840" y="46786"/>
                </a:lnTo>
                <a:lnTo>
                  <a:pt x="114941" y="46786"/>
                </a:lnTo>
                <a:lnTo>
                  <a:pt x="114941" y="91921"/>
                </a:lnTo>
                <a:lnTo>
                  <a:pt x="92840" y="91921"/>
                </a:lnTo>
                <a:lnTo>
                  <a:pt x="92840" y="108138"/>
                </a:lnTo>
                <a:lnTo>
                  <a:pt x="156130" y="108138"/>
                </a:lnTo>
                <a:lnTo>
                  <a:pt x="156130" y="91921"/>
                </a:lnTo>
                <a:lnTo>
                  <a:pt x="135105" y="91921"/>
                </a:lnTo>
                <a:lnTo>
                  <a:pt x="135105" y="30497"/>
                </a:lnTo>
                <a:lnTo>
                  <a:pt x="92840" y="30497"/>
                </a:lnTo>
                <a:moveTo>
                  <a:pt x="113506" y="10620"/>
                </a:moveTo>
                <a:cubicBezTo>
                  <a:pt x="113506" y="12151"/>
                  <a:pt x="113781" y="13574"/>
                  <a:pt x="114331" y="14890"/>
                </a:cubicBezTo>
                <a:cubicBezTo>
                  <a:pt x="114881" y="16205"/>
                  <a:pt x="115658" y="17317"/>
                  <a:pt x="116663" y="18226"/>
                </a:cubicBezTo>
                <a:cubicBezTo>
                  <a:pt x="117668" y="19183"/>
                  <a:pt x="118876" y="19925"/>
                  <a:pt x="120287" y="20451"/>
                </a:cubicBezTo>
                <a:cubicBezTo>
                  <a:pt x="121698" y="20977"/>
                  <a:pt x="123265" y="21240"/>
                  <a:pt x="124987" y="21240"/>
                </a:cubicBezTo>
                <a:cubicBezTo>
                  <a:pt x="128527" y="21240"/>
                  <a:pt x="131337" y="20248"/>
                  <a:pt x="133418" y="18262"/>
                </a:cubicBezTo>
                <a:cubicBezTo>
                  <a:pt x="135499" y="16277"/>
                  <a:pt x="136540" y="13730"/>
                  <a:pt x="136540" y="10620"/>
                </a:cubicBezTo>
                <a:cubicBezTo>
                  <a:pt x="136540" y="7511"/>
                  <a:pt x="135499" y="4963"/>
                  <a:pt x="133418" y="2978"/>
                </a:cubicBezTo>
                <a:cubicBezTo>
                  <a:pt x="131337" y="993"/>
                  <a:pt x="128527" y="0"/>
                  <a:pt x="124987" y="0"/>
                </a:cubicBezTo>
                <a:cubicBezTo>
                  <a:pt x="123265" y="0"/>
                  <a:pt x="121698" y="263"/>
                  <a:pt x="120287" y="789"/>
                </a:cubicBezTo>
                <a:cubicBezTo>
                  <a:pt x="118876" y="1316"/>
                  <a:pt x="117668" y="2033"/>
                  <a:pt x="116663" y="2942"/>
                </a:cubicBezTo>
                <a:cubicBezTo>
                  <a:pt x="115658" y="3899"/>
                  <a:pt x="114881" y="5035"/>
                  <a:pt x="114331" y="6351"/>
                </a:cubicBezTo>
                <a:cubicBezTo>
                  <a:pt x="113781" y="7666"/>
                  <a:pt x="113506" y="9089"/>
                  <a:pt x="113506" y="10620"/>
                </a:cubicBezTo>
                <a:close/>
                <a:moveTo>
                  <a:pt x="175705" y="108138"/>
                </a:moveTo>
                <a:lnTo>
                  <a:pt x="195725" y="108138"/>
                </a:lnTo>
                <a:lnTo>
                  <a:pt x="195725" y="52957"/>
                </a:lnTo>
                <a:cubicBezTo>
                  <a:pt x="196395" y="51905"/>
                  <a:pt x="197136" y="50948"/>
                  <a:pt x="197950" y="50087"/>
                </a:cubicBezTo>
                <a:cubicBezTo>
                  <a:pt x="198763" y="49226"/>
                  <a:pt x="199672" y="48484"/>
                  <a:pt x="200676" y="47862"/>
                </a:cubicBezTo>
                <a:cubicBezTo>
                  <a:pt x="201920" y="47001"/>
                  <a:pt x="203343" y="46355"/>
                  <a:pt x="204946" y="45925"/>
                </a:cubicBezTo>
                <a:cubicBezTo>
                  <a:pt x="206549" y="45494"/>
                  <a:pt x="208307" y="45279"/>
                  <a:pt x="210220" y="45279"/>
                </a:cubicBezTo>
                <a:cubicBezTo>
                  <a:pt x="212516" y="45279"/>
                  <a:pt x="214573" y="45506"/>
                  <a:pt x="216391" y="45961"/>
                </a:cubicBezTo>
                <a:cubicBezTo>
                  <a:pt x="218209" y="46415"/>
                  <a:pt x="219764" y="47216"/>
                  <a:pt x="221055" y="48365"/>
                </a:cubicBezTo>
                <a:cubicBezTo>
                  <a:pt x="222347" y="49513"/>
                  <a:pt x="223340" y="51079"/>
                  <a:pt x="224033" y="53065"/>
                </a:cubicBezTo>
                <a:cubicBezTo>
                  <a:pt x="224727" y="55050"/>
                  <a:pt x="225074" y="57573"/>
                  <a:pt x="225074" y="60635"/>
                </a:cubicBezTo>
                <a:lnTo>
                  <a:pt x="225074" y="108138"/>
                </a:lnTo>
                <a:lnTo>
                  <a:pt x="245022" y="108138"/>
                </a:lnTo>
                <a:lnTo>
                  <a:pt x="245022" y="60348"/>
                </a:lnTo>
                <a:cubicBezTo>
                  <a:pt x="245022" y="54703"/>
                  <a:pt x="244365" y="49907"/>
                  <a:pt x="243049" y="45961"/>
                </a:cubicBezTo>
                <a:cubicBezTo>
                  <a:pt x="241734" y="42014"/>
                  <a:pt x="239904" y="38773"/>
                  <a:pt x="237560" y="36238"/>
                </a:cubicBezTo>
                <a:cubicBezTo>
                  <a:pt x="235168" y="33750"/>
                  <a:pt x="232345" y="31932"/>
                  <a:pt x="229092" y="30784"/>
                </a:cubicBezTo>
                <a:cubicBezTo>
                  <a:pt x="225839" y="29636"/>
                  <a:pt x="222251" y="29062"/>
                  <a:pt x="218329" y="29062"/>
                </a:cubicBezTo>
                <a:cubicBezTo>
                  <a:pt x="215267" y="29062"/>
                  <a:pt x="212373" y="29492"/>
                  <a:pt x="209646" y="30353"/>
                </a:cubicBezTo>
                <a:cubicBezTo>
                  <a:pt x="206919" y="31214"/>
                  <a:pt x="204408" y="32458"/>
                  <a:pt x="202112" y="34085"/>
                </a:cubicBezTo>
                <a:cubicBezTo>
                  <a:pt x="200772" y="35042"/>
                  <a:pt x="199504" y="36118"/>
                  <a:pt x="198308" y="37314"/>
                </a:cubicBezTo>
                <a:cubicBezTo>
                  <a:pt x="197112" y="38510"/>
                  <a:pt x="196012" y="39825"/>
                  <a:pt x="195008" y="41261"/>
                </a:cubicBezTo>
                <a:lnTo>
                  <a:pt x="193788" y="30497"/>
                </a:lnTo>
                <a:lnTo>
                  <a:pt x="175705" y="30497"/>
                </a:lnTo>
                <a:lnTo>
                  <a:pt x="175705" y="108138"/>
                </a:lnTo>
                <a:close/>
                <a:moveTo>
                  <a:pt x="300477" y="11481"/>
                </a:moveTo>
                <a:lnTo>
                  <a:pt x="280528" y="11481"/>
                </a:lnTo>
                <a:lnTo>
                  <a:pt x="280528" y="30497"/>
                </a:lnTo>
                <a:lnTo>
                  <a:pt x="262804" y="30497"/>
                </a:lnTo>
                <a:lnTo>
                  <a:pt x="262804" y="45207"/>
                </a:lnTo>
                <a:lnTo>
                  <a:pt x="280528" y="45207"/>
                </a:lnTo>
                <a:lnTo>
                  <a:pt x="280528" y="80512"/>
                </a:lnTo>
                <a:cubicBezTo>
                  <a:pt x="280528" y="85631"/>
                  <a:pt x="281198" y="90020"/>
                  <a:pt x="282537" y="93679"/>
                </a:cubicBezTo>
                <a:cubicBezTo>
                  <a:pt x="283877" y="97339"/>
                  <a:pt x="285790" y="100341"/>
                  <a:pt x="288278" y="102685"/>
                </a:cubicBezTo>
                <a:cubicBezTo>
                  <a:pt x="290718" y="105077"/>
                  <a:pt x="293672" y="106835"/>
                  <a:pt x="297140" y="107959"/>
                </a:cubicBezTo>
                <a:cubicBezTo>
                  <a:pt x="300608" y="109083"/>
                  <a:pt x="304471" y="109645"/>
                  <a:pt x="308729" y="109645"/>
                </a:cubicBezTo>
                <a:cubicBezTo>
                  <a:pt x="310929" y="109645"/>
                  <a:pt x="313166" y="109538"/>
                  <a:pt x="315438" y="109322"/>
                </a:cubicBezTo>
                <a:cubicBezTo>
                  <a:pt x="317710" y="109107"/>
                  <a:pt x="319899" y="108808"/>
                  <a:pt x="322004" y="108425"/>
                </a:cubicBezTo>
                <a:cubicBezTo>
                  <a:pt x="324109" y="108043"/>
                  <a:pt x="326094" y="107552"/>
                  <a:pt x="327960" y="106954"/>
                </a:cubicBezTo>
                <a:cubicBezTo>
                  <a:pt x="329825" y="106356"/>
                  <a:pt x="331452" y="105651"/>
                  <a:pt x="332839" y="104838"/>
                </a:cubicBezTo>
                <a:lnTo>
                  <a:pt x="330902" y="91132"/>
                </a:lnTo>
                <a:cubicBezTo>
                  <a:pt x="329993" y="91371"/>
                  <a:pt x="328905" y="91610"/>
                  <a:pt x="327637" y="91850"/>
                </a:cubicBezTo>
                <a:cubicBezTo>
                  <a:pt x="326369" y="92089"/>
                  <a:pt x="325018" y="92304"/>
                  <a:pt x="323583" y="92495"/>
                </a:cubicBezTo>
                <a:cubicBezTo>
                  <a:pt x="322100" y="92735"/>
                  <a:pt x="320557" y="92926"/>
                  <a:pt x="318954" y="93069"/>
                </a:cubicBezTo>
                <a:cubicBezTo>
                  <a:pt x="317352" y="93213"/>
                  <a:pt x="315785" y="93285"/>
                  <a:pt x="314254" y="93285"/>
                </a:cubicBezTo>
                <a:cubicBezTo>
                  <a:pt x="312149" y="93285"/>
                  <a:pt x="310248" y="93045"/>
                  <a:pt x="308549" y="92567"/>
                </a:cubicBezTo>
                <a:cubicBezTo>
                  <a:pt x="306851" y="92089"/>
                  <a:pt x="305404" y="91275"/>
                  <a:pt x="304208" y="90127"/>
                </a:cubicBezTo>
                <a:cubicBezTo>
                  <a:pt x="303012" y="89027"/>
                  <a:pt x="302091" y="87532"/>
                  <a:pt x="301445" y="85643"/>
                </a:cubicBezTo>
                <a:cubicBezTo>
                  <a:pt x="300800" y="83753"/>
                  <a:pt x="300477" y="81397"/>
                  <a:pt x="300477" y="78574"/>
                </a:cubicBezTo>
                <a:lnTo>
                  <a:pt x="300477" y="45207"/>
                </a:lnTo>
                <a:lnTo>
                  <a:pt x="329467" y="45207"/>
                </a:lnTo>
                <a:lnTo>
                  <a:pt x="329467" y="30497"/>
                </a:lnTo>
                <a:lnTo>
                  <a:pt x="300477" y="30497"/>
                </a:lnTo>
                <a:lnTo>
                  <a:pt x="300477" y="11481"/>
                </a:lnTo>
                <a:close/>
                <a:moveTo>
                  <a:pt x="400923" y="108138"/>
                </a:moveTo>
                <a:lnTo>
                  <a:pt x="400923" y="3660"/>
                </a:lnTo>
                <a:lnTo>
                  <a:pt x="399847" y="3660"/>
                </a:lnTo>
                <a:lnTo>
                  <a:pt x="354353" y="20092"/>
                </a:lnTo>
                <a:lnTo>
                  <a:pt x="354353" y="37457"/>
                </a:lnTo>
                <a:lnTo>
                  <a:pt x="380759" y="27985"/>
                </a:lnTo>
                <a:lnTo>
                  <a:pt x="380759" y="108138"/>
                </a:lnTo>
                <a:lnTo>
                  <a:pt x="400923" y="108138"/>
                </a:lnTo>
                <a:close/>
                <a:moveTo>
                  <a:pt x="493189" y="2799"/>
                </a:moveTo>
                <a:lnTo>
                  <a:pt x="490534" y="2799"/>
                </a:lnTo>
                <a:cubicBezTo>
                  <a:pt x="481875" y="2799"/>
                  <a:pt x="474245" y="4246"/>
                  <a:pt x="467643" y="7140"/>
                </a:cubicBezTo>
                <a:cubicBezTo>
                  <a:pt x="461041" y="10034"/>
                  <a:pt x="455516" y="14041"/>
                  <a:pt x="451067" y="19159"/>
                </a:cubicBezTo>
                <a:cubicBezTo>
                  <a:pt x="446618" y="24326"/>
                  <a:pt x="443269" y="30437"/>
                  <a:pt x="441021" y="37493"/>
                </a:cubicBezTo>
                <a:cubicBezTo>
                  <a:pt x="438773" y="44549"/>
                  <a:pt x="437648" y="52215"/>
                  <a:pt x="437648" y="60492"/>
                </a:cubicBezTo>
                <a:lnTo>
                  <a:pt x="437648" y="68170"/>
                </a:lnTo>
                <a:cubicBezTo>
                  <a:pt x="437648" y="74149"/>
                  <a:pt x="438497" y="79663"/>
                  <a:pt x="440196" y="84710"/>
                </a:cubicBezTo>
                <a:cubicBezTo>
                  <a:pt x="441894" y="89757"/>
                  <a:pt x="444322" y="94122"/>
                  <a:pt x="447479" y="97805"/>
                </a:cubicBezTo>
                <a:cubicBezTo>
                  <a:pt x="450589" y="101489"/>
                  <a:pt x="454392" y="104371"/>
                  <a:pt x="458889" y="106452"/>
                </a:cubicBezTo>
                <a:cubicBezTo>
                  <a:pt x="463385" y="108533"/>
                  <a:pt x="468432" y="109574"/>
                  <a:pt x="474029" y="109574"/>
                </a:cubicBezTo>
                <a:cubicBezTo>
                  <a:pt x="479387" y="109574"/>
                  <a:pt x="484219" y="108653"/>
                  <a:pt x="488524" y="106811"/>
                </a:cubicBezTo>
                <a:cubicBezTo>
                  <a:pt x="492830" y="104969"/>
                  <a:pt x="496489" y="102446"/>
                  <a:pt x="499503" y="99241"/>
                </a:cubicBezTo>
                <a:cubicBezTo>
                  <a:pt x="502517" y="96035"/>
                  <a:pt x="504837" y="92256"/>
                  <a:pt x="506464" y="87903"/>
                </a:cubicBezTo>
                <a:cubicBezTo>
                  <a:pt x="508090" y="83550"/>
                  <a:pt x="508903" y="78838"/>
                  <a:pt x="508903" y="73767"/>
                </a:cubicBezTo>
                <a:cubicBezTo>
                  <a:pt x="508903" y="69031"/>
                  <a:pt x="508293" y="64522"/>
                  <a:pt x="507074" y="60240"/>
                </a:cubicBezTo>
                <a:cubicBezTo>
                  <a:pt x="505854" y="55959"/>
                  <a:pt x="504000" y="52192"/>
                  <a:pt x="501512" y="48939"/>
                </a:cubicBezTo>
                <a:cubicBezTo>
                  <a:pt x="499025" y="45733"/>
                  <a:pt x="495927" y="43186"/>
                  <a:pt x="492220" y="41296"/>
                </a:cubicBezTo>
                <a:cubicBezTo>
                  <a:pt x="488512" y="39407"/>
                  <a:pt x="484171" y="38462"/>
                  <a:pt x="479196" y="38462"/>
                </a:cubicBezTo>
                <a:cubicBezTo>
                  <a:pt x="476756" y="38462"/>
                  <a:pt x="474484" y="38749"/>
                  <a:pt x="472379" y="39323"/>
                </a:cubicBezTo>
                <a:cubicBezTo>
                  <a:pt x="470274" y="39897"/>
                  <a:pt x="468337" y="40639"/>
                  <a:pt x="466567" y="41548"/>
                </a:cubicBezTo>
                <a:cubicBezTo>
                  <a:pt x="464749" y="42504"/>
                  <a:pt x="463122" y="43569"/>
                  <a:pt x="461687" y="44741"/>
                </a:cubicBezTo>
                <a:cubicBezTo>
                  <a:pt x="460252" y="45913"/>
                  <a:pt x="458984" y="47097"/>
                  <a:pt x="457884" y="48293"/>
                </a:cubicBezTo>
                <a:cubicBezTo>
                  <a:pt x="458314" y="43939"/>
                  <a:pt x="459355" y="39993"/>
                  <a:pt x="461005" y="36453"/>
                </a:cubicBezTo>
                <a:cubicBezTo>
                  <a:pt x="462656" y="32913"/>
                  <a:pt x="464916" y="29875"/>
                  <a:pt x="467786" y="27340"/>
                </a:cubicBezTo>
                <a:cubicBezTo>
                  <a:pt x="470609" y="24804"/>
                  <a:pt x="474041" y="22843"/>
                  <a:pt x="478084" y="21455"/>
                </a:cubicBezTo>
                <a:cubicBezTo>
                  <a:pt x="482126" y="20068"/>
                  <a:pt x="486778" y="19375"/>
                  <a:pt x="492040" y="19375"/>
                </a:cubicBezTo>
                <a:lnTo>
                  <a:pt x="493189" y="19375"/>
                </a:lnTo>
                <a:lnTo>
                  <a:pt x="493189" y="2799"/>
                </a:lnTo>
                <a:moveTo>
                  <a:pt x="473384" y="54464"/>
                </a:moveTo>
                <a:cubicBezTo>
                  <a:pt x="475871" y="54464"/>
                  <a:pt x="478084" y="54954"/>
                  <a:pt x="480021" y="55935"/>
                </a:cubicBezTo>
                <a:cubicBezTo>
                  <a:pt x="481959" y="56916"/>
                  <a:pt x="483597" y="58267"/>
                  <a:pt x="484936" y="59989"/>
                </a:cubicBezTo>
                <a:cubicBezTo>
                  <a:pt x="486276" y="61759"/>
                  <a:pt x="487304" y="63840"/>
                  <a:pt x="488022" y="66232"/>
                </a:cubicBezTo>
                <a:cubicBezTo>
                  <a:pt x="488740" y="68624"/>
                  <a:pt x="489098" y="71231"/>
                  <a:pt x="489098" y="74054"/>
                </a:cubicBezTo>
                <a:cubicBezTo>
                  <a:pt x="489098" y="76876"/>
                  <a:pt x="488740" y="79471"/>
                  <a:pt x="488022" y="81839"/>
                </a:cubicBezTo>
                <a:cubicBezTo>
                  <a:pt x="487304" y="84207"/>
                  <a:pt x="486276" y="86252"/>
                  <a:pt x="484936" y="87975"/>
                </a:cubicBezTo>
                <a:cubicBezTo>
                  <a:pt x="483597" y="89697"/>
                  <a:pt x="481970" y="91048"/>
                  <a:pt x="480057" y="92029"/>
                </a:cubicBezTo>
                <a:cubicBezTo>
                  <a:pt x="478143" y="93010"/>
                  <a:pt x="476015" y="93500"/>
                  <a:pt x="473671" y="93500"/>
                </a:cubicBezTo>
                <a:cubicBezTo>
                  <a:pt x="471374" y="93500"/>
                  <a:pt x="469245" y="93022"/>
                  <a:pt x="467284" y="92065"/>
                </a:cubicBezTo>
                <a:cubicBezTo>
                  <a:pt x="465323" y="91108"/>
                  <a:pt x="463624" y="89673"/>
                  <a:pt x="462189" y="87759"/>
                </a:cubicBezTo>
                <a:cubicBezTo>
                  <a:pt x="460754" y="85894"/>
                  <a:pt x="459642" y="83526"/>
                  <a:pt x="458853" y="80655"/>
                </a:cubicBezTo>
                <a:cubicBezTo>
                  <a:pt x="458063" y="77785"/>
                  <a:pt x="457669" y="74436"/>
                  <a:pt x="457669" y="70609"/>
                </a:cubicBezTo>
                <a:lnTo>
                  <a:pt x="457669" y="64725"/>
                </a:lnTo>
                <a:cubicBezTo>
                  <a:pt x="458338" y="63290"/>
                  <a:pt x="459164" y="61975"/>
                  <a:pt x="460144" y="60779"/>
                </a:cubicBezTo>
                <a:cubicBezTo>
                  <a:pt x="461125" y="59583"/>
                  <a:pt x="462213" y="58530"/>
                  <a:pt x="463409" y="57621"/>
                </a:cubicBezTo>
                <a:cubicBezTo>
                  <a:pt x="464797" y="56617"/>
                  <a:pt x="466327" y="55839"/>
                  <a:pt x="468002" y="55289"/>
                </a:cubicBezTo>
                <a:cubicBezTo>
                  <a:pt x="469676" y="54739"/>
                  <a:pt x="471470" y="54464"/>
                  <a:pt x="473384" y="54464"/>
                </a:cubicBezTo>
                <a:close/>
              </a:path>
            </a:pathLst>
          </a:custGeom>
          <a:solidFill xmlns:a="http://schemas.openxmlformats.org/drawingml/2006/main">
            <a:srgbClr val="3F51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FFA96-58F0-4E4C-B419-EBFB8C4A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457" y="867796"/>
            <a:ext cx="969798" cy="193759"/>
          </a:xfrm>
          <a:custGeom xmlns:a="http://schemas.openxmlformats.org/drawingml/2006/main">
            <a:pathLst>
              <a:path w="969798" h="193759">
                <a:moveTo>
                  <a:pt x="0" y="0"/>
                </a:moveTo>
                <a:lnTo>
                  <a:pt x="969798" y="0"/>
                </a:lnTo>
                <a:lnTo>
                  <a:pt x="969798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chunk_len;">
            <a:extLst xmlns:a="http://schemas.openxmlformats.org/drawingml/2006/main">
              <a:ext uri="{FF2B5EF4-FFF2-40B4-BE49-F238E27FC236}">
                <a16:creationId xmlns:a16="http://schemas.microsoft.com/office/drawing/2014/main" id="{8A288F19-FA3B-4035-B288-B9422381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028" y="911521"/>
            <a:ext cx="846967" cy="139353"/>
          </a:xfrm>
          <a:custGeom xmlns:a="http://schemas.openxmlformats.org/drawingml/2006/main">
            <a:pathLst>
              <a:path w="846967" h="139353">
                <a:moveTo>
                  <a:pt x="36094" y="95724"/>
                </a:moveTo>
                <a:cubicBezTo>
                  <a:pt x="32889" y="95724"/>
                  <a:pt x="30246" y="95079"/>
                  <a:pt x="28165" y="93787"/>
                </a:cubicBezTo>
                <a:cubicBezTo>
                  <a:pt x="26084" y="92495"/>
                  <a:pt x="24445" y="90773"/>
                  <a:pt x="23249" y="88620"/>
                </a:cubicBezTo>
                <a:cubicBezTo>
                  <a:pt x="22006" y="86516"/>
                  <a:pt x="21145" y="84064"/>
                  <a:pt x="20666" y="81265"/>
                </a:cubicBezTo>
                <a:cubicBezTo>
                  <a:pt x="20188" y="78467"/>
                  <a:pt x="19949" y="75561"/>
                  <a:pt x="19949" y="72547"/>
                </a:cubicBezTo>
                <a:lnTo>
                  <a:pt x="19949" y="70394"/>
                </a:lnTo>
                <a:cubicBezTo>
                  <a:pt x="19949" y="67428"/>
                  <a:pt x="20200" y="64558"/>
                  <a:pt x="20702" y="61783"/>
                </a:cubicBezTo>
                <a:cubicBezTo>
                  <a:pt x="21204" y="59009"/>
                  <a:pt x="22077" y="56545"/>
                  <a:pt x="23321" y="54392"/>
                </a:cubicBezTo>
                <a:cubicBezTo>
                  <a:pt x="24517" y="52239"/>
                  <a:pt x="26144" y="50517"/>
                  <a:pt x="28201" y="49226"/>
                </a:cubicBezTo>
                <a:cubicBezTo>
                  <a:pt x="30258" y="47934"/>
                  <a:pt x="32865" y="47288"/>
                  <a:pt x="36022" y="47288"/>
                </a:cubicBezTo>
                <a:cubicBezTo>
                  <a:pt x="38175" y="47288"/>
                  <a:pt x="40160" y="47659"/>
                  <a:pt x="41978" y="48400"/>
                </a:cubicBezTo>
                <a:cubicBezTo>
                  <a:pt x="43796" y="49142"/>
                  <a:pt x="45351" y="50135"/>
                  <a:pt x="46642" y="51378"/>
                </a:cubicBezTo>
                <a:cubicBezTo>
                  <a:pt x="47934" y="52622"/>
                  <a:pt x="48915" y="54105"/>
                  <a:pt x="49584" y="55827"/>
                </a:cubicBezTo>
                <a:cubicBezTo>
                  <a:pt x="50254" y="57549"/>
                  <a:pt x="50541" y="59367"/>
                  <a:pt x="50445" y="61281"/>
                </a:cubicBezTo>
                <a:lnTo>
                  <a:pt x="69246" y="61281"/>
                </a:lnTo>
                <a:cubicBezTo>
                  <a:pt x="69342" y="56688"/>
                  <a:pt x="68576" y="52538"/>
                  <a:pt x="66950" y="48831"/>
                </a:cubicBezTo>
                <a:cubicBezTo>
                  <a:pt x="65323" y="45123"/>
                  <a:pt x="63051" y="41954"/>
                  <a:pt x="60133" y="39323"/>
                </a:cubicBezTo>
                <a:cubicBezTo>
                  <a:pt x="57167" y="36740"/>
                  <a:pt x="53651" y="34731"/>
                  <a:pt x="49584" y="33295"/>
                </a:cubicBezTo>
                <a:cubicBezTo>
                  <a:pt x="45518" y="31860"/>
                  <a:pt x="41093" y="31143"/>
                  <a:pt x="36309" y="31143"/>
                </a:cubicBezTo>
                <a:cubicBezTo>
                  <a:pt x="30329" y="31143"/>
                  <a:pt x="25079" y="32171"/>
                  <a:pt x="20559" y="34228"/>
                </a:cubicBezTo>
                <a:cubicBezTo>
                  <a:pt x="16038" y="36285"/>
                  <a:pt x="12247" y="39084"/>
                  <a:pt x="9185" y="42624"/>
                </a:cubicBezTo>
                <a:cubicBezTo>
                  <a:pt x="6123" y="46164"/>
                  <a:pt x="3827" y="50314"/>
                  <a:pt x="2296" y="55074"/>
                </a:cubicBezTo>
                <a:cubicBezTo>
                  <a:pt x="765" y="59834"/>
                  <a:pt x="0" y="64940"/>
                  <a:pt x="0" y="70394"/>
                </a:cubicBezTo>
                <a:lnTo>
                  <a:pt x="0" y="72547"/>
                </a:lnTo>
                <a:cubicBezTo>
                  <a:pt x="0" y="78000"/>
                  <a:pt x="777" y="83107"/>
                  <a:pt x="2332" y="87867"/>
                </a:cubicBezTo>
                <a:cubicBezTo>
                  <a:pt x="3887" y="92627"/>
                  <a:pt x="6195" y="96777"/>
                  <a:pt x="9257" y="100317"/>
                </a:cubicBezTo>
                <a:cubicBezTo>
                  <a:pt x="12271" y="103857"/>
                  <a:pt x="16050" y="106644"/>
                  <a:pt x="20594" y="108677"/>
                </a:cubicBezTo>
                <a:cubicBezTo>
                  <a:pt x="25139" y="110710"/>
                  <a:pt x="30425" y="111726"/>
                  <a:pt x="36453" y="111726"/>
                </a:cubicBezTo>
                <a:cubicBezTo>
                  <a:pt x="40902" y="111726"/>
                  <a:pt x="45123" y="111021"/>
                  <a:pt x="49118" y="109609"/>
                </a:cubicBezTo>
                <a:cubicBezTo>
                  <a:pt x="53112" y="108198"/>
                  <a:pt x="56617" y="106249"/>
                  <a:pt x="59630" y="103761"/>
                </a:cubicBezTo>
                <a:cubicBezTo>
                  <a:pt x="62644" y="101274"/>
                  <a:pt x="65024" y="98308"/>
                  <a:pt x="66770" y="94863"/>
                </a:cubicBezTo>
                <a:cubicBezTo>
                  <a:pt x="68516" y="91419"/>
                  <a:pt x="69342" y="87688"/>
                  <a:pt x="69246" y="83669"/>
                </a:cubicBezTo>
                <a:lnTo>
                  <a:pt x="50445" y="83669"/>
                </a:lnTo>
                <a:cubicBezTo>
                  <a:pt x="50541" y="85487"/>
                  <a:pt x="50218" y="87137"/>
                  <a:pt x="49477" y="88620"/>
                </a:cubicBezTo>
                <a:cubicBezTo>
                  <a:pt x="48735" y="90103"/>
                  <a:pt x="47695" y="91371"/>
                  <a:pt x="46355" y="92424"/>
                </a:cubicBezTo>
                <a:cubicBezTo>
                  <a:pt x="45016" y="93476"/>
                  <a:pt x="43461" y="94289"/>
                  <a:pt x="41691" y="94863"/>
                </a:cubicBezTo>
                <a:cubicBezTo>
                  <a:pt x="39921" y="95437"/>
                  <a:pt x="38055" y="95724"/>
                  <a:pt x="36094" y="95724"/>
                </a:cubicBezTo>
                <a:close/>
                <a:moveTo>
                  <a:pt x="109846" y="43270"/>
                </a:moveTo>
                <a:lnTo>
                  <a:pt x="109846" y="0"/>
                </a:lnTo>
                <a:lnTo>
                  <a:pt x="89897" y="0"/>
                </a:lnTo>
                <a:lnTo>
                  <a:pt x="89897" y="110219"/>
                </a:lnTo>
                <a:lnTo>
                  <a:pt x="109846" y="110219"/>
                </a:lnTo>
                <a:lnTo>
                  <a:pt x="109846" y="54177"/>
                </a:lnTo>
                <a:cubicBezTo>
                  <a:pt x="110611" y="53172"/>
                  <a:pt x="111460" y="52263"/>
                  <a:pt x="112393" y="51450"/>
                </a:cubicBezTo>
                <a:cubicBezTo>
                  <a:pt x="113326" y="50637"/>
                  <a:pt x="114366" y="49943"/>
                  <a:pt x="115515" y="49369"/>
                </a:cubicBezTo>
                <a:cubicBezTo>
                  <a:pt x="116758" y="48699"/>
                  <a:pt x="118146" y="48197"/>
                  <a:pt x="119677" y="47862"/>
                </a:cubicBezTo>
                <a:cubicBezTo>
                  <a:pt x="121207" y="47527"/>
                  <a:pt x="122858" y="47360"/>
                  <a:pt x="124628" y="47360"/>
                </a:cubicBezTo>
                <a:cubicBezTo>
                  <a:pt x="126924" y="47360"/>
                  <a:pt x="128981" y="47659"/>
                  <a:pt x="130799" y="48257"/>
                </a:cubicBezTo>
                <a:cubicBezTo>
                  <a:pt x="132617" y="48855"/>
                  <a:pt x="134172" y="49776"/>
                  <a:pt x="135463" y="51020"/>
                </a:cubicBezTo>
                <a:cubicBezTo>
                  <a:pt x="136755" y="52263"/>
                  <a:pt x="137747" y="53890"/>
                  <a:pt x="138441" y="55899"/>
                </a:cubicBezTo>
                <a:cubicBezTo>
                  <a:pt x="139135" y="57908"/>
                  <a:pt x="139482" y="60300"/>
                  <a:pt x="139482" y="63075"/>
                </a:cubicBezTo>
                <a:lnTo>
                  <a:pt x="139482" y="110219"/>
                </a:lnTo>
                <a:lnTo>
                  <a:pt x="159430" y="110219"/>
                </a:lnTo>
                <a:lnTo>
                  <a:pt x="159430" y="63218"/>
                </a:lnTo>
                <a:cubicBezTo>
                  <a:pt x="159430" y="57526"/>
                  <a:pt x="158748" y="52658"/>
                  <a:pt x="157385" y="48616"/>
                </a:cubicBezTo>
                <a:cubicBezTo>
                  <a:pt x="156022" y="44573"/>
                  <a:pt x="154120" y="41261"/>
                  <a:pt x="151680" y="38677"/>
                </a:cubicBezTo>
                <a:cubicBezTo>
                  <a:pt x="149241" y="36094"/>
                  <a:pt x="146322" y="34192"/>
                  <a:pt x="142926" y="32973"/>
                </a:cubicBezTo>
                <a:cubicBezTo>
                  <a:pt x="139529" y="31753"/>
                  <a:pt x="135798" y="31143"/>
                  <a:pt x="131732" y="31143"/>
                </a:cubicBezTo>
                <a:cubicBezTo>
                  <a:pt x="128957" y="31143"/>
                  <a:pt x="126326" y="31549"/>
                  <a:pt x="123838" y="32363"/>
                </a:cubicBezTo>
                <a:cubicBezTo>
                  <a:pt x="121351" y="33176"/>
                  <a:pt x="119079" y="34324"/>
                  <a:pt x="117022" y="35807"/>
                </a:cubicBezTo>
                <a:cubicBezTo>
                  <a:pt x="115682" y="36764"/>
                  <a:pt x="114402" y="37876"/>
                  <a:pt x="113182" y="39144"/>
                </a:cubicBezTo>
                <a:cubicBezTo>
                  <a:pt x="111963" y="40411"/>
                  <a:pt x="110850" y="41787"/>
                  <a:pt x="109846" y="43270"/>
                </a:cubicBezTo>
                <a:close/>
                <a:moveTo>
                  <a:pt x="228734" y="110219"/>
                </a:moveTo>
                <a:lnTo>
                  <a:pt x="246817" y="110219"/>
                </a:lnTo>
                <a:lnTo>
                  <a:pt x="246817" y="32578"/>
                </a:lnTo>
                <a:lnTo>
                  <a:pt x="226796" y="32578"/>
                </a:lnTo>
                <a:lnTo>
                  <a:pt x="226796" y="87042"/>
                </a:lnTo>
                <a:cubicBezTo>
                  <a:pt x="226174" y="88286"/>
                  <a:pt x="225433" y="89410"/>
                  <a:pt x="224572" y="90414"/>
                </a:cubicBezTo>
                <a:cubicBezTo>
                  <a:pt x="223711" y="91419"/>
                  <a:pt x="222730" y="92280"/>
                  <a:pt x="221630" y="92998"/>
                </a:cubicBezTo>
                <a:cubicBezTo>
                  <a:pt x="220338" y="93811"/>
                  <a:pt x="218843" y="94433"/>
                  <a:pt x="217145" y="94863"/>
                </a:cubicBezTo>
                <a:cubicBezTo>
                  <a:pt x="215447" y="95294"/>
                  <a:pt x="213545" y="95509"/>
                  <a:pt x="211440" y="95509"/>
                </a:cubicBezTo>
                <a:cubicBezTo>
                  <a:pt x="209096" y="95509"/>
                  <a:pt x="207111" y="95222"/>
                  <a:pt x="205484" y="94648"/>
                </a:cubicBezTo>
                <a:cubicBezTo>
                  <a:pt x="203858" y="94074"/>
                  <a:pt x="202542" y="93117"/>
                  <a:pt x="201538" y="91778"/>
                </a:cubicBezTo>
                <a:cubicBezTo>
                  <a:pt x="200533" y="90486"/>
                  <a:pt x="199804" y="88764"/>
                  <a:pt x="199349" y="86611"/>
                </a:cubicBezTo>
                <a:cubicBezTo>
                  <a:pt x="198895" y="84458"/>
                  <a:pt x="198667" y="81803"/>
                  <a:pt x="198667" y="78646"/>
                </a:cubicBezTo>
                <a:lnTo>
                  <a:pt x="198667" y="32578"/>
                </a:lnTo>
                <a:lnTo>
                  <a:pt x="178719" y="32578"/>
                </a:lnTo>
                <a:lnTo>
                  <a:pt x="178719" y="78503"/>
                </a:lnTo>
                <a:cubicBezTo>
                  <a:pt x="178719" y="84387"/>
                  <a:pt x="179377" y="89422"/>
                  <a:pt x="180692" y="93608"/>
                </a:cubicBezTo>
                <a:cubicBezTo>
                  <a:pt x="182008" y="97793"/>
                  <a:pt x="183862" y="101226"/>
                  <a:pt x="186253" y="103905"/>
                </a:cubicBezTo>
                <a:cubicBezTo>
                  <a:pt x="188645" y="106632"/>
                  <a:pt x="191516" y="108617"/>
                  <a:pt x="194864" y="109861"/>
                </a:cubicBezTo>
                <a:cubicBezTo>
                  <a:pt x="198213" y="111104"/>
                  <a:pt x="201897" y="111726"/>
                  <a:pt x="205915" y="111726"/>
                </a:cubicBezTo>
                <a:cubicBezTo>
                  <a:pt x="210316" y="111726"/>
                  <a:pt x="214370" y="110626"/>
                  <a:pt x="218078" y="108425"/>
                </a:cubicBezTo>
                <a:cubicBezTo>
                  <a:pt x="221785" y="106225"/>
                  <a:pt x="224955" y="103187"/>
                  <a:pt x="227586" y="99312"/>
                </a:cubicBezTo>
                <a:lnTo>
                  <a:pt x="228734" y="110219"/>
                </a:lnTo>
                <a:close/>
                <a:moveTo>
                  <a:pt x="266248" y="110219"/>
                </a:moveTo>
                <a:lnTo>
                  <a:pt x="286268" y="110219"/>
                </a:lnTo>
                <a:lnTo>
                  <a:pt x="286268" y="55038"/>
                </a:lnTo>
                <a:cubicBezTo>
                  <a:pt x="286938" y="53986"/>
                  <a:pt x="287679" y="53029"/>
                  <a:pt x="288493" y="52168"/>
                </a:cubicBezTo>
                <a:cubicBezTo>
                  <a:pt x="289306" y="51307"/>
                  <a:pt x="290215" y="50565"/>
                  <a:pt x="291219" y="49943"/>
                </a:cubicBezTo>
                <a:cubicBezTo>
                  <a:pt x="292463" y="49082"/>
                  <a:pt x="293886" y="48436"/>
                  <a:pt x="295489" y="48006"/>
                </a:cubicBezTo>
                <a:cubicBezTo>
                  <a:pt x="297092" y="47575"/>
                  <a:pt x="298850" y="47360"/>
                  <a:pt x="300763" y="47360"/>
                </a:cubicBezTo>
                <a:cubicBezTo>
                  <a:pt x="303059" y="47360"/>
                  <a:pt x="305116" y="47587"/>
                  <a:pt x="306934" y="48042"/>
                </a:cubicBezTo>
                <a:cubicBezTo>
                  <a:pt x="308752" y="48496"/>
                  <a:pt x="310307" y="49297"/>
                  <a:pt x="311599" y="50445"/>
                </a:cubicBezTo>
                <a:cubicBezTo>
                  <a:pt x="312890" y="51594"/>
                  <a:pt x="313883" y="53160"/>
                  <a:pt x="314576" y="55146"/>
                </a:cubicBezTo>
                <a:cubicBezTo>
                  <a:pt x="315270" y="57131"/>
                  <a:pt x="315617" y="59654"/>
                  <a:pt x="315617" y="62716"/>
                </a:cubicBezTo>
                <a:lnTo>
                  <a:pt x="315617" y="110219"/>
                </a:lnTo>
                <a:lnTo>
                  <a:pt x="335565" y="110219"/>
                </a:lnTo>
                <a:lnTo>
                  <a:pt x="335565" y="62429"/>
                </a:lnTo>
                <a:cubicBezTo>
                  <a:pt x="335565" y="56784"/>
                  <a:pt x="334908" y="51988"/>
                  <a:pt x="333592" y="48042"/>
                </a:cubicBezTo>
                <a:cubicBezTo>
                  <a:pt x="332277" y="44095"/>
                  <a:pt x="330447" y="40854"/>
                  <a:pt x="328103" y="38318"/>
                </a:cubicBezTo>
                <a:cubicBezTo>
                  <a:pt x="325711" y="35831"/>
                  <a:pt x="322888" y="34013"/>
                  <a:pt x="319635" y="32865"/>
                </a:cubicBezTo>
                <a:cubicBezTo>
                  <a:pt x="316382" y="31717"/>
                  <a:pt x="312794" y="31143"/>
                  <a:pt x="308872" y="31143"/>
                </a:cubicBezTo>
                <a:cubicBezTo>
                  <a:pt x="305810" y="31143"/>
                  <a:pt x="302916" y="31573"/>
                  <a:pt x="300189" y="32434"/>
                </a:cubicBezTo>
                <a:cubicBezTo>
                  <a:pt x="297462" y="33295"/>
                  <a:pt x="294951" y="34539"/>
                  <a:pt x="292655" y="36166"/>
                </a:cubicBezTo>
                <a:cubicBezTo>
                  <a:pt x="291315" y="37123"/>
                  <a:pt x="290047" y="38199"/>
                  <a:pt x="288851" y="39395"/>
                </a:cubicBezTo>
                <a:cubicBezTo>
                  <a:pt x="287655" y="40591"/>
                  <a:pt x="286555" y="41906"/>
                  <a:pt x="285551" y="43341"/>
                </a:cubicBezTo>
                <a:lnTo>
                  <a:pt x="284331" y="32578"/>
                </a:lnTo>
                <a:lnTo>
                  <a:pt x="266248" y="32578"/>
                </a:lnTo>
                <a:lnTo>
                  <a:pt x="266248" y="110219"/>
                </a:lnTo>
                <a:close/>
                <a:moveTo>
                  <a:pt x="383629" y="78144"/>
                </a:moveTo>
                <a:lnTo>
                  <a:pt x="405658" y="110219"/>
                </a:lnTo>
                <a:lnTo>
                  <a:pt x="430128" y="110219"/>
                </a:lnTo>
                <a:lnTo>
                  <a:pt x="396761" y="64940"/>
                </a:lnTo>
                <a:lnTo>
                  <a:pt x="426038" y="32578"/>
                </a:lnTo>
                <a:lnTo>
                  <a:pt x="402071" y="32578"/>
                </a:lnTo>
                <a:lnTo>
                  <a:pt x="380615" y="56114"/>
                </a:lnTo>
                <a:lnTo>
                  <a:pt x="374588" y="63003"/>
                </a:lnTo>
                <a:lnTo>
                  <a:pt x="374588" y="0"/>
                </a:lnTo>
                <a:lnTo>
                  <a:pt x="354639" y="0"/>
                </a:lnTo>
                <a:lnTo>
                  <a:pt x="354639" y="110219"/>
                </a:lnTo>
                <a:lnTo>
                  <a:pt x="374588" y="110219"/>
                </a:lnTo>
                <a:lnTo>
                  <a:pt x="374588" y="86539"/>
                </a:lnTo>
                <a:lnTo>
                  <a:pt x="383629" y="78144"/>
                </a:lnTo>
                <a:close/>
                <a:moveTo>
                  <a:pt x="508544" y="125791"/>
                </a:moveTo>
                <a:lnTo>
                  <a:pt x="508544" y="110219"/>
                </a:lnTo>
                <a:lnTo>
                  <a:pt x="443102" y="110219"/>
                </a:lnTo>
                <a:lnTo>
                  <a:pt x="443102" y="125791"/>
                </a:lnTo>
                <a:lnTo>
                  <a:pt x="508544" y="125791"/>
                </a:lnTo>
                <a:close/>
                <a:moveTo>
                  <a:pt x="534937" y="0"/>
                </a:moveTo>
                <a:lnTo>
                  <a:pt x="534937" y="16289"/>
                </a:lnTo>
                <a:lnTo>
                  <a:pt x="558186" y="16289"/>
                </a:lnTo>
                <a:lnTo>
                  <a:pt x="558186" y="94002"/>
                </a:lnTo>
                <a:lnTo>
                  <a:pt x="534937" y="94002"/>
                </a:lnTo>
                <a:lnTo>
                  <a:pt x="534937" y="110219"/>
                </a:lnTo>
                <a:lnTo>
                  <a:pt x="600595" y="110219"/>
                </a:lnTo>
                <a:lnTo>
                  <a:pt x="600595" y="94002"/>
                </a:lnTo>
                <a:lnTo>
                  <a:pt x="578350" y="94002"/>
                </a:lnTo>
                <a:lnTo>
                  <a:pt x="578350" y="0"/>
                </a:lnTo>
                <a:lnTo>
                  <a:pt x="534937" y="0"/>
                </a:lnTo>
                <a:close/>
                <a:moveTo>
                  <a:pt x="656624" y="111655"/>
                </a:moveTo>
                <a:cubicBezTo>
                  <a:pt x="664134" y="111655"/>
                  <a:pt x="670640" y="110195"/>
                  <a:pt x="676142" y="107277"/>
                </a:cubicBezTo>
                <a:cubicBezTo>
                  <a:pt x="681643" y="104359"/>
                  <a:pt x="685662" y="101106"/>
                  <a:pt x="688197" y="97518"/>
                </a:cubicBezTo>
                <a:lnTo>
                  <a:pt x="678223" y="86755"/>
                </a:lnTo>
                <a:cubicBezTo>
                  <a:pt x="675926" y="89721"/>
                  <a:pt x="672937" y="91945"/>
                  <a:pt x="669253" y="93428"/>
                </a:cubicBezTo>
                <a:cubicBezTo>
                  <a:pt x="665569" y="94911"/>
                  <a:pt x="661766" y="95653"/>
                  <a:pt x="657844" y="95653"/>
                </a:cubicBezTo>
                <a:cubicBezTo>
                  <a:pt x="655069" y="95653"/>
                  <a:pt x="652510" y="95222"/>
                  <a:pt x="650166" y="94361"/>
                </a:cubicBezTo>
                <a:cubicBezTo>
                  <a:pt x="647821" y="93500"/>
                  <a:pt x="645740" y="92280"/>
                  <a:pt x="643923" y="90701"/>
                </a:cubicBezTo>
                <a:cubicBezTo>
                  <a:pt x="642153" y="89171"/>
                  <a:pt x="640741" y="87460"/>
                  <a:pt x="639689" y="85571"/>
                </a:cubicBezTo>
                <a:cubicBezTo>
                  <a:pt x="638636" y="83681"/>
                  <a:pt x="637775" y="81182"/>
                  <a:pt x="637106" y="78072"/>
                </a:cubicBezTo>
                <a:lnTo>
                  <a:pt x="637106" y="77857"/>
                </a:lnTo>
                <a:lnTo>
                  <a:pt x="689776" y="77857"/>
                </a:lnTo>
                <a:lnTo>
                  <a:pt x="689776" y="69389"/>
                </a:lnTo>
                <a:cubicBezTo>
                  <a:pt x="689776" y="63697"/>
                  <a:pt x="688986" y="58494"/>
                  <a:pt x="687408" y="53782"/>
                </a:cubicBezTo>
                <a:cubicBezTo>
                  <a:pt x="685829" y="49070"/>
                  <a:pt x="683533" y="45040"/>
                  <a:pt x="680519" y="41691"/>
                </a:cubicBezTo>
                <a:cubicBezTo>
                  <a:pt x="677457" y="38342"/>
                  <a:pt x="673738" y="35747"/>
                  <a:pt x="669361" y="33905"/>
                </a:cubicBezTo>
                <a:cubicBezTo>
                  <a:pt x="664983" y="32064"/>
                  <a:pt x="659996" y="31143"/>
                  <a:pt x="654399" y="31143"/>
                </a:cubicBezTo>
                <a:cubicBezTo>
                  <a:pt x="648993" y="31143"/>
                  <a:pt x="643994" y="32123"/>
                  <a:pt x="639402" y="34085"/>
                </a:cubicBezTo>
                <a:cubicBezTo>
                  <a:pt x="634809" y="36046"/>
                  <a:pt x="630839" y="38797"/>
                  <a:pt x="627490" y="42337"/>
                </a:cubicBezTo>
                <a:cubicBezTo>
                  <a:pt x="624141" y="45877"/>
                  <a:pt x="621534" y="50099"/>
                  <a:pt x="619669" y="55002"/>
                </a:cubicBezTo>
                <a:cubicBezTo>
                  <a:pt x="617803" y="59905"/>
                  <a:pt x="616870" y="65323"/>
                  <a:pt x="616870" y="71255"/>
                </a:cubicBezTo>
                <a:lnTo>
                  <a:pt x="616870" y="74125"/>
                </a:lnTo>
                <a:cubicBezTo>
                  <a:pt x="616870" y="79340"/>
                  <a:pt x="617815" y="84231"/>
                  <a:pt x="619704" y="88800"/>
                </a:cubicBezTo>
                <a:cubicBezTo>
                  <a:pt x="621594" y="93368"/>
                  <a:pt x="624285" y="97327"/>
                  <a:pt x="627777" y="100676"/>
                </a:cubicBezTo>
                <a:cubicBezTo>
                  <a:pt x="631269" y="104072"/>
                  <a:pt x="635455" y="106751"/>
                  <a:pt x="640335" y="108713"/>
                </a:cubicBezTo>
                <a:cubicBezTo>
                  <a:pt x="645214" y="110674"/>
                  <a:pt x="650644" y="111655"/>
                  <a:pt x="656624" y="111655"/>
                </a:cubicBezTo>
                <a:moveTo>
                  <a:pt x="654256" y="47288"/>
                </a:moveTo>
                <a:cubicBezTo>
                  <a:pt x="656791" y="47288"/>
                  <a:pt x="659028" y="47683"/>
                  <a:pt x="660965" y="48472"/>
                </a:cubicBezTo>
                <a:cubicBezTo>
                  <a:pt x="662902" y="49261"/>
                  <a:pt x="664541" y="50326"/>
                  <a:pt x="665880" y="51665"/>
                </a:cubicBezTo>
                <a:cubicBezTo>
                  <a:pt x="667220" y="53053"/>
                  <a:pt x="668272" y="54679"/>
                  <a:pt x="669038" y="56545"/>
                </a:cubicBezTo>
                <a:cubicBezTo>
                  <a:pt x="669803" y="58411"/>
                  <a:pt x="670186" y="60396"/>
                  <a:pt x="670186" y="62501"/>
                </a:cubicBezTo>
                <a:lnTo>
                  <a:pt x="670186" y="64079"/>
                </a:lnTo>
                <a:lnTo>
                  <a:pt x="637464" y="64079"/>
                </a:lnTo>
                <a:cubicBezTo>
                  <a:pt x="637943" y="61544"/>
                  <a:pt x="638660" y="59248"/>
                  <a:pt x="639617" y="57191"/>
                </a:cubicBezTo>
                <a:cubicBezTo>
                  <a:pt x="640574" y="55134"/>
                  <a:pt x="641770" y="53364"/>
                  <a:pt x="643205" y="51881"/>
                </a:cubicBezTo>
                <a:cubicBezTo>
                  <a:pt x="644592" y="50398"/>
                  <a:pt x="646219" y="49261"/>
                  <a:pt x="648085" y="48472"/>
                </a:cubicBezTo>
                <a:cubicBezTo>
                  <a:pt x="649950" y="47683"/>
                  <a:pt x="652007" y="47288"/>
                  <a:pt x="654256" y="47288"/>
                </a:cubicBezTo>
                <a:close/>
                <a:moveTo>
                  <a:pt x="707126" y="110219"/>
                </a:moveTo>
                <a:lnTo>
                  <a:pt x="727146" y="110219"/>
                </a:lnTo>
                <a:lnTo>
                  <a:pt x="727146" y="55038"/>
                </a:lnTo>
                <a:cubicBezTo>
                  <a:pt x="727816" y="53986"/>
                  <a:pt x="728557" y="53029"/>
                  <a:pt x="729371" y="52168"/>
                </a:cubicBezTo>
                <a:cubicBezTo>
                  <a:pt x="730184" y="51307"/>
                  <a:pt x="731093" y="50565"/>
                  <a:pt x="732097" y="49943"/>
                </a:cubicBezTo>
                <a:cubicBezTo>
                  <a:pt x="733341" y="49082"/>
                  <a:pt x="734764" y="48436"/>
                  <a:pt x="736367" y="48006"/>
                </a:cubicBezTo>
                <a:cubicBezTo>
                  <a:pt x="737970" y="47575"/>
                  <a:pt x="739728" y="47360"/>
                  <a:pt x="741641" y="47360"/>
                </a:cubicBezTo>
                <a:cubicBezTo>
                  <a:pt x="743937" y="47360"/>
                  <a:pt x="745994" y="47587"/>
                  <a:pt x="747812" y="48042"/>
                </a:cubicBezTo>
                <a:cubicBezTo>
                  <a:pt x="749630" y="48496"/>
                  <a:pt x="751185" y="49297"/>
                  <a:pt x="752476" y="50445"/>
                </a:cubicBezTo>
                <a:cubicBezTo>
                  <a:pt x="753768" y="51594"/>
                  <a:pt x="754761" y="53160"/>
                  <a:pt x="755454" y="55146"/>
                </a:cubicBezTo>
                <a:cubicBezTo>
                  <a:pt x="756148" y="57131"/>
                  <a:pt x="756495" y="59654"/>
                  <a:pt x="756495" y="62716"/>
                </a:cubicBezTo>
                <a:lnTo>
                  <a:pt x="756495" y="110219"/>
                </a:lnTo>
                <a:lnTo>
                  <a:pt x="776443" y="110219"/>
                </a:lnTo>
                <a:lnTo>
                  <a:pt x="776443" y="62429"/>
                </a:lnTo>
                <a:cubicBezTo>
                  <a:pt x="776443" y="56784"/>
                  <a:pt x="775786" y="51988"/>
                  <a:pt x="774470" y="48042"/>
                </a:cubicBezTo>
                <a:cubicBezTo>
                  <a:pt x="773155" y="44095"/>
                  <a:pt x="771325" y="40854"/>
                  <a:pt x="768981" y="38318"/>
                </a:cubicBezTo>
                <a:cubicBezTo>
                  <a:pt x="766589" y="35831"/>
                  <a:pt x="763766" y="34013"/>
                  <a:pt x="760513" y="32865"/>
                </a:cubicBezTo>
                <a:cubicBezTo>
                  <a:pt x="757260" y="31717"/>
                  <a:pt x="753672" y="31143"/>
                  <a:pt x="749750" y="31143"/>
                </a:cubicBezTo>
                <a:cubicBezTo>
                  <a:pt x="746688" y="31143"/>
                  <a:pt x="743794" y="31573"/>
                  <a:pt x="741067" y="32434"/>
                </a:cubicBezTo>
                <a:cubicBezTo>
                  <a:pt x="738340" y="33295"/>
                  <a:pt x="735829" y="34539"/>
                  <a:pt x="733533" y="36166"/>
                </a:cubicBezTo>
                <a:cubicBezTo>
                  <a:pt x="732193" y="37123"/>
                  <a:pt x="730925" y="38199"/>
                  <a:pt x="729729" y="39395"/>
                </a:cubicBezTo>
                <a:cubicBezTo>
                  <a:pt x="728533" y="40591"/>
                  <a:pt x="727433" y="41906"/>
                  <a:pt x="726429" y="43341"/>
                </a:cubicBezTo>
                <a:lnTo>
                  <a:pt x="725209" y="32578"/>
                </a:lnTo>
                <a:lnTo>
                  <a:pt x="707126" y="32578"/>
                </a:lnTo>
                <a:lnTo>
                  <a:pt x="707126" y="110219"/>
                </a:lnTo>
                <a:close/>
                <a:moveTo>
                  <a:pt x="819269" y="39395"/>
                </a:moveTo>
                <a:cubicBezTo>
                  <a:pt x="819269" y="43078"/>
                  <a:pt x="820513" y="46164"/>
                  <a:pt x="823000" y="48652"/>
                </a:cubicBezTo>
                <a:cubicBezTo>
                  <a:pt x="825488" y="51139"/>
                  <a:pt x="828860" y="52383"/>
                  <a:pt x="833118" y="52383"/>
                </a:cubicBezTo>
                <a:cubicBezTo>
                  <a:pt x="837328" y="52383"/>
                  <a:pt x="840689" y="51151"/>
                  <a:pt x="843200" y="48687"/>
                </a:cubicBezTo>
                <a:cubicBezTo>
                  <a:pt x="845712" y="46224"/>
                  <a:pt x="846967" y="43126"/>
                  <a:pt x="846967" y="39395"/>
                </a:cubicBezTo>
                <a:cubicBezTo>
                  <a:pt x="846967" y="35663"/>
                  <a:pt x="845735" y="32530"/>
                  <a:pt x="843272" y="29995"/>
                </a:cubicBezTo>
                <a:cubicBezTo>
                  <a:pt x="840808" y="27459"/>
                  <a:pt x="837424" y="26191"/>
                  <a:pt x="833118" y="26191"/>
                </a:cubicBezTo>
                <a:cubicBezTo>
                  <a:pt x="828765" y="26191"/>
                  <a:pt x="825368" y="27471"/>
                  <a:pt x="822929" y="30030"/>
                </a:cubicBezTo>
                <a:cubicBezTo>
                  <a:pt x="820489" y="32590"/>
                  <a:pt x="819269" y="35711"/>
                  <a:pt x="819269" y="39395"/>
                </a:cubicBezTo>
                <a:moveTo>
                  <a:pt x="841585" y="108641"/>
                </a:moveTo>
                <a:lnTo>
                  <a:pt x="841657" y="92782"/>
                </a:lnTo>
                <a:lnTo>
                  <a:pt x="822929" y="92782"/>
                </a:lnTo>
                <a:lnTo>
                  <a:pt x="822929" y="109574"/>
                </a:lnTo>
                <a:cubicBezTo>
                  <a:pt x="822929" y="114836"/>
                  <a:pt x="822307" y="119345"/>
                  <a:pt x="821063" y="123100"/>
                </a:cubicBezTo>
                <a:cubicBezTo>
                  <a:pt x="819819" y="126855"/>
                  <a:pt x="818288" y="130455"/>
                  <a:pt x="816470" y="133899"/>
                </a:cubicBezTo>
                <a:lnTo>
                  <a:pt x="827019" y="139353"/>
                </a:lnTo>
                <a:cubicBezTo>
                  <a:pt x="831324" y="135526"/>
                  <a:pt x="834828" y="130814"/>
                  <a:pt x="837531" y="125217"/>
                </a:cubicBezTo>
                <a:cubicBezTo>
                  <a:pt x="840234" y="119620"/>
                  <a:pt x="841585" y="114094"/>
                  <a:pt x="841585" y="108641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449B48-DAAA-42E4-A2DF-E2B899A5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255" y="867796"/>
            <a:ext cx="10" cy="193759"/>
          </a:xfrm>
          <a:custGeom xmlns:a="http://schemas.openxmlformats.org/drawingml/2006/main">
            <a:pathLst>
              <a:path w="1" h="193759">
                <a:moveTo>
                  <a:pt x="0" y="0"/>
                </a:moveTo>
                <a:lnTo>
                  <a:pt x="0" y="0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C2368A-15C9-4E19-B94D-B967BB5F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476" y="1057011"/>
            <a:ext cx="1498779" cy="176351"/>
          </a:xfrm>
          <a:custGeom xmlns:a="http://schemas.openxmlformats.org/drawingml/2006/main">
            <a:pathLst>
              <a:path w="1498779" h="176351">
                <a:moveTo>
                  <a:pt x="0" y="0"/>
                </a:moveTo>
                <a:lnTo>
                  <a:pt x="1498779" y="0"/>
                </a:lnTo>
                <a:lnTo>
                  <a:pt x="1498779" y="176351"/>
                </a:lnTo>
                <a:lnTo>
                  <a:pt x="0" y="176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4142D7-638E-40D1-B98E-8A4567A8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476" y="1044147"/>
            <a:ext cx="528981" cy="193759"/>
          </a:xfrm>
          <a:custGeom xmlns:a="http://schemas.openxmlformats.org/drawingml/2006/main">
            <a:pathLst>
              <a:path w="528981" h="193759">
                <a:moveTo>
                  <a:pt x="0" y="0"/>
                </a:moveTo>
                <a:lnTo>
                  <a:pt x="528981" y="0"/>
                </a:lnTo>
                <a:lnTo>
                  <a:pt x="528981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uint32">
            <a:extLst xmlns:a="http://schemas.openxmlformats.org/drawingml/2006/main">
              <a:ext uri="{FF2B5EF4-FFF2-40B4-BE49-F238E27FC236}">
                <a16:creationId xmlns:a16="http://schemas.microsoft.com/office/drawing/2014/main" id="{9281BE47-E416-4753-B6F6-E988C32F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240" y="1089953"/>
            <a:ext cx="508545" cy="109645"/>
          </a:xfrm>
          <a:custGeom xmlns:a="http://schemas.openxmlformats.org/drawingml/2006/main">
            <a:pathLst>
              <a:path w="508545" h="109645">
                <a:moveTo>
                  <a:pt x="50015" y="108138"/>
                </a:moveTo>
                <a:lnTo>
                  <a:pt x="68098" y="108138"/>
                </a:lnTo>
                <a:lnTo>
                  <a:pt x="68098" y="30497"/>
                </a:lnTo>
                <a:lnTo>
                  <a:pt x="48077" y="30497"/>
                </a:lnTo>
                <a:lnTo>
                  <a:pt x="48077" y="84961"/>
                </a:lnTo>
                <a:cubicBezTo>
                  <a:pt x="47456" y="86205"/>
                  <a:pt x="46714" y="87329"/>
                  <a:pt x="45853" y="88333"/>
                </a:cubicBezTo>
                <a:cubicBezTo>
                  <a:pt x="44992" y="89338"/>
                  <a:pt x="44011" y="90199"/>
                  <a:pt x="42911" y="90917"/>
                </a:cubicBezTo>
                <a:cubicBezTo>
                  <a:pt x="41619" y="91730"/>
                  <a:pt x="40124" y="92352"/>
                  <a:pt x="38426" y="92782"/>
                </a:cubicBezTo>
                <a:cubicBezTo>
                  <a:pt x="36728" y="93213"/>
                  <a:pt x="34826" y="93428"/>
                  <a:pt x="32721" y="93428"/>
                </a:cubicBezTo>
                <a:cubicBezTo>
                  <a:pt x="30377" y="93428"/>
                  <a:pt x="28392" y="93141"/>
                  <a:pt x="26766" y="92567"/>
                </a:cubicBezTo>
                <a:cubicBezTo>
                  <a:pt x="25139" y="91993"/>
                  <a:pt x="23823" y="91036"/>
                  <a:pt x="22819" y="89697"/>
                </a:cubicBezTo>
                <a:cubicBezTo>
                  <a:pt x="21814" y="88405"/>
                  <a:pt x="21085" y="86683"/>
                  <a:pt x="20630" y="84530"/>
                </a:cubicBezTo>
                <a:cubicBezTo>
                  <a:pt x="20176" y="82378"/>
                  <a:pt x="19949" y="79723"/>
                  <a:pt x="19949" y="76565"/>
                </a:cubicBezTo>
                <a:lnTo>
                  <a:pt x="19949" y="30497"/>
                </a:lnTo>
                <a:lnTo>
                  <a:pt x="0" y="30497"/>
                </a:lnTo>
                <a:lnTo>
                  <a:pt x="0" y="76422"/>
                </a:lnTo>
                <a:cubicBezTo>
                  <a:pt x="0" y="82306"/>
                  <a:pt x="658" y="87341"/>
                  <a:pt x="1973" y="91527"/>
                </a:cubicBezTo>
                <a:cubicBezTo>
                  <a:pt x="3289" y="95712"/>
                  <a:pt x="5143" y="99145"/>
                  <a:pt x="7535" y="101824"/>
                </a:cubicBezTo>
                <a:cubicBezTo>
                  <a:pt x="9926" y="104551"/>
                  <a:pt x="12797" y="106536"/>
                  <a:pt x="16145" y="107780"/>
                </a:cubicBezTo>
                <a:cubicBezTo>
                  <a:pt x="19494" y="109023"/>
                  <a:pt x="23178" y="109645"/>
                  <a:pt x="27196" y="109645"/>
                </a:cubicBezTo>
                <a:cubicBezTo>
                  <a:pt x="31597" y="109645"/>
                  <a:pt x="35651" y="108545"/>
                  <a:pt x="39359" y="106345"/>
                </a:cubicBezTo>
                <a:cubicBezTo>
                  <a:pt x="43066" y="104144"/>
                  <a:pt x="46236" y="101106"/>
                  <a:pt x="48867" y="97231"/>
                </a:cubicBezTo>
                <a:lnTo>
                  <a:pt x="50015" y="108138"/>
                </a:lnTo>
                <a:close/>
                <a:moveTo>
                  <a:pt x="92840" y="30497"/>
                </a:moveTo>
                <a:lnTo>
                  <a:pt x="92840" y="46786"/>
                </a:lnTo>
                <a:lnTo>
                  <a:pt x="114941" y="46786"/>
                </a:lnTo>
                <a:lnTo>
                  <a:pt x="114941" y="91921"/>
                </a:lnTo>
                <a:lnTo>
                  <a:pt x="92840" y="91921"/>
                </a:lnTo>
                <a:lnTo>
                  <a:pt x="92840" y="108138"/>
                </a:lnTo>
                <a:lnTo>
                  <a:pt x="156130" y="108138"/>
                </a:lnTo>
                <a:lnTo>
                  <a:pt x="156130" y="91921"/>
                </a:lnTo>
                <a:lnTo>
                  <a:pt x="135105" y="91921"/>
                </a:lnTo>
                <a:lnTo>
                  <a:pt x="135105" y="30497"/>
                </a:lnTo>
                <a:lnTo>
                  <a:pt x="92840" y="30497"/>
                </a:lnTo>
                <a:moveTo>
                  <a:pt x="113506" y="10620"/>
                </a:moveTo>
                <a:cubicBezTo>
                  <a:pt x="113506" y="12151"/>
                  <a:pt x="113781" y="13574"/>
                  <a:pt x="114331" y="14890"/>
                </a:cubicBezTo>
                <a:cubicBezTo>
                  <a:pt x="114881" y="16205"/>
                  <a:pt x="115658" y="17317"/>
                  <a:pt x="116663" y="18226"/>
                </a:cubicBezTo>
                <a:cubicBezTo>
                  <a:pt x="117668" y="19183"/>
                  <a:pt x="118876" y="19925"/>
                  <a:pt x="120287" y="20451"/>
                </a:cubicBezTo>
                <a:cubicBezTo>
                  <a:pt x="121698" y="20977"/>
                  <a:pt x="123265" y="21240"/>
                  <a:pt x="124987" y="21240"/>
                </a:cubicBezTo>
                <a:cubicBezTo>
                  <a:pt x="128527" y="21240"/>
                  <a:pt x="131337" y="20248"/>
                  <a:pt x="133418" y="18262"/>
                </a:cubicBezTo>
                <a:cubicBezTo>
                  <a:pt x="135499" y="16277"/>
                  <a:pt x="136540" y="13730"/>
                  <a:pt x="136540" y="10620"/>
                </a:cubicBezTo>
                <a:cubicBezTo>
                  <a:pt x="136540" y="7511"/>
                  <a:pt x="135499" y="4963"/>
                  <a:pt x="133418" y="2978"/>
                </a:cubicBezTo>
                <a:cubicBezTo>
                  <a:pt x="131337" y="993"/>
                  <a:pt x="128527" y="0"/>
                  <a:pt x="124987" y="0"/>
                </a:cubicBezTo>
                <a:cubicBezTo>
                  <a:pt x="123265" y="0"/>
                  <a:pt x="121698" y="263"/>
                  <a:pt x="120287" y="789"/>
                </a:cubicBezTo>
                <a:cubicBezTo>
                  <a:pt x="118876" y="1316"/>
                  <a:pt x="117668" y="2033"/>
                  <a:pt x="116663" y="2942"/>
                </a:cubicBezTo>
                <a:cubicBezTo>
                  <a:pt x="115658" y="3899"/>
                  <a:pt x="114881" y="5035"/>
                  <a:pt x="114331" y="6351"/>
                </a:cubicBezTo>
                <a:cubicBezTo>
                  <a:pt x="113781" y="7666"/>
                  <a:pt x="113506" y="9089"/>
                  <a:pt x="113506" y="10620"/>
                </a:cubicBezTo>
                <a:close/>
                <a:moveTo>
                  <a:pt x="175705" y="108138"/>
                </a:moveTo>
                <a:lnTo>
                  <a:pt x="195725" y="108138"/>
                </a:lnTo>
                <a:lnTo>
                  <a:pt x="195725" y="52957"/>
                </a:lnTo>
                <a:cubicBezTo>
                  <a:pt x="196395" y="51905"/>
                  <a:pt x="197136" y="50948"/>
                  <a:pt x="197950" y="50087"/>
                </a:cubicBezTo>
                <a:cubicBezTo>
                  <a:pt x="198763" y="49226"/>
                  <a:pt x="199672" y="48484"/>
                  <a:pt x="200676" y="47862"/>
                </a:cubicBezTo>
                <a:cubicBezTo>
                  <a:pt x="201920" y="47001"/>
                  <a:pt x="203343" y="46355"/>
                  <a:pt x="204946" y="45925"/>
                </a:cubicBezTo>
                <a:cubicBezTo>
                  <a:pt x="206549" y="45494"/>
                  <a:pt x="208307" y="45279"/>
                  <a:pt x="210220" y="45279"/>
                </a:cubicBezTo>
                <a:cubicBezTo>
                  <a:pt x="212516" y="45279"/>
                  <a:pt x="214573" y="45506"/>
                  <a:pt x="216391" y="45961"/>
                </a:cubicBezTo>
                <a:cubicBezTo>
                  <a:pt x="218209" y="46415"/>
                  <a:pt x="219764" y="47216"/>
                  <a:pt x="221055" y="48365"/>
                </a:cubicBezTo>
                <a:cubicBezTo>
                  <a:pt x="222347" y="49513"/>
                  <a:pt x="223340" y="51079"/>
                  <a:pt x="224033" y="53065"/>
                </a:cubicBezTo>
                <a:cubicBezTo>
                  <a:pt x="224727" y="55050"/>
                  <a:pt x="225074" y="57573"/>
                  <a:pt x="225074" y="60635"/>
                </a:cubicBezTo>
                <a:lnTo>
                  <a:pt x="225074" y="108138"/>
                </a:lnTo>
                <a:lnTo>
                  <a:pt x="245022" y="108138"/>
                </a:lnTo>
                <a:lnTo>
                  <a:pt x="245022" y="60348"/>
                </a:lnTo>
                <a:cubicBezTo>
                  <a:pt x="245022" y="54703"/>
                  <a:pt x="244365" y="49907"/>
                  <a:pt x="243049" y="45961"/>
                </a:cubicBezTo>
                <a:cubicBezTo>
                  <a:pt x="241734" y="42014"/>
                  <a:pt x="239904" y="38773"/>
                  <a:pt x="237560" y="36238"/>
                </a:cubicBezTo>
                <a:cubicBezTo>
                  <a:pt x="235168" y="33750"/>
                  <a:pt x="232345" y="31932"/>
                  <a:pt x="229092" y="30784"/>
                </a:cubicBezTo>
                <a:cubicBezTo>
                  <a:pt x="225839" y="29636"/>
                  <a:pt x="222251" y="29062"/>
                  <a:pt x="218329" y="29062"/>
                </a:cubicBezTo>
                <a:cubicBezTo>
                  <a:pt x="215267" y="29062"/>
                  <a:pt x="212373" y="29492"/>
                  <a:pt x="209646" y="30353"/>
                </a:cubicBezTo>
                <a:cubicBezTo>
                  <a:pt x="206919" y="31214"/>
                  <a:pt x="204408" y="32458"/>
                  <a:pt x="202112" y="34085"/>
                </a:cubicBezTo>
                <a:cubicBezTo>
                  <a:pt x="200772" y="35042"/>
                  <a:pt x="199504" y="36118"/>
                  <a:pt x="198308" y="37314"/>
                </a:cubicBezTo>
                <a:cubicBezTo>
                  <a:pt x="197112" y="38510"/>
                  <a:pt x="196012" y="39825"/>
                  <a:pt x="195008" y="41261"/>
                </a:cubicBezTo>
                <a:lnTo>
                  <a:pt x="193788" y="30497"/>
                </a:lnTo>
                <a:lnTo>
                  <a:pt x="175705" y="30497"/>
                </a:lnTo>
                <a:lnTo>
                  <a:pt x="175705" y="108138"/>
                </a:lnTo>
                <a:close/>
                <a:moveTo>
                  <a:pt x="300477" y="11481"/>
                </a:moveTo>
                <a:lnTo>
                  <a:pt x="280528" y="11481"/>
                </a:lnTo>
                <a:lnTo>
                  <a:pt x="280528" y="30497"/>
                </a:lnTo>
                <a:lnTo>
                  <a:pt x="262804" y="30497"/>
                </a:lnTo>
                <a:lnTo>
                  <a:pt x="262804" y="45207"/>
                </a:lnTo>
                <a:lnTo>
                  <a:pt x="280528" y="45207"/>
                </a:lnTo>
                <a:lnTo>
                  <a:pt x="280528" y="80512"/>
                </a:lnTo>
                <a:cubicBezTo>
                  <a:pt x="280528" y="85631"/>
                  <a:pt x="281198" y="90020"/>
                  <a:pt x="282537" y="93679"/>
                </a:cubicBezTo>
                <a:cubicBezTo>
                  <a:pt x="283877" y="97339"/>
                  <a:pt x="285790" y="100341"/>
                  <a:pt x="288278" y="102685"/>
                </a:cubicBezTo>
                <a:cubicBezTo>
                  <a:pt x="290718" y="105077"/>
                  <a:pt x="293672" y="106835"/>
                  <a:pt x="297140" y="107959"/>
                </a:cubicBezTo>
                <a:cubicBezTo>
                  <a:pt x="300608" y="109083"/>
                  <a:pt x="304471" y="109645"/>
                  <a:pt x="308729" y="109645"/>
                </a:cubicBezTo>
                <a:cubicBezTo>
                  <a:pt x="310929" y="109645"/>
                  <a:pt x="313166" y="109538"/>
                  <a:pt x="315438" y="109322"/>
                </a:cubicBezTo>
                <a:cubicBezTo>
                  <a:pt x="317710" y="109107"/>
                  <a:pt x="319899" y="108808"/>
                  <a:pt x="322004" y="108425"/>
                </a:cubicBezTo>
                <a:cubicBezTo>
                  <a:pt x="324109" y="108043"/>
                  <a:pt x="326094" y="107552"/>
                  <a:pt x="327960" y="106954"/>
                </a:cubicBezTo>
                <a:cubicBezTo>
                  <a:pt x="329825" y="106356"/>
                  <a:pt x="331452" y="105651"/>
                  <a:pt x="332839" y="104838"/>
                </a:cubicBezTo>
                <a:lnTo>
                  <a:pt x="330902" y="91132"/>
                </a:lnTo>
                <a:cubicBezTo>
                  <a:pt x="329993" y="91371"/>
                  <a:pt x="328905" y="91610"/>
                  <a:pt x="327637" y="91850"/>
                </a:cubicBezTo>
                <a:cubicBezTo>
                  <a:pt x="326369" y="92089"/>
                  <a:pt x="325018" y="92304"/>
                  <a:pt x="323583" y="92495"/>
                </a:cubicBezTo>
                <a:cubicBezTo>
                  <a:pt x="322100" y="92735"/>
                  <a:pt x="320557" y="92926"/>
                  <a:pt x="318954" y="93069"/>
                </a:cubicBezTo>
                <a:cubicBezTo>
                  <a:pt x="317352" y="93213"/>
                  <a:pt x="315785" y="93285"/>
                  <a:pt x="314254" y="93285"/>
                </a:cubicBezTo>
                <a:cubicBezTo>
                  <a:pt x="312149" y="93285"/>
                  <a:pt x="310248" y="93045"/>
                  <a:pt x="308549" y="92567"/>
                </a:cubicBezTo>
                <a:cubicBezTo>
                  <a:pt x="306851" y="92089"/>
                  <a:pt x="305404" y="91275"/>
                  <a:pt x="304208" y="90127"/>
                </a:cubicBezTo>
                <a:cubicBezTo>
                  <a:pt x="303012" y="89027"/>
                  <a:pt x="302091" y="87532"/>
                  <a:pt x="301445" y="85643"/>
                </a:cubicBezTo>
                <a:cubicBezTo>
                  <a:pt x="300800" y="83753"/>
                  <a:pt x="300477" y="81397"/>
                  <a:pt x="300477" y="78574"/>
                </a:cubicBezTo>
                <a:lnTo>
                  <a:pt x="300477" y="45207"/>
                </a:lnTo>
                <a:lnTo>
                  <a:pt x="329467" y="45207"/>
                </a:lnTo>
                <a:lnTo>
                  <a:pt x="329467" y="30497"/>
                </a:lnTo>
                <a:lnTo>
                  <a:pt x="300477" y="30497"/>
                </a:lnTo>
                <a:lnTo>
                  <a:pt x="300477" y="11481"/>
                </a:lnTo>
                <a:close/>
                <a:moveTo>
                  <a:pt x="372148" y="47145"/>
                </a:moveTo>
                <a:lnTo>
                  <a:pt x="372148" y="62644"/>
                </a:lnTo>
                <a:lnTo>
                  <a:pt x="382984" y="62644"/>
                </a:lnTo>
                <a:cubicBezTo>
                  <a:pt x="385711" y="62644"/>
                  <a:pt x="388162" y="62955"/>
                  <a:pt x="390339" y="63577"/>
                </a:cubicBezTo>
                <a:cubicBezTo>
                  <a:pt x="392515" y="64199"/>
                  <a:pt x="394393" y="65156"/>
                  <a:pt x="395972" y="66447"/>
                </a:cubicBezTo>
                <a:cubicBezTo>
                  <a:pt x="397503" y="67739"/>
                  <a:pt x="398675" y="69389"/>
                  <a:pt x="399488" y="71399"/>
                </a:cubicBezTo>
                <a:cubicBezTo>
                  <a:pt x="400301" y="73408"/>
                  <a:pt x="400708" y="75824"/>
                  <a:pt x="400708" y="78646"/>
                </a:cubicBezTo>
                <a:cubicBezTo>
                  <a:pt x="400708" y="80895"/>
                  <a:pt x="400361" y="82928"/>
                  <a:pt x="399667" y="84746"/>
                </a:cubicBezTo>
                <a:cubicBezTo>
                  <a:pt x="398974" y="86563"/>
                  <a:pt x="397957" y="88094"/>
                  <a:pt x="396618" y="89338"/>
                </a:cubicBezTo>
                <a:cubicBezTo>
                  <a:pt x="395230" y="90725"/>
                  <a:pt x="393508" y="91778"/>
                  <a:pt x="391451" y="92495"/>
                </a:cubicBezTo>
                <a:cubicBezTo>
                  <a:pt x="389394" y="93213"/>
                  <a:pt x="387074" y="93572"/>
                  <a:pt x="384491" y="93572"/>
                </a:cubicBezTo>
                <a:cubicBezTo>
                  <a:pt x="382194" y="93572"/>
                  <a:pt x="380090" y="93225"/>
                  <a:pt x="378176" y="92531"/>
                </a:cubicBezTo>
                <a:cubicBezTo>
                  <a:pt x="376262" y="91838"/>
                  <a:pt x="374612" y="90869"/>
                  <a:pt x="373225" y="89625"/>
                </a:cubicBezTo>
                <a:cubicBezTo>
                  <a:pt x="371790" y="88429"/>
                  <a:pt x="370689" y="86982"/>
                  <a:pt x="369924" y="85284"/>
                </a:cubicBezTo>
                <a:cubicBezTo>
                  <a:pt x="369158" y="83585"/>
                  <a:pt x="368776" y="81732"/>
                  <a:pt x="368776" y="79723"/>
                </a:cubicBezTo>
                <a:lnTo>
                  <a:pt x="348827" y="79723"/>
                </a:lnTo>
                <a:cubicBezTo>
                  <a:pt x="348827" y="84793"/>
                  <a:pt x="349820" y="89194"/>
                  <a:pt x="351805" y="92926"/>
                </a:cubicBezTo>
                <a:cubicBezTo>
                  <a:pt x="353790" y="96657"/>
                  <a:pt x="356433" y="99743"/>
                  <a:pt x="359734" y="102183"/>
                </a:cubicBezTo>
                <a:cubicBezTo>
                  <a:pt x="363035" y="104670"/>
                  <a:pt x="366802" y="106524"/>
                  <a:pt x="371036" y="107744"/>
                </a:cubicBezTo>
                <a:cubicBezTo>
                  <a:pt x="375270" y="108964"/>
                  <a:pt x="379611" y="109574"/>
                  <a:pt x="384060" y="109574"/>
                </a:cubicBezTo>
                <a:cubicBezTo>
                  <a:pt x="389227" y="109574"/>
                  <a:pt x="394046" y="108892"/>
                  <a:pt x="398519" y="107529"/>
                </a:cubicBezTo>
                <a:cubicBezTo>
                  <a:pt x="402992" y="106165"/>
                  <a:pt x="406855" y="104168"/>
                  <a:pt x="410108" y="101537"/>
                </a:cubicBezTo>
                <a:cubicBezTo>
                  <a:pt x="413361" y="98954"/>
                  <a:pt x="415920" y="95748"/>
                  <a:pt x="417786" y="91921"/>
                </a:cubicBezTo>
                <a:cubicBezTo>
                  <a:pt x="419652" y="88094"/>
                  <a:pt x="420585" y="83741"/>
                  <a:pt x="420585" y="78861"/>
                </a:cubicBezTo>
                <a:cubicBezTo>
                  <a:pt x="420585" y="76087"/>
                  <a:pt x="420250" y="73456"/>
                  <a:pt x="419580" y="70968"/>
                </a:cubicBezTo>
                <a:cubicBezTo>
                  <a:pt x="418910" y="68481"/>
                  <a:pt x="417882" y="66184"/>
                  <a:pt x="416494" y="64079"/>
                </a:cubicBezTo>
                <a:cubicBezTo>
                  <a:pt x="415107" y="62022"/>
                  <a:pt x="413349" y="60181"/>
                  <a:pt x="411220" y="58554"/>
                </a:cubicBezTo>
                <a:cubicBezTo>
                  <a:pt x="409091" y="56928"/>
                  <a:pt x="406568" y="55588"/>
                  <a:pt x="403650" y="54536"/>
                </a:cubicBezTo>
                <a:cubicBezTo>
                  <a:pt x="406137" y="53340"/>
                  <a:pt x="408338" y="51917"/>
                  <a:pt x="410252" y="50266"/>
                </a:cubicBezTo>
                <a:cubicBezTo>
                  <a:pt x="412165" y="48616"/>
                  <a:pt x="413768" y="46810"/>
                  <a:pt x="415059" y="44848"/>
                </a:cubicBezTo>
                <a:cubicBezTo>
                  <a:pt x="416351" y="42887"/>
                  <a:pt x="417332" y="40818"/>
                  <a:pt x="418001" y="38641"/>
                </a:cubicBezTo>
                <a:cubicBezTo>
                  <a:pt x="418671" y="36465"/>
                  <a:pt x="419006" y="34252"/>
                  <a:pt x="419006" y="32004"/>
                </a:cubicBezTo>
                <a:cubicBezTo>
                  <a:pt x="419006" y="27124"/>
                  <a:pt x="418157" y="22831"/>
                  <a:pt x="416459" y="19123"/>
                </a:cubicBezTo>
                <a:cubicBezTo>
                  <a:pt x="414760" y="15416"/>
                  <a:pt x="412380" y="12294"/>
                  <a:pt x="409319" y="9759"/>
                </a:cubicBezTo>
                <a:cubicBezTo>
                  <a:pt x="406257" y="7271"/>
                  <a:pt x="402574" y="5394"/>
                  <a:pt x="398268" y="4126"/>
                </a:cubicBezTo>
                <a:cubicBezTo>
                  <a:pt x="393963" y="2858"/>
                  <a:pt x="389227" y="2224"/>
                  <a:pt x="384060" y="2224"/>
                </a:cubicBezTo>
                <a:cubicBezTo>
                  <a:pt x="379276" y="2224"/>
                  <a:pt x="374815" y="2918"/>
                  <a:pt x="370677" y="4305"/>
                </a:cubicBezTo>
                <a:cubicBezTo>
                  <a:pt x="366539" y="5693"/>
                  <a:pt x="362939" y="7630"/>
                  <a:pt x="359878" y="10118"/>
                </a:cubicBezTo>
                <a:cubicBezTo>
                  <a:pt x="356816" y="12653"/>
                  <a:pt x="354412" y="15667"/>
                  <a:pt x="352666" y="19159"/>
                </a:cubicBezTo>
                <a:cubicBezTo>
                  <a:pt x="350920" y="22651"/>
                  <a:pt x="350047" y="26526"/>
                  <a:pt x="350047" y="30784"/>
                </a:cubicBezTo>
                <a:lnTo>
                  <a:pt x="369996" y="30784"/>
                </a:lnTo>
                <a:cubicBezTo>
                  <a:pt x="369996" y="28870"/>
                  <a:pt x="370378" y="27148"/>
                  <a:pt x="371144" y="25617"/>
                </a:cubicBezTo>
                <a:cubicBezTo>
                  <a:pt x="371909" y="24087"/>
                  <a:pt x="372962" y="22771"/>
                  <a:pt x="374301" y="21671"/>
                </a:cubicBezTo>
                <a:cubicBezTo>
                  <a:pt x="375593" y="20618"/>
                  <a:pt x="377112" y="19805"/>
                  <a:pt x="378858" y="19231"/>
                </a:cubicBezTo>
                <a:cubicBezTo>
                  <a:pt x="380604" y="18657"/>
                  <a:pt x="382481" y="18370"/>
                  <a:pt x="384491" y="18370"/>
                </a:cubicBezTo>
                <a:cubicBezTo>
                  <a:pt x="386930" y="18370"/>
                  <a:pt x="389071" y="18705"/>
                  <a:pt x="390913" y="19375"/>
                </a:cubicBezTo>
                <a:cubicBezTo>
                  <a:pt x="392755" y="20044"/>
                  <a:pt x="394274" y="20977"/>
                  <a:pt x="395470" y="22173"/>
                </a:cubicBezTo>
                <a:cubicBezTo>
                  <a:pt x="396665" y="23417"/>
                  <a:pt x="397562" y="24888"/>
                  <a:pt x="398160" y="26586"/>
                </a:cubicBezTo>
                <a:cubicBezTo>
                  <a:pt x="398758" y="28284"/>
                  <a:pt x="399057" y="30162"/>
                  <a:pt x="399057" y="32219"/>
                </a:cubicBezTo>
                <a:cubicBezTo>
                  <a:pt x="399057" y="34324"/>
                  <a:pt x="398758" y="36273"/>
                  <a:pt x="398160" y="38067"/>
                </a:cubicBezTo>
                <a:cubicBezTo>
                  <a:pt x="397562" y="39861"/>
                  <a:pt x="396665" y="41380"/>
                  <a:pt x="395470" y="42624"/>
                </a:cubicBezTo>
                <a:cubicBezTo>
                  <a:pt x="394178" y="44059"/>
                  <a:pt x="392492" y="45171"/>
                  <a:pt x="390411" y="45961"/>
                </a:cubicBezTo>
                <a:cubicBezTo>
                  <a:pt x="388330" y="46750"/>
                  <a:pt x="385854" y="47145"/>
                  <a:pt x="382984" y="47145"/>
                </a:cubicBezTo>
                <a:lnTo>
                  <a:pt x="372148" y="47145"/>
                </a:lnTo>
                <a:close/>
                <a:moveTo>
                  <a:pt x="508545" y="108138"/>
                </a:moveTo>
                <a:lnTo>
                  <a:pt x="508545" y="92137"/>
                </a:lnTo>
                <a:lnTo>
                  <a:pt x="462692" y="92137"/>
                </a:lnTo>
                <a:lnTo>
                  <a:pt x="482353" y="71327"/>
                </a:lnTo>
                <a:cubicBezTo>
                  <a:pt x="485750" y="67835"/>
                  <a:pt x="488835" y="64498"/>
                  <a:pt x="491610" y="61317"/>
                </a:cubicBezTo>
                <a:cubicBezTo>
                  <a:pt x="494385" y="58135"/>
                  <a:pt x="496776" y="55014"/>
                  <a:pt x="498786" y="51952"/>
                </a:cubicBezTo>
                <a:cubicBezTo>
                  <a:pt x="500747" y="48891"/>
                  <a:pt x="502266" y="45793"/>
                  <a:pt x="503342" y="42660"/>
                </a:cubicBezTo>
                <a:cubicBezTo>
                  <a:pt x="504419" y="39526"/>
                  <a:pt x="504957" y="36238"/>
                  <a:pt x="504957" y="32793"/>
                </a:cubicBezTo>
                <a:cubicBezTo>
                  <a:pt x="504957" y="28249"/>
                  <a:pt x="504239" y="24099"/>
                  <a:pt x="502804" y="20343"/>
                </a:cubicBezTo>
                <a:cubicBezTo>
                  <a:pt x="501369" y="16588"/>
                  <a:pt x="499288" y="13371"/>
                  <a:pt x="496561" y="10692"/>
                </a:cubicBezTo>
                <a:cubicBezTo>
                  <a:pt x="493787" y="8013"/>
                  <a:pt x="490354" y="5932"/>
                  <a:pt x="486264" y="4449"/>
                </a:cubicBezTo>
                <a:cubicBezTo>
                  <a:pt x="482174" y="2966"/>
                  <a:pt x="477474" y="2224"/>
                  <a:pt x="472164" y="2224"/>
                </a:cubicBezTo>
                <a:cubicBezTo>
                  <a:pt x="466614" y="2224"/>
                  <a:pt x="461555" y="3121"/>
                  <a:pt x="456987" y="4915"/>
                </a:cubicBezTo>
                <a:cubicBezTo>
                  <a:pt x="452418" y="6709"/>
                  <a:pt x="448532" y="9161"/>
                  <a:pt x="445326" y="12271"/>
                </a:cubicBezTo>
                <a:cubicBezTo>
                  <a:pt x="442073" y="15380"/>
                  <a:pt x="439562" y="19004"/>
                  <a:pt x="437792" y="23142"/>
                </a:cubicBezTo>
                <a:cubicBezTo>
                  <a:pt x="436022" y="27280"/>
                  <a:pt x="435137" y="31669"/>
                  <a:pt x="435137" y="36309"/>
                </a:cubicBezTo>
                <a:lnTo>
                  <a:pt x="455157" y="36309"/>
                </a:lnTo>
                <a:cubicBezTo>
                  <a:pt x="455157" y="33487"/>
                  <a:pt x="455516" y="30975"/>
                  <a:pt x="456233" y="28775"/>
                </a:cubicBezTo>
                <a:cubicBezTo>
                  <a:pt x="456951" y="26574"/>
                  <a:pt x="458003" y="24732"/>
                  <a:pt x="459391" y="23249"/>
                </a:cubicBezTo>
                <a:cubicBezTo>
                  <a:pt x="460730" y="21814"/>
                  <a:pt x="462417" y="20726"/>
                  <a:pt x="464450" y="19984"/>
                </a:cubicBezTo>
                <a:cubicBezTo>
                  <a:pt x="466483" y="19243"/>
                  <a:pt x="468839" y="18872"/>
                  <a:pt x="471518" y="18872"/>
                </a:cubicBezTo>
                <a:cubicBezTo>
                  <a:pt x="473575" y="18872"/>
                  <a:pt x="475453" y="19207"/>
                  <a:pt x="477151" y="19877"/>
                </a:cubicBezTo>
                <a:cubicBezTo>
                  <a:pt x="478849" y="20547"/>
                  <a:pt x="480320" y="21503"/>
                  <a:pt x="481564" y="22747"/>
                </a:cubicBezTo>
                <a:cubicBezTo>
                  <a:pt x="482760" y="24039"/>
                  <a:pt x="483693" y="25593"/>
                  <a:pt x="484362" y="27411"/>
                </a:cubicBezTo>
                <a:cubicBezTo>
                  <a:pt x="485032" y="29229"/>
                  <a:pt x="485367" y="31310"/>
                  <a:pt x="485367" y="33654"/>
                </a:cubicBezTo>
                <a:cubicBezTo>
                  <a:pt x="485367" y="35233"/>
                  <a:pt x="485116" y="36859"/>
                  <a:pt x="484614" y="38534"/>
                </a:cubicBezTo>
                <a:cubicBezTo>
                  <a:pt x="484111" y="40208"/>
                  <a:pt x="483310" y="42002"/>
                  <a:pt x="482210" y="43916"/>
                </a:cubicBezTo>
                <a:cubicBezTo>
                  <a:pt x="481062" y="45877"/>
                  <a:pt x="479579" y="48030"/>
                  <a:pt x="477761" y="50374"/>
                </a:cubicBezTo>
                <a:cubicBezTo>
                  <a:pt x="475943" y="52718"/>
                  <a:pt x="473718" y="55325"/>
                  <a:pt x="471087" y="58195"/>
                </a:cubicBezTo>
                <a:lnTo>
                  <a:pt x="437290" y="94505"/>
                </a:lnTo>
                <a:lnTo>
                  <a:pt x="437290" y="108138"/>
                </a:lnTo>
                <a:lnTo>
                  <a:pt x="508545" y="108138"/>
                </a:lnTo>
                <a:close/>
              </a:path>
            </a:pathLst>
          </a:custGeom>
          <a:solidFill xmlns:a="http://schemas.openxmlformats.org/drawingml/2006/main">
            <a:srgbClr val="3F51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32C474-7CEF-48BC-BEC1-34923C80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457" y="1044147"/>
            <a:ext cx="969798" cy="193759"/>
          </a:xfrm>
          <a:custGeom xmlns:a="http://schemas.openxmlformats.org/drawingml/2006/main">
            <a:pathLst>
              <a:path w="969798" h="193759">
                <a:moveTo>
                  <a:pt x="0" y="0"/>
                </a:moveTo>
                <a:lnTo>
                  <a:pt x="969798" y="0"/>
                </a:lnTo>
                <a:lnTo>
                  <a:pt x="969798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Text total_len;">
            <a:extLst xmlns:a="http://schemas.openxmlformats.org/drawingml/2006/main">
              <a:ext uri="{FF2B5EF4-FFF2-40B4-BE49-F238E27FC236}">
                <a16:creationId xmlns:a16="http://schemas.microsoft.com/office/drawing/2014/main" id="{540C5AD9-6333-45D3-9F0D-B8B4257D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674" y="1087872"/>
            <a:ext cx="846321" cy="139353"/>
          </a:xfrm>
          <a:custGeom xmlns:a="http://schemas.openxmlformats.org/drawingml/2006/main">
            <a:pathLst>
              <a:path w="846321" h="139353">
                <a:moveTo>
                  <a:pt x="37673" y="13562"/>
                </a:moveTo>
                <a:lnTo>
                  <a:pt x="17724" y="13562"/>
                </a:lnTo>
                <a:lnTo>
                  <a:pt x="17724" y="32578"/>
                </a:lnTo>
                <a:lnTo>
                  <a:pt x="0" y="32578"/>
                </a:lnTo>
                <a:lnTo>
                  <a:pt x="0" y="47288"/>
                </a:lnTo>
                <a:lnTo>
                  <a:pt x="17724" y="47288"/>
                </a:lnTo>
                <a:lnTo>
                  <a:pt x="17724" y="82593"/>
                </a:lnTo>
                <a:cubicBezTo>
                  <a:pt x="17724" y="87712"/>
                  <a:pt x="18394" y="92101"/>
                  <a:pt x="19733" y="95760"/>
                </a:cubicBezTo>
                <a:cubicBezTo>
                  <a:pt x="21073" y="99420"/>
                  <a:pt x="22986" y="102422"/>
                  <a:pt x="25474" y="104766"/>
                </a:cubicBezTo>
                <a:cubicBezTo>
                  <a:pt x="27914" y="107158"/>
                  <a:pt x="30868" y="108916"/>
                  <a:pt x="34336" y="110040"/>
                </a:cubicBezTo>
                <a:cubicBezTo>
                  <a:pt x="37804" y="111164"/>
                  <a:pt x="41667" y="111726"/>
                  <a:pt x="45925" y="111726"/>
                </a:cubicBezTo>
                <a:cubicBezTo>
                  <a:pt x="48125" y="111726"/>
                  <a:pt x="50362" y="111619"/>
                  <a:pt x="52634" y="111403"/>
                </a:cubicBezTo>
                <a:cubicBezTo>
                  <a:pt x="54906" y="111188"/>
                  <a:pt x="57095" y="110889"/>
                  <a:pt x="59200" y="110506"/>
                </a:cubicBezTo>
                <a:cubicBezTo>
                  <a:pt x="61305" y="110124"/>
                  <a:pt x="63290" y="109633"/>
                  <a:pt x="65156" y="109035"/>
                </a:cubicBezTo>
                <a:cubicBezTo>
                  <a:pt x="67021" y="108437"/>
                  <a:pt x="68648" y="107732"/>
                  <a:pt x="70035" y="106919"/>
                </a:cubicBezTo>
                <a:lnTo>
                  <a:pt x="68098" y="93213"/>
                </a:lnTo>
                <a:cubicBezTo>
                  <a:pt x="67189" y="93452"/>
                  <a:pt x="66101" y="93691"/>
                  <a:pt x="64833" y="93930"/>
                </a:cubicBezTo>
                <a:cubicBezTo>
                  <a:pt x="63565" y="94170"/>
                  <a:pt x="62214" y="94385"/>
                  <a:pt x="60779" y="94576"/>
                </a:cubicBezTo>
                <a:cubicBezTo>
                  <a:pt x="59296" y="94815"/>
                  <a:pt x="57753" y="95007"/>
                  <a:pt x="56150" y="95150"/>
                </a:cubicBezTo>
                <a:cubicBezTo>
                  <a:pt x="54548" y="95294"/>
                  <a:pt x="52981" y="95366"/>
                  <a:pt x="51450" y="95366"/>
                </a:cubicBezTo>
                <a:cubicBezTo>
                  <a:pt x="49345" y="95366"/>
                  <a:pt x="47444" y="95126"/>
                  <a:pt x="45745" y="94648"/>
                </a:cubicBezTo>
                <a:cubicBezTo>
                  <a:pt x="44047" y="94170"/>
                  <a:pt x="42600" y="93356"/>
                  <a:pt x="41404" y="92208"/>
                </a:cubicBezTo>
                <a:cubicBezTo>
                  <a:pt x="40208" y="91108"/>
                  <a:pt x="39287" y="89613"/>
                  <a:pt x="38641" y="87723"/>
                </a:cubicBezTo>
                <a:cubicBezTo>
                  <a:pt x="37996" y="85834"/>
                  <a:pt x="37673" y="83478"/>
                  <a:pt x="37673" y="80655"/>
                </a:cubicBezTo>
                <a:lnTo>
                  <a:pt x="37673" y="47288"/>
                </a:lnTo>
                <a:lnTo>
                  <a:pt x="66663" y="47288"/>
                </a:lnTo>
                <a:lnTo>
                  <a:pt x="66663" y="32578"/>
                </a:lnTo>
                <a:lnTo>
                  <a:pt x="37673" y="32578"/>
                </a:lnTo>
                <a:lnTo>
                  <a:pt x="37673" y="13562"/>
                </a:lnTo>
                <a:close/>
                <a:moveTo>
                  <a:pt x="86525" y="70681"/>
                </a:moveTo>
                <a:lnTo>
                  <a:pt x="86525" y="72188"/>
                </a:lnTo>
                <a:cubicBezTo>
                  <a:pt x="86525" y="77881"/>
                  <a:pt x="87338" y="83131"/>
                  <a:pt x="88964" y="87939"/>
                </a:cubicBezTo>
                <a:cubicBezTo>
                  <a:pt x="90591" y="92746"/>
                  <a:pt x="92983" y="96920"/>
                  <a:pt x="96140" y="100460"/>
                </a:cubicBezTo>
                <a:cubicBezTo>
                  <a:pt x="99250" y="104000"/>
                  <a:pt x="103089" y="106763"/>
                  <a:pt x="107657" y="108748"/>
                </a:cubicBezTo>
                <a:cubicBezTo>
                  <a:pt x="112226" y="110734"/>
                  <a:pt x="117428" y="111726"/>
                  <a:pt x="123264" y="111726"/>
                </a:cubicBezTo>
                <a:cubicBezTo>
                  <a:pt x="129053" y="111726"/>
                  <a:pt x="134219" y="110734"/>
                  <a:pt x="138764" y="108748"/>
                </a:cubicBezTo>
                <a:cubicBezTo>
                  <a:pt x="143309" y="106763"/>
                  <a:pt x="147136" y="104000"/>
                  <a:pt x="150245" y="100460"/>
                </a:cubicBezTo>
                <a:cubicBezTo>
                  <a:pt x="153355" y="96920"/>
                  <a:pt x="155723" y="92746"/>
                  <a:pt x="157349" y="87939"/>
                </a:cubicBezTo>
                <a:cubicBezTo>
                  <a:pt x="158976" y="83131"/>
                  <a:pt x="159789" y="77881"/>
                  <a:pt x="159789" y="72188"/>
                </a:cubicBezTo>
                <a:lnTo>
                  <a:pt x="159789" y="70681"/>
                </a:lnTo>
                <a:cubicBezTo>
                  <a:pt x="159789" y="65036"/>
                  <a:pt x="158976" y="59810"/>
                  <a:pt x="157349" y="55002"/>
                </a:cubicBezTo>
                <a:cubicBezTo>
                  <a:pt x="155723" y="50194"/>
                  <a:pt x="153355" y="46020"/>
                  <a:pt x="150245" y="42480"/>
                </a:cubicBezTo>
                <a:cubicBezTo>
                  <a:pt x="147088" y="38940"/>
                  <a:pt x="143237" y="36166"/>
                  <a:pt x="138692" y="34157"/>
                </a:cubicBezTo>
                <a:cubicBezTo>
                  <a:pt x="134148" y="32147"/>
                  <a:pt x="128957" y="31143"/>
                  <a:pt x="123121" y="31143"/>
                </a:cubicBezTo>
                <a:cubicBezTo>
                  <a:pt x="117285" y="31143"/>
                  <a:pt x="112106" y="32147"/>
                  <a:pt x="107585" y="34157"/>
                </a:cubicBezTo>
                <a:cubicBezTo>
                  <a:pt x="103065" y="36166"/>
                  <a:pt x="99250" y="38940"/>
                  <a:pt x="96140" y="42480"/>
                </a:cubicBezTo>
                <a:cubicBezTo>
                  <a:pt x="92983" y="46020"/>
                  <a:pt x="90591" y="50194"/>
                  <a:pt x="88964" y="55002"/>
                </a:cubicBezTo>
                <a:cubicBezTo>
                  <a:pt x="87338" y="59810"/>
                  <a:pt x="86525" y="65036"/>
                  <a:pt x="86525" y="70681"/>
                </a:cubicBezTo>
                <a:moveTo>
                  <a:pt x="106473" y="72188"/>
                </a:moveTo>
                <a:lnTo>
                  <a:pt x="106473" y="70681"/>
                </a:lnTo>
                <a:cubicBezTo>
                  <a:pt x="106473" y="67524"/>
                  <a:pt x="106784" y="64534"/>
                  <a:pt x="107406" y="61711"/>
                </a:cubicBezTo>
                <a:cubicBezTo>
                  <a:pt x="108028" y="58889"/>
                  <a:pt x="109009" y="56401"/>
                  <a:pt x="110348" y="54249"/>
                </a:cubicBezTo>
                <a:cubicBezTo>
                  <a:pt x="111688" y="52096"/>
                  <a:pt x="113410" y="50398"/>
                  <a:pt x="115515" y="49154"/>
                </a:cubicBezTo>
                <a:cubicBezTo>
                  <a:pt x="117619" y="47910"/>
                  <a:pt x="120155" y="47288"/>
                  <a:pt x="123121" y="47288"/>
                </a:cubicBezTo>
                <a:cubicBezTo>
                  <a:pt x="126135" y="47288"/>
                  <a:pt x="128694" y="47910"/>
                  <a:pt x="130799" y="49154"/>
                </a:cubicBezTo>
                <a:cubicBezTo>
                  <a:pt x="132904" y="50398"/>
                  <a:pt x="134626" y="52096"/>
                  <a:pt x="135965" y="54249"/>
                </a:cubicBezTo>
                <a:cubicBezTo>
                  <a:pt x="137257" y="56401"/>
                  <a:pt x="138214" y="58889"/>
                  <a:pt x="138836" y="61711"/>
                </a:cubicBezTo>
                <a:cubicBezTo>
                  <a:pt x="139458" y="64534"/>
                  <a:pt x="139769" y="67524"/>
                  <a:pt x="139769" y="70681"/>
                </a:cubicBezTo>
                <a:lnTo>
                  <a:pt x="139769" y="72188"/>
                </a:lnTo>
                <a:cubicBezTo>
                  <a:pt x="139769" y="75441"/>
                  <a:pt x="139458" y="78491"/>
                  <a:pt x="138836" y="81337"/>
                </a:cubicBezTo>
                <a:cubicBezTo>
                  <a:pt x="138214" y="84183"/>
                  <a:pt x="137257" y="86659"/>
                  <a:pt x="135965" y="88764"/>
                </a:cubicBezTo>
                <a:cubicBezTo>
                  <a:pt x="134626" y="90917"/>
                  <a:pt x="132904" y="92615"/>
                  <a:pt x="130799" y="93859"/>
                </a:cubicBezTo>
                <a:cubicBezTo>
                  <a:pt x="128694" y="95103"/>
                  <a:pt x="126183" y="95724"/>
                  <a:pt x="123264" y="95724"/>
                </a:cubicBezTo>
                <a:cubicBezTo>
                  <a:pt x="120251" y="95724"/>
                  <a:pt x="117679" y="95103"/>
                  <a:pt x="115550" y="93859"/>
                </a:cubicBezTo>
                <a:cubicBezTo>
                  <a:pt x="113422" y="92615"/>
                  <a:pt x="111688" y="90917"/>
                  <a:pt x="110348" y="88764"/>
                </a:cubicBezTo>
                <a:cubicBezTo>
                  <a:pt x="109009" y="86659"/>
                  <a:pt x="108028" y="84183"/>
                  <a:pt x="107406" y="81337"/>
                </a:cubicBezTo>
                <a:cubicBezTo>
                  <a:pt x="106784" y="78491"/>
                  <a:pt x="106473" y="75441"/>
                  <a:pt x="106473" y="72188"/>
                </a:cubicBezTo>
                <a:close/>
                <a:moveTo>
                  <a:pt x="214024" y="13562"/>
                </a:moveTo>
                <a:lnTo>
                  <a:pt x="194075" y="13562"/>
                </a:lnTo>
                <a:lnTo>
                  <a:pt x="194075" y="32578"/>
                </a:lnTo>
                <a:lnTo>
                  <a:pt x="176351" y="32578"/>
                </a:lnTo>
                <a:lnTo>
                  <a:pt x="176351" y="47288"/>
                </a:lnTo>
                <a:lnTo>
                  <a:pt x="194075" y="47288"/>
                </a:lnTo>
                <a:lnTo>
                  <a:pt x="194075" y="82593"/>
                </a:lnTo>
                <a:cubicBezTo>
                  <a:pt x="194075" y="87712"/>
                  <a:pt x="194745" y="92101"/>
                  <a:pt x="196084" y="95760"/>
                </a:cubicBezTo>
                <a:cubicBezTo>
                  <a:pt x="197424" y="99420"/>
                  <a:pt x="199337" y="102422"/>
                  <a:pt x="201825" y="104766"/>
                </a:cubicBezTo>
                <a:cubicBezTo>
                  <a:pt x="204265" y="107158"/>
                  <a:pt x="207219" y="108916"/>
                  <a:pt x="210687" y="110040"/>
                </a:cubicBezTo>
                <a:cubicBezTo>
                  <a:pt x="214155" y="111164"/>
                  <a:pt x="218018" y="111726"/>
                  <a:pt x="222276" y="111726"/>
                </a:cubicBezTo>
                <a:cubicBezTo>
                  <a:pt x="224476" y="111726"/>
                  <a:pt x="226713" y="111619"/>
                  <a:pt x="228985" y="111403"/>
                </a:cubicBezTo>
                <a:cubicBezTo>
                  <a:pt x="231257" y="111188"/>
                  <a:pt x="233446" y="110889"/>
                  <a:pt x="235551" y="110506"/>
                </a:cubicBezTo>
                <a:cubicBezTo>
                  <a:pt x="237656" y="110124"/>
                  <a:pt x="239641" y="109633"/>
                  <a:pt x="241507" y="109035"/>
                </a:cubicBezTo>
                <a:cubicBezTo>
                  <a:pt x="243372" y="108437"/>
                  <a:pt x="244999" y="107732"/>
                  <a:pt x="246386" y="106919"/>
                </a:cubicBezTo>
                <a:lnTo>
                  <a:pt x="244449" y="93213"/>
                </a:lnTo>
                <a:cubicBezTo>
                  <a:pt x="243540" y="93452"/>
                  <a:pt x="242451" y="93691"/>
                  <a:pt x="241184" y="93930"/>
                </a:cubicBezTo>
                <a:cubicBezTo>
                  <a:pt x="239916" y="94170"/>
                  <a:pt x="238565" y="94385"/>
                  <a:pt x="237129" y="94576"/>
                </a:cubicBezTo>
                <a:cubicBezTo>
                  <a:pt x="235646" y="94815"/>
                  <a:pt x="234104" y="95007"/>
                  <a:pt x="232501" y="95150"/>
                </a:cubicBezTo>
                <a:cubicBezTo>
                  <a:pt x="230899" y="95294"/>
                  <a:pt x="229332" y="95366"/>
                  <a:pt x="227801" y="95366"/>
                </a:cubicBezTo>
                <a:cubicBezTo>
                  <a:pt x="225696" y="95366"/>
                  <a:pt x="223795" y="95126"/>
                  <a:pt x="222096" y="94648"/>
                </a:cubicBezTo>
                <a:cubicBezTo>
                  <a:pt x="220398" y="94170"/>
                  <a:pt x="218951" y="93356"/>
                  <a:pt x="217755" y="92208"/>
                </a:cubicBezTo>
                <a:cubicBezTo>
                  <a:pt x="216559" y="91108"/>
                  <a:pt x="215638" y="89613"/>
                  <a:pt x="214992" y="87723"/>
                </a:cubicBezTo>
                <a:cubicBezTo>
                  <a:pt x="214346" y="85834"/>
                  <a:pt x="214024" y="83478"/>
                  <a:pt x="214024" y="80655"/>
                </a:cubicBezTo>
                <a:lnTo>
                  <a:pt x="214024" y="47288"/>
                </a:lnTo>
                <a:lnTo>
                  <a:pt x="243014" y="47288"/>
                </a:lnTo>
                <a:lnTo>
                  <a:pt x="243014" y="32578"/>
                </a:lnTo>
                <a:lnTo>
                  <a:pt x="214024" y="32578"/>
                </a:lnTo>
                <a:lnTo>
                  <a:pt x="214024" y="13562"/>
                </a:lnTo>
                <a:close/>
                <a:moveTo>
                  <a:pt x="314110" y="110219"/>
                </a:moveTo>
                <a:lnTo>
                  <a:pt x="334346" y="110219"/>
                </a:lnTo>
                <a:lnTo>
                  <a:pt x="334346" y="109000"/>
                </a:lnTo>
                <a:cubicBezTo>
                  <a:pt x="333341" y="107038"/>
                  <a:pt x="332576" y="104694"/>
                  <a:pt x="332049" y="101967"/>
                </a:cubicBezTo>
                <a:cubicBezTo>
                  <a:pt x="331523" y="99241"/>
                  <a:pt x="331260" y="95796"/>
                  <a:pt x="331260" y="91634"/>
                </a:cubicBezTo>
                <a:lnTo>
                  <a:pt x="331260" y="58339"/>
                </a:lnTo>
                <a:cubicBezTo>
                  <a:pt x="331260" y="53842"/>
                  <a:pt x="330423" y="49883"/>
                  <a:pt x="328749" y="46463"/>
                </a:cubicBezTo>
                <a:cubicBezTo>
                  <a:pt x="327074" y="43042"/>
                  <a:pt x="324754" y="40208"/>
                  <a:pt x="321788" y="37960"/>
                </a:cubicBezTo>
                <a:cubicBezTo>
                  <a:pt x="318822" y="35711"/>
                  <a:pt x="315318" y="34013"/>
                  <a:pt x="311276" y="32865"/>
                </a:cubicBezTo>
                <a:cubicBezTo>
                  <a:pt x="307233" y="31717"/>
                  <a:pt x="302868" y="31143"/>
                  <a:pt x="298180" y="31143"/>
                </a:cubicBezTo>
                <a:cubicBezTo>
                  <a:pt x="292965" y="31143"/>
                  <a:pt x="288337" y="31800"/>
                  <a:pt x="284295" y="33116"/>
                </a:cubicBezTo>
                <a:cubicBezTo>
                  <a:pt x="280252" y="34432"/>
                  <a:pt x="276844" y="36214"/>
                  <a:pt x="274069" y="38462"/>
                </a:cubicBezTo>
                <a:cubicBezTo>
                  <a:pt x="271247" y="40710"/>
                  <a:pt x="269106" y="43318"/>
                  <a:pt x="267647" y="46284"/>
                </a:cubicBezTo>
                <a:cubicBezTo>
                  <a:pt x="266188" y="49250"/>
                  <a:pt x="265458" y="52383"/>
                  <a:pt x="265458" y="55684"/>
                </a:cubicBezTo>
                <a:lnTo>
                  <a:pt x="285407" y="55684"/>
                </a:lnTo>
                <a:cubicBezTo>
                  <a:pt x="285407" y="54296"/>
                  <a:pt x="285610" y="53029"/>
                  <a:pt x="286017" y="51881"/>
                </a:cubicBezTo>
                <a:cubicBezTo>
                  <a:pt x="286424" y="50733"/>
                  <a:pt x="287057" y="49752"/>
                  <a:pt x="287919" y="48939"/>
                </a:cubicBezTo>
                <a:cubicBezTo>
                  <a:pt x="288875" y="48030"/>
                  <a:pt x="290119" y="47324"/>
                  <a:pt x="291650" y="46822"/>
                </a:cubicBezTo>
                <a:cubicBezTo>
                  <a:pt x="293181" y="46319"/>
                  <a:pt x="294999" y="46068"/>
                  <a:pt x="297104" y="46068"/>
                </a:cubicBezTo>
                <a:cubicBezTo>
                  <a:pt x="299495" y="46068"/>
                  <a:pt x="301588" y="46367"/>
                  <a:pt x="303382" y="46965"/>
                </a:cubicBezTo>
                <a:cubicBezTo>
                  <a:pt x="305176" y="47563"/>
                  <a:pt x="306671" y="48412"/>
                  <a:pt x="307867" y="49513"/>
                </a:cubicBezTo>
                <a:cubicBezTo>
                  <a:pt x="309015" y="50565"/>
                  <a:pt x="309876" y="51821"/>
                  <a:pt x="310450" y="53280"/>
                </a:cubicBezTo>
                <a:cubicBezTo>
                  <a:pt x="311024" y="54739"/>
                  <a:pt x="311311" y="56377"/>
                  <a:pt x="311311" y="58195"/>
                </a:cubicBezTo>
                <a:lnTo>
                  <a:pt x="311311" y="62788"/>
                </a:lnTo>
                <a:lnTo>
                  <a:pt x="300189" y="62788"/>
                </a:lnTo>
                <a:cubicBezTo>
                  <a:pt x="294448" y="62788"/>
                  <a:pt x="289366" y="63302"/>
                  <a:pt x="284941" y="64331"/>
                </a:cubicBezTo>
                <a:cubicBezTo>
                  <a:pt x="280516" y="65359"/>
                  <a:pt x="276796" y="66854"/>
                  <a:pt x="273782" y="68815"/>
                </a:cubicBezTo>
                <a:cubicBezTo>
                  <a:pt x="270434" y="70968"/>
                  <a:pt x="267922" y="73707"/>
                  <a:pt x="266248" y="77032"/>
                </a:cubicBezTo>
                <a:cubicBezTo>
                  <a:pt x="264573" y="80356"/>
                  <a:pt x="263736" y="84171"/>
                  <a:pt x="263736" y="88477"/>
                </a:cubicBezTo>
                <a:cubicBezTo>
                  <a:pt x="263736" y="91826"/>
                  <a:pt x="264406" y="94923"/>
                  <a:pt x="265746" y="97770"/>
                </a:cubicBezTo>
                <a:cubicBezTo>
                  <a:pt x="267085" y="100616"/>
                  <a:pt x="268951" y="103068"/>
                  <a:pt x="271343" y="105125"/>
                </a:cubicBezTo>
                <a:cubicBezTo>
                  <a:pt x="273735" y="107182"/>
                  <a:pt x="276593" y="108784"/>
                  <a:pt x="279918" y="109932"/>
                </a:cubicBezTo>
                <a:cubicBezTo>
                  <a:pt x="283242" y="111081"/>
                  <a:pt x="286890" y="111655"/>
                  <a:pt x="290861" y="111655"/>
                </a:cubicBezTo>
                <a:cubicBezTo>
                  <a:pt x="293300" y="111655"/>
                  <a:pt x="295573" y="111427"/>
                  <a:pt x="297678" y="110973"/>
                </a:cubicBezTo>
                <a:cubicBezTo>
                  <a:pt x="299782" y="110518"/>
                  <a:pt x="301720" y="109885"/>
                  <a:pt x="303490" y="109071"/>
                </a:cubicBezTo>
                <a:cubicBezTo>
                  <a:pt x="305212" y="108306"/>
                  <a:pt x="306791" y="107397"/>
                  <a:pt x="308226" y="106345"/>
                </a:cubicBezTo>
                <a:cubicBezTo>
                  <a:pt x="309661" y="105292"/>
                  <a:pt x="310929" y="104168"/>
                  <a:pt x="312029" y="102972"/>
                </a:cubicBezTo>
                <a:cubicBezTo>
                  <a:pt x="312268" y="104359"/>
                  <a:pt x="312555" y="105675"/>
                  <a:pt x="312890" y="106919"/>
                </a:cubicBezTo>
                <a:cubicBezTo>
                  <a:pt x="313225" y="108162"/>
                  <a:pt x="313632" y="109263"/>
                  <a:pt x="314110" y="110219"/>
                </a:cubicBezTo>
                <a:moveTo>
                  <a:pt x="295094" y="96227"/>
                </a:moveTo>
                <a:cubicBezTo>
                  <a:pt x="293229" y="96227"/>
                  <a:pt x="291590" y="95999"/>
                  <a:pt x="290179" y="95545"/>
                </a:cubicBezTo>
                <a:cubicBezTo>
                  <a:pt x="288768" y="95091"/>
                  <a:pt x="287584" y="94481"/>
                  <a:pt x="286627" y="93715"/>
                </a:cubicBezTo>
                <a:cubicBezTo>
                  <a:pt x="285670" y="92902"/>
                  <a:pt x="284941" y="91909"/>
                  <a:pt x="284438" y="90737"/>
                </a:cubicBezTo>
                <a:cubicBezTo>
                  <a:pt x="283936" y="89565"/>
                  <a:pt x="283685" y="88286"/>
                  <a:pt x="283685" y="86898"/>
                </a:cubicBezTo>
                <a:cubicBezTo>
                  <a:pt x="283685" y="85128"/>
                  <a:pt x="284020" y="83490"/>
                  <a:pt x="284689" y="81983"/>
                </a:cubicBezTo>
                <a:cubicBezTo>
                  <a:pt x="285359" y="80476"/>
                  <a:pt x="286388" y="79172"/>
                  <a:pt x="287775" y="78072"/>
                </a:cubicBezTo>
                <a:cubicBezTo>
                  <a:pt x="289162" y="77020"/>
                  <a:pt x="290956" y="76194"/>
                  <a:pt x="293157" y="75596"/>
                </a:cubicBezTo>
                <a:cubicBezTo>
                  <a:pt x="295357" y="74998"/>
                  <a:pt x="298012" y="74699"/>
                  <a:pt x="301122" y="74699"/>
                </a:cubicBezTo>
                <a:lnTo>
                  <a:pt x="311311" y="74699"/>
                </a:lnTo>
                <a:lnTo>
                  <a:pt x="311311" y="88046"/>
                </a:lnTo>
                <a:cubicBezTo>
                  <a:pt x="310737" y="89051"/>
                  <a:pt x="309948" y="90044"/>
                  <a:pt x="308943" y="91024"/>
                </a:cubicBezTo>
                <a:cubicBezTo>
                  <a:pt x="307939" y="92005"/>
                  <a:pt x="306743" y="92878"/>
                  <a:pt x="305356" y="93643"/>
                </a:cubicBezTo>
                <a:cubicBezTo>
                  <a:pt x="303968" y="94409"/>
                  <a:pt x="302414" y="95031"/>
                  <a:pt x="300691" y="95509"/>
                </a:cubicBezTo>
                <a:cubicBezTo>
                  <a:pt x="298969" y="95988"/>
                  <a:pt x="297104" y="96227"/>
                  <a:pt x="295094" y="96227"/>
                </a:cubicBezTo>
                <a:close/>
                <a:moveTo>
                  <a:pt x="357940" y="0"/>
                </a:moveTo>
                <a:lnTo>
                  <a:pt x="357940" y="16289"/>
                </a:lnTo>
                <a:lnTo>
                  <a:pt x="381189" y="16289"/>
                </a:lnTo>
                <a:lnTo>
                  <a:pt x="381189" y="94002"/>
                </a:lnTo>
                <a:lnTo>
                  <a:pt x="357940" y="94002"/>
                </a:lnTo>
                <a:lnTo>
                  <a:pt x="357940" y="110219"/>
                </a:lnTo>
                <a:lnTo>
                  <a:pt x="423598" y="110219"/>
                </a:lnTo>
                <a:lnTo>
                  <a:pt x="423598" y="94002"/>
                </a:lnTo>
                <a:lnTo>
                  <a:pt x="401353" y="94002"/>
                </a:lnTo>
                <a:lnTo>
                  <a:pt x="401353" y="0"/>
                </a:lnTo>
                <a:lnTo>
                  <a:pt x="357940" y="0"/>
                </a:lnTo>
                <a:close/>
                <a:moveTo>
                  <a:pt x="507899" y="125791"/>
                </a:moveTo>
                <a:lnTo>
                  <a:pt x="507899" y="110219"/>
                </a:lnTo>
                <a:lnTo>
                  <a:pt x="442456" y="110219"/>
                </a:lnTo>
                <a:lnTo>
                  <a:pt x="442456" y="125791"/>
                </a:lnTo>
                <a:lnTo>
                  <a:pt x="507899" y="125791"/>
                </a:lnTo>
                <a:close/>
                <a:moveTo>
                  <a:pt x="534291" y="0"/>
                </a:moveTo>
                <a:lnTo>
                  <a:pt x="534291" y="16289"/>
                </a:lnTo>
                <a:lnTo>
                  <a:pt x="557540" y="16289"/>
                </a:lnTo>
                <a:lnTo>
                  <a:pt x="557540" y="94002"/>
                </a:lnTo>
                <a:lnTo>
                  <a:pt x="534291" y="94002"/>
                </a:lnTo>
                <a:lnTo>
                  <a:pt x="534291" y="110219"/>
                </a:lnTo>
                <a:lnTo>
                  <a:pt x="599949" y="110219"/>
                </a:lnTo>
                <a:lnTo>
                  <a:pt x="599949" y="94002"/>
                </a:lnTo>
                <a:lnTo>
                  <a:pt x="577704" y="94002"/>
                </a:lnTo>
                <a:lnTo>
                  <a:pt x="577704" y="0"/>
                </a:lnTo>
                <a:lnTo>
                  <a:pt x="534291" y="0"/>
                </a:lnTo>
                <a:close/>
                <a:moveTo>
                  <a:pt x="655978" y="111655"/>
                </a:moveTo>
                <a:cubicBezTo>
                  <a:pt x="663488" y="111655"/>
                  <a:pt x="669994" y="110195"/>
                  <a:pt x="675496" y="107277"/>
                </a:cubicBezTo>
                <a:cubicBezTo>
                  <a:pt x="680997" y="104359"/>
                  <a:pt x="685016" y="101106"/>
                  <a:pt x="687551" y="97518"/>
                </a:cubicBezTo>
                <a:lnTo>
                  <a:pt x="677577" y="86755"/>
                </a:lnTo>
                <a:cubicBezTo>
                  <a:pt x="675281" y="89721"/>
                  <a:pt x="672291" y="91945"/>
                  <a:pt x="668607" y="93428"/>
                </a:cubicBezTo>
                <a:cubicBezTo>
                  <a:pt x="664924" y="94911"/>
                  <a:pt x="661120" y="95653"/>
                  <a:pt x="657198" y="95653"/>
                </a:cubicBezTo>
                <a:cubicBezTo>
                  <a:pt x="654423" y="95653"/>
                  <a:pt x="651864" y="95222"/>
                  <a:pt x="649520" y="94361"/>
                </a:cubicBezTo>
                <a:cubicBezTo>
                  <a:pt x="647176" y="93500"/>
                  <a:pt x="645095" y="92280"/>
                  <a:pt x="643277" y="90701"/>
                </a:cubicBezTo>
                <a:cubicBezTo>
                  <a:pt x="641507" y="89171"/>
                  <a:pt x="640096" y="87460"/>
                  <a:pt x="639043" y="85571"/>
                </a:cubicBezTo>
                <a:cubicBezTo>
                  <a:pt x="637991" y="83681"/>
                  <a:pt x="637130" y="81182"/>
                  <a:pt x="636460" y="78072"/>
                </a:cubicBezTo>
                <a:lnTo>
                  <a:pt x="636460" y="77857"/>
                </a:lnTo>
                <a:lnTo>
                  <a:pt x="689130" y="77857"/>
                </a:lnTo>
                <a:lnTo>
                  <a:pt x="689130" y="69389"/>
                </a:lnTo>
                <a:cubicBezTo>
                  <a:pt x="689130" y="63697"/>
                  <a:pt x="688340" y="58494"/>
                  <a:pt x="686762" y="53782"/>
                </a:cubicBezTo>
                <a:cubicBezTo>
                  <a:pt x="685183" y="49070"/>
                  <a:pt x="682887" y="45040"/>
                  <a:pt x="679873" y="41691"/>
                </a:cubicBezTo>
                <a:cubicBezTo>
                  <a:pt x="676811" y="38342"/>
                  <a:pt x="673092" y="35747"/>
                  <a:pt x="668715" y="33905"/>
                </a:cubicBezTo>
                <a:cubicBezTo>
                  <a:pt x="664338" y="32064"/>
                  <a:pt x="659350" y="31143"/>
                  <a:pt x="653753" y="31143"/>
                </a:cubicBezTo>
                <a:cubicBezTo>
                  <a:pt x="648348" y="31143"/>
                  <a:pt x="643349" y="32123"/>
                  <a:pt x="638756" y="34085"/>
                </a:cubicBezTo>
                <a:cubicBezTo>
                  <a:pt x="634164" y="36046"/>
                  <a:pt x="630193" y="38797"/>
                  <a:pt x="626844" y="42337"/>
                </a:cubicBezTo>
                <a:cubicBezTo>
                  <a:pt x="623496" y="45877"/>
                  <a:pt x="620888" y="50099"/>
                  <a:pt x="619023" y="55002"/>
                </a:cubicBezTo>
                <a:cubicBezTo>
                  <a:pt x="617157" y="59905"/>
                  <a:pt x="616224" y="65323"/>
                  <a:pt x="616224" y="71255"/>
                </a:cubicBezTo>
                <a:lnTo>
                  <a:pt x="616224" y="74125"/>
                </a:lnTo>
                <a:cubicBezTo>
                  <a:pt x="616224" y="79340"/>
                  <a:pt x="617169" y="84231"/>
                  <a:pt x="619059" y="88800"/>
                </a:cubicBezTo>
                <a:cubicBezTo>
                  <a:pt x="620948" y="93368"/>
                  <a:pt x="623639" y="97327"/>
                  <a:pt x="627131" y="100676"/>
                </a:cubicBezTo>
                <a:cubicBezTo>
                  <a:pt x="630624" y="104072"/>
                  <a:pt x="634809" y="106751"/>
                  <a:pt x="639689" y="108713"/>
                </a:cubicBezTo>
                <a:cubicBezTo>
                  <a:pt x="644568" y="110674"/>
                  <a:pt x="649998" y="111655"/>
                  <a:pt x="655978" y="111655"/>
                </a:cubicBezTo>
                <a:moveTo>
                  <a:pt x="653610" y="47288"/>
                </a:moveTo>
                <a:cubicBezTo>
                  <a:pt x="656145" y="47288"/>
                  <a:pt x="658382" y="47683"/>
                  <a:pt x="660319" y="48472"/>
                </a:cubicBezTo>
                <a:cubicBezTo>
                  <a:pt x="662257" y="49261"/>
                  <a:pt x="663895" y="50326"/>
                  <a:pt x="665235" y="51665"/>
                </a:cubicBezTo>
                <a:cubicBezTo>
                  <a:pt x="666574" y="53053"/>
                  <a:pt x="667626" y="54679"/>
                  <a:pt x="668392" y="56545"/>
                </a:cubicBezTo>
                <a:cubicBezTo>
                  <a:pt x="669157" y="58411"/>
                  <a:pt x="669540" y="60396"/>
                  <a:pt x="669540" y="62501"/>
                </a:cubicBezTo>
                <a:lnTo>
                  <a:pt x="669540" y="64079"/>
                </a:lnTo>
                <a:lnTo>
                  <a:pt x="636819" y="64079"/>
                </a:lnTo>
                <a:cubicBezTo>
                  <a:pt x="637297" y="61544"/>
                  <a:pt x="638015" y="59248"/>
                  <a:pt x="638971" y="57191"/>
                </a:cubicBezTo>
                <a:cubicBezTo>
                  <a:pt x="639928" y="55134"/>
                  <a:pt x="641124" y="53364"/>
                  <a:pt x="642559" y="51881"/>
                </a:cubicBezTo>
                <a:cubicBezTo>
                  <a:pt x="643947" y="50398"/>
                  <a:pt x="645573" y="49261"/>
                  <a:pt x="647439" y="48472"/>
                </a:cubicBezTo>
                <a:cubicBezTo>
                  <a:pt x="649304" y="47683"/>
                  <a:pt x="651361" y="47288"/>
                  <a:pt x="653610" y="47288"/>
                </a:cubicBezTo>
                <a:close/>
                <a:moveTo>
                  <a:pt x="706480" y="110219"/>
                </a:moveTo>
                <a:lnTo>
                  <a:pt x="726500" y="110219"/>
                </a:lnTo>
                <a:lnTo>
                  <a:pt x="726500" y="55038"/>
                </a:lnTo>
                <a:cubicBezTo>
                  <a:pt x="727170" y="53986"/>
                  <a:pt x="727912" y="53029"/>
                  <a:pt x="728725" y="52168"/>
                </a:cubicBezTo>
                <a:cubicBezTo>
                  <a:pt x="729538" y="51307"/>
                  <a:pt x="730447" y="50565"/>
                  <a:pt x="731452" y="49943"/>
                </a:cubicBezTo>
                <a:cubicBezTo>
                  <a:pt x="732695" y="49082"/>
                  <a:pt x="734119" y="48436"/>
                  <a:pt x="735721" y="48006"/>
                </a:cubicBezTo>
                <a:cubicBezTo>
                  <a:pt x="737324" y="47575"/>
                  <a:pt x="739082" y="47360"/>
                  <a:pt x="740995" y="47360"/>
                </a:cubicBezTo>
                <a:cubicBezTo>
                  <a:pt x="743292" y="47360"/>
                  <a:pt x="745349" y="47587"/>
                  <a:pt x="747166" y="48042"/>
                </a:cubicBezTo>
                <a:cubicBezTo>
                  <a:pt x="748984" y="48496"/>
                  <a:pt x="750539" y="49297"/>
                  <a:pt x="751831" y="50445"/>
                </a:cubicBezTo>
                <a:cubicBezTo>
                  <a:pt x="753122" y="51594"/>
                  <a:pt x="754115" y="53160"/>
                  <a:pt x="754809" y="55146"/>
                </a:cubicBezTo>
                <a:cubicBezTo>
                  <a:pt x="755502" y="57131"/>
                  <a:pt x="755849" y="59654"/>
                  <a:pt x="755849" y="62716"/>
                </a:cubicBezTo>
                <a:lnTo>
                  <a:pt x="755849" y="110219"/>
                </a:lnTo>
                <a:lnTo>
                  <a:pt x="775798" y="110219"/>
                </a:lnTo>
                <a:lnTo>
                  <a:pt x="775798" y="62429"/>
                </a:lnTo>
                <a:cubicBezTo>
                  <a:pt x="775798" y="56784"/>
                  <a:pt x="775140" y="51988"/>
                  <a:pt x="773824" y="48042"/>
                </a:cubicBezTo>
                <a:cubicBezTo>
                  <a:pt x="772509" y="44095"/>
                  <a:pt x="770679" y="40854"/>
                  <a:pt x="768335" y="38318"/>
                </a:cubicBezTo>
                <a:cubicBezTo>
                  <a:pt x="765943" y="35831"/>
                  <a:pt x="763120" y="34013"/>
                  <a:pt x="759867" y="32865"/>
                </a:cubicBezTo>
                <a:cubicBezTo>
                  <a:pt x="756614" y="31717"/>
                  <a:pt x="753027" y="31143"/>
                  <a:pt x="749104" y="31143"/>
                </a:cubicBezTo>
                <a:cubicBezTo>
                  <a:pt x="746042" y="31143"/>
                  <a:pt x="743148" y="31573"/>
                  <a:pt x="740421" y="32434"/>
                </a:cubicBezTo>
                <a:cubicBezTo>
                  <a:pt x="737694" y="33295"/>
                  <a:pt x="735183" y="34539"/>
                  <a:pt x="732887" y="36166"/>
                </a:cubicBezTo>
                <a:cubicBezTo>
                  <a:pt x="731547" y="37123"/>
                  <a:pt x="730280" y="38199"/>
                  <a:pt x="729084" y="39395"/>
                </a:cubicBezTo>
                <a:cubicBezTo>
                  <a:pt x="727888" y="40591"/>
                  <a:pt x="726787" y="41906"/>
                  <a:pt x="725783" y="43341"/>
                </a:cubicBezTo>
                <a:lnTo>
                  <a:pt x="724563" y="32578"/>
                </a:lnTo>
                <a:lnTo>
                  <a:pt x="706480" y="32578"/>
                </a:lnTo>
                <a:lnTo>
                  <a:pt x="706480" y="110219"/>
                </a:lnTo>
                <a:close/>
                <a:moveTo>
                  <a:pt x="818623" y="39395"/>
                </a:moveTo>
                <a:cubicBezTo>
                  <a:pt x="818623" y="43078"/>
                  <a:pt x="819867" y="46164"/>
                  <a:pt x="822354" y="48652"/>
                </a:cubicBezTo>
                <a:cubicBezTo>
                  <a:pt x="824842" y="51139"/>
                  <a:pt x="828215" y="52383"/>
                  <a:pt x="832472" y="52383"/>
                </a:cubicBezTo>
                <a:cubicBezTo>
                  <a:pt x="836682" y="52383"/>
                  <a:pt x="840043" y="51151"/>
                  <a:pt x="842554" y="48687"/>
                </a:cubicBezTo>
                <a:cubicBezTo>
                  <a:pt x="845066" y="46224"/>
                  <a:pt x="846321" y="43126"/>
                  <a:pt x="846321" y="39395"/>
                </a:cubicBezTo>
                <a:cubicBezTo>
                  <a:pt x="846321" y="35663"/>
                  <a:pt x="845090" y="32530"/>
                  <a:pt x="842626" y="29995"/>
                </a:cubicBezTo>
                <a:cubicBezTo>
                  <a:pt x="840162" y="27459"/>
                  <a:pt x="836778" y="26191"/>
                  <a:pt x="832472" y="26191"/>
                </a:cubicBezTo>
                <a:cubicBezTo>
                  <a:pt x="828119" y="26191"/>
                  <a:pt x="824722" y="27471"/>
                  <a:pt x="822283" y="30030"/>
                </a:cubicBezTo>
                <a:cubicBezTo>
                  <a:pt x="819843" y="32590"/>
                  <a:pt x="818623" y="35711"/>
                  <a:pt x="818623" y="39395"/>
                </a:cubicBezTo>
                <a:moveTo>
                  <a:pt x="840940" y="108641"/>
                </a:moveTo>
                <a:lnTo>
                  <a:pt x="841011" y="92782"/>
                </a:lnTo>
                <a:lnTo>
                  <a:pt x="822283" y="92782"/>
                </a:lnTo>
                <a:lnTo>
                  <a:pt x="822283" y="109574"/>
                </a:lnTo>
                <a:cubicBezTo>
                  <a:pt x="822283" y="114836"/>
                  <a:pt x="821661" y="119345"/>
                  <a:pt x="820417" y="123100"/>
                </a:cubicBezTo>
                <a:cubicBezTo>
                  <a:pt x="819173" y="126855"/>
                  <a:pt x="817642" y="130455"/>
                  <a:pt x="815825" y="133899"/>
                </a:cubicBezTo>
                <a:lnTo>
                  <a:pt x="826373" y="139353"/>
                </a:lnTo>
                <a:cubicBezTo>
                  <a:pt x="830678" y="135526"/>
                  <a:pt x="834183" y="130814"/>
                  <a:pt x="836885" y="125217"/>
                </a:cubicBezTo>
                <a:cubicBezTo>
                  <a:pt x="839588" y="119620"/>
                  <a:pt x="840940" y="114094"/>
                  <a:pt x="840940" y="108641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CB33EA-A969-439A-AAC2-CF8B406E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255" y="1044147"/>
            <a:ext cx="10" cy="193759"/>
          </a:xfrm>
          <a:custGeom xmlns:a="http://schemas.openxmlformats.org/drawingml/2006/main">
            <a:pathLst>
              <a:path w="1" h="193759">
                <a:moveTo>
                  <a:pt x="0" y="0"/>
                </a:moveTo>
                <a:lnTo>
                  <a:pt x="0" y="0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99E648-344E-425F-B74C-6D1A9750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476" y="1233362"/>
            <a:ext cx="1322452" cy="176351"/>
          </a:xfrm>
          <a:custGeom xmlns:a="http://schemas.openxmlformats.org/drawingml/2006/main">
            <a:pathLst>
              <a:path w="1322452" h="176351">
                <a:moveTo>
                  <a:pt x="0" y="0"/>
                </a:moveTo>
                <a:lnTo>
                  <a:pt x="1322452" y="0"/>
                </a:lnTo>
                <a:lnTo>
                  <a:pt x="1322452" y="176351"/>
                </a:lnTo>
                <a:lnTo>
                  <a:pt x="0" y="176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3F65B4-E964-4F62-A27C-86C42400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476" y="1220498"/>
            <a:ext cx="352654" cy="193759"/>
          </a:xfrm>
          <a:custGeom xmlns:a="http://schemas.openxmlformats.org/drawingml/2006/main">
            <a:pathLst>
              <a:path w="352654" h="193759">
                <a:moveTo>
                  <a:pt x="0" y="0"/>
                </a:moveTo>
                <a:lnTo>
                  <a:pt x="352654" y="0"/>
                </a:lnTo>
                <a:lnTo>
                  <a:pt x="352654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char">
            <a:extLst xmlns:a="http://schemas.openxmlformats.org/drawingml/2006/main">
              <a:ext uri="{FF2B5EF4-FFF2-40B4-BE49-F238E27FC236}">
                <a16:creationId xmlns:a16="http://schemas.microsoft.com/office/drawing/2014/main" id="{DA9F088D-07FF-4C36-8EF4-74BC0F85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872" y="1264223"/>
            <a:ext cx="336571" cy="111726"/>
          </a:xfrm>
          <a:custGeom xmlns:a="http://schemas.openxmlformats.org/drawingml/2006/main">
            <a:pathLst>
              <a:path w="336571" h="111726">
                <a:moveTo>
                  <a:pt x="36094" y="95724"/>
                </a:moveTo>
                <a:cubicBezTo>
                  <a:pt x="32889" y="95724"/>
                  <a:pt x="30246" y="95079"/>
                  <a:pt x="28165" y="93787"/>
                </a:cubicBezTo>
                <a:cubicBezTo>
                  <a:pt x="26084" y="92495"/>
                  <a:pt x="24445" y="90773"/>
                  <a:pt x="23249" y="88620"/>
                </a:cubicBezTo>
                <a:cubicBezTo>
                  <a:pt x="22006" y="86516"/>
                  <a:pt x="21145" y="84064"/>
                  <a:pt x="20666" y="81265"/>
                </a:cubicBezTo>
                <a:cubicBezTo>
                  <a:pt x="20188" y="78467"/>
                  <a:pt x="19949" y="75561"/>
                  <a:pt x="19949" y="72547"/>
                </a:cubicBezTo>
                <a:lnTo>
                  <a:pt x="19949" y="70394"/>
                </a:lnTo>
                <a:cubicBezTo>
                  <a:pt x="19949" y="67428"/>
                  <a:pt x="20200" y="64558"/>
                  <a:pt x="20702" y="61783"/>
                </a:cubicBezTo>
                <a:cubicBezTo>
                  <a:pt x="21204" y="59009"/>
                  <a:pt x="22077" y="56545"/>
                  <a:pt x="23321" y="54392"/>
                </a:cubicBezTo>
                <a:cubicBezTo>
                  <a:pt x="24517" y="52239"/>
                  <a:pt x="26144" y="50517"/>
                  <a:pt x="28201" y="49226"/>
                </a:cubicBezTo>
                <a:cubicBezTo>
                  <a:pt x="30258" y="47934"/>
                  <a:pt x="32865" y="47288"/>
                  <a:pt x="36022" y="47288"/>
                </a:cubicBezTo>
                <a:cubicBezTo>
                  <a:pt x="38175" y="47288"/>
                  <a:pt x="40160" y="47659"/>
                  <a:pt x="41978" y="48400"/>
                </a:cubicBezTo>
                <a:cubicBezTo>
                  <a:pt x="43796" y="49142"/>
                  <a:pt x="45351" y="50135"/>
                  <a:pt x="46642" y="51378"/>
                </a:cubicBezTo>
                <a:cubicBezTo>
                  <a:pt x="47934" y="52622"/>
                  <a:pt x="48915" y="54105"/>
                  <a:pt x="49584" y="55827"/>
                </a:cubicBezTo>
                <a:cubicBezTo>
                  <a:pt x="50254" y="57549"/>
                  <a:pt x="50541" y="59367"/>
                  <a:pt x="50445" y="61281"/>
                </a:cubicBezTo>
                <a:lnTo>
                  <a:pt x="69246" y="61281"/>
                </a:lnTo>
                <a:cubicBezTo>
                  <a:pt x="69342" y="56688"/>
                  <a:pt x="68576" y="52538"/>
                  <a:pt x="66950" y="48831"/>
                </a:cubicBezTo>
                <a:cubicBezTo>
                  <a:pt x="65323" y="45123"/>
                  <a:pt x="63051" y="41954"/>
                  <a:pt x="60133" y="39323"/>
                </a:cubicBezTo>
                <a:cubicBezTo>
                  <a:pt x="57167" y="36740"/>
                  <a:pt x="53651" y="34731"/>
                  <a:pt x="49584" y="33295"/>
                </a:cubicBezTo>
                <a:cubicBezTo>
                  <a:pt x="45518" y="31860"/>
                  <a:pt x="41093" y="31143"/>
                  <a:pt x="36309" y="31143"/>
                </a:cubicBezTo>
                <a:cubicBezTo>
                  <a:pt x="30329" y="31143"/>
                  <a:pt x="25079" y="32171"/>
                  <a:pt x="20559" y="34228"/>
                </a:cubicBezTo>
                <a:cubicBezTo>
                  <a:pt x="16038" y="36285"/>
                  <a:pt x="12247" y="39084"/>
                  <a:pt x="9185" y="42624"/>
                </a:cubicBezTo>
                <a:cubicBezTo>
                  <a:pt x="6123" y="46164"/>
                  <a:pt x="3827" y="50314"/>
                  <a:pt x="2296" y="55074"/>
                </a:cubicBezTo>
                <a:cubicBezTo>
                  <a:pt x="765" y="59834"/>
                  <a:pt x="0" y="64940"/>
                  <a:pt x="0" y="70394"/>
                </a:cubicBezTo>
                <a:lnTo>
                  <a:pt x="0" y="72547"/>
                </a:lnTo>
                <a:cubicBezTo>
                  <a:pt x="0" y="78000"/>
                  <a:pt x="777" y="83107"/>
                  <a:pt x="2332" y="87867"/>
                </a:cubicBezTo>
                <a:cubicBezTo>
                  <a:pt x="3887" y="92627"/>
                  <a:pt x="6195" y="96777"/>
                  <a:pt x="9257" y="100317"/>
                </a:cubicBezTo>
                <a:cubicBezTo>
                  <a:pt x="12271" y="103857"/>
                  <a:pt x="16050" y="106644"/>
                  <a:pt x="20594" y="108677"/>
                </a:cubicBezTo>
                <a:cubicBezTo>
                  <a:pt x="25139" y="110710"/>
                  <a:pt x="30425" y="111726"/>
                  <a:pt x="36453" y="111726"/>
                </a:cubicBezTo>
                <a:cubicBezTo>
                  <a:pt x="40902" y="111726"/>
                  <a:pt x="45123" y="111021"/>
                  <a:pt x="49118" y="109609"/>
                </a:cubicBezTo>
                <a:cubicBezTo>
                  <a:pt x="53112" y="108198"/>
                  <a:pt x="56617" y="106249"/>
                  <a:pt x="59630" y="103761"/>
                </a:cubicBezTo>
                <a:cubicBezTo>
                  <a:pt x="62644" y="101274"/>
                  <a:pt x="65024" y="98308"/>
                  <a:pt x="66770" y="94863"/>
                </a:cubicBezTo>
                <a:cubicBezTo>
                  <a:pt x="68516" y="91419"/>
                  <a:pt x="69342" y="87688"/>
                  <a:pt x="69246" y="83669"/>
                </a:cubicBezTo>
                <a:lnTo>
                  <a:pt x="50445" y="83669"/>
                </a:lnTo>
                <a:cubicBezTo>
                  <a:pt x="50541" y="85487"/>
                  <a:pt x="50218" y="87137"/>
                  <a:pt x="49477" y="88620"/>
                </a:cubicBezTo>
                <a:cubicBezTo>
                  <a:pt x="48735" y="90103"/>
                  <a:pt x="47695" y="91371"/>
                  <a:pt x="46355" y="92424"/>
                </a:cubicBezTo>
                <a:cubicBezTo>
                  <a:pt x="45016" y="93476"/>
                  <a:pt x="43461" y="94289"/>
                  <a:pt x="41691" y="94863"/>
                </a:cubicBezTo>
                <a:cubicBezTo>
                  <a:pt x="39921" y="95437"/>
                  <a:pt x="38055" y="95724"/>
                  <a:pt x="36094" y="95724"/>
                </a:cubicBezTo>
                <a:close/>
                <a:moveTo>
                  <a:pt x="109846" y="43270"/>
                </a:moveTo>
                <a:lnTo>
                  <a:pt x="109846" y="0"/>
                </a:lnTo>
                <a:lnTo>
                  <a:pt x="89897" y="0"/>
                </a:lnTo>
                <a:lnTo>
                  <a:pt x="89897" y="110219"/>
                </a:lnTo>
                <a:lnTo>
                  <a:pt x="109846" y="110219"/>
                </a:lnTo>
                <a:lnTo>
                  <a:pt x="109846" y="54177"/>
                </a:lnTo>
                <a:cubicBezTo>
                  <a:pt x="110611" y="53172"/>
                  <a:pt x="111461" y="52263"/>
                  <a:pt x="112393" y="51450"/>
                </a:cubicBezTo>
                <a:cubicBezTo>
                  <a:pt x="113326" y="50637"/>
                  <a:pt x="114367" y="49943"/>
                  <a:pt x="115515" y="49369"/>
                </a:cubicBezTo>
                <a:cubicBezTo>
                  <a:pt x="116759" y="48699"/>
                  <a:pt x="118146" y="48197"/>
                  <a:pt x="119677" y="47862"/>
                </a:cubicBezTo>
                <a:cubicBezTo>
                  <a:pt x="121208" y="47527"/>
                  <a:pt x="122858" y="47360"/>
                  <a:pt x="124628" y="47360"/>
                </a:cubicBezTo>
                <a:cubicBezTo>
                  <a:pt x="126924" y="47360"/>
                  <a:pt x="128981" y="47659"/>
                  <a:pt x="130799" y="48257"/>
                </a:cubicBezTo>
                <a:cubicBezTo>
                  <a:pt x="132617" y="48855"/>
                  <a:pt x="134172" y="49776"/>
                  <a:pt x="135463" y="51020"/>
                </a:cubicBezTo>
                <a:cubicBezTo>
                  <a:pt x="136755" y="52263"/>
                  <a:pt x="137748" y="53890"/>
                  <a:pt x="138441" y="55899"/>
                </a:cubicBezTo>
                <a:cubicBezTo>
                  <a:pt x="139135" y="57908"/>
                  <a:pt x="139482" y="60300"/>
                  <a:pt x="139482" y="63075"/>
                </a:cubicBezTo>
                <a:lnTo>
                  <a:pt x="139482" y="110219"/>
                </a:lnTo>
                <a:lnTo>
                  <a:pt x="159430" y="110219"/>
                </a:lnTo>
                <a:lnTo>
                  <a:pt x="159430" y="63218"/>
                </a:lnTo>
                <a:cubicBezTo>
                  <a:pt x="159430" y="57526"/>
                  <a:pt x="158749" y="52658"/>
                  <a:pt x="157385" y="48616"/>
                </a:cubicBezTo>
                <a:cubicBezTo>
                  <a:pt x="156022" y="44573"/>
                  <a:pt x="154120" y="41261"/>
                  <a:pt x="151681" y="38677"/>
                </a:cubicBezTo>
                <a:cubicBezTo>
                  <a:pt x="149241" y="36094"/>
                  <a:pt x="146323" y="34192"/>
                  <a:pt x="142926" y="32973"/>
                </a:cubicBezTo>
                <a:cubicBezTo>
                  <a:pt x="139530" y="31753"/>
                  <a:pt x="135798" y="31143"/>
                  <a:pt x="131732" y="31143"/>
                </a:cubicBezTo>
                <a:cubicBezTo>
                  <a:pt x="128957" y="31143"/>
                  <a:pt x="126326" y="31549"/>
                  <a:pt x="123839" y="32363"/>
                </a:cubicBezTo>
                <a:cubicBezTo>
                  <a:pt x="121351" y="33176"/>
                  <a:pt x="119079" y="34324"/>
                  <a:pt x="117022" y="35807"/>
                </a:cubicBezTo>
                <a:cubicBezTo>
                  <a:pt x="115682" y="36764"/>
                  <a:pt x="114403" y="37876"/>
                  <a:pt x="113183" y="39144"/>
                </a:cubicBezTo>
                <a:cubicBezTo>
                  <a:pt x="111963" y="40411"/>
                  <a:pt x="110851" y="41787"/>
                  <a:pt x="109846" y="43270"/>
                </a:cubicBezTo>
                <a:close/>
                <a:moveTo>
                  <a:pt x="226581" y="110219"/>
                </a:moveTo>
                <a:lnTo>
                  <a:pt x="246816" y="110219"/>
                </a:lnTo>
                <a:lnTo>
                  <a:pt x="246816" y="109000"/>
                </a:lnTo>
                <a:cubicBezTo>
                  <a:pt x="245812" y="107038"/>
                  <a:pt x="245046" y="104694"/>
                  <a:pt x="244520" y="101967"/>
                </a:cubicBezTo>
                <a:cubicBezTo>
                  <a:pt x="243994" y="99241"/>
                  <a:pt x="243731" y="95796"/>
                  <a:pt x="243731" y="91634"/>
                </a:cubicBezTo>
                <a:lnTo>
                  <a:pt x="243731" y="58339"/>
                </a:lnTo>
                <a:cubicBezTo>
                  <a:pt x="243731" y="53842"/>
                  <a:pt x="242894" y="49883"/>
                  <a:pt x="241219" y="46463"/>
                </a:cubicBezTo>
                <a:cubicBezTo>
                  <a:pt x="239545" y="43042"/>
                  <a:pt x="237225" y="40208"/>
                  <a:pt x="234259" y="37960"/>
                </a:cubicBezTo>
                <a:cubicBezTo>
                  <a:pt x="231293" y="35711"/>
                  <a:pt x="227789" y="34013"/>
                  <a:pt x="223746" y="32865"/>
                </a:cubicBezTo>
                <a:cubicBezTo>
                  <a:pt x="219704" y="31717"/>
                  <a:pt x="215339" y="31143"/>
                  <a:pt x="210651" y="31143"/>
                </a:cubicBezTo>
                <a:cubicBezTo>
                  <a:pt x="205436" y="31143"/>
                  <a:pt x="200808" y="31800"/>
                  <a:pt x="196766" y="33116"/>
                </a:cubicBezTo>
                <a:cubicBezTo>
                  <a:pt x="192723" y="34432"/>
                  <a:pt x="189315" y="36214"/>
                  <a:pt x="186540" y="38462"/>
                </a:cubicBezTo>
                <a:cubicBezTo>
                  <a:pt x="183718" y="40710"/>
                  <a:pt x="181577" y="43318"/>
                  <a:pt x="180118" y="46284"/>
                </a:cubicBezTo>
                <a:cubicBezTo>
                  <a:pt x="178659" y="49250"/>
                  <a:pt x="177929" y="52383"/>
                  <a:pt x="177929" y="55684"/>
                </a:cubicBezTo>
                <a:lnTo>
                  <a:pt x="197878" y="55684"/>
                </a:lnTo>
                <a:cubicBezTo>
                  <a:pt x="197878" y="54296"/>
                  <a:pt x="198081" y="53029"/>
                  <a:pt x="198488" y="51881"/>
                </a:cubicBezTo>
                <a:cubicBezTo>
                  <a:pt x="198894" y="50733"/>
                  <a:pt x="199528" y="49752"/>
                  <a:pt x="200389" y="48939"/>
                </a:cubicBezTo>
                <a:cubicBezTo>
                  <a:pt x="201346" y="48030"/>
                  <a:pt x="202590" y="47324"/>
                  <a:pt x="204121" y="46822"/>
                </a:cubicBezTo>
                <a:cubicBezTo>
                  <a:pt x="205652" y="46319"/>
                  <a:pt x="207469" y="46068"/>
                  <a:pt x="209574" y="46068"/>
                </a:cubicBezTo>
                <a:cubicBezTo>
                  <a:pt x="211966" y="46068"/>
                  <a:pt x="214059" y="46367"/>
                  <a:pt x="215853" y="46965"/>
                </a:cubicBezTo>
                <a:cubicBezTo>
                  <a:pt x="217647" y="47563"/>
                  <a:pt x="219142" y="48412"/>
                  <a:pt x="220338" y="49513"/>
                </a:cubicBezTo>
                <a:cubicBezTo>
                  <a:pt x="221486" y="50565"/>
                  <a:pt x="222347" y="51821"/>
                  <a:pt x="222921" y="53280"/>
                </a:cubicBezTo>
                <a:cubicBezTo>
                  <a:pt x="223495" y="54739"/>
                  <a:pt x="223782" y="56377"/>
                  <a:pt x="223782" y="58195"/>
                </a:cubicBezTo>
                <a:lnTo>
                  <a:pt x="223782" y="62788"/>
                </a:lnTo>
                <a:lnTo>
                  <a:pt x="212660" y="62788"/>
                </a:lnTo>
                <a:cubicBezTo>
                  <a:pt x="206919" y="62788"/>
                  <a:pt x="201836" y="63302"/>
                  <a:pt x="197411" y="64331"/>
                </a:cubicBezTo>
                <a:cubicBezTo>
                  <a:pt x="192986" y="65359"/>
                  <a:pt x="189267" y="66854"/>
                  <a:pt x="186253" y="68815"/>
                </a:cubicBezTo>
                <a:cubicBezTo>
                  <a:pt x="182904" y="70968"/>
                  <a:pt x="180393" y="73707"/>
                  <a:pt x="178719" y="77032"/>
                </a:cubicBezTo>
                <a:cubicBezTo>
                  <a:pt x="177044" y="80356"/>
                  <a:pt x="176207" y="84171"/>
                  <a:pt x="176207" y="88477"/>
                </a:cubicBezTo>
                <a:cubicBezTo>
                  <a:pt x="176207" y="91826"/>
                  <a:pt x="176877" y="94923"/>
                  <a:pt x="178216" y="97770"/>
                </a:cubicBezTo>
                <a:cubicBezTo>
                  <a:pt x="179556" y="100616"/>
                  <a:pt x="181421" y="103068"/>
                  <a:pt x="183813" y="105125"/>
                </a:cubicBezTo>
                <a:cubicBezTo>
                  <a:pt x="186205" y="107182"/>
                  <a:pt x="189064" y="108784"/>
                  <a:pt x="192388" y="109932"/>
                </a:cubicBezTo>
                <a:cubicBezTo>
                  <a:pt x="195713" y="111081"/>
                  <a:pt x="199361" y="111655"/>
                  <a:pt x="203331" y="111655"/>
                </a:cubicBezTo>
                <a:cubicBezTo>
                  <a:pt x="205771" y="111655"/>
                  <a:pt x="208043" y="111427"/>
                  <a:pt x="210148" y="110973"/>
                </a:cubicBezTo>
                <a:cubicBezTo>
                  <a:pt x="212253" y="110518"/>
                  <a:pt x="214191" y="109885"/>
                  <a:pt x="215961" y="109071"/>
                </a:cubicBezTo>
                <a:cubicBezTo>
                  <a:pt x="217683" y="108306"/>
                  <a:pt x="219262" y="107397"/>
                  <a:pt x="220697" y="106345"/>
                </a:cubicBezTo>
                <a:cubicBezTo>
                  <a:pt x="222132" y="105292"/>
                  <a:pt x="223400" y="104168"/>
                  <a:pt x="224500" y="102972"/>
                </a:cubicBezTo>
                <a:cubicBezTo>
                  <a:pt x="224739" y="104359"/>
                  <a:pt x="225026" y="105675"/>
                  <a:pt x="225361" y="106919"/>
                </a:cubicBezTo>
                <a:cubicBezTo>
                  <a:pt x="225696" y="108162"/>
                  <a:pt x="226102" y="109263"/>
                  <a:pt x="226581" y="110219"/>
                </a:cubicBezTo>
                <a:moveTo>
                  <a:pt x="207565" y="96227"/>
                </a:moveTo>
                <a:cubicBezTo>
                  <a:pt x="205699" y="96227"/>
                  <a:pt x="204061" y="95999"/>
                  <a:pt x="202650" y="95545"/>
                </a:cubicBezTo>
                <a:cubicBezTo>
                  <a:pt x="201238" y="95091"/>
                  <a:pt x="200054" y="94481"/>
                  <a:pt x="199098" y="93715"/>
                </a:cubicBezTo>
                <a:cubicBezTo>
                  <a:pt x="198141" y="92902"/>
                  <a:pt x="197411" y="91909"/>
                  <a:pt x="196909" y="90737"/>
                </a:cubicBezTo>
                <a:cubicBezTo>
                  <a:pt x="196407" y="89565"/>
                  <a:pt x="196156" y="88286"/>
                  <a:pt x="196156" y="86898"/>
                </a:cubicBezTo>
                <a:cubicBezTo>
                  <a:pt x="196156" y="85128"/>
                  <a:pt x="196491" y="83490"/>
                  <a:pt x="197160" y="81983"/>
                </a:cubicBezTo>
                <a:cubicBezTo>
                  <a:pt x="197830" y="80476"/>
                  <a:pt x="198859" y="79172"/>
                  <a:pt x="200246" y="78072"/>
                </a:cubicBezTo>
                <a:cubicBezTo>
                  <a:pt x="201633" y="77020"/>
                  <a:pt x="203427" y="76194"/>
                  <a:pt x="205628" y="75596"/>
                </a:cubicBezTo>
                <a:cubicBezTo>
                  <a:pt x="207828" y="74998"/>
                  <a:pt x="210483" y="74699"/>
                  <a:pt x="213593" y="74699"/>
                </a:cubicBezTo>
                <a:lnTo>
                  <a:pt x="223782" y="74699"/>
                </a:lnTo>
                <a:lnTo>
                  <a:pt x="223782" y="88046"/>
                </a:lnTo>
                <a:cubicBezTo>
                  <a:pt x="223208" y="89051"/>
                  <a:pt x="222419" y="90044"/>
                  <a:pt x="221414" y="91024"/>
                </a:cubicBezTo>
                <a:cubicBezTo>
                  <a:pt x="220410" y="92005"/>
                  <a:pt x="219214" y="92878"/>
                  <a:pt x="217826" y="93643"/>
                </a:cubicBezTo>
                <a:cubicBezTo>
                  <a:pt x="216439" y="94409"/>
                  <a:pt x="214884" y="95031"/>
                  <a:pt x="213162" y="95509"/>
                </a:cubicBezTo>
                <a:cubicBezTo>
                  <a:pt x="211440" y="95988"/>
                  <a:pt x="209574" y="96227"/>
                  <a:pt x="207565" y="96227"/>
                </a:cubicBezTo>
                <a:close/>
                <a:moveTo>
                  <a:pt x="322004" y="31143"/>
                </a:moveTo>
                <a:cubicBezTo>
                  <a:pt x="316790" y="31143"/>
                  <a:pt x="311982" y="32398"/>
                  <a:pt x="307581" y="34910"/>
                </a:cubicBezTo>
                <a:cubicBezTo>
                  <a:pt x="303180" y="37422"/>
                  <a:pt x="299400" y="40878"/>
                  <a:pt x="296243" y="45279"/>
                </a:cubicBezTo>
                <a:lnTo>
                  <a:pt x="296099" y="43557"/>
                </a:lnTo>
                <a:lnTo>
                  <a:pt x="295310" y="32578"/>
                </a:lnTo>
                <a:lnTo>
                  <a:pt x="276725" y="32578"/>
                </a:lnTo>
                <a:lnTo>
                  <a:pt x="276725" y="110219"/>
                </a:lnTo>
                <a:lnTo>
                  <a:pt x="296674" y="110219"/>
                </a:lnTo>
                <a:lnTo>
                  <a:pt x="296674" y="63577"/>
                </a:lnTo>
                <a:cubicBezTo>
                  <a:pt x="297582" y="61377"/>
                  <a:pt x="298731" y="59463"/>
                  <a:pt x="300118" y="57836"/>
                </a:cubicBezTo>
                <a:cubicBezTo>
                  <a:pt x="301505" y="56210"/>
                  <a:pt x="303180" y="54871"/>
                  <a:pt x="305141" y="53818"/>
                </a:cubicBezTo>
                <a:cubicBezTo>
                  <a:pt x="306767" y="52909"/>
                  <a:pt x="308621" y="52227"/>
                  <a:pt x="310702" y="51773"/>
                </a:cubicBezTo>
                <a:cubicBezTo>
                  <a:pt x="312783" y="51319"/>
                  <a:pt x="315115" y="51091"/>
                  <a:pt x="317698" y="51091"/>
                </a:cubicBezTo>
                <a:cubicBezTo>
                  <a:pt x="320186" y="51091"/>
                  <a:pt x="322805" y="51247"/>
                  <a:pt x="325556" y="51558"/>
                </a:cubicBezTo>
                <a:cubicBezTo>
                  <a:pt x="328307" y="51869"/>
                  <a:pt x="330998" y="52335"/>
                  <a:pt x="333629" y="52957"/>
                </a:cubicBezTo>
                <a:lnTo>
                  <a:pt x="336571" y="33080"/>
                </a:lnTo>
                <a:cubicBezTo>
                  <a:pt x="334992" y="32602"/>
                  <a:pt x="332923" y="32159"/>
                  <a:pt x="330364" y="31753"/>
                </a:cubicBezTo>
                <a:cubicBezTo>
                  <a:pt x="327804" y="31346"/>
                  <a:pt x="325018" y="31143"/>
                  <a:pt x="322004" y="31143"/>
                </a:cubicBezTo>
                <a:close/>
              </a:path>
            </a:pathLst>
          </a:custGeom>
          <a:solidFill xmlns:a="http://schemas.openxmlformats.org/drawingml/2006/main">
            <a:srgbClr val="3F51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974DF3-3A63-4FCE-8D41-E3256EDE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130" y="1220498"/>
            <a:ext cx="969798" cy="193759"/>
          </a:xfrm>
          <a:custGeom xmlns:a="http://schemas.openxmlformats.org/drawingml/2006/main">
            <a:pathLst>
              <a:path w="969798" h="193759">
                <a:moveTo>
                  <a:pt x="0" y="0"/>
                </a:moveTo>
                <a:lnTo>
                  <a:pt x="969798" y="0"/>
                </a:lnTo>
                <a:lnTo>
                  <a:pt x="969798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*temp_str;">
            <a:extLst xmlns:a="http://schemas.openxmlformats.org/drawingml/2006/main">
              <a:ext uri="{FF2B5EF4-FFF2-40B4-BE49-F238E27FC236}">
                <a16:creationId xmlns:a16="http://schemas.microsoft.com/office/drawing/2014/main" id="{80F92E9B-36BD-45F9-B04D-4B219661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7356" y="1269964"/>
            <a:ext cx="844312" cy="134330"/>
          </a:xfrm>
          <a:custGeom xmlns:a="http://schemas.openxmlformats.org/drawingml/2006/main">
            <a:pathLst>
              <a:path w="844312" h="134330">
                <a:moveTo>
                  <a:pt x="28129" y="40615"/>
                </a:moveTo>
                <a:lnTo>
                  <a:pt x="8180" y="64079"/>
                </a:lnTo>
                <a:lnTo>
                  <a:pt x="21025" y="72906"/>
                </a:lnTo>
                <a:lnTo>
                  <a:pt x="36166" y="47001"/>
                </a:lnTo>
                <a:lnTo>
                  <a:pt x="51307" y="73695"/>
                </a:lnTo>
                <a:lnTo>
                  <a:pt x="64079" y="64438"/>
                </a:lnTo>
                <a:lnTo>
                  <a:pt x="44848" y="41261"/>
                </a:lnTo>
                <a:lnTo>
                  <a:pt x="73408" y="34731"/>
                </a:lnTo>
                <a:lnTo>
                  <a:pt x="68672" y="19733"/>
                </a:lnTo>
                <a:lnTo>
                  <a:pt x="41978" y="31430"/>
                </a:lnTo>
                <a:lnTo>
                  <a:pt x="44777" y="0"/>
                </a:lnTo>
                <a:lnTo>
                  <a:pt x="29062" y="0"/>
                </a:lnTo>
                <a:lnTo>
                  <a:pt x="31645" y="30927"/>
                </a:lnTo>
                <a:lnTo>
                  <a:pt x="4736" y="19016"/>
                </a:lnTo>
                <a:lnTo>
                  <a:pt x="0" y="33726"/>
                </a:lnTo>
                <a:lnTo>
                  <a:pt x="28129" y="40615"/>
                </a:lnTo>
                <a:close/>
                <a:moveTo>
                  <a:pt x="123839" y="7822"/>
                </a:moveTo>
                <a:lnTo>
                  <a:pt x="103890" y="7822"/>
                </a:lnTo>
                <a:lnTo>
                  <a:pt x="103890" y="26837"/>
                </a:lnTo>
                <a:lnTo>
                  <a:pt x="86166" y="26837"/>
                </a:lnTo>
                <a:lnTo>
                  <a:pt x="86166" y="41548"/>
                </a:lnTo>
                <a:lnTo>
                  <a:pt x="103890" y="41548"/>
                </a:lnTo>
                <a:lnTo>
                  <a:pt x="103890" y="76852"/>
                </a:lnTo>
                <a:cubicBezTo>
                  <a:pt x="103890" y="81971"/>
                  <a:pt x="104560" y="86360"/>
                  <a:pt x="105899" y="90020"/>
                </a:cubicBezTo>
                <a:cubicBezTo>
                  <a:pt x="107239" y="93679"/>
                  <a:pt x="109152" y="96681"/>
                  <a:pt x="111640" y="99025"/>
                </a:cubicBezTo>
                <a:cubicBezTo>
                  <a:pt x="114080" y="101417"/>
                  <a:pt x="117034" y="103175"/>
                  <a:pt x="120502" y="104299"/>
                </a:cubicBezTo>
                <a:cubicBezTo>
                  <a:pt x="123970" y="105424"/>
                  <a:pt x="127833" y="105986"/>
                  <a:pt x="132091" y="105986"/>
                </a:cubicBezTo>
                <a:cubicBezTo>
                  <a:pt x="134291" y="105986"/>
                  <a:pt x="136528" y="105878"/>
                  <a:pt x="138800" y="105663"/>
                </a:cubicBezTo>
                <a:cubicBezTo>
                  <a:pt x="141072" y="105448"/>
                  <a:pt x="143261" y="105149"/>
                  <a:pt x="145366" y="104766"/>
                </a:cubicBezTo>
                <a:cubicBezTo>
                  <a:pt x="147471" y="104383"/>
                  <a:pt x="149456" y="103893"/>
                  <a:pt x="151322" y="103295"/>
                </a:cubicBezTo>
                <a:cubicBezTo>
                  <a:pt x="153188" y="102697"/>
                  <a:pt x="154814" y="101991"/>
                  <a:pt x="156201" y="101178"/>
                </a:cubicBezTo>
                <a:lnTo>
                  <a:pt x="154264" y="87472"/>
                </a:lnTo>
                <a:cubicBezTo>
                  <a:pt x="153355" y="87712"/>
                  <a:pt x="152267" y="87951"/>
                  <a:pt x="150999" y="88190"/>
                </a:cubicBezTo>
                <a:cubicBezTo>
                  <a:pt x="149731" y="88429"/>
                  <a:pt x="148380" y="88644"/>
                  <a:pt x="146945" y="88836"/>
                </a:cubicBezTo>
                <a:cubicBezTo>
                  <a:pt x="145462" y="89075"/>
                  <a:pt x="143919" y="89266"/>
                  <a:pt x="142316" y="89410"/>
                </a:cubicBezTo>
                <a:cubicBezTo>
                  <a:pt x="140714" y="89553"/>
                  <a:pt x="139147" y="89625"/>
                  <a:pt x="137616" y="89625"/>
                </a:cubicBezTo>
                <a:cubicBezTo>
                  <a:pt x="135511" y="89625"/>
                  <a:pt x="133610" y="89386"/>
                  <a:pt x="131911" y="88907"/>
                </a:cubicBezTo>
                <a:cubicBezTo>
                  <a:pt x="130213" y="88429"/>
                  <a:pt x="128766" y="87616"/>
                  <a:pt x="127570" y="86468"/>
                </a:cubicBezTo>
                <a:cubicBezTo>
                  <a:pt x="126374" y="85367"/>
                  <a:pt x="125453" y="83872"/>
                  <a:pt x="124807" y="81983"/>
                </a:cubicBezTo>
                <a:cubicBezTo>
                  <a:pt x="124162" y="80093"/>
                  <a:pt x="123839" y="77737"/>
                  <a:pt x="123839" y="74915"/>
                </a:cubicBezTo>
                <a:lnTo>
                  <a:pt x="123839" y="41548"/>
                </a:lnTo>
                <a:lnTo>
                  <a:pt x="152829" y="41548"/>
                </a:lnTo>
                <a:lnTo>
                  <a:pt x="152829" y="26837"/>
                </a:lnTo>
                <a:lnTo>
                  <a:pt x="123839" y="26837"/>
                </a:lnTo>
                <a:lnTo>
                  <a:pt x="123839" y="7822"/>
                </a:lnTo>
                <a:close/>
                <a:moveTo>
                  <a:pt x="213091" y="105914"/>
                </a:moveTo>
                <a:cubicBezTo>
                  <a:pt x="220602" y="105914"/>
                  <a:pt x="227108" y="104455"/>
                  <a:pt x="232609" y="101537"/>
                </a:cubicBezTo>
                <a:cubicBezTo>
                  <a:pt x="238110" y="98619"/>
                  <a:pt x="242129" y="95366"/>
                  <a:pt x="244664" y="91778"/>
                </a:cubicBezTo>
                <a:lnTo>
                  <a:pt x="234690" y="81014"/>
                </a:lnTo>
                <a:cubicBezTo>
                  <a:pt x="232394" y="83980"/>
                  <a:pt x="229404" y="86205"/>
                  <a:pt x="225720" y="87688"/>
                </a:cubicBezTo>
                <a:cubicBezTo>
                  <a:pt x="222037" y="89171"/>
                  <a:pt x="218234" y="89912"/>
                  <a:pt x="214311" y="89912"/>
                </a:cubicBezTo>
                <a:cubicBezTo>
                  <a:pt x="211536" y="89912"/>
                  <a:pt x="208977" y="89482"/>
                  <a:pt x="206633" y="88620"/>
                </a:cubicBezTo>
                <a:cubicBezTo>
                  <a:pt x="204289" y="87759"/>
                  <a:pt x="202208" y="86539"/>
                  <a:pt x="200390" y="84961"/>
                </a:cubicBezTo>
                <a:cubicBezTo>
                  <a:pt x="198620" y="83430"/>
                  <a:pt x="197209" y="81720"/>
                  <a:pt x="196156" y="79830"/>
                </a:cubicBezTo>
                <a:cubicBezTo>
                  <a:pt x="195104" y="77941"/>
                  <a:pt x="194243" y="75441"/>
                  <a:pt x="193573" y="72331"/>
                </a:cubicBezTo>
                <a:lnTo>
                  <a:pt x="193573" y="72116"/>
                </a:lnTo>
                <a:lnTo>
                  <a:pt x="246243" y="72116"/>
                </a:lnTo>
                <a:lnTo>
                  <a:pt x="246243" y="63649"/>
                </a:lnTo>
                <a:cubicBezTo>
                  <a:pt x="246243" y="57956"/>
                  <a:pt x="245454" y="52754"/>
                  <a:pt x="243875" y="48042"/>
                </a:cubicBezTo>
                <a:cubicBezTo>
                  <a:pt x="242296" y="43330"/>
                  <a:pt x="240000" y="39299"/>
                  <a:pt x="236986" y="35950"/>
                </a:cubicBezTo>
                <a:cubicBezTo>
                  <a:pt x="233925" y="32602"/>
                  <a:pt x="230205" y="30007"/>
                  <a:pt x="225828" y="28165"/>
                </a:cubicBezTo>
                <a:cubicBezTo>
                  <a:pt x="221451" y="26323"/>
                  <a:pt x="216464" y="25402"/>
                  <a:pt x="210867" y="25402"/>
                </a:cubicBezTo>
                <a:cubicBezTo>
                  <a:pt x="205461" y="25402"/>
                  <a:pt x="200462" y="26383"/>
                  <a:pt x="195869" y="28344"/>
                </a:cubicBezTo>
                <a:cubicBezTo>
                  <a:pt x="191277" y="30306"/>
                  <a:pt x="187306" y="33056"/>
                  <a:pt x="183957" y="36596"/>
                </a:cubicBezTo>
                <a:cubicBezTo>
                  <a:pt x="180609" y="40136"/>
                  <a:pt x="178002" y="44358"/>
                  <a:pt x="176136" y="49261"/>
                </a:cubicBezTo>
                <a:cubicBezTo>
                  <a:pt x="174270" y="54165"/>
                  <a:pt x="173337" y="59583"/>
                  <a:pt x="173337" y="65515"/>
                </a:cubicBezTo>
                <a:lnTo>
                  <a:pt x="173337" y="68385"/>
                </a:lnTo>
                <a:cubicBezTo>
                  <a:pt x="173337" y="73599"/>
                  <a:pt x="174282" y="78491"/>
                  <a:pt x="176172" y="83059"/>
                </a:cubicBezTo>
                <a:cubicBezTo>
                  <a:pt x="178061" y="87628"/>
                  <a:pt x="180752" y="91586"/>
                  <a:pt x="184245" y="94935"/>
                </a:cubicBezTo>
                <a:cubicBezTo>
                  <a:pt x="187737" y="98332"/>
                  <a:pt x="191923" y="101011"/>
                  <a:pt x="196802" y="102972"/>
                </a:cubicBezTo>
                <a:cubicBezTo>
                  <a:pt x="201682" y="104933"/>
                  <a:pt x="207111" y="105914"/>
                  <a:pt x="213091" y="105914"/>
                </a:cubicBezTo>
                <a:moveTo>
                  <a:pt x="210723" y="41548"/>
                </a:moveTo>
                <a:cubicBezTo>
                  <a:pt x="213258" y="41548"/>
                  <a:pt x="215495" y="41942"/>
                  <a:pt x="217432" y="42732"/>
                </a:cubicBezTo>
                <a:cubicBezTo>
                  <a:pt x="219370" y="43521"/>
                  <a:pt x="221008" y="44585"/>
                  <a:pt x="222348" y="45925"/>
                </a:cubicBezTo>
                <a:cubicBezTo>
                  <a:pt x="223687" y="47312"/>
                  <a:pt x="224740" y="48939"/>
                  <a:pt x="225505" y="50804"/>
                </a:cubicBezTo>
                <a:cubicBezTo>
                  <a:pt x="226270" y="52670"/>
                  <a:pt x="226653" y="54655"/>
                  <a:pt x="226653" y="56760"/>
                </a:cubicBezTo>
                <a:lnTo>
                  <a:pt x="226653" y="58339"/>
                </a:lnTo>
                <a:lnTo>
                  <a:pt x="193932" y="58339"/>
                </a:lnTo>
                <a:cubicBezTo>
                  <a:pt x="194410" y="55803"/>
                  <a:pt x="195128" y="53507"/>
                  <a:pt x="196084" y="51450"/>
                </a:cubicBezTo>
                <a:cubicBezTo>
                  <a:pt x="197041" y="49393"/>
                  <a:pt x="198237" y="47623"/>
                  <a:pt x="199672" y="46140"/>
                </a:cubicBezTo>
                <a:cubicBezTo>
                  <a:pt x="201060" y="44657"/>
                  <a:pt x="202686" y="43521"/>
                  <a:pt x="204552" y="42732"/>
                </a:cubicBezTo>
                <a:cubicBezTo>
                  <a:pt x="206418" y="41942"/>
                  <a:pt x="208475" y="41548"/>
                  <a:pt x="210723" y="41548"/>
                </a:cubicBezTo>
                <a:close/>
                <a:moveTo>
                  <a:pt x="276008" y="26837"/>
                </a:moveTo>
                <a:lnTo>
                  <a:pt x="258858" y="26837"/>
                </a:lnTo>
                <a:lnTo>
                  <a:pt x="258858" y="104479"/>
                </a:lnTo>
                <a:lnTo>
                  <a:pt x="277013" y="104479"/>
                </a:lnTo>
                <a:lnTo>
                  <a:pt x="277013" y="46355"/>
                </a:lnTo>
                <a:cubicBezTo>
                  <a:pt x="277252" y="45733"/>
                  <a:pt x="277515" y="45159"/>
                  <a:pt x="277802" y="44633"/>
                </a:cubicBezTo>
                <a:cubicBezTo>
                  <a:pt x="278089" y="44107"/>
                  <a:pt x="278424" y="43652"/>
                  <a:pt x="278807" y="43270"/>
                </a:cubicBezTo>
                <a:cubicBezTo>
                  <a:pt x="279333" y="42744"/>
                  <a:pt x="279931" y="42337"/>
                  <a:pt x="280601" y="42050"/>
                </a:cubicBezTo>
                <a:cubicBezTo>
                  <a:pt x="281270" y="41763"/>
                  <a:pt x="282036" y="41619"/>
                  <a:pt x="282897" y="41619"/>
                </a:cubicBezTo>
                <a:cubicBezTo>
                  <a:pt x="283662" y="41619"/>
                  <a:pt x="284380" y="41727"/>
                  <a:pt x="285050" y="41942"/>
                </a:cubicBezTo>
                <a:cubicBezTo>
                  <a:pt x="285719" y="42157"/>
                  <a:pt x="286317" y="42528"/>
                  <a:pt x="286844" y="43054"/>
                </a:cubicBezTo>
                <a:cubicBezTo>
                  <a:pt x="287322" y="43581"/>
                  <a:pt x="287705" y="44322"/>
                  <a:pt x="287992" y="45279"/>
                </a:cubicBezTo>
                <a:cubicBezTo>
                  <a:pt x="288279" y="46236"/>
                  <a:pt x="288422" y="47456"/>
                  <a:pt x="288422" y="48939"/>
                </a:cubicBezTo>
                <a:lnTo>
                  <a:pt x="288422" y="104479"/>
                </a:lnTo>
                <a:lnTo>
                  <a:pt x="306003" y="104479"/>
                </a:lnTo>
                <a:lnTo>
                  <a:pt x="306003" y="47216"/>
                </a:lnTo>
                <a:cubicBezTo>
                  <a:pt x="306003" y="46642"/>
                  <a:pt x="306003" y="46188"/>
                  <a:pt x="306003" y="45853"/>
                </a:cubicBezTo>
                <a:cubicBezTo>
                  <a:pt x="306003" y="45518"/>
                  <a:pt x="306003" y="45303"/>
                  <a:pt x="306003" y="45207"/>
                </a:cubicBezTo>
                <a:cubicBezTo>
                  <a:pt x="306242" y="44681"/>
                  <a:pt x="306529" y="44215"/>
                  <a:pt x="306864" y="43808"/>
                </a:cubicBezTo>
                <a:cubicBezTo>
                  <a:pt x="307199" y="43401"/>
                  <a:pt x="307582" y="43031"/>
                  <a:pt x="308012" y="42696"/>
                </a:cubicBezTo>
                <a:cubicBezTo>
                  <a:pt x="308538" y="42361"/>
                  <a:pt x="309100" y="42098"/>
                  <a:pt x="309698" y="41906"/>
                </a:cubicBezTo>
                <a:cubicBezTo>
                  <a:pt x="310296" y="41715"/>
                  <a:pt x="310978" y="41619"/>
                  <a:pt x="311743" y="41619"/>
                </a:cubicBezTo>
                <a:cubicBezTo>
                  <a:pt x="312461" y="41619"/>
                  <a:pt x="313167" y="41727"/>
                  <a:pt x="313860" y="41942"/>
                </a:cubicBezTo>
                <a:cubicBezTo>
                  <a:pt x="314554" y="42157"/>
                  <a:pt x="315164" y="42528"/>
                  <a:pt x="315690" y="43054"/>
                </a:cubicBezTo>
                <a:cubicBezTo>
                  <a:pt x="316216" y="43629"/>
                  <a:pt x="316635" y="44394"/>
                  <a:pt x="316946" y="45351"/>
                </a:cubicBezTo>
                <a:cubicBezTo>
                  <a:pt x="317257" y="46307"/>
                  <a:pt x="317412" y="47527"/>
                  <a:pt x="317412" y="49010"/>
                </a:cubicBezTo>
                <a:lnTo>
                  <a:pt x="317412" y="104479"/>
                </a:lnTo>
                <a:lnTo>
                  <a:pt x="335567" y="104479"/>
                </a:lnTo>
                <a:lnTo>
                  <a:pt x="335567" y="49082"/>
                </a:lnTo>
                <a:cubicBezTo>
                  <a:pt x="335567" y="44777"/>
                  <a:pt x="335148" y="41129"/>
                  <a:pt x="334311" y="38139"/>
                </a:cubicBezTo>
                <a:cubicBezTo>
                  <a:pt x="333474" y="35149"/>
                  <a:pt x="332314" y="32697"/>
                  <a:pt x="330831" y="30784"/>
                </a:cubicBezTo>
                <a:cubicBezTo>
                  <a:pt x="329300" y="28918"/>
                  <a:pt x="327518" y="27555"/>
                  <a:pt x="325485" y="26694"/>
                </a:cubicBezTo>
                <a:cubicBezTo>
                  <a:pt x="323452" y="25833"/>
                  <a:pt x="321263" y="25402"/>
                  <a:pt x="318919" y="25402"/>
                </a:cubicBezTo>
                <a:cubicBezTo>
                  <a:pt x="317054" y="25402"/>
                  <a:pt x="315331" y="25641"/>
                  <a:pt x="313753" y="26120"/>
                </a:cubicBezTo>
                <a:cubicBezTo>
                  <a:pt x="312174" y="26598"/>
                  <a:pt x="310763" y="27268"/>
                  <a:pt x="309519" y="28129"/>
                </a:cubicBezTo>
                <a:cubicBezTo>
                  <a:pt x="308514" y="28799"/>
                  <a:pt x="307593" y="29600"/>
                  <a:pt x="306756" y="30533"/>
                </a:cubicBezTo>
                <a:cubicBezTo>
                  <a:pt x="305919" y="31466"/>
                  <a:pt x="305166" y="32506"/>
                  <a:pt x="304496" y="33654"/>
                </a:cubicBezTo>
                <a:cubicBezTo>
                  <a:pt x="304065" y="32458"/>
                  <a:pt x="303551" y="31394"/>
                  <a:pt x="302953" y="30461"/>
                </a:cubicBezTo>
                <a:cubicBezTo>
                  <a:pt x="302355" y="29528"/>
                  <a:pt x="301650" y="28727"/>
                  <a:pt x="300836" y="28057"/>
                </a:cubicBezTo>
                <a:cubicBezTo>
                  <a:pt x="299784" y="27148"/>
                  <a:pt x="298540" y="26478"/>
                  <a:pt x="297105" y="26048"/>
                </a:cubicBezTo>
                <a:cubicBezTo>
                  <a:pt x="295670" y="25617"/>
                  <a:pt x="294043" y="25402"/>
                  <a:pt x="292225" y="25402"/>
                </a:cubicBezTo>
                <a:cubicBezTo>
                  <a:pt x="288494" y="25402"/>
                  <a:pt x="285325" y="26371"/>
                  <a:pt x="282718" y="28308"/>
                </a:cubicBezTo>
                <a:cubicBezTo>
                  <a:pt x="280110" y="30246"/>
                  <a:pt x="278065" y="32889"/>
                  <a:pt x="276582" y="36238"/>
                </a:cubicBezTo>
                <a:lnTo>
                  <a:pt x="276008" y="26837"/>
                </a:lnTo>
                <a:close/>
                <a:moveTo>
                  <a:pt x="352056" y="134330"/>
                </a:moveTo>
                <a:lnTo>
                  <a:pt x="372005" y="134330"/>
                </a:lnTo>
                <a:lnTo>
                  <a:pt x="372005" y="97734"/>
                </a:lnTo>
                <a:cubicBezTo>
                  <a:pt x="372913" y="98738"/>
                  <a:pt x="373870" y="99647"/>
                  <a:pt x="374875" y="100460"/>
                </a:cubicBezTo>
                <a:cubicBezTo>
                  <a:pt x="375879" y="101274"/>
                  <a:pt x="376932" y="102015"/>
                  <a:pt x="378032" y="102685"/>
                </a:cubicBezTo>
                <a:cubicBezTo>
                  <a:pt x="379898" y="103737"/>
                  <a:pt x="381919" y="104539"/>
                  <a:pt x="384096" y="105089"/>
                </a:cubicBezTo>
                <a:cubicBezTo>
                  <a:pt x="386272" y="105639"/>
                  <a:pt x="388652" y="105914"/>
                  <a:pt x="391236" y="105914"/>
                </a:cubicBezTo>
                <a:cubicBezTo>
                  <a:pt x="396115" y="105914"/>
                  <a:pt x="400444" y="104909"/>
                  <a:pt x="404224" y="102900"/>
                </a:cubicBezTo>
                <a:cubicBezTo>
                  <a:pt x="408003" y="100891"/>
                  <a:pt x="411184" y="98116"/>
                  <a:pt x="413767" y="94576"/>
                </a:cubicBezTo>
                <a:cubicBezTo>
                  <a:pt x="416303" y="91084"/>
                  <a:pt x="418228" y="86922"/>
                  <a:pt x="419544" y="82091"/>
                </a:cubicBezTo>
                <a:cubicBezTo>
                  <a:pt x="420859" y="77259"/>
                  <a:pt x="421517" y="72021"/>
                  <a:pt x="421517" y="66376"/>
                </a:cubicBezTo>
                <a:lnTo>
                  <a:pt x="421517" y="64869"/>
                </a:lnTo>
                <a:cubicBezTo>
                  <a:pt x="421517" y="58985"/>
                  <a:pt x="420859" y="53615"/>
                  <a:pt x="419544" y="48759"/>
                </a:cubicBezTo>
                <a:cubicBezTo>
                  <a:pt x="418228" y="43904"/>
                  <a:pt x="416279" y="39730"/>
                  <a:pt x="413696" y="36238"/>
                </a:cubicBezTo>
                <a:cubicBezTo>
                  <a:pt x="411112" y="32793"/>
                  <a:pt x="407931" y="30126"/>
                  <a:pt x="404152" y="28237"/>
                </a:cubicBezTo>
                <a:cubicBezTo>
                  <a:pt x="400373" y="26347"/>
                  <a:pt x="396019" y="25402"/>
                  <a:pt x="391092" y="25402"/>
                </a:cubicBezTo>
                <a:cubicBezTo>
                  <a:pt x="388700" y="25402"/>
                  <a:pt x="386464" y="25653"/>
                  <a:pt x="384383" y="26156"/>
                </a:cubicBezTo>
                <a:cubicBezTo>
                  <a:pt x="382302" y="26658"/>
                  <a:pt x="380400" y="27364"/>
                  <a:pt x="378678" y="28272"/>
                </a:cubicBezTo>
                <a:cubicBezTo>
                  <a:pt x="377243" y="29038"/>
                  <a:pt x="375903" y="29935"/>
                  <a:pt x="374660" y="30963"/>
                </a:cubicBezTo>
                <a:cubicBezTo>
                  <a:pt x="373416" y="31992"/>
                  <a:pt x="372268" y="33152"/>
                  <a:pt x="371215" y="34444"/>
                </a:cubicBezTo>
                <a:lnTo>
                  <a:pt x="370498" y="26837"/>
                </a:lnTo>
                <a:lnTo>
                  <a:pt x="352056" y="26837"/>
                </a:lnTo>
                <a:lnTo>
                  <a:pt x="352056" y="134330"/>
                </a:lnTo>
                <a:moveTo>
                  <a:pt x="401569" y="64869"/>
                </a:moveTo>
                <a:lnTo>
                  <a:pt x="401569" y="66376"/>
                </a:lnTo>
                <a:cubicBezTo>
                  <a:pt x="401569" y="69581"/>
                  <a:pt x="401282" y="72607"/>
                  <a:pt x="400708" y="75453"/>
                </a:cubicBezTo>
                <a:cubicBezTo>
                  <a:pt x="400133" y="78299"/>
                  <a:pt x="399225" y="80799"/>
                  <a:pt x="397981" y="82952"/>
                </a:cubicBezTo>
                <a:cubicBezTo>
                  <a:pt x="396737" y="85104"/>
                  <a:pt x="395122" y="86803"/>
                  <a:pt x="393137" y="88046"/>
                </a:cubicBezTo>
                <a:cubicBezTo>
                  <a:pt x="391152" y="89290"/>
                  <a:pt x="388748" y="89912"/>
                  <a:pt x="385925" y="89912"/>
                </a:cubicBezTo>
                <a:cubicBezTo>
                  <a:pt x="384155" y="89912"/>
                  <a:pt x="382553" y="89733"/>
                  <a:pt x="381118" y="89374"/>
                </a:cubicBezTo>
                <a:cubicBezTo>
                  <a:pt x="379683" y="89015"/>
                  <a:pt x="378415" y="88501"/>
                  <a:pt x="377315" y="87831"/>
                </a:cubicBezTo>
                <a:cubicBezTo>
                  <a:pt x="376166" y="87114"/>
                  <a:pt x="375150" y="86252"/>
                  <a:pt x="374265" y="85248"/>
                </a:cubicBezTo>
                <a:cubicBezTo>
                  <a:pt x="373380" y="84243"/>
                  <a:pt x="372626" y="83119"/>
                  <a:pt x="372005" y="81875"/>
                </a:cubicBezTo>
                <a:lnTo>
                  <a:pt x="372005" y="49441"/>
                </a:lnTo>
                <a:cubicBezTo>
                  <a:pt x="372674" y="48101"/>
                  <a:pt x="373476" y="46929"/>
                  <a:pt x="374408" y="45925"/>
                </a:cubicBezTo>
                <a:cubicBezTo>
                  <a:pt x="375341" y="44920"/>
                  <a:pt x="376430" y="44083"/>
                  <a:pt x="377673" y="43413"/>
                </a:cubicBezTo>
                <a:cubicBezTo>
                  <a:pt x="378774" y="42839"/>
                  <a:pt x="379994" y="42397"/>
                  <a:pt x="381333" y="42086"/>
                </a:cubicBezTo>
                <a:cubicBezTo>
                  <a:pt x="382672" y="41775"/>
                  <a:pt x="384155" y="41619"/>
                  <a:pt x="385782" y="41619"/>
                </a:cubicBezTo>
                <a:cubicBezTo>
                  <a:pt x="388604" y="41619"/>
                  <a:pt x="391008" y="42217"/>
                  <a:pt x="392994" y="43413"/>
                </a:cubicBezTo>
                <a:cubicBezTo>
                  <a:pt x="394979" y="44609"/>
                  <a:pt x="396617" y="46236"/>
                  <a:pt x="397909" y="48293"/>
                </a:cubicBezTo>
                <a:cubicBezTo>
                  <a:pt x="399153" y="50398"/>
                  <a:pt x="400074" y="52873"/>
                  <a:pt x="400672" y="55720"/>
                </a:cubicBezTo>
                <a:cubicBezTo>
                  <a:pt x="401270" y="58566"/>
                  <a:pt x="401569" y="61616"/>
                  <a:pt x="401569" y="64869"/>
                </a:cubicBezTo>
                <a:close/>
                <a:moveTo>
                  <a:pt x="505890" y="120050"/>
                </a:moveTo>
                <a:lnTo>
                  <a:pt x="505890" y="104479"/>
                </a:lnTo>
                <a:lnTo>
                  <a:pt x="440447" y="104479"/>
                </a:lnTo>
                <a:lnTo>
                  <a:pt x="440447" y="120050"/>
                </a:lnTo>
                <a:lnTo>
                  <a:pt x="505890" y="120050"/>
                </a:lnTo>
                <a:close/>
                <a:moveTo>
                  <a:pt x="578207" y="83167"/>
                </a:moveTo>
                <a:cubicBezTo>
                  <a:pt x="578207" y="84363"/>
                  <a:pt x="577908" y="85463"/>
                  <a:pt x="577310" y="86468"/>
                </a:cubicBezTo>
                <a:cubicBezTo>
                  <a:pt x="576712" y="87472"/>
                  <a:pt x="575815" y="88357"/>
                  <a:pt x="574619" y="89123"/>
                </a:cubicBezTo>
                <a:cubicBezTo>
                  <a:pt x="573375" y="89888"/>
                  <a:pt x="571785" y="90498"/>
                  <a:pt x="569847" y="90953"/>
                </a:cubicBezTo>
                <a:cubicBezTo>
                  <a:pt x="567910" y="91407"/>
                  <a:pt x="565650" y="91634"/>
                  <a:pt x="563066" y="91634"/>
                </a:cubicBezTo>
                <a:cubicBezTo>
                  <a:pt x="560914" y="91634"/>
                  <a:pt x="558821" y="91419"/>
                  <a:pt x="556788" y="90988"/>
                </a:cubicBezTo>
                <a:cubicBezTo>
                  <a:pt x="554754" y="90558"/>
                  <a:pt x="552948" y="89864"/>
                  <a:pt x="551370" y="88907"/>
                </a:cubicBezTo>
                <a:cubicBezTo>
                  <a:pt x="549791" y="87999"/>
                  <a:pt x="548500" y="86791"/>
                  <a:pt x="547495" y="85284"/>
                </a:cubicBezTo>
                <a:cubicBezTo>
                  <a:pt x="546490" y="83777"/>
                  <a:pt x="545916" y="81971"/>
                  <a:pt x="545773" y="79866"/>
                </a:cubicBezTo>
                <a:lnTo>
                  <a:pt x="526757" y="79866"/>
                </a:lnTo>
                <a:cubicBezTo>
                  <a:pt x="526757" y="83023"/>
                  <a:pt x="527534" y="86169"/>
                  <a:pt x="529089" y="89302"/>
                </a:cubicBezTo>
                <a:cubicBezTo>
                  <a:pt x="530644" y="92436"/>
                  <a:pt x="532928" y="95222"/>
                  <a:pt x="535942" y="97662"/>
                </a:cubicBezTo>
                <a:cubicBezTo>
                  <a:pt x="538956" y="100149"/>
                  <a:pt x="542699" y="102159"/>
                  <a:pt x="547172" y="103689"/>
                </a:cubicBezTo>
                <a:cubicBezTo>
                  <a:pt x="551645" y="105220"/>
                  <a:pt x="556799" y="105986"/>
                  <a:pt x="562636" y="105986"/>
                </a:cubicBezTo>
                <a:cubicBezTo>
                  <a:pt x="567946" y="105986"/>
                  <a:pt x="572754" y="105400"/>
                  <a:pt x="577059" y="104228"/>
                </a:cubicBezTo>
                <a:cubicBezTo>
                  <a:pt x="581364" y="103056"/>
                  <a:pt x="585048" y="101417"/>
                  <a:pt x="588110" y="99312"/>
                </a:cubicBezTo>
                <a:cubicBezTo>
                  <a:pt x="591123" y="97207"/>
                  <a:pt x="593456" y="94708"/>
                  <a:pt x="595106" y="91814"/>
                </a:cubicBezTo>
                <a:cubicBezTo>
                  <a:pt x="596756" y="88919"/>
                  <a:pt x="597582" y="85750"/>
                  <a:pt x="597582" y="82306"/>
                </a:cubicBezTo>
                <a:cubicBezTo>
                  <a:pt x="597582" y="78574"/>
                  <a:pt x="596756" y="75357"/>
                  <a:pt x="595106" y="72654"/>
                </a:cubicBezTo>
                <a:cubicBezTo>
                  <a:pt x="593456" y="69952"/>
                  <a:pt x="591171" y="67643"/>
                  <a:pt x="588253" y="65730"/>
                </a:cubicBezTo>
                <a:cubicBezTo>
                  <a:pt x="585335" y="63864"/>
                  <a:pt x="581867" y="62333"/>
                  <a:pt x="577848" y="61137"/>
                </a:cubicBezTo>
                <a:cubicBezTo>
                  <a:pt x="573830" y="59941"/>
                  <a:pt x="569477" y="58961"/>
                  <a:pt x="564788" y="58195"/>
                </a:cubicBezTo>
                <a:cubicBezTo>
                  <a:pt x="561535" y="57717"/>
                  <a:pt x="558857" y="57155"/>
                  <a:pt x="556752" y="56509"/>
                </a:cubicBezTo>
                <a:cubicBezTo>
                  <a:pt x="554647" y="55863"/>
                  <a:pt x="552996" y="55134"/>
                  <a:pt x="551800" y="54320"/>
                </a:cubicBezTo>
                <a:cubicBezTo>
                  <a:pt x="550557" y="53555"/>
                  <a:pt x="549695" y="52682"/>
                  <a:pt x="549217" y="51701"/>
                </a:cubicBezTo>
                <a:cubicBezTo>
                  <a:pt x="548739" y="50721"/>
                  <a:pt x="548500" y="49656"/>
                  <a:pt x="548500" y="48508"/>
                </a:cubicBezTo>
                <a:cubicBezTo>
                  <a:pt x="548500" y="47360"/>
                  <a:pt x="548775" y="46272"/>
                  <a:pt x="549325" y="45243"/>
                </a:cubicBezTo>
                <a:cubicBezTo>
                  <a:pt x="549875" y="44215"/>
                  <a:pt x="550676" y="43318"/>
                  <a:pt x="551729" y="42552"/>
                </a:cubicBezTo>
                <a:cubicBezTo>
                  <a:pt x="552877" y="41691"/>
                  <a:pt x="554360" y="41021"/>
                  <a:pt x="556178" y="40543"/>
                </a:cubicBezTo>
                <a:cubicBezTo>
                  <a:pt x="557995" y="40065"/>
                  <a:pt x="560124" y="39825"/>
                  <a:pt x="562564" y="39825"/>
                </a:cubicBezTo>
                <a:cubicBezTo>
                  <a:pt x="565434" y="39825"/>
                  <a:pt x="567886" y="40184"/>
                  <a:pt x="569919" y="40902"/>
                </a:cubicBezTo>
                <a:cubicBezTo>
                  <a:pt x="571952" y="41619"/>
                  <a:pt x="573567" y="42576"/>
                  <a:pt x="574763" y="43772"/>
                </a:cubicBezTo>
                <a:cubicBezTo>
                  <a:pt x="575624" y="44681"/>
                  <a:pt x="576270" y="45698"/>
                  <a:pt x="576700" y="46822"/>
                </a:cubicBezTo>
                <a:cubicBezTo>
                  <a:pt x="577131" y="47946"/>
                  <a:pt x="577346" y="49154"/>
                  <a:pt x="577346" y="50445"/>
                </a:cubicBezTo>
                <a:lnTo>
                  <a:pt x="597295" y="50445"/>
                </a:lnTo>
                <a:cubicBezTo>
                  <a:pt x="597295" y="46858"/>
                  <a:pt x="596505" y="43533"/>
                  <a:pt x="594927" y="40471"/>
                </a:cubicBezTo>
                <a:cubicBezTo>
                  <a:pt x="593348" y="37410"/>
                  <a:pt x="591076" y="34755"/>
                  <a:pt x="588110" y="32506"/>
                </a:cubicBezTo>
                <a:cubicBezTo>
                  <a:pt x="585096" y="30306"/>
                  <a:pt x="581436" y="28571"/>
                  <a:pt x="577131" y="27304"/>
                </a:cubicBezTo>
                <a:cubicBezTo>
                  <a:pt x="572825" y="26036"/>
                  <a:pt x="567970" y="25402"/>
                  <a:pt x="562564" y="25402"/>
                </a:cubicBezTo>
                <a:cubicBezTo>
                  <a:pt x="557397" y="25402"/>
                  <a:pt x="552757" y="26048"/>
                  <a:pt x="548643" y="27340"/>
                </a:cubicBezTo>
                <a:cubicBezTo>
                  <a:pt x="544529" y="28631"/>
                  <a:pt x="541037" y="30377"/>
                  <a:pt x="538166" y="32578"/>
                </a:cubicBezTo>
                <a:cubicBezTo>
                  <a:pt x="535296" y="34778"/>
                  <a:pt x="533096" y="37338"/>
                  <a:pt x="531565" y="40256"/>
                </a:cubicBezTo>
                <a:cubicBezTo>
                  <a:pt x="530034" y="43174"/>
                  <a:pt x="529269" y="46236"/>
                  <a:pt x="529269" y="49441"/>
                </a:cubicBezTo>
                <a:cubicBezTo>
                  <a:pt x="529269" y="52742"/>
                  <a:pt x="530022" y="55660"/>
                  <a:pt x="531529" y="58195"/>
                </a:cubicBezTo>
                <a:cubicBezTo>
                  <a:pt x="533036" y="60731"/>
                  <a:pt x="535129" y="62955"/>
                  <a:pt x="537808" y="64869"/>
                </a:cubicBezTo>
                <a:cubicBezTo>
                  <a:pt x="540487" y="66830"/>
                  <a:pt x="543704" y="68492"/>
                  <a:pt x="547459" y="69856"/>
                </a:cubicBezTo>
                <a:cubicBezTo>
                  <a:pt x="551214" y="71219"/>
                  <a:pt x="555364" y="72355"/>
                  <a:pt x="559909" y="73264"/>
                </a:cubicBezTo>
                <a:cubicBezTo>
                  <a:pt x="563497" y="73934"/>
                  <a:pt x="566463" y="74604"/>
                  <a:pt x="568807" y="75274"/>
                </a:cubicBezTo>
                <a:cubicBezTo>
                  <a:pt x="571151" y="75943"/>
                  <a:pt x="573041" y="76661"/>
                  <a:pt x="574476" y="77426"/>
                </a:cubicBezTo>
                <a:cubicBezTo>
                  <a:pt x="575863" y="78240"/>
                  <a:pt x="576832" y="79101"/>
                  <a:pt x="577382" y="80010"/>
                </a:cubicBezTo>
                <a:cubicBezTo>
                  <a:pt x="577932" y="80918"/>
                  <a:pt x="578207" y="81971"/>
                  <a:pt x="578207" y="83167"/>
                </a:cubicBezTo>
                <a:close/>
                <a:moveTo>
                  <a:pt x="652892" y="7822"/>
                </a:moveTo>
                <a:lnTo>
                  <a:pt x="632943" y="7822"/>
                </a:lnTo>
                <a:lnTo>
                  <a:pt x="632943" y="26837"/>
                </a:lnTo>
                <a:lnTo>
                  <a:pt x="615219" y="26837"/>
                </a:lnTo>
                <a:lnTo>
                  <a:pt x="615219" y="41548"/>
                </a:lnTo>
                <a:lnTo>
                  <a:pt x="632943" y="41548"/>
                </a:lnTo>
                <a:lnTo>
                  <a:pt x="632943" y="76852"/>
                </a:lnTo>
                <a:cubicBezTo>
                  <a:pt x="632943" y="81971"/>
                  <a:pt x="633613" y="86360"/>
                  <a:pt x="634953" y="90020"/>
                </a:cubicBezTo>
                <a:cubicBezTo>
                  <a:pt x="636292" y="93679"/>
                  <a:pt x="638206" y="96681"/>
                  <a:pt x="640693" y="99025"/>
                </a:cubicBezTo>
                <a:cubicBezTo>
                  <a:pt x="643133" y="101417"/>
                  <a:pt x="646087" y="103175"/>
                  <a:pt x="649555" y="104299"/>
                </a:cubicBezTo>
                <a:cubicBezTo>
                  <a:pt x="653024" y="105424"/>
                  <a:pt x="656887" y="105986"/>
                  <a:pt x="661144" y="105986"/>
                </a:cubicBezTo>
                <a:cubicBezTo>
                  <a:pt x="663345" y="105986"/>
                  <a:pt x="665581" y="105878"/>
                  <a:pt x="667853" y="105663"/>
                </a:cubicBezTo>
                <a:cubicBezTo>
                  <a:pt x="670126" y="105448"/>
                  <a:pt x="672314" y="105149"/>
                  <a:pt x="674419" y="104766"/>
                </a:cubicBezTo>
                <a:cubicBezTo>
                  <a:pt x="676524" y="104383"/>
                  <a:pt x="678509" y="103893"/>
                  <a:pt x="680375" y="103295"/>
                </a:cubicBezTo>
                <a:cubicBezTo>
                  <a:pt x="682241" y="102697"/>
                  <a:pt x="683867" y="101991"/>
                  <a:pt x="685255" y="101178"/>
                </a:cubicBezTo>
                <a:lnTo>
                  <a:pt x="683317" y="87472"/>
                </a:lnTo>
                <a:cubicBezTo>
                  <a:pt x="682408" y="87712"/>
                  <a:pt x="681320" y="87951"/>
                  <a:pt x="680052" y="88190"/>
                </a:cubicBezTo>
                <a:cubicBezTo>
                  <a:pt x="678784" y="88429"/>
                  <a:pt x="677433" y="88644"/>
                  <a:pt x="675998" y="88836"/>
                </a:cubicBezTo>
                <a:cubicBezTo>
                  <a:pt x="674515" y="89075"/>
                  <a:pt x="672972" y="89266"/>
                  <a:pt x="671370" y="89410"/>
                </a:cubicBezTo>
                <a:cubicBezTo>
                  <a:pt x="669767" y="89553"/>
                  <a:pt x="668200" y="89625"/>
                  <a:pt x="666669" y="89625"/>
                </a:cubicBezTo>
                <a:cubicBezTo>
                  <a:pt x="664565" y="89625"/>
                  <a:pt x="662663" y="89386"/>
                  <a:pt x="660965" y="88907"/>
                </a:cubicBezTo>
                <a:cubicBezTo>
                  <a:pt x="659266" y="88429"/>
                  <a:pt x="657819" y="87616"/>
                  <a:pt x="656623" y="86468"/>
                </a:cubicBezTo>
                <a:cubicBezTo>
                  <a:pt x="655427" y="85367"/>
                  <a:pt x="654507" y="83872"/>
                  <a:pt x="653861" y="81983"/>
                </a:cubicBezTo>
                <a:cubicBezTo>
                  <a:pt x="653215" y="80093"/>
                  <a:pt x="652892" y="77737"/>
                  <a:pt x="652892" y="74915"/>
                </a:cubicBezTo>
                <a:lnTo>
                  <a:pt x="652892" y="41548"/>
                </a:lnTo>
                <a:lnTo>
                  <a:pt x="681882" y="41548"/>
                </a:lnTo>
                <a:lnTo>
                  <a:pt x="681882" y="26837"/>
                </a:lnTo>
                <a:lnTo>
                  <a:pt x="652892" y="26837"/>
                </a:lnTo>
                <a:lnTo>
                  <a:pt x="652892" y="7822"/>
                </a:lnTo>
                <a:close/>
                <a:moveTo>
                  <a:pt x="760227" y="25402"/>
                </a:moveTo>
                <a:cubicBezTo>
                  <a:pt x="755012" y="25402"/>
                  <a:pt x="750205" y="26658"/>
                  <a:pt x="745804" y="29169"/>
                </a:cubicBezTo>
                <a:cubicBezTo>
                  <a:pt x="741402" y="31681"/>
                  <a:pt x="737623" y="35137"/>
                  <a:pt x="734466" y="39538"/>
                </a:cubicBezTo>
                <a:lnTo>
                  <a:pt x="734322" y="37816"/>
                </a:lnTo>
                <a:lnTo>
                  <a:pt x="733533" y="26837"/>
                </a:lnTo>
                <a:lnTo>
                  <a:pt x="714948" y="26837"/>
                </a:lnTo>
                <a:lnTo>
                  <a:pt x="714948" y="104479"/>
                </a:lnTo>
                <a:lnTo>
                  <a:pt x="734896" y="104479"/>
                </a:lnTo>
                <a:lnTo>
                  <a:pt x="734896" y="57836"/>
                </a:lnTo>
                <a:cubicBezTo>
                  <a:pt x="735805" y="55636"/>
                  <a:pt x="736954" y="53722"/>
                  <a:pt x="738341" y="52096"/>
                </a:cubicBezTo>
                <a:cubicBezTo>
                  <a:pt x="739728" y="50469"/>
                  <a:pt x="741402" y="49130"/>
                  <a:pt x="743364" y="48077"/>
                </a:cubicBezTo>
                <a:cubicBezTo>
                  <a:pt x="744990" y="47169"/>
                  <a:pt x="746844" y="46487"/>
                  <a:pt x="748925" y="46032"/>
                </a:cubicBezTo>
                <a:cubicBezTo>
                  <a:pt x="751006" y="45578"/>
                  <a:pt x="753338" y="45351"/>
                  <a:pt x="755921" y="45351"/>
                </a:cubicBezTo>
                <a:cubicBezTo>
                  <a:pt x="758409" y="45351"/>
                  <a:pt x="761028" y="45506"/>
                  <a:pt x="763779" y="45817"/>
                </a:cubicBezTo>
                <a:cubicBezTo>
                  <a:pt x="766530" y="46128"/>
                  <a:pt x="769220" y="46594"/>
                  <a:pt x="771852" y="47216"/>
                </a:cubicBezTo>
                <a:lnTo>
                  <a:pt x="774794" y="27340"/>
                </a:lnTo>
                <a:cubicBezTo>
                  <a:pt x="773215" y="26861"/>
                  <a:pt x="771146" y="26419"/>
                  <a:pt x="768587" y="26012"/>
                </a:cubicBezTo>
                <a:cubicBezTo>
                  <a:pt x="766027" y="25605"/>
                  <a:pt x="763241" y="25402"/>
                  <a:pt x="760227" y="25402"/>
                </a:cubicBezTo>
                <a:close/>
                <a:moveTo>
                  <a:pt x="816614" y="33654"/>
                </a:moveTo>
                <a:cubicBezTo>
                  <a:pt x="816614" y="37338"/>
                  <a:pt x="817857" y="40423"/>
                  <a:pt x="820345" y="42911"/>
                </a:cubicBezTo>
                <a:cubicBezTo>
                  <a:pt x="822833" y="45399"/>
                  <a:pt x="826205" y="46642"/>
                  <a:pt x="830463" y="46642"/>
                </a:cubicBezTo>
                <a:cubicBezTo>
                  <a:pt x="834673" y="46642"/>
                  <a:pt x="838033" y="45410"/>
                  <a:pt x="840545" y="42947"/>
                </a:cubicBezTo>
                <a:cubicBezTo>
                  <a:pt x="843056" y="40483"/>
                  <a:pt x="844312" y="37386"/>
                  <a:pt x="844312" y="33654"/>
                </a:cubicBezTo>
                <a:cubicBezTo>
                  <a:pt x="844312" y="29923"/>
                  <a:pt x="843080" y="26789"/>
                  <a:pt x="840616" y="24254"/>
                </a:cubicBezTo>
                <a:cubicBezTo>
                  <a:pt x="838153" y="21719"/>
                  <a:pt x="834768" y="20451"/>
                  <a:pt x="830463" y="20451"/>
                </a:cubicBezTo>
                <a:cubicBezTo>
                  <a:pt x="826110" y="20451"/>
                  <a:pt x="822713" y="21731"/>
                  <a:pt x="820273" y="24290"/>
                </a:cubicBezTo>
                <a:cubicBezTo>
                  <a:pt x="817833" y="26849"/>
                  <a:pt x="816614" y="29971"/>
                  <a:pt x="816614" y="33654"/>
                </a:cubicBezTo>
                <a:moveTo>
                  <a:pt x="838930" y="102900"/>
                </a:moveTo>
                <a:lnTo>
                  <a:pt x="839002" y="87042"/>
                </a:lnTo>
                <a:lnTo>
                  <a:pt x="820273" y="87042"/>
                </a:lnTo>
                <a:lnTo>
                  <a:pt x="820273" y="103833"/>
                </a:lnTo>
                <a:cubicBezTo>
                  <a:pt x="820273" y="109095"/>
                  <a:pt x="819651" y="113604"/>
                  <a:pt x="818408" y="117359"/>
                </a:cubicBezTo>
                <a:cubicBezTo>
                  <a:pt x="817164" y="121115"/>
                  <a:pt x="815633" y="124714"/>
                  <a:pt x="813815" y="128159"/>
                </a:cubicBezTo>
                <a:lnTo>
                  <a:pt x="824363" y="133612"/>
                </a:lnTo>
                <a:cubicBezTo>
                  <a:pt x="828669" y="129785"/>
                  <a:pt x="832173" y="125073"/>
                  <a:pt x="834876" y="119476"/>
                </a:cubicBezTo>
                <a:cubicBezTo>
                  <a:pt x="837579" y="113879"/>
                  <a:pt x="838930" y="108354"/>
                  <a:pt x="838930" y="102900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658B12-6A06-466F-8BFD-EF9F8E66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928" y="1220498"/>
            <a:ext cx="10" cy="193759"/>
          </a:xfrm>
          <a:custGeom xmlns:a="http://schemas.openxmlformats.org/drawingml/2006/main">
            <a:pathLst>
              <a:path w="1" h="193759">
                <a:moveTo>
                  <a:pt x="0" y="0"/>
                </a:moveTo>
                <a:lnTo>
                  <a:pt x="0" y="0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DE4E08-2A3B-42AB-87FC-1C16FA32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130" y="1409713"/>
            <a:ext cx="1146125" cy="176351"/>
          </a:xfrm>
          <a:custGeom xmlns:a="http://schemas.openxmlformats.org/drawingml/2006/main">
            <a:pathLst>
              <a:path w="1146125" h="176351">
                <a:moveTo>
                  <a:pt x="0" y="0"/>
                </a:moveTo>
                <a:lnTo>
                  <a:pt x="1146125" y="0"/>
                </a:lnTo>
                <a:lnTo>
                  <a:pt x="1146125" y="176351"/>
                </a:lnTo>
                <a:lnTo>
                  <a:pt x="0" y="176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if">
            <a:extLst xmlns:a="http://schemas.openxmlformats.org/drawingml/2006/main">
              <a:ext uri="{FF2B5EF4-FFF2-40B4-BE49-F238E27FC236}">
                <a16:creationId xmlns:a16="http://schemas.microsoft.com/office/drawing/2014/main" id="{1061033D-EE2F-4062-B1F2-BA234E9C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0904" y="1437345"/>
            <a:ext cx="155556" cy="113449"/>
          </a:xfrm>
          <a:custGeom xmlns:a="http://schemas.openxmlformats.org/drawingml/2006/main">
            <a:pathLst>
              <a:path w="155556" h="113449">
                <a:moveTo>
                  <a:pt x="0" y="35807"/>
                </a:moveTo>
                <a:lnTo>
                  <a:pt x="0" y="52096"/>
                </a:lnTo>
                <a:lnTo>
                  <a:pt x="22101" y="52096"/>
                </a:lnTo>
                <a:lnTo>
                  <a:pt x="22101" y="97231"/>
                </a:lnTo>
                <a:lnTo>
                  <a:pt x="0" y="97231"/>
                </a:lnTo>
                <a:lnTo>
                  <a:pt x="0" y="113449"/>
                </a:lnTo>
                <a:lnTo>
                  <a:pt x="63290" y="113449"/>
                </a:lnTo>
                <a:lnTo>
                  <a:pt x="63290" y="97231"/>
                </a:lnTo>
                <a:lnTo>
                  <a:pt x="42265" y="97231"/>
                </a:lnTo>
                <a:lnTo>
                  <a:pt x="42265" y="35807"/>
                </a:lnTo>
                <a:lnTo>
                  <a:pt x="0" y="35807"/>
                </a:lnTo>
                <a:moveTo>
                  <a:pt x="20666" y="15930"/>
                </a:moveTo>
                <a:cubicBezTo>
                  <a:pt x="20666" y="17461"/>
                  <a:pt x="20941" y="18884"/>
                  <a:pt x="21491" y="20200"/>
                </a:cubicBezTo>
                <a:cubicBezTo>
                  <a:pt x="22041" y="21515"/>
                  <a:pt x="22819" y="22628"/>
                  <a:pt x="23823" y="23536"/>
                </a:cubicBezTo>
                <a:cubicBezTo>
                  <a:pt x="24828" y="24493"/>
                  <a:pt x="26036" y="25235"/>
                  <a:pt x="27447" y="25761"/>
                </a:cubicBezTo>
                <a:cubicBezTo>
                  <a:pt x="28858" y="26287"/>
                  <a:pt x="30425" y="26550"/>
                  <a:pt x="32147" y="26550"/>
                </a:cubicBezTo>
                <a:cubicBezTo>
                  <a:pt x="35687" y="26550"/>
                  <a:pt x="38498" y="25558"/>
                  <a:pt x="40579" y="23572"/>
                </a:cubicBezTo>
                <a:cubicBezTo>
                  <a:pt x="42660" y="21587"/>
                  <a:pt x="43700" y="19040"/>
                  <a:pt x="43700" y="15930"/>
                </a:cubicBezTo>
                <a:cubicBezTo>
                  <a:pt x="43700" y="12821"/>
                  <a:pt x="42660" y="10273"/>
                  <a:pt x="40579" y="8288"/>
                </a:cubicBezTo>
                <a:cubicBezTo>
                  <a:pt x="38498" y="6303"/>
                  <a:pt x="35687" y="5310"/>
                  <a:pt x="32147" y="5310"/>
                </a:cubicBezTo>
                <a:cubicBezTo>
                  <a:pt x="30425" y="5310"/>
                  <a:pt x="28858" y="5573"/>
                  <a:pt x="27447" y="6099"/>
                </a:cubicBezTo>
                <a:cubicBezTo>
                  <a:pt x="26036" y="6626"/>
                  <a:pt x="24828" y="7343"/>
                  <a:pt x="23823" y="8252"/>
                </a:cubicBezTo>
                <a:cubicBezTo>
                  <a:pt x="22819" y="9209"/>
                  <a:pt x="22041" y="10345"/>
                  <a:pt x="21491" y="11661"/>
                </a:cubicBezTo>
                <a:cubicBezTo>
                  <a:pt x="20941" y="12976"/>
                  <a:pt x="20666" y="14399"/>
                  <a:pt x="20666" y="15930"/>
                </a:cubicBezTo>
                <a:close/>
                <a:moveTo>
                  <a:pt x="102168" y="113449"/>
                </a:moveTo>
                <a:lnTo>
                  <a:pt x="122188" y="113449"/>
                </a:lnTo>
                <a:lnTo>
                  <a:pt x="122188" y="50517"/>
                </a:lnTo>
                <a:lnTo>
                  <a:pt x="150174" y="50517"/>
                </a:lnTo>
                <a:lnTo>
                  <a:pt x="150174" y="35807"/>
                </a:lnTo>
                <a:lnTo>
                  <a:pt x="122188" y="35807"/>
                </a:lnTo>
                <a:lnTo>
                  <a:pt x="122188" y="31573"/>
                </a:lnTo>
                <a:cubicBezTo>
                  <a:pt x="122188" y="29277"/>
                  <a:pt x="122487" y="27220"/>
                  <a:pt x="123085" y="25402"/>
                </a:cubicBezTo>
                <a:cubicBezTo>
                  <a:pt x="123683" y="23584"/>
                  <a:pt x="124604" y="22053"/>
                  <a:pt x="125848" y="20810"/>
                </a:cubicBezTo>
                <a:cubicBezTo>
                  <a:pt x="127235" y="19327"/>
                  <a:pt x="129101" y="18202"/>
                  <a:pt x="131445" y="17437"/>
                </a:cubicBezTo>
                <a:cubicBezTo>
                  <a:pt x="133789" y="16672"/>
                  <a:pt x="136635" y="16289"/>
                  <a:pt x="139984" y="16289"/>
                </a:cubicBezTo>
                <a:cubicBezTo>
                  <a:pt x="143094" y="16289"/>
                  <a:pt x="145797" y="16432"/>
                  <a:pt x="148093" y="16719"/>
                </a:cubicBezTo>
                <a:cubicBezTo>
                  <a:pt x="150389" y="17007"/>
                  <a:pt x="152446" y="17341"/>
                  <a:pt x="154264" y="17724"/>
                </a:cubicBezTo>
                <a:lnTo>
                  <a:pt x="155556" y="2081"/>
                </a:lnTo>
                <a:cubicBezTo>
                  <a:pt x="153929" y="1794"/>
                  <a:pt x="152362" y="1531"/>
                  <a:pt x="150855" y="1292"/>
                </a:cubicBezTo>
                <a:cubicBezTo>
                  <a:pt x="149349" y="1052"/>
                  <a:pt x="147854" y="837"/>
                  <a:pt x="146371" y="646"/>
                </a:cubicBezTo>
                <a:cubicBezTo>
                  <a:pt x="144888" y="454"/>
                  <a:pt x="143369" y="299"/>
                  <a:pt x="141814" y="179"/>
                </a:cubicBezTo>
                <a:cubicBezTo>
                  <a:pt x="140259" y="60"/>
                  <a:pt x="138645" y="0"/>
                  <a:pt x="136970" y="0"/>
                </a:cubicBezTo>
                <a:cubicBezTo>
                  <a:pt x="131660" y="0"/>
                  <a:pt x="126853" y="682"/>
                  <a:pt x="122547" y="2045"/>
                </a:cubicBezTo>
                <a:cubicBezTo>
                  <a:pt x="118242" y="3408"/>
                  <a:pt x="114582" y="5430"/>
                  <a:pt x="111568" y="8109"/>
                </a:cubicBezTo>
                <a:cubicBezTo>
                  <a:pt x="108554" y="10788"/>
                  <a:pt x="106234" y="14088"/>
                  <a:pt x="104608" y="18011"/>
                </a:cubicBezTo>
                <a:cubicBezTo>
                  <a:pt x="102981" y="21934"/>
                  <a:pt x="102168" y="26455"/>
                  <a:pt x="102168" y="31573"/>
                </a:cubicBezTo>
                <a:lnTo>
                  <a:pt x="102168" y="35807"/>
                </a:lnTo>
                <a:lnTo>
                  <a:pt x="81789" y="35807"/>
                </a:lnTo>
                <a:lnTo>
                  <a:pt x="81789" y="50517"/>
                </a:lnTo>
                <a:lnTo>
                  <a:pt x="102168" y="50517"/>
                </a:lnTo>
                <a:lnTo>
                  <a:pt x="102168" y="113449"/>
                </a:lnTo>
                <a:close/>
              </a:path>
            </a:pathLst>
          </a:custGeom>
          <a:solidFill xmlns:a="http://schemas.openxmlformats.org/drawingml/2006/main">
            <a:srgbClr val="3F51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(">
            <a:extLst xmlns:a="http://schemas.openxmlformats.org/drawingml/2006/main">
              <a:ext uri="{FF2B5EF4-FFF2-40B4-BE49-F238E27FC236}">
                <a16:creationId xmlns:a16="http://schemas.microsoft.com/office/drawing/2014/main" id="{B5CDB89F-2B98-40C6-ABEF-28BB145C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734" y="1434619"/>
            <a:ext cx="39610" cy="148968"/>
          </a:xfrm>
          <a:custGeom xmlns:a="http://schemas.openxmlformats.org/drawingml/2006/main">
            <a:pathLst>
              <a:path w="39610" h="148968">
                <a:moveTo>
                  <a:pt x="0" y="73695"/>
                </a:moveTo>
                <a:lnTo>
                  <a:pt x="0" y="75274"/>
                </a:lnTo>
                <a:cubicBezTo>
                  <a:pt x="0" y="82067"/>
                  <a:pt x="514" y="88429"/>
                  <a:pt x="1543" y="94361"/>
                </a:cubicBezTo>
                <a:cubicBezTo>
                  <a:pt x="2571" y="100293"/>
                  <a:pt x="3971" y="105770"/>
                  <a:pt x="5741" y="110793"/>
                </a:cubicBezTo>
                <a:cubicBezTo>
                  <a:pt x="7511" y="115864"/>
                  <a:pt x="9580" y="120481"/>
                  <a:pt x="11948" y="124643"/>
                </a:cubicBezTo>
                <a:cubicBezTo>
                  <a:pt x="14316" y="128805"/>
                  <a:pt x="16815" y="132464"/>
                  <a:pt x="19446" y="135622"/>
                </a:cubicBezTo>
                <a:cubicBezTo>
                  <a:pt x="22077" y="138827"/>
                  <a:pt x="24792" y="141554"/>
                  <a:pt x="27591" y="143802"/>
                </a:cubicBezTo>
                <a:cubicBezTo>
                  <a:pt x="30389" y="146050"/>
                  <a:pt x="33104" y="147772"/>
                  <a:pt x="35735" y="148968"/>
                </a:cubicBezTo>
                <a:lnTo>
                  <a:pt x="39610" y="138205"/>
                </a:lnTo>
                <a:cubicBezTo>
                  <a:pt x="37744" y="136770"/>
                  <a:pt x="35855" y="134976"/>
                  <a:pt x="33941" y="132823"/>
                </a:cubicBezTo>
                <a:cubicBezTo>
                  <a:pt x="32028" y="130670"/>
                  <a:pt x="30210" y="128135"/>
                  <a:pt x="28488" y="125217"/>
                </a:cubicBezTo>
                <a:cubicBezTo>
                  <a:pt x="26861" y="122538"/>
                  <a:pt x="25342" y="119404"/>
                  <a:pt x="23931" y="115817"/>
                </a:cubicBezTo>
                <a:cubicBezTo>
                  <a:pt x="22520" y="112229"/>
                  <a:pt x="21288" y="108330"/>
                  <a:pt x="20236" y="104120"/>
                </a:cubicBezTo>
                <a:cubicBezTo>
                  <a:pt x="19470" y="101106"/>
                  <a:pt x="18765" y="97064"/>
                  <a:pt x="18119" y="91993"/>
                </a:cubicBezTo>
                <a:cubicBezTo>
                  <a:pt x="17473" y="86922"/>
                  <a:pt x="17150" y="81397"/>
                  <a:pt x="17150" y="75417"/>
                </a:cubicBezTo>
                <a:lnTo>
                  <a:pt x="17150" y="73551"/>
                </a:lnTo>
                <a:cubicBezTo>
                  <a:pt x="17150" y="67476"/>
                  <a:pt x="17485" y="61855"/>
                  <a:pt x="18155" y="56688"/>
                </a:cubicBezTo>
                <a:cubicBezTo>
                  <a:pt x="18824" y="51522"/>
                  <a:pt x="19709" y="46810"/>
                  <a:pt x="20810" y="42552"/>
                </a:cubicBezTo>
                <a:cubicBezTo>
                  <a:pt x="22053" y="38151"/>
                  <a:pt x="23501" y="34085"/>
                  <a:pt x="25151" y="30353"/>
                </a:cubicBezTo>
                <a:cubicBezTo>
                  <a:pt x="26801" y="26622"/>
                  <a:pt x="28583" y="23393"/>
                  <a:pt x="30497" y="20666"/>
                </a:cubicBezTo>
                <a:cubicBezTo>
                  <a:pt x="31980" y="18561"/>
                  <a:pt x="33487" y="16696"/>
                  <a:pt x="35018" y="15069"/>
                </a:cubicBezTo>
                <a:cubicBezTo>
                  <a:pt x="36548" y="13443"/>
                  <a:pt x="38079" y="12055"/>
                  <a:pt x="39610" y="10907"/>
                </a:cubicBezTo>
                <a:lnTo>
                  <a:pt x="35735" y="0"/>
                </a:lnTo>
                <a:cubicBezTo>
                  <a:pt x="33104" y="1196"/>
                  <a:pt x="30389" y="2906"/>
                  <a:pt x="27591" y="5131"/>
                </a:cubicBezTo>
                <a:cubicBezTo>
                  <a:pt x="24792" y="7355"/>
                  <a:pt x="22077" y="10070"/>
                  <a:pt x="19446" y="13275"/>
                </a:cubicBezTo>
                <a:cubicBezTo>
                  <a:pt x="16815" y="16480"/>
                  <a:pt x="14316" y="20164"/>
                  <a:pt x="11948" y="24326"/>
                </a:cubicBezTo>
                <a:cubicBezTo>
                  <a:pt x="9580" y="28488"/>
                  <a:pt x="7511" y="33080"/>
                  <a:pt x="5741" y="38103"/>
                </a:cubicBezTo>
                <a:cubicBezTo>
                  <a:pt x="3971" y="43174"/>
                  <a:pt x="2571" y="48687"/>
                  <a:pt x="1543" y="54643"/>
                </a:cubicBezTo>
                <a:cubicBezTo>
                  <a:pt x="514" y="60599"/>
                  <a:pt x="0" y="66950"/>
                  <a:pt x="0" y="73695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E22F0A-5183-4F55-962A-2F936B77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130" y="1396849"/>
            <a:ext cx="1146125" cy="193759"/>
          </a:xfrm>
          <a:custGeom xmlns:a="http://schemas.openxmlformats.org/drawingml/2006/main">
            <a:pathLst>
              <a:path w="1146125" h="193759">
                <a:moveTo>
                  <a:pt x="0" y="0"/>
                </a:moveTo>
                <a:lnTo>
                  <a:pt x="1146125" y="0"/>
                </a:lnTo>
                <a:lnTo>
                  <a:pt x="1146125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context-&gt;type==">
            <a:extLst xmlns:a="http://schemas.openxmlformats.org/drawingml/2006/main">
              <a:ext uri="{FF2B5EF4-FFF2-40B4-BE49-F238E27FC236}">
                <a16:creationId xmlns:a16="http://schemas.microsoft.com/office/drawing/2014/main" id="{BBF02912-C068-4997-8CB7-56CD2988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6526" y="1454137"/>
            <a:ext cx="1393300" cy="128015"/>
          </a:xfrm>
          <a:custGeom xmlns:a="http://schemas.openxmlformats.org/drawingml/2006/main">
            <a:pathLst>
              <a:path w="1393300" h="128015">
                <a:moveTo>
                  <a:pt x="36094" y="82162"/>
                </a:moveTo>
                <a:cubicBezTo>
                  <a:pt x="32889" y="82162"/>
                  <a:pt x="30246" y="81516"/>
                  <a:pt x="28165" y="80225"/>
                </a:cubicBezTo>
                <a:cubicBezTo>
                  <a:pt x="26084" y="78933"/>
                  <a:pt x="24445" y="77211"/>
                  <a:pt x="23249" y="75058"/>
                </a:cubicBezTo>
                <a:cubicBezTo>
                  <a:pt x="22006" y="72953"/>
                  <a:pt x="21145" y="70502"/>
                  <a:pt x="20666" y="67703"/>
                </a:cubicBezTo>
                <a:cubicBezTo>
                  <a:pt x="20188" y="64905"/>
                  <a:pt x="19949" y="61998"/>
                  <a:pt x="19949" y="58985"/>
                </a:cubicBezTo>
                <a:lnTo>
                  <a:pt x="19949" y="56832"/>
                </a:lnTo>
                <a:cubicBezTo>
                  <a:pt x="19949" y="53866"/>
                  <a:pt x="20200" y="50996"/>
                  <a:pt x="20702" y="48221"/>
                </a:cubicBezTo>
                <a:cubicBezTo>
                  <a:pt x="21204" y="45446"/>
                  <a:pt x="22077" y="42983"/>
                  <a:pt x="23321" y="40830"/>
                </a:cubicBezTo>
                <a:cubicBezTo>
                  <a:pt x="24517" y="38677"/>
                  <a:pt x="26144" y="36955"/>
                  <a:pt x="28201" y="35663"/>
                </a:cubicBezTo>
                <a:cubicBezTo>
                  <a:pt x="30258" y="34372"/>
                  <a:pt x="32865" y="33726"/>
                  <a:pt x="36022" y="33726"/>
                </a:cubicBezTo>
                <a:cubicBezTo>
                  <a:pt x="38175" y="33726"/>
                  <a:pt x="40160" y="34097"/>
                  <a:pt x="41978" y="34838"/>
                </a:cubicBezTo>
                <a:cubicBezTo>
                  <a:pt x="43796" y="35580"/>
                  <a:pt x="45351" y="36572"/>
                  <a:pt x="46642" y="37816"/>
                </a:cubicBezTo>
                <a:cubicBezTo>
                  <a:pt x="47934" y="39060"/>
                  <a:pt x="48915" y="40543"/>
                  <a:pt x="49584" y="42265"/>
                </a:cubicBezTo>
                <a:cubicBezTo>
                  <a:pt x="50254" y="43987"/>
                  <a:pt x="50541" y="45805"/>
                  <a:pt x="50445" y="47719"/>
                </a:cubicBezTo>
                <a:lnTo>
                  <a:pt x="69246" y="47719"/>
                </a:lnTo>
                <a:cubicBezTo>
                  <a:pt x="69342" y="43126"/>
                  <a:pt x="68576" y="38976"/>
                  <a:pt x="66950" y="35269"/>
                </a:cubicBezTo>
                <a:cubicBezTo>
                  <a:pt x="65323" y="31561"/>
                  <a:pt x="63051" y="28392"/>
                  <a:pt x="60133" y="25761"/>
                </a:cubicBezTo>
                <a:cubicBezTo>
                  <a:pt x="57167" y="23178"/>
                  <a:pt x="53651" y="21168"/>
                  <a:pt x="49584" y="19733"/>
                </a:cubicBezTo>
                <a:cubicBezTo>
                  <a:pt x="45518" y="18298"/>
                  <a:pt x="41093" y="17581"/>
                  <a:pt x="36309" y="17581"/>
                </a:cubicBezTo>
                <a:cubicBezTo>
                  <a:pt x="30329" y="17581"/>
                  <a:pt x="25079" y="18609"/>
                  <a:pt x="20559" y="20666"/>
                </a:cubicBezTo>
                <a:cubicBezTo>
                  <a:pt x="16038" y="22723"/>
                  <a:pt x="12247" y="25522"/>
                  <a:pt x="9185" y="29062"/>
                </a:cubicBezTo>
                <a:cubicBezTo>
                  <a:pt x="6123" y="32602"/>
                  <a:pt x="3827" y="36752"/>
                  <a:pt x="2296" y="41512"/>
                </a:cubicBezTo>
                <a:cubicBezTo>
                  <a:pt x="765" y="46272"/>
                  <a:pt x="0" y="51378"/>
                  <a:pt x="0" y="56832"/>
                </a:cubicBezTo>
                <a:lnTo>
                  <a:pt x="0" y="58985"/>
                </a:lnTo>
                <a:cubicBezTo>
                  <a:pt x="0" y="64438"/>
                  <a:pt x="777" y="69545"/>
                  <a:pt x="2332" y="74305"/>
                </a:cubicBezTo>
                <a:cubicBezTo>
                  <a:pt x="3887" y="79065"/>
                  <a:pt x="6195" y="83215"/>
                  <a:pt x="9257" y="86755"/>
                </a:cubicBezTo>
                <a:cubicBezTo>
                  <a:pt x="12271" y="90295"/>
                  <a:pt x="16050" y="93081"/>
                  <a:pt x="20594" y="95114"/>
                </a:cubicBezTo>
                <a:cubicBezTo>
                  <a:pt x="25139" y="97148"/>
                  <a:pt x="30425" y="98164"/>
                  <a:pt x="36453" y="98164"/>
                </a:cubicBezTo>
                <a:cubicBezTo>
                  <a:pt x="40902" y="98164"/>
                  <a:pt x="45123" y="97459"/>
                  <a:pt x="49118" y="96047"/>
                </a:cubicBezTo>
                <a:cubicBezTo>
                  <a:pt x="53112" y="94636"/>
                  <a:pt x="56617" y="92687"/>
                  <a:pt x="59630" y="90199"/>
                </a:cubicBezTo>
                <a:cubicBezTo>
                  <a:pt x="62644" y="87712"/>
                  <a:pt x="65024" y="84746"/>
                  <a:pt x="66770" y="81301"/>
                </a:cubicBezTo>
                <a:cubicBezTo>
                  <a:pt x="68516" y="77857"/>
                  <a:pt x="69342" y="74125"/>
                  <a:pt x="69246" y="70107"/>
                </a:cubicBezTo>
                <a:lnTo>
                  <a:pt x="50445" y="70107"/>
                </a:lnTo>
                <a:cubicBezTo>
                  <a:pt x="50541" y="71925"/>
                  <a:pt x="50218" y="73575"/>
                  <a:pt x="49477" y="75058"/>
                </a:cubicBezTo>
                <a:cubicBezTo>
                  <a:pt x="48735" y="76541"/>
                  <a:pt x="47695" y="77809"/>
                  <a:pt x="46355" y="78861"/>
                </a:cubicBezTo>
                <a:cubicBezTo>
                  <a:pt x="45016" y="79914"/>
                  <a:pt x="43461" y="80727"/>
                  <a:pt x="41691" y="81301"/>
                </a:cubicBezTo>
                <a:cubicBezTo>
                  <a:pt x="39921" y="81875"/>
                  <a:pt x="38055" y="82162"/>
                  <a:pt x="36094" y="82162"/>
                </a:cubicBezTo>
                <a:close/>
                <a:moveTo>
                  <a:pt x="87171" y="57119"/>
                </a:moveTo>
                <a:lnTo>
                  <a:pt x="87171" y="58626"/>
                </a:lnTo>
                <a:cubicBezTo>
                  <a:pt x="87171" y="64319"/>
                  <a:pt x="87984" y="69569"/>
                  <a:pt x="89610" y="74377"/>
                </a:cubicBezTo>
                <a:cubicBezTo>
                  <a:pt x="91237" y="79184"/>
                  <a:pt x="93629" y="83358"/>
                  <a:pt x="96786" y="86898"/>
                </a:cubicBezTo>
                <a:cubicBezTo>
                  <a:pt x="99896" y="90438"/>
                  <a:pt x="103735" y="93201"/>
                  <a:pt x="108303" y="95186"/>
                </a:cubicBezTo>
                <a:cubicBezTo>
                  <a:pt x="112872" y="97172"/>
                  <a:pt x="118074" y="98164"/>
                  <a:pt x="123911" y="98164"/>
                </a:cubicBezTo>
                <a:cubicBezTo>
                  <a:pt x="129699" y="98164"/>
                  <a:pt x="134865" y="97172"/>
                  <a:pt x="139410" y="95186"/>
                </a:cubicBezTo>
                <a:cubicBezTo>
                  <a:pt x="143955" y="93201"/>
                  <a:pt x="147782" y="90438"/>
                  <a:pt x="150891" y="86898"/>
                </a:cubicBezTo>
                <a:cubicBezTo>
                  <a:pt x="154001" y="83358"/>
                  <a:pt x="156369" y="79184"/>
                  <a:pt x="157995" y="74377"/>
                </a:cubicBezTo>
                <a:cubicBezTo>
                  <a:pt x="159622" y="69569"/>
                  <a:pt x="160435" y="64319"/>
                  <a:pt x="160435" y="58626"/>
                </a:cubicBezTo>
                <a:lnTo>
                  <a:pt x="160435" y="57119"/>
                </a:lnTo>
                <a:cubicBezTo>
                  <a:pt x="160435" y="51474"/>
                  <a:pt x="159622" y="46248"/>
                  <a:pt x="157995" y="41440"/>
                </a:cubicBezTo>
                <a:cubicBezTo>
                  <a:pt x="156369" y="36632"/>
                  <a:pt x="154001" y="32458"/>
                  <a:pt x="150891" y="28918"/>
                </a:cubicBezTo>
                <a:cubicBezTo>
                  <a:pt x="147734" y="25378"/>
                  <a:pt x="143883" y="22604"/>
                  <a:pt x="139338" y="20594"/>
                </a:cubicBezTo>
                <a:cubicBezTo>
                  <a:pt x="134794" y="18585"/>
                  <a:pt x="129603" y="17581"/>
                  <a:pt x="123767" y="17581"/>
                </a:cubicBezTo>
                <a:cubicBezTo>
                  <a:pt x="117931" y="17581"/>
                  <a:pt x="112752" y="18585"/>
                  <a:pt x="108232" y="20594"/>
                </a:cubicBezTo>
                <a:cubicBezTo>
                  <a:pt x="103711" y="22604"/>
                  <a:pt x="99896" y="25378"/>
                  <a:pt x="96786" y="28918"/>
                </a:cubicBezTo>
                <a:cubicBezTo>
                  <a:pt x="93629" y="32458"/>
                  <a:pt x="91237" y="36632"/>
                  <a:pt x="89610" y="41440"/>
                </a:cubicBezTo>
                <a:cubicBezTo>
                  <a:pt x="87984" y="46248"/>
                  <a:pt x="87171" y="51474"/>
                  <a:pt x="87171" y="57119"/>
                </a:cubicBezTo>
                <a:moveTo>
                  <a:pt x="107119" y="58626"/>
                </a:moveTo>
                <a:lnTo>
                  <a:pt x="107119" y="57119"/>
                </a:lnTo>
                <a:cubicBezTo>
                  <a:pt x="107119" y="53962"/>
                  <a:pt x="107430" y="50972"/>
                  <a:pt x="108052" y="48149"/>
                </a:cubicBezTo>
                <a:cubicBezTo>
                  <a:pt x="108674" y="45327"/>
                  <a:pt x="109655" y="42839"/>
                  <a:pt x="110994" y="40686"/>
                </a:cubicBezTo>
                <a:cubicBezTo>
                  <a:pt x="112334" y="38534"/>
                  <a:pt x="114056" y="36835"/>
                  <a:pt x="116161" y="35592"/>
                </a:cubicBezTo>
                <a:cubicBezTo>
                  <a:pt x="118266" y="34348"/>
                  <a:pt x="120801" y="33726"/>
                  <a:pt x="123767" y="33726"/>
                </a:cubicBezTo>
                <a:cubicBezTo>
                  <a:pt x="126781" y="33726"/>
                  <a:pt x="129340" y="34348"/>
                  <a:pt x="131445" y="35592"/>
                </a:cubicBezTo>
                <a:cubicBezTo>
                  <a:pt x="133550" y="36835"/>
                  <a:pt x="135272" y="38534"/>
                  <a:pt x="136612" y="40686"/>
                </a:cubicBezTo>
                <a:cubicBezTo>
                  <a:pt x="137903" y="42839"/>
                  <a:pt x="138860" y="45327"/>
                  <a:pt x="139482" y="48149"/>
                </a:cubicBezTo>
                <a:cubicBezTo>
                  <a:pt x="140104" y="50972"/>
                  <a:pt x="140415" y="53962"/>
                  <a:pt x="140415" y="57119"/>
                </a:cubicBezTo>
                <a:lnTo>
                  <a:pt x="140415" y="58626"/>
                </a:lnTo>
                <a:cubicBezTo>
                  <a:pt x="140415" y="61879"/>
                  <a:pt x="140104" y="64929"/>
                  <a:pt x="139482" y="67775"/>
                </a:cubicBezTo>
                <a:cubicBezTo>
                  <a:pt x="138860" y="70621"/>
                  <a:pt x="137903" y="73097"/>
                  <a:pt x="136612" y="75202"/>
                </a:cubicBezTo>
                <a:cubicBezTo>
                  <a:pt x="135272" y="77355"/>
                  <a:pt x="133550" y="79053"/>
                  <a:pt x="131445" y="80297"/>
                </a:cubicBezTo>
                <a:cubicBezTo>
                  <a:pt x="129340" y="81540"/>
                  <a:pt x="126829" y="82162"/>
                  <a:pt x="123911" y="82162"/>
                </a:cubicBezTo>
                <a:cubicBezTo>
                  <a:pt x="120897" y="82162"/>
                  <a:pt x="118325" y="81540"/>
                  <a:pt x="116197" y="80297"/>
                </a:cubicBezTo>
                <a:cubicBezTo>
                  <a:pt x="114068" y="79053"/>
                  <a:pt x="112334" y="77355"/>
                  <a:pt x="110994" y="75202"/>
                </a:cubicBezTo>
                <a:cubicBezTo>
                  <a:pt x="109655" y="73097"/>
                  <a:pt x="108674" y="70621"/>
                  <a:pt x="108052" y="67775"/>
                </a:cubicBezTo>
                <a:cubicBezTo>
                  <a:pt x="107430" y="64929"/>
                  <a:pt x="107119" y="61879"/>
                  <a:pt x="107119" y="58626"/>
                </a:cubicBezTo>
                <a:close/>
                <a:moveTo>
                  <a:pt x="178073" y="96657"/>
                </a:moveTo>
                <a:lnTo>
                  <a:pt x="198093" y="96657"/>
                </a:lnTo>
                <a:lnTo>
                  <a:pt x="198093" y="41476"/>
                </a:lnTo>
                <a:cubicBezTo>
                  <a:pt x="198763" y="40423"/>
                  <a:pt x="199504" y="39467"/>
                  <a:pt x="200318" y="38606"/>
                </a:cubicBezTo>
                <a:cubicBezTo>
                  <a:pt x="201131" y="37744"/>
                  <a:pt x="202040" y="37003"/>
                  <a:pt x="203044" y="36381"/>
                </a:cubicBezTo>
                <a:cubicBezTo>
                  <a:pt x="204288" y="35520"/>
                  <a:pt x="205711" y="34874"/>
                  <a:pt x="207314" y="34444"/>
                </a:cubicBezTo>
                <a:cubicBezTo>
                  <a:pt x="208917" y="34013"/>
                  <a:pt x="210675" y="33798"/>
                  <a:pt x="212588" y="33798"/>
                </a:cubicBezTo>
                <a:cubicBezTo>
                  <a:pt x="214884" y="33798"/>
                  <a:pt x="216941" y="34025"/>
                  <a:pt x="218759" y="34479"/>
                </a:cubicBezTo>
                <a:cubicBezTo>
                  <a:pt x="220577" y="34934"/>
                  <a:pt x="222132" y="35735"/>
                  <a:pt x="223423" y="36883"/>
                </a:cubicBezTo>
                <a:cubicBezTo>
                  <a:pt x="224715" y="38031"/>
                  <a:pt x="225708" y="39598"/>
                  <a:pt x="226401" y="41583"/>
                </a:cubicBezTo>
                <a:cubicBezTo>
                  <a:pt x="227095" y="43569"/>
                  <a:pt x="227442" y="46092"/>
                  <a:pt x="227442" y="49154"/>
                </a:cubicBezTo>
                <a:lnTo>
                  <a:pt x="227442" y="96657"/>
                </a:lnTo>
                <a:lnTo>
                  <a:pt x="247390" y="96657"/>
                </a:lnTo>
                <a:lnTo>
                  <a:pt x="247390" y="48867"/>
                </a:lnTo>
                <a:cubicBezTo>
                  <a:pt x="247390" y="43222"/>
                  <a:pt x="246733" y="38426"/>
                  <a:pt x="245417" y="34479"/>
                </a:cubicBezTo>
                <a:cubicBezTo>
                  <a:pt x="244102" y="30533"/>
                  <a:pt x="242272" y="27292"/>
                  <a:pt x="239928" y="24756"/>
                </a:cubicBezTo>
                <a:cubicBezTo>
                  <a:pt x="237536" y="22269"/>
                  <a:pt x="234713" y="20451"/>
                  <a:pt x="231460" y="19303"/>
                </a:cubicBezTo>
                <a:cubicBezTo>
                  <a:pt x="228207" y="18155"/>
                  <a:pt x="224619" y="17581"/>
                  <a:pt x="220697" y="17581"/>
                </a:cubicBezTo>
                <a:cubicBezTo>
                  <a:pt x="217635" y="17581"/>
                  <a:pt x="214741" y="18011"/>
                  <a:pt x="212014" y="18872"/>
                </a:cubicBezTo>
                <a:cubicBezTo>
                  <a:pt x="209287" y="19733"/>
                  <a:pt x="206776" y="20977"/>
                  <a:pt x="204480" y="22604"/>
                </a:cubicBezTo>
                <a:cubicBezTo>
                  <a:pt x="203140" y="23560"/>
                  <a:pt x="201872" y="24637"/>
                  <a:pt x="200676" y="25833"/>
                </a:cubicBezTo>
                <a:cubicBezTo>
                  <a:pt x="199480" y="27029"/>
                  <a:pt x="198380" y="28344"/>
                  <a:pt x="197376" y="29779"/>
                </a:cubicBezTo>
                <a:lnTo>
                  <a:pt x="196156" y="19016"/>
                </a:lnTo>
                <a:lnTo>
                  <a:pt x="178073" y="19016"/>
                </a:lnTo>
                <a:lnTo>
                  <a:pt x="178073" y="96657"/>
                </a:lnTo>
                <a:close/>
                <a:moveTo>
                  <a:pt x="302845" y="0"/>
                </a:moveTo>
                <a:lnTo>
                  <a:pt x="282896" y="0"/>
                </a:lnTo>
                <a:lnTo>
                  <a:pt x="282896" y="19016"/>
                </a:lnTo>
                <a:lnTo>
                  <a:pt x="265172" y="19016"/>
                </a:lnTo>
                <a:lnTo>
                  <a:pt x="265172" y="33726"/>
                </a:lnTo>
                <a:lnTo>
                  <a:pt x="282896" y="33726"/>
                </a:lnTo>
                <a:lnTo>
                  <a:pt x="282896" y="69031"/>
                </a:lnTo>
                <a:cubicBezTo>
                  <a:pt x="282896" y="74149"/>
                  <a:pt x="283566" y="78539"/>
                  <a:pt x="284906" y="82198"/>
                </a:cubicBezTo>
                <a:cubicBezTo>
                  <a:pt x="286245" y="85858"/>
                  <a:pt x="288159" y="88860"/>
                  <a:pt x="290646" y="91204"/>
                </a:cubicBezTo>
                <a:cubicBezTo>
                  <a:pt x="293086" y="93596"/>
                  <a:pt x="296040" y="95354"/>
                  <a:pt x="299508" y="96478"/>
                </a:cubicBezTo>
                <a:cubicBezTo>
                  <a:pt x="302977" y="97602"/>
                  <a:pt x="306839" y="98164"/>
                  <a:pt x="311097" y="98164"/>
                </a:cubicBezTo>
                <a:cubicBezTo>
                  <a:pt x="313298" y="98164"/>
                  <a:pt x="315534" y="98057"/>
                  <a:pt x="317806" y="97841"/>
                </a:cubicBezTo>
                <a:cubicBezTo>
                  <a:pt x="320079" y="97626"/>
                  <a:pt x="322267" y="97327"/>
                  <a:pt x="324372" y="96944"/>
                </a:cubicBezTo>
                <a:cubicBezTo>
                  <a:pt x="326477" y="96562"/>
                  <a:pt x="328462" y="96071"/>
                  <a:pt x="330328" y="95473"/>
                </a:cubicBezTo>
                <a:cubicBezTo>
                  <a:pt x="332194" y="94875"/>
                  <a:pt x="333820" y="94170"/>
                  <a:pt x="335208" y="93356"/>
                </a:cubicBezTo>
                <a:lnTo>
                  <a:pt x="333270" y="79651"/>
                </a:lnTo>
                <a:cubicBezTo>
                  <a:pt x="332361" y="79890"/>
                  <a:pt x="331273" y="80129"/>
                  <a:pt x="330005" y="80368"/>
                </a:cubicBezTo>
                <a:cubicBezTo>
                  <a:pt x="328737" y="80608"/>
                  <a:pt x="327386" y="80823"/>
                  <a:pt x="325951" y="81014"/>
                </a:cubicBezTo>
                <a:cubicBezTo>
                  <a:pt x="324468" y="81253"/>
                  <a:pt x="322925" y="81445"/>
                  <a:pt x="321323" y="81588"/>
                </a:cubicBezTo>
                <a:cubicBezTo>
                  <a:pt x="319720" y="81732"/>
                  <a:pt x="318153" y="81803"/>
                  <a:pt x="316622" y="81803"/>
                </a:cubicBezTo>
                <a:cubicBezTo>
                  <a:pt x="314518" y="81803"/>
                  <a:pt x="312616" y="81564"/>
                  <a:pt x="310918" y="81086"/>
                </a:cubicBezTo>
                <a:cubicBezTo>
                  <a:pt x="309219" y="80608"/>
                  <a:pt x="307772" y="79794"/>
                  <a:pt x="306576" y="78646"/>
                </a:cubicBezTo>
                <a:cubicBezTo>
                  <a:pt x="305380" y="77546"/>
                  <a:pt x="304460" y="76051"/>
                  <a:pt x="303814" y="74161"/>
                </a:cubicBezTo>
                <a:cubicBezTo>
                  <a:pt x="303168" y="72272"/>
                  <a:pt x="302845" y="69916"/>
                  <a:pt x="302845" y="67093"/>
                </a:cubicBezTo>
                <a:lnTo>
                  <a:pt x="302845" y="33726"/>
                </a:lnTo>
                <a:lnTo>
                  <a:pt x="331835" y="33726"/>
                </a:lnTo>
                <a:lnTo>
                  <a:pt x="331835" y="19016"/>
                </a:lnTo>
                <a:lnTo>
                  <a:pt x="302845" y="19016"/>
                </a:lnTo>
                <a:lnTo>
                  <a:pt x="302845" y="0"/>
                </a:lnTo>
                <a:close/>
                <a:moveTo>
                  <a:pt x="392097" y="98092"/>
                </a:moveTo>
                <a:cubicBezTo>
                  <a:pt x="399608" y="98092"/>
                  <a:pt x="406114" y="96633"/>
                  <a:pt x="411615" y="93715"/>
                </a:cubicBezTo>
                <a:cubicBezTo>
                  <a:pt x="417117" y="90797"/>
                  <a:pt x="421135" y="87544"/>
                  <a:pt x="423670" y="83956"/>
                </a:cubicBezTo>
                <a:lnTo>
                  <a:pt x="413696" y="73193"/>
                </a:lnTo>
                <a:cubicBezTo>
                  <a:pt x="411400" y="76159"/>
                  <a:pt x="408410" y="78383"/>
                  <a:pt x="404727" y="79866"/>
                </a:cubicBezTo>
                <a:cubicBezTo>
                  <a:pt x="401043" y="81349"/>
                  <a:pt x="397240" y="82091"/>
                  <a:pt x="393317" y="82091"/>
                </a:cubicBezTo>
                <a:cubicBezTo>
                  <a:pt x="390542" y="82091"/>
                  <a:pt x="387983" y="81660"/>
                  <a:pt x="385639" y="80799"/>
                </a:cubicBezTo>
                <a:cubicBezTo>
                  <a:pt x="383295" y="79938"/>
                  <a:pt x="381214" y="78718"/>
                  <a:pt x="379396" y="77139"/>
                </a:cubicBezTo>
                <a:cubicBezTo>
                  <a:pt x="377626" y="75608"/>
                  <a:pt x="376215" y="73898"/>
                  <a:pt x="375162" y="72009"/>
                </a:cubicBezTo>
                <a:cubicBezTo>
                  <a:pt x="374110" y="70119"/>
                  <a:pt x="373249" y="67619"/>
                  <a:pt x="372579" y="64510"/>
                </a:cubicBezTo>
                <a:lnTo>
                  <a:pt x="372579" y="64295"/>
                </a:lnTo>
                <a:lnTo>
                  <a:pt x="425249" y="64295"/>
                </a:lnTo>
                <a:lnTo>
                  <a:pt x="425249" y="55827"/>
                </a:lnTo>
                <a:cubicBezTo>
                  <a:pt x="425249" y="50135"/>
                  <a:pt x="424460" y="44932"/>
                  <a:pt x="422881" y="40220"/>
                </a:cubicBezTo>
                <a:cubicBezTo>
                  <a:pt x="421302" y="35508"/>
                  <a:pt x="419006" y="31478"/>
                  <a:pt x="415992" y="28129"/>
                </a:cubicBezTo>
                <a:cubicBezTo>
                  <a:pt x="412931" y="24780"/>
                  <a:pt x="409211" y="22185"/>
                  <a:pt x="404834" y="20343"/>
                </a:cubicBezTo>
                <a:cubicBezTo>
                  <a:pt x="400457" y="18501"/>
                  <a:pt x="395470" y="17581"/>
                  <a:pt x="389873" y="17581"/>
                </a:cubicBezTo>
                <a:cubicBezTo>
                  <a:pt x="384467" y="17581"/>
                  <a:pt x="379468" y="18561"/>
                  <a:pt x="374875" y="20523"/>
                </a:cubicBezTo>
                <a:cubicBezTo>
                  <a:pt x="370283" y="22484"/>
                  <a:pt x="366312" y="25235"/>
                  <a:pt x="362964" y="28775"/>
                </a:cubicBezTo>
                <a:cubicBezTo>
                  <a:pt x="359615" y="32315"/>
                  <a:pt x="357008" y="36536"/>
                  <a:pt x="355142" y="41440"/>
                </a:cubicBezTo>
                <a:cubicBezTo>
                  <a:pt x="353276" y="46343"/>
                  <a:pt x="352344" y="51761"/>
                  <a:pt x="352344" y="57693"/>
                </a:cubicBezTo>
                <a:lnTo>
                  <a:pt x="352344" y="60563"/>
                </a:lnTo>
                <a:cubicBezTo>
                  <a:pt x="352344" y="65778"/>
                  <a:pt x="353288" y="70669"/>
                  <a:pt x="355178" y="75238"/>
                </a:cubicBezTo>
                <a:cubicBezTo>
                  <a:pt x="357068" y="79806"/>
                  <a:pt x="359759" y="83765"/>
                  <a:pt x="363251" y="87114"/>
                </a:cubicBezTo>
                <a:cubicBezTo>
                  <a:pt x="366743" y="90510"/>
                  <a:pt x="370929" y="93189"/>
                  <a:pt x="375808" y="95150"/>
                </a:cubicBezTo>
                <a:cubicBezTo>
                  <a:pt x="380688" y="97112"/>
                  <a:pt x="386117" y="98092"/>
                  <a:pt x="392097" y="98092"/>
                </a:cubicBezTo>
                <a:moveTo>
                  <a:pt x="389729" y="33726"/>
                </a:moveTo>
                <a:cubicBezTo>
                  <a:pt x="392265" y="33726"/>
                  <a:pt x="394501" y="34121"/>
                  <a:pt x="396439" y="34910"/>
                </a:cubicBezTo>
                <a:cubicBezTo>
                  <a:pt x="398376" y="35699"/>
                  <a:pt x="400014" y="36764"/>
                  <a:pt x="401354" y="38103"/>
                </a:cubicBezTo>
                <a:cubicBezTo>
                  <a:pt x="402693" y="39491"/>
                  <a:pt x="403746" y="41117"/>
                  <a:pt x="404511" y="42983"/>
                </a:cubicBezTo>
                <a:cubicBezTo>
                  <a:pt x="405277" y="44848"/>
                  <a:pt x="405659" y="46834"/>
                  <a:pt x="405659" y="48939"/>
                </a:cubicBezTo>
                <a:lnTo>
                  <a:pt x="405659" y="50517"/>
                </a:lnTo>
                <a:lnTo>
                  <a:pt x="372938" y="50517"/>
                </a:lnTo>
                <a:cubicBezTo>
                  <a:pt x="373416" y="47982"/>
                  <a:pt x="374134" y="45686"/>
                  <a:pt x="375091" y="43629"/>
                </a:cubicBezTo>
                <a:cubicBezTo>
                  <a:pt x="376047" y="41571"/>
                  <a:pt x="377243" y="39801"/>
                  <a:pt x="378679" y="38318"/>
                </a:cubicBezTo>
                <a:cubicBezTo>
                  <a:pt x="380066" y="36835"/>
                  <a:pt x="381692" y="35699"/>
                  <a:pt x="383558" y="34910"/>
                </a:cubicBezTo>
                <a:cubicBezTo>
                  <a:pt x="385424" y="34121"/>
                  <a:pt x="387481" y="33726"/>
                  <a:pt x="389729" y="33726"/>
                </a:cubicBezTo>
                <a:close/>
                <a:moveTo>
                  <a:pt x="478119" y="43270"/>
                </a:moveTo>
                <a:lnTo>
                  <a:pt x="461328" y="19016"/>
                </a:lnTo>
                <a:lnTo>
                  <a:pt x="439872" y="19016"/>
                </a:lnTo>
                <a:lnTo>
                  <a:pt x="465849" y="57119"/>
                </a:lnTo>
                <a:lnTo>
                  <a:pt x="438868" y="96657"/>
                </a:lnTo>
                <a:lnTo>
                  <a:pt x="460467" y="96657"/>
                </a:lnTo>
                <a:lnTo>
                  <a:pt x="478191" y="71255"/>
                </a:lnTo>
                <a:lnTo>
                  <a:pt x="496059" y="96657"/>
                </a:lnTo>
                <a:lnTo>
                  <a:pt x="517586" y="96657"/>
                </a:lnTo>
                <a:lnTo>
                  <a:pt x="490605" y="57119"/>
                </a:lnTo>
                <a:lnTo>
                  <a:pt x="516653" y="19016"/>
                </a:lnTo>
                <a:lnTo>
                  <a:pt x="495197" y="19016"/>
                </a:lnTo>
                <a:lnTo>
                  <a:pt x="478119" y="43270"/>
                </a:lnTo>
                <a:close/>
                <a:moveTo>
                  <a:pt x="567371" y="0"/>
                </a:moveTo>
                <a:lnTo>
                  <a:pt x="547423" y="0"/>
                </a:lnTo>
                <a:lnTo>
                  <a:pt x="547423" y="19016"/>
                </a:lnTo>
                <a:lnTo>
                  <a:pt x="529699" y="19016"/>
                </a:lnTo>
                <a:lnTo>
                  <a:pt x="529699" y="33726"/>
                </a:lnTo>
                <a:lnTo>
                  <a:pt x="547423" y="33726"/>
                </a:lnTo>
                <a:lnTo>
                  <a:pt x="547423" y="69031"/>
                </a:lnTo>
                <a:cubicBezTo>
                  <a:pt x="547423" y="74149"/>
                  <a:pt x="548093" y="78539"/>
                  <a:pt x="549432" y="82198"/>
                </a:cubicBezTo>
                <a:cubicBezTo>
                  <a:pt x="550772" y="85858"/>
                  <a:pt x="552685" y="88860"/>
                  <a:pt x="555173" y="91204"/>
                </a:cubicBezTo>
                <a:cubicBezTo>
                  <a:pt x="557612" y="93596"/>
                  <a:pt x="560566" y="95354"/>
                  <a:pt x="564035" y="96478"/>
                </a:cubicBezTo>
                <a:cubicBezTo>
                  <a:pt x="567503" y="97602"/>
                  <a:pt x="571366" y="98164"/>
                  <a:pt x="575624" y="98164"/>
                </a:cubicBezTo>
                <a:cubicBezTo>
                  <a:pt x="577824" y="98164"/>
                  <a:pt x="580061" y="98057"/>
                  <a:pt x="582333" y="97841"/>
                </a:cubicBezTo>
                <a:cubicBezTo>
                  <a:pt x="584605" y="97626"/>
                  <a:pt x="586794" y="97327"/>
                  <a:pt x="588899" y="96944"/>
                </a:cubicBezTo>
                <a:cubicBezTo>
                  <a:pt x="591004" y="96562"/>
                  <a:pt x="592989" y="96071"/>
                  <a:pt x="594855" y="95473"/>
                </a:cubicBezTo>
                <a:cubicBezTo>
                  <a:pt x="596720" y="94875"/>
                  <a:pt x="598347" y="94170"/>
                  <a:pt x="599734" y="93356"/>
                </a:cubicBezTo>
                <a:lnTo>
                  <a:pt x="597797" y="79651"/>
                </a:lnTo>
                <a:cubicBezTo>
                  <a:pt x="596888" y="79890"/>
                  <a:pt x="595799" y="80129"/>
                  <a:pt x="594532" y="80368"/>
                </a:cubicBezTo>
                <a:cubicBezTo>
                  <a:pt x="593264" y="80608"/>
                  <a:pt x="591912" y="80823"/>
                  <a:pt x="590477" y="81014"/>
                </a:cubicBezTo>
                <a:cubicBezTo>
                  <a:pt x="588994" y="81253"/>
                  <a:pt x="587452" y="81445"/>
                  <a:pt x="585849" y="81588"/>
                </a:cubicBezTo>
                <a:cubicBezTo>
                  <a:pt x="584246" y="81732"/>
                  <a:pt x="582680" y="81803"/>
                  <a:pt x="581149" y="81803"/>
                </a:cubicBezTo>
                <a:cubicBezTo>
                  <a:pt x="579044" y="81803"/>
                  <a:pt x="577142" y="81564"/>
                  <a:pt x="575444" y="81086"/>
                </a:cubicBezTo>
                <a:cubicBezTo>
                  <a:pt x="573746" y="80608"/>
                  <a:pt x="572299" y="79794"/>
                  <a:pt x="571103" y="78646"/>
                </a:cubicBezTo>
                <a:cubicBezTo>
                  <a:pt x="569907" y="77546"/>
                  <a:pt x="568986" y="76051"/>
                  <a:pt x="568340" y="74161"/>
                </a:cubicBezTo>
                <a:cubicBezTo>
                  <a:pt x="567694" y="72272"/>
                  <a:pt x="567371" y="69916"/>
                  <a:pt x="567371" y="67093"/>
                </a:cubicBezTo>
                <a:lnTo>
                  <a:pt x="567371" y="33726"/>
                </a:lnTo>
                <a:lnTo>
                  <a:pt x="596361" y="33726"/>
                </a:lnTo>
                <a:lnTo>
                  <a:pt x="596361" y="19016"/>
                </a:lnTo>
                <a:lnTo>
                  <a:pt x="567371" y="19016"/>
                </a:lnTo>
                <a:lnTo>
                  <a:pt x="567371" y="0"/>
                </a:lnTo>
                <a:close/>
                <a:moveTo>
                  <a:pt x="688842" y="58626"/>
                </a:moveTo>
                <a:lnTo>
                  <a:pt x="688842" y="42480"/>
                </a:lnTo>
                <a:lnTo>
                  <a:pt x="629069" y="42480"/>
                </a:lnTo>
                <a:lnTo>
                  <a:pt x="629069" y="58626"/>
                </a:lnTo>
                <a:lnTo>
                  <a:pt x="688842" y="58626"/>
                </a:lnTo>
                <a:close/>
                <a:moveTo>
                  <a:pt x="708561" y="86396"/>
                </a:moveTo>
                <a:lnTo>
                  <a:pt x="773143" y="60061"/>
                </a:lnTo>
                <a:lnTo>
                  <a:pt x="773143" y="43772"/>
                </a:lnTo>
                <a:lnTo>
                  <a:pt x="708561" y="17509"/>
                </a:lnTo>
                <a:lnTo>
                  <a:pt x="708561" y="36812"/>
                </a:lnTo>
                <a:lnTo>
                  <a:pt x="749750" y="50374"/>
                </a:lnTo>
                <a:lnTo>
                  <a:pt x="754055" y="51809"/>
                </a:lnTo>
                <a:lnTo>
                  <a:pt x="749678" y="53244"/>
                </a:lnTo>
                <a:lnTo>
                  <a:pt x="708561" y="67021"/>
                </a:lnTo>
                <a:lnTo>
                  <a:pt x="708561" y="86396"/>
                </a:lnTo>
                <a:close/>
                <a:moveTo>
                  <a:pt x="831898" y="0"/>
                </a:moveTo>
                <a:lnTo>
                  <a:pt x="811949" y="0"/>
                </a:lnTo>
                <a:lnTo>
                  <a:pt x="811949" y="19016"/>
                </a:lnTo>
                <a:lnTo>
                  <a:pt x="794225" y="19016"/>
                </a:lnTo>
                <a:lnTo>
                  <a:pt x="794225" y="33726"/>
                </a:lnTo>
                <a:lnTo>
                  <a:pt x="811949" y="33726"/>
                </a:lnTo>
                <a:lnTo>
                  <a:pt x="811949" y="69031"/>
                </a:lnTo>
                <a:cubicBezTo>
                  <a:pt x="811949" y="74149"/>
                  <a:pt x="812619" y="78539"/>
                  <a:pt x="813959" y="82198"/>
                </a:cubicBezTo>
                <a:cubicBezTo>
                  <a:pt x="815298" y="85858"/>
                  <a:pt x="817212" y="88860"/>
                  <a:pt x="819699" y="91204"/>
                </a:cubicBezTo>
                <a:cubicBezTo>
                  <a:pt x="822139" y="93596"/>
                  <a:pt x="825093" y="95354"/>
                  <a:pt x="828561" y="96478"/>
                </a:cubicBezTo>
                <a:cubicBezTo>
                  <a:pt x="832029" y="97602"/>
                  <a:pt x="835892" y="98164"/>
                  <a:pt x="840150" y="98164"/>
                </a:cubicBezTo>
                <a:cubicBezTo>
                  <a:pt x="842351" y="98164"/>
                  <a:pt x="844587" y="98057"/>
                  <a:pt x="846859" y="97841"/>
                </a:cubicBezTo>
                <a:cubicBezTo>
                  <a:pt x="849132" y="97626"/>
                  <a:pt x="851320" y="97327"/>
                  <a:pt x="853425" y="96944"/>
                </a:cubicBezTo>
                <a:cubicBezTo>
                  <a:pt x="855530" y="96562"/>
                  <a:pt x="857515" y="96071"/>
                  <a:pt x="859381" y="95473"/>
                </a:cubicBezTo>
                <a:cubicBezTo>
                  <a:pt x="861247" y="94875"/>
                  <a:pt x="862873" y="94170"/>
                  <a:pt x="864261" y="93356"/>
                </a:cubicBezTo>
                <a:lnTo>
                  <a:pt x="862323" y="79651"/>
                </a:lnTo>
                <a:cubicBezTo>
                  <a:pt x="861414" y="79890"/>
                  <a:pt x="860326" y="80129"/>
                  <a:pt x="859058" y="80368"/>
                </a:cubicBezTo>
                <a:cubicBezTo>
                  <a:pt x="857790" y="80608"/>
                  <a:pt x="856439" y="80823"/>
                  <a:pt x="855004" y="81014"/>
                </a:cubicBezTo>
                <a:cubicBezTo>
                  <a:pt x="853521" y="81253"/>
                  <a:pt x="851978" y="81445"/>
                  <a:pt x="850375" y="81588"/>
                </a:cubicBezTo>
                <a:cubicBezTo>
                  <a:pt x="848773" y="81732"/>
                  <a:pt x="847206" y="81803"/>
                  <a:pt x="845675" y="81803"/>
                </a:cubicBezTo>
                <a:cubicBezTo>
                  <a:pt x="843570" y="81803"/>
                  <a:pt x="841669" y="81564"/>
                  <a:pt x="839971" y="81086"/>
                </a:cubicBezTo>
                <a:cubicBezTo>
                  <a:pt x="838272" y="80608"/>
                  <a:pt x="836825" y="79794"/>
                  <a:pt x="835629" y="78646"/>
                </a:cubicBezTo>
                <a:cubicBezTo>
                  <a:pt x="834433" y="77546"/>
                  <a:pt x="833512" y="76051"/>
                  <a:pt x="832867" y="74161"/>
                </a:cubicBezTo>
                <a:cubicBezTo>
                  <a:pt x="832221" y="72272"/>
                  <a:pt x="831898" y="69916"/>
                  <a:pt x="831898" y="67093"/>
                </a:cubicBezTo>
                <a:lnTo>
                  <a:pt x="831898" y="33726"/>
                </a:lnTo>
                <a:lnTo>
                  <a:pt x="860888" y="33726"/>
                </a:lnTo>
                <a:lnTo>
                  <a:pt x="860888" y="19016"/>
                </a:lnTo>
                <a:lnTo>
                  <a:pt x="831898" y="19016"/>
                </a:lnTo>
                <a:lnTo>
                  <a:pt x="831898" y="0"/>
                </a:lnTo>
                <a:close/>
                <a:moveTo>
                  <a:pt x="895747" y="128015"/>
                </a:moveTo>
                <a:cubicBezTo>
                  <a:pt x="899766" y="128015"/>
                  <a:pt x="903246" y="127346"/>
                  <a:pt x="906188" y="126006"/>
                </a:cubicBezTo>
                <a:cubicBezTo>
                  <a:pt x="909130" y="124667"/>
                  <a:pt x="911630" y="123016"/>
                  <a:pt x="913687" y="121055"/>
                </a:cubicBezTo>
                <a:cubicBezTo>
                  <a:pt x="915744" y="119093"/>
                  <a:pt x="917454" y="116965"/>
                  <a:pt x="918817" y="114668"/>
                </a:cubicBezTo>
                <a:cubicBezTo>
                  <a:pt x="920181" y="112372"/>
                  <a:pt x="921293" y="110243"/>
                  <a:pt x="922154" y="108282"/>
                </a:cubicBezTo>
                <a:lnTo>
                  <a:pt x="961549" y="19016"/>
                </a:lnTo>
                <a:lnTo>
                  <a:pt x="939520" y="19016"/>
                </a:lnTo>
                <a:lnTo>
                  <a:pt x="921795" y="64653"/>
                </a:lnTo>
                <a:lnTo>
                  <a:pt x="918853" y="72403"/>
                </a:lnTo>
                <a:lnTo>
                  <a:pt x="916701" y="64510"/>
                </a:lnTo>
                <a:lnTo>
                  <a:pt x="898905" y="19016"/>
                </a:lnTo>
                <a:lnTo>
                  <a:pt x="877091" y="19016"/>
                </a:lnTo>
                <a:lnTo>
                  <a:pt x="909955" y="93356"/>
                </a:lnTo>
                <a:lnTo>
                  <a:pt x="905363" y="101896"/>
                </a:lnTo>
                <a:cubicBezTo>
                  <a:pt x="904789" y="102948"/>
                  <a:pt x="904299" y="103761"/>
                  <a:pt x="903892" y="104335"/>
                </a:cubicBezTo>
                <a:cubicBezTo>
                  <a:pt x="903485" y="104909"/>
                  <a:pt x="902851" y="105770"/>
                  <a:pt x="901990" y="106919"/>
                </a:cubicBezTo>
                <a:cubicBezTo>
                  <a:pt x="901129" y="108067"/>
                  <a:pt x="900089" y="109131"/>
                  <a:pt x="898869" y="110112"/>
                </a:cubicBezTo>
                <a:cubicBezTo>
                  <a:pt x="897649" y="111092"/>
                  <a:pt x="896250" y="111583"/>
                  <a:pt x="894671" y="111583"/>
                </a:cubicBezTo>
                <a:cubicBezTo>
                  <a:pt x="893906" y="111583"/>
                  <a:pt x="892889" y="111547"/>
                  <a:pt x="891621" y="111475"/>
                </a:cubicBezTo>
                <a:cubicBezTo>
                  <a:pt x="890354" y="111403"/>
                  <a:pt x="889313" y="111368"/>
                  <a:pt x="888500" y="111368"/>
                </a:cubicBezTo>
                <a:lnTo>
                  <a:pt x="886060" y="126580"/>
                </a:lnTo>
                <a:cubicBezTo>
                  <a:pt x="887782" y="127059"/>
                  <a:pt x="889349" y="127417"/>
                  <a:pt x="890760" y="127656"/>
                </a:cubicBezTo>
                <a:cubicBezTo>
                  <a:pt x="892172" y="127896"/>
                  <a:pt x="893834" y="128015"/>
                  <a:pt x="895747" y="128015"/>
                </a:cubicBezTo>
                <a:close/>
                <a:moveTo>
                  <a:pt x="971940" y="126508"/>
                </a:moveTo>
                <a:lnTo>
                  <a:pt x="991888" y="126508"/>
                </a:lnTo>
                <a:lnTo>
                  <a:pt x="991888" y="89912"/>
                </a:lnTo>
                <a:cubicBezTo>
                  <a:pt x="992797" y="90917"/>
                  <a:pt x="993754" y="91826"/>
                  <a:pt x="994758" y="92639"/>
                </a:cubicBezTo>
                <a:cubicBezTo>
                  <a:pt x="995763" y="93452"/>
                  <a:pt x="996815" y="94194"/>
                  <a:pt x="997916" y="94863"/>
                </a:cubicBezTo>
                <a:cubicBezTo>
                  <a:pt x="999781" y="95916"/>
                  <a:pt x="1001803" y="96717"/>
                  <a:pt x="1003979" y="97267"/>
                </a:cubicBezTo>
                <a:cubicBezTo>
                  <a:pt x="1006156" y="97817"/>
                  <a:pt x="1008536" y="98092"/>
                  <a:pt x="1011119" y="98092"/>
                </a:cubicBezTo>
                <a:cubicBezTo>
                  <a:pt x="1015999" y="98092"/>
                  <a:pt x="1020328" y="97088"/>
                  <a:pt x="1024107" y="95079"/>
                </a:cubicBezTo>
                <a:cubicBezTo>
                  <a:pt x="1027886" y="93069"/>
                  <a:pt x="1031068" y="90295"/>
                  <a:pt x="1033651" y="86755"/>
                </a:cubicBezTo>
                <a:cubicBezTo>
                  <a:pt x="1036186" y="83263"/>
                  <a:pt x="1038112" y="79101"/>
                  <a:pt x="1039427" y="74269"/>
                </a:cubicBezTo>
                <a:cubicBezTo>
                  <a:pt x="1040743" y="69437"/>
                  <a:pt x="1041401" y="64199"/>
                  <a:pt x="1041401" y="58554"/>
                </a:cubicBezTo>
                <a:lnTo>
                  <a:pt x="1041401" y="57047"/>
                </a:lnTo>
                <a:cubicBezTo>
                  <a:pt x="1041401" y="51163"/>
                  <a:pt x="1040743" y="45793"/>
                  <a:pt x="1039427" y="40938"/>
                </a:cubicBezTo>
                <a:cubicBezTo>
                  <a:pt x="1038112" y="36082"/>
                  <a:pt x="1036162" y="31908"/>
                  <a:pt x="1033579" y="28416"/>
                </a:cubicBezTo>
                <a:cubicBezTo>
                  <a:pt x="1030996" y="24972"/>
                  <a:pt x="1027815" y="22305"/>
                  <a:pt x="1024035" y="20415"/>
                </a:cubicBezTo>
                <a:cubicBezTo>
                  <a:pt x="1020256" y="18525"/>
                  <a:pt x="1015903" y="17581"/>
                  <a:pt x="1010976" y="17581"/>
                </a:cubicBezTo>
                <a:cubicBezTo>
                  <a:pt x="1008584" y="17581"/>
                  <a:pt x="1006347" y="17832"/>
                  <a:pt x="1004266" y="18334"/>
                </a:cubicBezTo>
                <a:cubicBezTo>
                  <a:pt x="1002185" y="18836"/>
                  <a:pt x="1000284" y="19542"/>
                  <a:pt x="998562" y="20451"/>
                </a:cubicBezTo>
                <a:cubicBezTo>
                  <a:pt x="997126" y="21216"/>
                  <a:pt x="995787" y="22113"/>
                  <a:pt x="994543" y="23142"/>
                </a:cubicBezTo>
                <a:cubicBezTo>
                  <a:pt x="993299" y="24170"/>
                  <a:pt x="992151" y="25330"/>
                  <a:pt x="991099" y="26622"/>
                </a:cubicBezTo>
                <a:lnTo>
                  <a:pt x="990381" y="19016"/>
                </a:lnTo>
                <a:lnTo>
                  <a:pt x="971940" y="19016"/>
                </a:lnTo>
                <a:lnTo>
                  <a:pt x="971940" y="126508"/>
                </a:lnTo>
                <a:moveTo>
                  <a:pt x="1021452" y="57047"/>
                </a:moveTo>
                <a:lnTo>
                  <a:pt x="1021452" y="58554"/>
                </a:lnTo>
                <a:cubicBezTo>
                  <a:pt x="1021452" y="61759"/>
                  <a:pt x="1021165" y="64785"/>
                  <a:pt x="1020591" y="67631"/>
                </a:cubicBezTo>
                <a:cubicBezTo>
                  <a:pt x="1020017" y="70478"/>
                  <a:pt x="1019108" y="72977"/>
                  <a:pt x="1017864" y="75130"/>
                </a:cubicBezTo>
                <a:cubicBezTo>
                  <a:pt x="1016621" y="77283"/>
                  <a:pt x="1015006" y="78981"/>
                  <a:pt x="1013021" y="80225"/>
                </a:cubicBezTo>
                <a:cubicBezTo>
                  <a:pt x="1011035" y="81469"/>
                  <a:pt x="1008632" y="82091"/>
                  <a:pt x="1005809" y="82091"/>
                </a:cubicBezTo>
                <a:cubicBezTo>
                  <a:pt x="1004039" y="82091"/>
                  <a:pt x="1002436" y="81911"/>
                  <a:pt x="1001001" y="81552"/>
                </a:cubicBezTo>
                <a:cubicBezTo>
                  <a:pt x="999566" y="81194"/>
                  <a:pt x="998298" y="80679"/>
                  <a:pt x="997198" y="80010"/>
                </a:cubicBezTo>
                <a:cubicBezTo>
                  <a:pt x="996050" y="79292"/>
                  <a:pt x="995034" y="78431"/>
                  <a:pt x="994149" y="77426"/>
                </a:cubicBezTo>
                <a:cubicBezTo>
                  <a:pt x="993263" y="76422"/>
                  <a:pt x="992510" y="75297"/>
                  <a:pt x="991888" y="74054"/>
                </a:cubicBezTo>
                <a:lnTo>
                  <a:pt x="991888" y="41619"/>
                </a:lnTo>
                <a:cubicBezTo>
                  <a:pt x="992558" y="40280"/>
                  <a:pt x="993359" y="39108"/>
                  <a:pt x="994292" y="38103"/>
                </a:cubicBezTo>
                <a:cubicBezTo>
                  <a:pt x="995225" y="37099"/>
                  <a:pt x="996313" y="36261"/>
                  <a:pt x="997557" y="35592"/>
                </a:cubicBezTo>
                <a:cubicBezTo>
                  <a:pt x="998657" y="35018"/>
                  <a:pt x="999877" y="34575"/>
                  <a:pt x="1001217" y="34264"/>
                </a:cubicBezTo>
                <a:cubicBezTo>
                  <a:pt x="1002556" y="33953"/>
                  <a:pt x="1004039" y="33798"/>
                  <a:pt x="1005666" y="33798"/>
                </a:cubicBezTo>
                <a:cubicBezTo>
                  <a:pt x="1008488" y="33798"/>
                  <a:pt x="1010892" y="34396"/>
                  <a:pt x="1012877" y="35592"/>
                </a:cubicBezTo>
                <a:cubicBezTo>
                  <a:pt x="1014862" y="36788"/>
                  <a:pt x="1016501" y="38414"/>
                  <a:pt x="1017793" y="40471"/>
                </a:cubicBezTo>
                <a:cubicBezTo>
                  <a:pt x="1019036" y="42576"/>
                  <a:pt x="1019957" y="45052"/>
                  <a:pt x="1020555" y="47898"/>
                </a:cubicBezTo>
                <a:cubicBezTo>
                  <a:pt x="1021153" y="50744"/>
                  <a:pt x="1021452" y="53794"/>
                  <a:pt x="1021452" y="57047"/>
                </a:cubicBezTo>
                <a:close/>
                <a:moveTo>
                  <a:pt x="1097501" y="98092"/>
                </a:moveTo>
                <a:cubicBezTo>
                  <a:pt x="1105011" y="98092"/>
                  <a:pt x="1111517" y="96633"/>
                  <a:pt x="1117019" y="93715"/>
                </a:cubicBezTo>
                <a:cubicBezTo>
                  <a:pt x="1122520" y="90797"/>
                  <a:pt x="1126538" y="87544"/>
                  <a:pt x="1129074" y="83956"/>
                </a:cubicBezTo>
                <a:lnTo>
                  <a:pt x="1119099" y="73193"/>
                </a:lnTo>
                <a:cubicBezTo>
                  <a:pt x="1116803" y="76159"/>
                  <a:pt x="1113813" y="78383"/>
                  <a:pt x="1110130" y="79866"/>
                </a:cubicBezTo>
                <a:cubicBezTo>
                  <a:pt x="1106446" y="81349"/>
                  <a:pt x="1102643" y="82091"/>
                  <a:pt x="1098720" y="82091"/>
                </a:cubicBezTo>
                <a:cubicBezTo>
                  <a:pt x="1095946" y="82091"/>
                  <a:pt x="1093386" y="81660"/>
                  <a:pt x="1091042" y="80799"/>
                </a:cubicBezTo>
                <a:cubicBezTo>
                  <a:pt x="1088698" y="79938"/>
                  <a:pt x="1086617" y="78718"/>
                  <a:pt x="1084799" y="77139"/>
                </a:cubicBezTo>
                <a:cubicBezTo>
                  <a:pt x="1083029" y="75608"/>
                  <a:pt x="1081618" y="73898"/>
                  <a:pt x="1080566" y="72009"/>
                </a:cubicBezTo>
                <a:cubicBezTo>
                  <a:pt x="1079513" y="70119"/>
                  <a:pt x="1078652" y="67619"/>
                  <a:pt x="1077982" y="64510"/>
                </a:cubicBezTo>
                <a:lnTo>
                  <a:pt x="1077982" y="64295"/>
                </a:lnTo>
                <a:lnTo>
                  <a:pt x="1130652" y="64295"/>
                </a:lnTo>
                <a:lnTo>
                  <a:pt x="1130652" y="55827"/>
                </a:lnTo>
                <a:cubicBezTo>
                  <a:pt x="1130652" y="50135"/>
                  <a:pt x="1129863" y="44932"/>
                  <a:pt x="1128284" y="40220"/>
                </a:cubicBezTo>
                <a:cubicBezTo>
                  <a:pt x="1126706" y="35508"/>
                  <a:pt x="1124410" y="31478"/>
                  <a:pt x="1121396" y="28129"/>
                </a:cubicBezTo>
                <a:cubicBezTo>
                  <a:pt x="1118334" y="24780"/>
                  <a:pt x="1114615" y="22185"/>
                  <a:pt x="1110237" y="20343"/>
                </a:cubicBezTo>
                <a:cubicBezTo>
                  <a:pt x="1105860" y="18501"/>
                  <a:pt x="1100873" y="17581"/>
                  <a:pt x="1095276" y="17581"/>
                </a:cubicBezTo>
                <a:cubicBezTo>
                  <a:pt x="1089870" y="17581"/>
                  <a:pt x="1084871" y="18561"/>
                  <a:pt x="1080279" y="20523"/>
                </a:cubicBezTo>
                <a:cubicBezTo>
                  <a:pt x="1075686" y="22484"/>
                  <a:pt x="1071716" y="25235"/>
                  <a:pt x="1068367" y="28775"/>
                </a:cubicBezTo>
                <a:cubicBezTo>
                  <a:pt x="1065018" y="32315"/>
                  <a:pt x="1062411" y="36536"/>
                  <a:pt x="1060545" y="41440"/>
                </a:cubicBezTo>
                <a:cubicBezTo>
                  <a:pt x="1058680" y="46343"/>
                  <a:pt x="1057747" y="51761"/>
                  <a:pt x="1057747" y="57693"/>
                </a:cubicBezTo>
                <a:lnTo>
                  <a:pt x="1057747" y="60563"/>
                </a:lnTo>
                <a:cubicBezTo>
                  <a:pt x="1057747" y="65778"/>
                  <a:pt x="1058692" y="70669"/>
                  <a:pt x="1060581" y="75238"/>
                </a:cubicBezTo>
                <a:cubicBezTo>
                  <a:pt x="1062471" y="79806"/>
                  <a:pt x="1065162" y="83765"/>
                  <a:pt x="1068654" y="87114"/>
                </a:cubicBezTo>
                <a:cubicBezTo>
                  <a:pt x="1072146" y="90510"/>
                  <a:pt x="1076332" y="93189"/>
                  <a:pt x="1081212" y="95150"/>
                </a:cubicBezTo>
                <a:cubicBezTo>
                  <a:pt x="1086091" y="97112"/>
                  <a:pt x="1091521" y="98092"/>
                  <a:pt x="1097501" y="98092"/>
                </a:cubicBezTo>
                <a:moveTo>
                  <a:pt x="1095133" y="33726"/>
                </a:moveTo>
                <a:cubicBezTo>
                  <a:pt x="1097668" y="33726"/>
                  <a:pt x="1099904" y="34121"/>
                  <a:pt x="1101842" y="34910"/>
                </a:cubicBezTo>
                <a:cubicBezTo>
                  <a:pt x="1103779" y="35699"/>
                  <a:pt x="1105418" y="36764"/>
                  <a:pt x="1106757" y="38103"/>
                </a:cubicBezTo>
                <a:cubicBezTo>
                  <a:pt x="1108097" y="39491"/>
                  <a:pt x="1109149" y="41117"/>
                  <a:pt x="1109915" y="42983"/>
                </a:cubicBezTo>
                <a:cubicBezTo>
                  <a:pt x="1110680" y="44848"/>
                  <a:pt x="1111063" y="46834"/>
                  <a:pt x="1111063" y="48939"/>
                </a:cubicBezTo>
                <a:lnTo>
                  <a:pt x="1111063" y="50517"/>
                </a:lnTo>
                <a:lnTo>
                  <a:pt x="1078341" y="50517"/>
                </a:lnTo>
                <a:cubicBezTo>
                  <a:pt x="1078820" y="47982"/>
                  <a:pt x="1079537" y="45686"/>
                  <a:pt x="1080494" y="43629"/>
                </a:cubicBezTo>
                <a:cubicBezTo>
                  <a:pt x="1081451" y="41571"/>
                  <a:pt x="1082647" y="39801"/>
                  <a:pt x="1084082" y="38318"/>
                </a:cubicBezTo>
                <a:cubicBezTo>
                  <a:pt x="1085469" y="36835"/>
                  <a:pt x="1087096" y="35699"/>
                  <a:pt x="1088961" y="34910"/>
                </a:cubicBezTo>
                <a:cubicBezTo>
                  <a:pt x="1090827" y="34121"/>
                  <a:pt x="1092884" y="33726"/>
                  <a:pt x="1095133" y="33726"/>
                </a:cubicBezTo>
                <a:close/>
                <a:moveTo>
                  <a:pt x="1305125" y="45207"/>
                </a:moveTo>
                <a:lnTo>
                  <a:pt x="1305125" y="28846"/>
                </a:lnTo>
                <a:lnTo>
                  <a:pt x="1237243" y="28846"/>
                </a:lnTo>
                <a:lnTo>
                  <a:pt x="1237243" y="45207"/>
                </a:lnTo>
                <a:lnTo>
                  <a:pt x="1305125" y="45207"/>
                </a:lnTo>
                <a:moveTo>
                  <a:pt x="1305125" y="76135"/>
                </a:moveTo>
                <a:lnTo>
                  <a:pt x="1305125" y="59846"/>
                </a:lnTo>
                <a:lnTo>
                  <a:pt x="1237243" y="59846"/>
                </a:lnTo>
                <a:lnTo>
                  <a:pt x="1237243" y="76135"/>
                </a:lnTo>
                <a:lnTo>
                  <a:pt x="1305125" y="76135"/>
                </a:lnTo>
                <a:close/>
                <a:moveTo>
                  <a:pt x="1393300" y="45207"/>
                </a:moveTo>
                <a:lnTo>
                  <a:pt x="1393300" y="28846"/>
                </a:lnTo>
                <a:lnTo>
                  <a:pt x="1325418" y="28846"/>
                </a:lnTo>
                <a:lnTo>
                  <a:pt x="1325418" y="45207"/>
                </a:lnTo>
                <a:lnTo>
                  <a:pt x="1393300" y="45207"/>
                </a:lnTo>
                <a:moveTo>
                  <a:pt x="1393300" y="76135"/>
                </a:moveTo>
                <a:lnTo>
                  <a:pt x="1393300" y="59846"/>
                </a:lnTo>
                <a:lnTo>
                  <a:pt x="1325418" y="59846"/>
                </a:lnTo>
                <a:lnTo>
                  <a:pt x="1325418" y="76135"/>
                </a:lnTo>
                <a:lnTo>
                  <a:pt x="1393300" y="76135"/>
                </a:ln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1">
            <a:extLst xmlns:a="http://schemas.openxmlformats.org/drawingml/2006/main">
              <a:ext uri="{FF2B5EF4-FFF2-40B4-BE49-F238E27FC236}">
                <a16:creationId xmlns:a16="http://schemas.microsoft.com/office/drawing/2014/main" id="{A51C0920-C459-4124-B40C-17BCC2D0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323" y="1446315"/>
            <a:ext cx="46571" cy="104479"/>
          </a:xfrm>
          <a:custGeom xmlns:a="http://schemas.openxmlformats.org/drawingml/2006/main">
            <a:pathLst>
              <a:path w="46571" h="104479">
                <a:moveTo>
                  <a:pt x="46571" y="104479"/>
                </a:moveTo>
                <a:lnTo>
                  <a:pt x="46571" y="0"/>
                </a:lnTo>
                <a:lnTo>
                  <a:pt x="45494" y="0"/>
                </a:lnTo>
                <a:lnTo>
                  <a:pt x="0" y="16432"/>
                </a:lnTo>
                <a:lnTo>
                  <a:pt x="0" y="33798"/>
                </a:lnTo>
                <a:lnTo>
                  <a:pt x="26407" y="24326"/>
                </a:lnTo>
                <a:lnTo>
                  <a:pt x="26407" y="104479"/>
                </a:lnTo>
                <a:lnTo>
                  <a:pt x="46571" y="104479"/>
                </a:lnTo>
                <a:close/>
              </a:path>
            </a:pathLst>
          </a:custGeom>
          <a:solidFill xmlns:a="http://schemas.openxmlformats.org/drawingml/2006/main">
            <a:srgbClr val="C53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){">
            <a:extLst xmlns:a="http://schemas.openxmlformats.org/drawingml/2006/main">
              <a:ext uri="{FF2B5EF4-FFF2-40B4-BE49-F238E27FC236}">
                <a16:creationId xmlns:a16="http://schemas.microsoft.com/office/drawing/2014/main" id="{BD00F8D7-4915-4382-8F47-B80AC029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747" y="1434619"/>
            <a:ext cx="223567" cy="148968"/>
          </a:xfrm>
          <a:custGeom xmlns:a="http://schemas.openxmlformats.org/drawingml/2006/main">
            <a:pathLst>
              <a:path w="223567" h="148968">
                <a:moveTo>
                  <a:pt x="40543" y="75274"/>
                </a:moveTo>
                <a:lnTo>
                  <a:pt x="40543" y="73695"/>
                </a:lnTo>
                <a:cubicBezTo>
                  <a:pt x="40543" y="67141"/>
                  <a:pt x="40017" y="60934"/>
                  <a:pt x="38964" y="55074"/>
                </a:cubicBezTo>
                <a:cubicBezTo>
                  <a:pt x="37912" y="49214"/>
                  <a:pt x="36477" y="43748"/>
                  <a:pt x="34659" y="38677"/>
                </a:cubicBezTo>
                <a:cubicBezTo>
                  <a:pt x="32841" y="33606"/>
                  <a:pt x="30724" y="28978"/>
                  <a:pt x="28308" y="24792"/>
                </a:cubicBezTo>
                <a:cubicBezTo>
                  <a:pt x="25892" y="20606"/>
                  <a:pt x="23321" y="16863"/>
                  <a:pt x="20594" y="13562"/>
                </a:cubicBezTo>
                <a:cubicBezTo>
                  <a:pt x="17868" y="10309"/>
                  <a:pt x="15069" y="7535"/>
                  <a:pt x="12199" y="5238"/>
                </a:cubicBezTo>
                <a:cubicBezTo>
                  <a:pt x="9328" y="2942"/>
                  <a:pt x="6530" y="1196"/>
                  <a:pt x="3803" y="0"/>
                </a:cubicBezTo>
                <a:lnTo>
                  <a:pt x="0" y="10692"/>
                </a:lnTo>
                <a:cubicBezTo>
                  <a:pt x="1435" y="11792"/>
                  <a:pt x="2882" y="13120"/>
                  <a:pt x="4341" y="14674"/>
                </a:cubicBezTo>
                <a:cubicBezTo>
                  <a:pt x="5800" y="16229"/>
                  <a:pt x="7224" y="17987"/>
                  <a:pt x="8611" y="19949"/>
                </a:cubicBezTo>
                <a:cubicBezTo>
                  <a:pt x="10668" y="22915"/>
                  <a:pt x="12617" y="26431"/>
                  <a:pt x="14459" y="30497"/>
                </a:cubicBezTo>
                <a:cubicBezTo>
                  <a:pt x="16301" y="34563"/>
                  <a:pt x="17868" y="39156"/>
                  <a:pt x="19159" y="44274"/>
                </a:cubicBezTo>
                <a:cubicBezTo>
                  <a:pt x="20164" y="48388"/>
                  <a:pt x="20965" y="52885"/>
                  <a:pt x="21563" y="57765"/>
                </a:cubicBezTo>
                <a:cubicBezTo>
                  <a:pt x="22161" y="62644"/>
                  <a:pt x="22460" y="67906"/>
                  <a:pt x="22460" y="73551"/>
                </a:cubicBezTo>
                <a:lnTo>
                  <a:pt x="22460" y="75417"/>
                </a:lnTo>
                <a:cubicBezTo>
                  <a:pt x="22460" y="81205"/>
                  <a:pt x="22161" y="86587"/>
                  <a:pt x="21563" y="91562"/>
                </a:cubicBezTo>
                <a:cubicBezTo>
                  <a:pt x="20965" y="96538"/>
                  <a:pt x="20164" y="101082"/>
                  <a:pt x="19159" y="105196"/>
                </a:cubicBezTo>
                <a:cubicBezTo>
                  <a:pt x="17963" y="109693"/>
                  <a:pt x="16588" y="113759"/>
                  <a:pt x="15033" y="117395"/>
                </a:cubicBezTo>
                <a:cubicBezTo>
                  <a:pt x="13478" y="121031"/>
                  <a:pt x="11768" y="124284"/>
                  <a:pt x="9903" y="127154"/>
                </a:cubicBezTo>
                <a:cubicBezTo>
                  <a:pt x="8324" y="129594"/>
                  <a:pt x="6697" y="131735"/>
                  <a:pt x="5023" y="133576"/>
                </a:cubicBezTo>
                <a:cubicBezTo>
                  <a:pt x="3349" y="135418"/>
                  <a:pt x="1674" y="136961"/>
                  <a:pt x="0" y="138205"/>
                </a:cubicBezTo>
                <a:lnTo>
                  <a:pt x="3803" y="148968"/>
                </a:lnTo>
                <a:cubicBezTo>
                  <a:pt x="6530" y="147772"/>
                  <a:pt x="9328" y="146026"/>
                  <a:pt x="12199" y="143730"/>
                </a:cubicBezTo>
                <a:cubicBezTo>
                  <a:pt x="15069" y="141434"/>
                  <a:pt x="17868" y="138635"/>
                  <a:pt x="20594" y="135335"/>
                </a:cubicBezTo>
                <a:cubicBezTo>
                  <a:pt x="23321" y="132082"/>
                  <a:pt x="25892" y="128362"/>
                  <a:pt x="28308" y="124176"/>
                </a:cubicBezTo>
                <a:cubicBezTo>
                  <a:pt x="30724" y="119990"/>
                  <a:pt x="32841" y="115362"/>
                  <a:pt x="34659" y="110291"/>
                </a:cubicBezTo>
                <a:cubicBezTo>
                  <a:pt x="36477" y="105220"/>
                  <a:pt x="37912" y="99755"/>
                  <a:pt x="38964" y="93895"/>
                </a:cubicBezTo>
                <a:cubicBezTo>
                  <a:pt x="40017" y="88034"/>
                  <a:pt x="40543" y="81827"/>
                  <a:pt x="40543" y="75274"/>
                </a:cubicBezTo>
                <a:close/>
                <a:moveTo>
                  <a:pt x="221128" y="142008"/>
                </a:moveTo>
                <a:lnTo>
                  <a:pt x="223567" y="130670"/>
                </a:lnTo>
                <a:cubicBezTo>
                  <a:pt x="221175" y="130766"/>
                  <a:pt x="219226" y="130156"/>
                  <a:pt x="217719" y="128840"/>
                </a:cubicBezTo>
                <a:cubicBezTo>
                  <a:pt x="216212" y="127525"/>
                  <a:pt x="215028" y="125791"/>
                  <a:pt x="214167" y="123638"/>
                </a:cubicBezTo>
                <a:cubicBezTo>
                  <a:pt x="213306" y="121485"/>
                  <a:pt x="212720" y="119081"/>
                  <a:pt x="212409" y="116426"/>
                </a:cubicBezTo>
                <a:cubicBezTo>
                  <a:pt x="212098" y="113771"/>
                  <a:pt x="211943" y="111152"/>
                  <a:pt x="211943" y="108569"/>
                </a:cubicBezTo>
                <a:lnTo>
                  <a:pt x="211943" y="96873"/>
                </a:lnTo>
                <a:cubicBezTo>
                  <a:pt x="211943" y="91180"/>
                  <a:pt x="210555" y="86157"/>
                  <a:pt x="207781" y="81803"/>
                </a:cubicBezTo>
                <a:cubicBezTo>
                  <a:pt x="205006" y="77450"/>
                  <a:pt x="200653" y="74125"/>
                  <a:pt x="194721" y="71829"/>
                </a:cubicBezTo>
                <a:cubicBezTo>
                  <a:pt x="200605" y="69533"/>
                  <a:pt x="204946" y="66184"/>
                  <a:pt x="207745" y="61783"/>
                </a:cubicBezTo>
                <a:cubicBezTo>
                  <a:pt x="210543" y="57382"/>
                  <a:pt x="211943" y="52335"/>
                  <a:pt x="211943" y="46642"/>
                </a:cubicBezTo>
                <a:lnTo>
                  <a:pt x="211943" y="34946"/>
                </a:lnTo>
                <a:cubicBezTo>
                  <a:pt x="211943" y="32363"/>
                  <a:pt x="212002" y="29743"/>
                  <a:pt x="212122" y="27088"/>
                </a:cubicBezTo>
                <a:cubicBezTo>
                  <a:pt x="212242" y="24433"/>
                  <a:pt x="212660" y="22030"/>
                  <a:pt x="213378" y="19877"/>
                </a:cubicBezTo>
                <a:cubicBezTo>
                  <a:pt x="214095" y="17724"/>
                  <a:pt x="215243" y="15990"/>
                  <a:pt x="216822" y="14674"/>
                </a:cubicBezTo>
                <a:cubicBezTo>
                  <a:pt x="218401" y="13359"/>
                  <a:pt x="220649" y="12749"/>
                  <a:pt x="223567" y="12845"/>
                </a:cubicBezTo>
                <a:lnTo>
                  <a:pt x="221128" y="1579"/>
                </a:lnTo>
                <a:cubicBezTo>
                  <a:pt x="216487" y="1579"/>
                  <a:pt x="212493" y="2464"/>
                  <a:pt x="209144" y="4234"/>
                </a:cubicBezTo>
                <a:cubicBezTo>
                  <a:pt x="205795" y="6004"/>
                  <a:pt x="203093" y="8276"/>
                  <a:pt x="201035" y="11051"/>
                </a:cubicBezTo>
                <a:cubicBezTo>
                  <a:pt x="198548" y="14256"/>
                  <a:pt x="196730" y="18023"/>
                  <a:pt x="195582" y="22352"/>
                </a:cubicBezTo>
                <a:cubicBezTo>
                  <a:pt x="194434" y="26682"/>
                  <a:pt x="193860" y="30880"/>
                  <a:pt x="193860" y="34946"/>
                </a:cubicBezTo>
                <a:lnTo>
                  <a:pt x="193860" y="46642"/>
                </a:lnTo>
                <a:cubicBezTo>
                  <a:pt x="193860" y="53101"/>
                  <a:pt x="192377" y="57717"/>
                  <a:pt x="189411" y="60492"/>
                </a:cubicBezTo>
                <a:cubicBezTo>
                  <a:pt x="186445" y="63266"/>
                  <a:pt x="181924" y="64653"/>
                  <a:pt x="175849" y="64653"/>
                </a:cubicBezTo>
                <a:lnTo>
                  <a:pt x="175849" y="79005"/>
                </a:lnTo>
                <a:cubicBezTo>
                  <a:pt x="181924" y="79005"/>
                  <a:pt x="186445" y="80392"/>
                  <a:pt x="189411" y="83167"/>
                </a:cubicBezTo>
                <a:cubicBezTo>
                  <a:pt x="192377" y="85941"/>
                  <a:pt x="193860" y="90510"/>
                  <a:pt x="193860" y="96873"/>
                </a:cubicBezTo>
                <a:lnTo>
                  <a:pt x="193860" y="108569"/>
                </a:lnTo>
                <a:cubicBezTo>
                  <a:pt x="193860" y="112348"/>
                  <a:pt x="194374" y="116211"/>
                  <a:pt x="195402" y="120158"/>
                </a:cubicBezTo>
                <a:cubicBezTo>
                  <a:pt x="196431" y="124104"/>
                  <a:pt x="198093" y="127728"/>
                  <a:pt x="200390" y="131029"/>
                </a:cubicBezTo>
                <a:cubicBezTo>
                  <a:pt x="202542" y="134186"/>
                  <a:pt x="205353" y="136806"/>
                  <a:pt x="208821" y="138887"/>
                </a:cubicBezTo>
                <a:cubicBezTo>
                  <a:pt x="212289" y="140967"/>
                  <a:pt x="216392" y="142008"/>
                  <a:pt x="221128" y="142008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76A3E-5BEC-407B-AD38-FB33BDA8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639" y="1586064"/>
            <a:ext cx="705308" cy="176351"/>
          </a:xfrm>
          <a:custGeom xmlns:a="http://schemas.openxmlformats.org/drawingml/2006/main">
            <a:pathLst>
              <a:path w="705308" h="176351">
                <a:moveTo>
                  <a:pt x="0" y="0"/>
                </a:moveTo>
                <a:lnTo>
                  <a:pt x="705308" y="0"/>
                </a:lnTo>
                <a:lnTo>
                  <a:pt x="705308" y="176351"/>
                </a:lnTo>
                <a:lnTo>
                  <a:pt x="0" y="176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B00E3E-D516-4E44-BFB6-34F808FB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437" y="1586064"/>
            <a:ext cx="1057961" cy="176351"/>
          </a:xfrm>
          <a:custGeom xmlns:a="http://schemas.openxmlformats.org/drawingml/2006/main">
            <a:pathLst>
              <a:path w="1057961" h="176351">
                <a:moveTo>
                  <a:pt x="0" y="0"/>
                </a:moveTo>
                <a:lnTo>
                  <a:pt x="1057961" y="0"/>
                </a:lnTo>
                <a:lnTo>
                  <a:pt x="1057961" y="176351"/>
                </a:lnTo>
                <a:lnTo>
                  <a:pt x="0" y="176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8D5D29-F211-415F-808D-AF75F26B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639" y="1573200"/>
            <a:ext cx="705308" cy="193759"/>
          </a:xfrm>
          <a:custGeom xmlns:a="http://schemas.openxmlformats.org/drawingml/2006/main">
            <a:pathLst>
              <a:path w="705308" h="193759">
                <a:moveTo>
                  <a:pt x="0" y="0"/>
                </a:moveTo>
                <a:lnTo>
                  <a:pt x="705308" y="0"/>
                </a:lnTo>
                <a:lnTo>
                  <a:pt x="705308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Text temp_str=">
            <a:extLst xmlns:a="http://schemas.openxmlformats.org/drawingml/2006/main">
              <a:ext uri="{FF2B5EF4-FFF2-40B4-BE49-F238E27FC236}">
                <a16:creationId xmlns:a16="http://schemas.microsoft.com/office/drawing/2014/main" id="{8EE27FD6-4DEE-40F2-B7D5-11ECF421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681" y="1630488"/>
            <a:ext cx="863663" cy="126508"/>
          </a:xfrm>
          <a:custGeom xmlns:a="http://schemas.openxmlformats.org/drawingml/2006/main">
            <a:pathLst>
              <a:path w="863663" h="126508">
                <a:moveTo>
                  <a:pt x="37673" y="0"/>
                </a:moveTo>
                <a:lnTo>
                  <a:pt x="17724" y="0"/>
                </a:lnTo>
                <a:lnTo>
                  <a:pt x="17724" y="19016"/>
                </a:lnTo>
                <a:lnTo>
                  <a:pt x="0" y="19016"/>
                </a:lnTo>
                <a:lnTo>
                  <a:pt x="0" y="33726"/>
                </a:lnTo>
                <a:lnTo>
                  <a:pt x="17724" y="33726"/>
                </a:lnTo>
                <a:lnTo>
                  <a:pt x="17724" y="69031"/>
                </a:lnTo>
                <a:cubicBezTo>
                  <a:pt x="17724" y="74149"/>
                  <a:pt x="18394" y="78539"/>
                  <a:pt x="19733" y="82198"/>
                </a:cubicBezTo>
                <a:cubicBezTo>
                  <a:pt x="21073" y="85858"/>
                  <a:pt x="22986" y="88860"/>
                  <a:pt x="25474" y="91204"/>
                </a:cubicBezTo>
                <a:cubicBezTo>
                  <a:pt x="27914" y="93596"/>
                  <a:pt x="30868" y="95354"/>
                  <a:pt x="34336" y="96478"/>
                </a:cubicBezTo>
                <a:cubicBezTo>
                  <a:pt x="37804" y="97602"/>
                  <a:pt x="41667" y="98164"/>
                  <a:pt x="45925" y="98164"/>
                </a:cubicBezTo>
                <a:cubicBezTo>
                  <a:pt x="48125" y="98164"/>
                  <a:pt x="50362" y="98057"/>
                  <a:pt x="52634" y="97841"/>
                </a:cubicBezTo>
                <a:cubicBezTo>
                  <a:pt x="54906" y="97626"/>
                  <a:pt x="57095" y="97327"/>
                  <a:pt x="59200" y="96944"/>
                </a:cubicBezTo>
                <a:cubicBezTo>
                  <a:pt x="61305" y="96562"/>
                  <a:pt x="63290" y="96071"/>
                  <a:pt x="65156" y="95473"/>
                </a:cubicBezTo>
                <a:cubicBezTo>
                  <a:pt x="67021" y="94875"/>
                  <a:pt x="68648" y="94170"/>
                  <a:pt x="70035" y="93356"/>
                </a:cubicBezTo>
                <a:lnTo>
                  <a:pt x="68098" y="79651"/>
                </a:lnTo>
                <a:cubicBezTo>
                  <a:pt x="67189" y="79890"/>
                  <a:pt x="66101" y="80129"/>
                  <a:pt x="64833" y="80368"/>
                </a:cubicBezTo>
                <a:cubicBezTo>
                  <a:pt x="63565" y="80608"/>
                  <a:pt x="62214" y="80823"/>
                  <a:pt x="60779" y="81014"/>
                </a:cubicBezTo>
                <a:cubicBezTo>
                  <a:pt x="59296" y="81253"/>
                  <a:pt x="57753" y="81445"/>
                  <a:pt x="56150" y="81588"/>
                </a:cubicBezTo>
                <a:cubicBezTo>
                  <a:pt x="54548" y="81732"/>
                  <a:pt x="52981" y="81803"/>
                  <a:pt x="51450" y="81803"/>
                </a:cubicBezTo>
                <a:cubicBezTo>
                  <a:pt x="49345" y="81803"/>
                  <a:pt x="47444" y="81564"/>
                  <a:pt x="45745" y="81086"/>
                </a:cubicBezTo>
                <a:cubicBezTo>
                  <a:pt x="44047" y="80608"/>
                  <a:pt x="42600" y="79794"/>
                  <a:pt x="41404" y="78646"/>
                </a:cubicBezTo>
                <a:cubicBezTo>
                  <a:pt x="40208" y="77546"/>
                  <a:pt x="39287" y="76051"/>
                  <a:pt x="38641" y="74161"/>
                </a:cubicBezTo>
                <a:cubicBezTo>
                  <a:pt x="37996" y="72272"/>
                  <a:pt x="37673" y="69916"/>
                  <a:pt x="37673" y="67093"/>
                </a:cubicBezTo>
                <a:lnTo>
                  <a:pt x="37673" y="33726"/>
                </a:lnTo>
                <a:lnTo>
                  <a:pt x="66663" y="33726"/>
                </a:lnTo>
                <a:lnTo>
                  <a:pt x="66663" y="19016"/>
                </a:lnTo>
                <a:lnTo>
                  <a:pt x="37673" y="19016"/>
                </a:lnTo>
                <a:lnTo>
                  <a:pt x="37673" y="0"/>
                </a:lnTo>
                <a:close/>
                <a:moveTo>
                  <a:pt x="126925" y="98092"/>
                </a:moveTo>
                <a:cubicBezTo>
                  <a:pt x="134435" y="98092"/>
                  <a:pt x="140941" y="96633"/>
                  <a:pt x="146443" y="93715"/>
                </a:cubicBezTo>
                <a:cubicBezTo>
                  <a:pt x="151944" y="90797"/>
                  <a:pt x="155962" y="87544"/>
                  <a:pt x="158498" y="83956"/>
                </a:cubicBezTo>
                <a:lnTo>
                  <a:pt x="148524" y="73193"/>
                </a:lnTo>
                <a:cubicBezTo>
                  <a:pt x="146227" y="76159"/>
                  <a:pt x="143237" y="78383"/>
                  <a:pt x="139554" y="79866"/>
                </a:cubicBezTo>
                <a:cubicBezTo>
                  <a:pt x="135870" y="81349"/>
                  <a:pt x="132067" y="82091"/>
                  <a:pt x="128144" y="82091"/>
                </a:cubicBezTo>
                <a:cubicBezTo>
                  <a:pt x="125370" y="82091"/>
                  <a:pt x="122811" y="81660"/>
                  <a:pt x="120466" y="80799"/>
                </a:cubicBezTo>
                <a:cubicBezTo>
                  <a:pt x="118122" y="79938"/>
                  <a:pt x="116041" y="78718"/>
                  <a:pt x="114224" y="77139"/>
                </a:cubicBezTo>
                <a:cubicBezTo>
                  <a:pt x="112454" y="75608"/>
                  <a:pt x="111042" y="73898"/>
                  <a:pt x="109990" y="72009"/>
                </a:cubicBezTo>
                <a:cubicBezTo>
                  <a:pt x="108937" y="70119"/>
                  <a:pt x="108076" y="67619"/>
                  <a:pt x="107407" y="64510"/>
                </a:cubicBezTo>
                <a:lnTo>
                  <a:pt x="107407" y="64295"/>
                </a:lnTo>
                <a:lnTo>
                  <a:pt x="160077" y="64295"/>
                </a:lnTo>
                <a:lnTo>
                  <a:pt x="160077" y="55827"/>
                </a:lnTo>
                <a:cubicBezTo>
                  <a:pt x="160077" y="50135"/>
                  <a:pt x="159287" y="44932"/>
                  <a:pt x="157709" y="40220"/>
                </a:cubicBezTo>
                <a:cubicBezTo>
                  <a:pt x="156130" y="35508"/>
                  <a:pt x="153834" y="31478"/>
                  <a:pt x="150820" y="28129"/>
                </a:cubicBezTo>
                <a:cubicBezTo>
                  <a:pt x="147758" y="24780"/>
                  <a:pt x="144039" y="22185"/>
                  <a:pt x="139662" y="20343"/>
                </a:cubicBezTo>
                <a:cubicBezTo>
                  <a:pt x="135284" y="18501"/>
                  <a:pt x="130297" y="17581"/>
                  <a:pt x="124700" y="17581"/>
                </a:cubicBezTo>
                <a:cubicBezTo>
                  <a:pt x="119294" y="17581"/>
                  <a:pt x="114295" y="18561"/>
                  <a:pt x="109703" y="20523"/>
                </a:cubicBezTo>
                <a:cubicBezTo>
                  <a:pt x="105110" y="22484"/>
                  <a:pt x="101140" y="25235"/>
                  <a:pt x="97791" y="28775"/>
                </a:cubicBezTo>
                <a:cubicBezTo>
                  <a:pt x="94442" y="32315"/>
                  <a:pt x="91835" y="36536"/>
                  <a:pt x="89970" y="41440"/>
                </a:cubicBezTo>
                <a:cubicBezTo>
                  <a:pt x="88104" y="46343"/>
                  <a:pt x="87171" y="51761"/>
                  <a:pt x="87171" y="57693"/>
                </a:cubicBezTo>
                <a:lnTo>
                  <a:pt x="87171" y="60563"/>
                </a:lnTo>
                <a:cubicBezTo>
                  <a:pt x="87171" y="65778"/>
                  <a:pt x="88116" y="70669"/>
                  <a:pt x="90005" y="75238"/>
                </a:cubicBezTo>
                <a:cubicBezTo>
                  <a:pt x="91895" y="79806"/>
                  <a:pt x="94586" y="83765"/>
                  <a:pt x="98078" y="87114"/>
                </a:cubicBezTo>
                <a:cubicBezTo>
                  <a:pt x="101570" y="90510"/>
                  <a:pt x="105756" y="93189"/>
                  <a:pt x="110636" y="95150"/>
                </a:cubicBezTo>
                <a:cubicBezTo>
                  <a:pt x="115515" y="97112"/>
                  <a:pt x="120945" y="98092"/>
                  <a:pt x="126925" y="98092"/>
                </a:cubicBezTo>
                <a:moveTo>
                  <a:pt x="124557" y="33726"/>
                </a:moveTo>
                <a:cubicBezTo>
                  <a:pt x="127092" y="33726"/>
                  <a:pt x="129328" y="34121"/>
                  <a:pt x="131266" y="34910"/>
                </a:cubicBezTo>
                <a:cubicBezTo>
                  <a:pt x="133203" y="35699"/>
                  <a:pt x="134842" y="36764"/>
                  <a:pt x="136181" y="38103"/>
                </a:cubicBezTo>
                <a:cubicBezTo>
                  <a:pt x="137521" y="39491"/>
                  <a:pt x="138573" y="41117"/>
                  <a:pt x="139339" y="42983"/>
                </a:cubicBezTo>
                <a:cubicBezTo>
                  <a:pt x="140104" y="44848"/>
                  <a:pt x="140487" y="46834"/>
                  <a:pt x="140487" y="48939"/>
                </a:cubicBezTo>
                <a:lnTo>
                  <a:pt x="140487" y="50517"/>
                </a:lnTo>
                <a:lnTo>
                  <a:pt x="107765" y="50517"/>
                </a:lnTo>
                <a:cubicBezTo>
                  <a:pt x="108244" y="47982"/>
                  <a:pt x="108961" y="45686"/>
                  <a:pt x="109918" y="43629"/>
                </a:cubicBezTo>
                <a:cubicBezTo>
                  <a:pt x="110875" y="41571"/>
                  <a:pt x="112071" y="39801"/>
                  <a:pt x="113506" y="38318"/>
                </a:cubicBezTo>
                <a:cubicBezTo>
                  <a:pt x="114893" y="36835"/>
                  <a:pt x="116520" y="35699"/>
                  <a:pt x="118385" y="34910"/>
                </a:cubicBezTo>
                <a:cubicBezTo>
                  <a:pt x="120251" y="34121"/>
                  <a:pt x="122308" y="33726"/>
                  <a:pt x="124557" y="33726"/>
                </a:cubicBezTo>
                <a:close/>
                <a:moveTo>
                  <a:pt x="189842" y="19016"/>
                </a:moveTo>
                <a:lnTo>
                  <a:pt x="172692" y="19016"/>
                </a:lnTo>
                <a:lnTo>
                  <a:pt x="172692" y="96657"/>
                </a:lnTo>
                <a:lnTo>
                  <a:pt x="190846" y="96657"/>
                </a:lnTo>
                <a:lnTo>
                  <a:pt x="190846" y="38534"/>
                </a:lnTo>
                <a:cubicBezTo>
                  <a:pt x="191086" y="37912"/>
                  <a:pt x="191349" y="37338"/>
                  <a:pt x="191636" y="36812"/>
                </a:cubicBezTo>
                <a:cubicBezTo>
                  <a:pt x="191923" y="36285"/>
                  <a:pt x="192258" y="35831"/>
                  <a:pt x="192640" y="35448"/>
                </a:cubicBezTo>
                <a:cubicBezTo>
                  <a:pt x="193167" y="34922"/>
                  <a:pt x="193765" y="34515"/>
                  <a:pt x="194434" y="34228"/>
                </a:cubicBezTo>
                <a:cubicBezTo>
                  <a:pt x="195104" y="33941"/>
                  <a:pt x="195869" y="33798"/>
                  <a:pt x="196731" y="33798"/>
                </a:cubicBezTo>
                <a:cubicBezTo>
                  <a:pt x="197496" y="33798"/>
                  <a:pt x="198214" y="33905"/>
                  <a:pt x="198883" y="34121"/>
                </a:cubicBezTo>
                <a:cubicBezTo>
                  <a:pt x="199553" y="34336"/>
                  <a:pt x="200151" y="34707"/>
                  <a:pt x="200677" y="35233"/>
                </a:cubicBezTo>
                <a:cubicBezTo>
                  <a:pt x="201156" y="35759"/>
                  <a:pt x="201538" y="36501"/>
                  <a:pt x="201825" y="37457"/>
                </a:cubicBezTo>
                <a:cubicBezTo>
                  <a:pt x="202112" y="38414"/>
                  <a:pt x="202256" y="39634"/>
                  <a:pt x="202256" y="41117"/>
                </a:cubicBezTo>
                <a:lnTo>
                  <a:pt x="202256" y="96657"/>
                </a:lnTo>
                <a:lnTo>
                  <a:pt x="219836" y="96657"/>
                </a:lnTo>
                <a:lnTo>
                  <a:pt x="219836" y="39395"/>
                </a:lnTo>
                <a:cubicBezTo>
                  <a:pt x="219836" y="38821"/>
                  <a:pt x="219836" y="38366"/>
                  <a:pt x="219836" y="38031"/>
                </a:cubicBezTo>
                <a:cubicBezTo>
                  <a:pt x="219836" y="37697"/>
                  <a:pt x="219836" y="37481"/>
                  <a:pt x="219836" y="37386"/>
                </a:cubicBezTo>
                <a:cubicBezTo>
                  <a:pt x="220076" y="36859"/>
                  <a:pt x="220363" y="36393"/>
                  <a:pt x="220698" y="35986"/>
                </a:cubicBezTo>
                <a:cubicBezTo>
                  <a:pt x="221032" y="35580"/>
                  <a:pt x="221415" y="35209"/>
                  <a:pt x="221846" y="34874"/>
                </a:cubicBezTo>
                <a:cubicBezTo>
                  <a:pt x="222372" y="34539"/>
                  <a:pt x="222934" y="34276"/>
                  <a:pt x="223532" y="34085"/>
                </a:cubicBezTo>
                <a:cubicBezTo>
                  <a:pt x="224130" y="33893"/>
                  <a:pt x="224812" y="33798"/>
                  <a:pt x="225577" y="33798"/>
                </a:cubicBezTo>
                <a:cubicBezTo>
                  <a:pt x="226295" y="33798"/>
                  <a:pt x="227000" y="33905"/>
                  <a:pt x="227694" y="34121"/>
                </a:cubicBezTo>
                <a:cubicBezTo>
                  <a:pt x="228388" y="34336"/>
                  <a:pt x="228998" y="34707"/>
                  <a:pt x="229524" y="35233"/>
                </a:cubicBezTo>
                <a:cubicBezTo>
                  <a:pt x="230050" y="35807"/>
                  <a:pt x="230469" y="36572"/>
                  <a:pt x="230779" y="37529"/>
                </a:cubicBezTo>
                <a:cubicBezTo>
                  <a:pt x="231090" y="38486"/>
                  <a:pt x="231246" y="39706"/>
                  <a:pt x="231246" y="41189"/>
                </a:cubicBezTo>
                <a:lnTo>
                  <a:pt x="231246" y="96657"/>
                </a:lnTo>
                <a:lnTo>
                  <a:pt x="249401" y="96657"/>
                </a:lnTo>
                <a:lnTo>
                  <a:pt x="249401" y="41261"/>
                </a:lnTo>
                <a:cubicBezTo>
                  <a:pt x="249401" y="36955"/>
                  <a:pt x="248982" y="33307"/>
                  <a:pt x="248145" y="30318"/>
                </a:cubicBezTo>
                <a:cubicBezTo>
                  <a:pt x="247308" y="27328"/>
                  <a:pt x="246148" y="24876"/>
                  <a:pt x="244665" y="22962"/>
                </a:cubicBezTo>
                <a:cubicBezTo>
                  <a:pt x="243134" y="21097"/>
                  <a:pt x="241352" y="19733"/>
                  <a:pt x="239319" y="18872"/>
                </a:cubicBezTo>
                <a:cubicBezTo>
                  <a:pt x="237285" y="18011"/>
                  <a:pt x="235097" y="17581"/>
                  <a:pt x="232753" y="17581"/>
                </a:cubicBezTo>
                <a:cubicBezTo>
                  <a:pt x="230887" y="17581"/>
                  <a:pt x="229165" y="17820"/>
                  <a:pt x="227586" y="18298"/>
                </a:cubicBezTo>
                <a:cubicBezTo>
                  <a:pt x="226008" y="18777"/>
                  <a:pt x="224596" y="19446"/>
                  <a:pt x="223353" y="20307"/>
                </a:cubicBezTo>
                <a:cubicBezTo>
                  <a:pt x="222348" y="20977"/>
                  <a:pt x="221427" y="21778"/>
                  <a:pt x="220590" y="22711"/>
                </a:cubicBezTo>
                <a:cubicBezTo>
                  <a:pt x="219753" y="23644"/>
                  <a:pt x="218999" y="24685"/>
                  <a:pt x="218330" y="25833"/>
                </a:cubicBezTo>
                <a:cubicBezTo>
                  <a:pt x="217899" y="24637"/>
                  <a:pt x="217385" y="23572"/>
                  <a:pt x="216787" y="22639"/>
                </a:cubicBezTo>
                <a:cubicBezTo>
                  <a:pt x="216189" y="21707"/>
                  <a:pt x="215483" y="20905"/>
                  <a:pt x="214670" y="20236"/>
                </a:cubicBezTo>
                <a:cubicBezTo>
                  <a:pt x="213617" y="19327"/>
                  <a:pt x="212374" y="18657"/>
                  <a:pt x="210939" y="18226"/>
                </a:cubicBezTo>
                <a:cubicBezTo>
                  <a:pt x="209503" y="17796"/>
                  <a:pt x="207877" y="17581"/>
                  <a:pt x="206059" y="17581"/>
                </a:cubicBezTo>
                <a:cubicBezTo>
                  <a:pt x="202328" y="17581"/>
                  <a:pt x="199158" y="18549"/>
                  <a:pt x="196551" y="20487"/>
                </a:cubicBezTo>
                <a:cubicBezTo>
                  <a:pt x="193944" y="22424"/>
                  <a:pt x="191899" y="25067"/>
                  <a:pt x="190416" y="28416"/>
                </a:cubicBezTo>
                <a:lnTo>
                  <a:pt x="189842" y="19016"/>
                </a:lnTo>
                <a:close/>
                <a:moveTo>
                  <a:pt x="265890" y="126508"/>
                </a:moveTo>
                <a:lnTo>
                  <a:pt x="285839" y="126508"/>
                </a:lnTo>
                <a:lnTo>
                  <a:pt x="285839" y="89912"/>
                </a:lnTo>
                <a:cubicBezTo>
                  <a:pt x="286748" y="90917"/>
                  <a:pt x="287704" y="91826"/>
                  <a:pt x="288709" y="92639"/>
                </a:cubicBezTo>
                <a:cubicBezTo>
                  <a:pt x="289714" y="93452"/>
                  <a:pt x="290766" y="94194"/>
                  <a:pt x="291866" y="94863"/>
                </a:cubicBezTo>
                <a:cubicBezTo>
                  <a:pt x="293732" y="95916"/>
                  <a:pt x="295753" y="96717"/>
                  <a:pt x="297930" y="97267"/>
                </a:cubicBezTo>
                <a:cubicBezTo>
                  <a:pt x="300107" y="97817"/>
                  <a:pt x="302486" y="98092"/>
                  <a:pt x="305070" y="98092"/>
                </a:cubicBezTo>
                <a:cubicBezTo>
                  <a:pt x="309949" y="98092"/>
                  <a:pt x="314279" y="97088"/>
                  <a:pt x="318058" y="95079"/>
                </a:cubicBezTo>
                <a:cubicBezTo>
                  <a:pt x="321837" y="93069"/>
                  <a:pt x="325018" y="90295"/>
                  <a:pt x="327602" y="86755"/>
                </a:cubicBezTo>
                <a:cubicBezTo>
                  <a:pt x="330137" y="83263"/>
                  <a:pt x="332062" y="79101"/>
                  <a:pt x="333378" y="74269"/>
                </a:cubicBezTo>
                <a:cubicBezTo>
                  <a:pt x="334694" y="69437"/>
                  <a:pt x="335351" y="64199"/>
                  <a:pt x="335351" y="58554"/>
                </a:cubicBezTo>
                <a:lnTo>
                  <a:pt x="335351" y="57047"/>
                </a:lnTo>
                <a:cubicBezTo>
                  <a:pt x="335351" y="51163"/>
                  <a:pt x="334694" y="45793"/>
                  <a:pt x="333378" y="40938"/>
                </a:cubicBezTo>
                <a:cubicBezTo>
                  <a:pt x="332062" y="36082"/>
                  <a:pt x="330113" y="31908"/>
                  <a:pt x="327530" y="28416"/>
                </a:cubicBezTo>
                <a:cubicBezTo>
                  <a:pt x="324947" y="24972"/>
                  <a:pt x="321765" y="22305"/>
                  <a:pt x="317986" y="20415"/>
                </a:cubicBezTo>
                <a:cubicBezTo>
                  <a:pt x="314207" y="18525"/>
                  <a:pt x="309854" y="17581"/>
                  <a:pt x="304926" y="17581"/>
                </a:cubicBezTo>
                <a:cubicBezTo>
                  <a:pt x="302534" y="17581"/>
                  <a:pt x="300298" y="17832"/>
                  <a:pt x="298217" y="18334"/>
                </a:cubicBezTo>
                <a:cubicBezTo>
                  <a:pt x="296136" y="18836"/>
                  <a:pt x="294234" y="19542"/>
                  <a:pt x="292512" y="20451"/>
                </a:cubicBezTo>
                <a:cubicBezTo>
                  <a:pt x="291077" y="21216"/>
                  <a:pt x="289738" y="22113"/>
                  <a:pt x="288494" y="23142"/>
                </a:cubicBezTo>
                <a:cubicBezTo>
                  <a:pt x="287250" y="24170"/>
                  <a:pt x="286102" y="25330"/>
                  <a:pt x="285049" y="26622"/>
                </a:cubicBezTo>
                <a:lnTo>
                  <a:pt x="284332" y="19016"/>
                </a:lnTo>
                <a:lnTo>
                  <a:pt x="265890" y="19016"/>
                </a:lnTo>
                <a:lnTo>
                  <a:pt x="265890" y="126508"/>
                </a:lnTo>
                <a:moveTo>
                  <a:pt x="315403" y="57047"/>
                </a:moveTo>
                <a:lnTo>
                  <a:pt x="315403" y="58554"/>
                </a:lnTo>
                <a:cubicBezTo>
                  <a:pt x="315403" y="61759"/>
                  <a:pt x="315116" y="64785"/>
                  <a:pt x="314542" y="67631"/>
                </a:cubicBezTo>
                <a:cubicBezTo>
                  <a:pt x="313968" y="70478"/>
                  <a:pt x="313059" y="72977"/>
                  <a:pt x="311815" y="75130"/>
                </a:cubicBezTo>
                <a:cubicBezTo>
                  <a:pt x="310571" y="77283"/>
                  <a:pt x="308957" y="78981"/>
                  <a:pt x="306971" y="80225"/>
                </a:cubicBezTo>
                <a:cubicBezTo>
                  <a:pt x="304986" y="81469"/>
                  <a:pt x="302582" y="82091"/>
                  <a:pt x="299760" y="82091"/>
                </a:cubicBezTo>
                <a:cubicBezTo>
                  <a:pt x="297990" y="82091"/>
                  <a:pt x="296387" y="81911"/>
                  <a:pt x="294952" y="81552"/>
                </a:cubicBezTo>
                <a:cubicBezTo>
                  <a:pt x="293517" y="81194"/>
                  <a:pt x="292249" y="80679"/>
                  <a:pt x="291149" y="80010"/>
                </a:cubicBezTo>
                <a:cubicBezTo>
                  <a:pt x="290001" y="79292"/>
                  <a:pt x="288984" y="78431"/>
                  <a:pt x="288099" y="77426"/>
                </a:cubicBezTo>
                <a:cubicBezTo>
                  <a:pt x="287214" y="76422"/>
                  <a:pt x="286461" y="75297"/>
                  <a:pt x="285839" y="74054"/>
                </a:cubicBezTo>
                <a:lnTo>
                  <a:pt x="285839" y="41619"/>
                </a:lnTo>
                <a:cubicBezTo>
                  <a:pt x="286508" y="40280"/>
                  <a:pt x="287310" y="39108"/>
                  <a:pt x="288243" y="38103"/>
                </a:cubicBezTo>
                <a:cubicBezTo>
                  <a:pt x="289175" y="37099"/>
                  <a:pt x="290264" y="36261"/>
                  <a:pt x="291508" y="35592"/>
                </a:cubicBezTo>
                <a:cubicBezTo>
                  <a:pt x="292608" y="35018"/>
                  <a:pt x="293828" y="34575"/>
                  <a:pt x="295167" y="34264"/>
                </a:cubicBezTo>
                <a:cubicBezTo>
                  <a:pt x="296507" y="33953"/>
                  <a:pt x="297990" y="33798"/>
                  <a:pt x="299616" y="33798"/>
                </a:cubicBezTo>
                <a:cubicBezTo>
                  <a:pt x="302439" y="33798"/>
                  <a:pt x="304842" y="34396"/>
                  <a:pt x="306828" y="35592"/>
                </a:cubicBezTo>
                <a:cubicBezTo>
                  <a:pt x="308813" y="36788"/>
                  <a:pt x="310452" y="38414"/>
                  <a:pt x="311743" y="40471"/>
                </a:cubicBezTo>
                <a:cubicBezTo>
                  <a:pt x="312987" y="42576"/>
                  <a:pt x="313908" y="45052"/>
                  <a:pt x="314506" y="47898"/>
                </a:cubicBezTo>
                <a:cubicBezTo>
                  <a:pt x="315104" y="50744"/>
                  <a:pt x="315403" y="53794"/>
                  <a:pt x="315403" y="57047"/>
                </a:cubicBezTo>
                <a:close/>
                <a:moveTo>
                  <a:pt x="419724" y="112229"/>
                </a:moveTo>
                <a:lnTo>
                  <a:pt x="419724" y="96657"/>
                </a:lnTo>
                <a:lnTo>
                  <a:pt x="354281" y="96657"/>
                </a:lnTo>
                <a:lnTo>
                  <a:pt x="354281" y="112229"/>
                </a:lnTo>
                <a:lnTo>
                  <a:pt x="419724" y="112229"/>
                </a:lnTo>
                <a:close/>
                <a:moveTo>
                  <a:pt x="492041" y="75345"/>
                </a:moveTo>
                <a:cubicBezTo>
                  <a:pt x="492041" y="76541"/>
                  <a:pt x="491742" y="77642"/>
                  <a:pt x="491144" y="78646"/>
                </a:cubicBezTo>
                <a:cubicBezTo>
                  <a:pt x="490546" y="79651"/>
                  <a:pt x="489649" y="80536"/>
                  <a:pt x="488453" y="81301"/>
                </a:cubicBezTo>
                <a:cubicBezTo>
                  <a:pt x="487209" y="82067"/>
                  <a:pt x="485618" y="82677"/>
                  <a:pt x="483681" y="83131"/>
                </a:cubicBezTo>
                <a:cubicBezTo>
                  <a:pt x="481744" y="83585"/>
                  <a:pt x="479483" y="83813"/>
                  <a:pt x="476900" y="83813"/>
                </a:cubicBezTo>
                <a:cubicBezTo>
                  <a:pt x="474747" y="83813"/>
                  <a:pt x="472654" y="83597"/>
                  <a:pt x="470621" y="83167"/>
                </a:cubicBezTo>
                <a:cubicBezTo>
                  <a:pt x="468588" y="82736"/>
                  <a:pt x="466782" y="82043"/>
                  <a:pt x="465203" y="81086"/>
                </a:cubicBezTo>
                <a:cubicBezTo>
                  <a:pt x="463625" y="80177"/>
                  <a:pt x="462333" y="78969"/>
                  <a:pt x="461329" y="77462"/>
                </a:cubicBezTo>
                <a:cubicBezTo>
                  <a:pt x="460324" y="75955"/>
                  <a:pt x="459750" y="74149"/>
                  <a:pt x="459606" y="72044"/>
                </a:cubicBezTo>
                <a:lnTo>
                  <a:pt x="440591" y="72044"/>
                </a:lnTo>
                <a:cubicBezTo>
                  <a:pt x="440591" y="75202"/>
                  <a:pt x="441368" y="78347"/>
                  <a:pt x="442923" y="81481"/>
                </a:cubicBezTo>
                <a:cubicBezTo>
                  <a:pt x="444478" y="84614"/>
                  <a:pt x="446762" y="87401"/>
                  <a:pt x="449776" y="89840"/>
                </a:cubicBezTo>
                <a:cubicBezTo>
                  <a:pt x="452789" y="92328"/>
                  <a:pt x="456533" y="94337"/>
                  <a:pt x="461006" y="95868"/>
                </a:cubicBezTo>
                <a:cubicBezTo>
                  <a:pt x="465479" y="97399"/>
                  <a:pt x="470633" y="98164"/>
                  <a:pt x="476469" y="98164"/>
                </a:cubicBezTo>
                <a:cubicBezTo>
                  <a:pt x="481779" y="98164"/>
                  <a:pt x="486587" y="97578"/>
                  <a:pt x="490893" y="96406"/>
                </a:cubicBezTo>
                <a:cubicBezTo>
                  <a:pt x="495198" y="95234"/>
                  <a:pt x="498882" y="93596"/>
                  <a:pt x="501943" y="91491"/>
                </a:cubicBezTo>
                <a:cubicBezTo>
                  <a:pt x="504957" y="89386"/>
                  <a:pt x="507289" y="86886"/>
                  <a:pt x="508940" y="83992"/>
                </a:cubicBezTo>
                <a:cubicBezTo>
                  <a:pt x="510590" y="81098"/>
                  <a:pt x="511415" y="77929"/>
                  <a:pt x="511415" y="74484"/>
                </a:cubicBezTo>
                <a:cubicBezTo>
                  <a:pt x="511415" y="70753"/>
                  <a:pt x="510590" y="67536"/>
                  <a:pt x="508940" y="64833"/>
                </a:cubicBezTo>
                <a:cubicBezTo>
                  <a:pt x="507289" y="62130"/>
                  <a:pt x="505005" y="59822"/>
                  <a:pt x="502087" y="57908"/>
                </a:cubicBezTo>
                <a:cubicBezTo>
                  <a:pt x="499169" y="56043"/>
                  <a:pt x="495700" y="54512"/>
                  <a:pt x="491682" y="53316"/>
                </a:cubicBezTo>
                <a:cubicBezTo>
                  <a:pt x="487664" y="52120"/>
                  <a:pt x="483310" y="51139"/>
                  <a:pt x="478622" y="50374"/>
                </a:cubicBezTo>
                <a:cubicBezTo>
                  <a:pt x="475369" y="49895"/>
                  <a:pt x="472690" y="49333"/>
                  <a:pt x="470585" y="48687"/>
                </a:cubicBezTo>
                <a:cubicBezTo>
                  <a:pt x="468480" y="48042"/>
                  <a:pt x="466830" y="47312"/>
                  <a:pt x="465634" y="46499"/>
                </a:cubicBezTo>
                <a:cubicBezTo>
                  <a:pt x="464390" y="45733"/>
                  <a:pt x="463529" y="44860"/>
                  <a:pt x="463051" y="43880"/>
                </a:cubicBezTo>
                <a:cubicBezTo>
                  <a:pt x="462572" y="42899"/>
                  <a:pt x="462333" y="41835"/>
                  <a:pt x="462333" y="40686"/>
                </a:cubicBezTo>
                <a:cubicBezTo>
                  <a:pt x="462333" y="39538"/>
                  <a:pt x="462608" y="38450"/>
                  <a:pt x="463158" y="37422"/>
                </a:cubicBezTo>
                <a:cubicBezTo>
                  <a:pt x="463708" y="36393"/>
                  <a:pt x="464510" y="35496"/>
                  <a:pt x="465562" y="34731"/>
                </a:cubicBezTo>
                <a:cubicBezTo>
                  <a:pt x="466710" y="33870"/>
                  <a:pt x="468193" y="33200"/>
                  <a:pt x="470011" y="32721"/>
                </a:cubicBezTo>
                <a:cubicBezTo>
                  <a:pt x="471829" y="32243"/>
                  <a:pt x="473958" y="32004"/>
                  <a:pt x="476398" y="32004"/>
                </a:cubicBezTo>
                <a:cubicBezTo>
                  <a:pt x="479268" y="32004"/>
                  <a:pt x="481720" y="32363"/>
                  <a:pt x="483753" y="33080"/>
                </a:cubicBezTo>
                <a:cubicBezTo>
                  <a:pt x="485786" y="33798"/>
                  <a:pt x="487400" y="34755"/>
                  <a:pt x="488596" y="35950"/>
                </a:cubicBezTo>
                <a:cubicBezTo>
                  <a:pt x="489457" y="36859"/>
                  <a:pt x="490103" y="37876"/>
                  <a:pt x="490534" y="39000"/>
                </a:cubicBezTo>
                <a:cubicBezTo>
                  <a:pt x="490964" y="40124"/>
                  <a:pt x="491180" y="41332"/>
                  <a:pt x="491180" y="42624"/>
                </a:cubicBezTo>
                <a:lnTo>
                  <a:pt x="511128" y="42624"/>
                </a:lnTo>
                <a:cubicBezTo>
                  <a:pt x="511128" y="39036"/>
                  <a:pt x="510339" y="35711"/>
                  <a:pt x="508760" y="32650"/>
                </a:cubicBezTo>
                <a:cubicBezTo>
                  <a:pt x="507182" y="29588"/>
                  <a:pt x="504909" y="26933"/>
                  <a:pt x="501943" y="24685"/>
                </a:cubicBezTo>
                <a:cubicBezTo>
                  <a:pt x="498929" y="22484"/>
                  <a:pt x="495270" y="20750"/>
                  <a:pt x="490964" y="19482"/>
                </a:cubicBezTo>
                <a:cubicBezTo>
                  <a:pt x="486659" y="18214"/>
                  <a:pt x="481803" y="17581"/>
                  <a:pt x="476398" y="17581"/>
                </a:cubicBezTo>
                <a:cubicBezTo>
                  <a:pt x="471231" y="17581"/>
                  <a:pt x="466591" y="18226"/>
                  <a:pt x="462477" y="19518"/>
                </a:cubicBezTo>
                <a:cubicBezTo>
                  <a:pt x="458363" y="20810"/>
                  <a:pt x="454870" y="22556"/>
                  <a:pt x="452000" y="24756"/>
                </a:cubicBezTo>
                <a:cubicBezTo>
                  <a:pt x="449130" y="26957"/>
                  <a:pt x="446929" y="29516"/>
                  <a:pt x="445398" y="32434"/>
                </a:cubicBezTo>
                <a:cubicBezTo>
                  <a:pt x="443868" y="35352"/>
                  <a:pt x="443102" y="38414"/>
                  <a:pt x="443102" y="41619"/>
                </a:cubicBezTo>
                <a:cubicBezTo>
                  <a:pt x="443102" y="44920"/>
                  <a:pt x="443856" y="47838"/>
                  <a:pt x="445363" y="50374"/>
                </a:cubicBezTo>
                <a:cubicBezTo>
                  <a:pt x="446869" y="52909"/>
                  <a:pt x="448962" y="55134"/>
                  <a:pt x="451641" y="57047"/>
                </a:cubicBezTo>
                <a:cubicBezTo>
                  <a:pt x="454320" y="59009"/>
                  <a:pt x="457537" y="60671"/>
                  <a:pt x="461293" y="62034"/>
                </a:cubicBezTo>
                <a:cubicBezTo>
                  <a:pt x="465048" y="63398"/>
                  <a:pt x="469198" y="64534"/>
                  <a:pt x="473743" y="65443"/>
                </a:cubicBezTo>
                <a:cubicBezTo>
                  <a:pt x="477330" y="66113"/>
                  <a:pt x="480296" y="66782"/>
                  <a:pt x="482641" y="67452"/>
                </a:cubicBezTo>
                <a:cubicBezTo>
                  <a:pt x="484985" y="68122"/>
                  <a:pt x="486874" y="68839"/>
                  <a:pt x="488309" y="69605"/>
                </a:cubicBezTo>
                <a:cubicBezTo>
                  <a:pt x="489697" y="70418"/>
                  <a:pt x="490665" y="71279"/>
                  <a:pt x="491216" y="72188"/>
                </a:cubicBezTo>
                <a:cubicBezTo>
                  <a:pt x="491766" y="73097"/>
                  <a:pt x="492041" y="74149"/>
                  <a:pt x="492041" y="75345"/>
                </a:cubicBezTo>
                <a:close/>
                <a:moveTo>
                  <a:pt x="566726" y="0"/>
                </a:moveTo>
                <a:lnTo>
                  <a:pt x="546777" y="0"/>
                </a:lnTo>
                <a:lnTo>
                  <a:pt x="546777" y="19016"/>
                </a:lnTo>
                <a:lnTo>
                  <a:pt x="529053" y="19016"/>
                </a:lnTo>
                <a:lnTo>
                  <a:pt x="529053" y="33726"/>
                </a:lnTo>
                <a:lnTo>
                  <a:pt x="546777" y="33726"/>
                </a:lnTo>
                <a:lnTo>
                  <a:pt x="546777" y="69031"/>
                </a:lnTo>
                <a:cubicBezTo>
                  <a:pt x="546777" y="74149"/>
                  <a:pt x="547447" y="78539"/>
                  <a:pt x="548787" y="82198"/>
                </a:cubicBezTo>
                <a:cubicBezTo>
                  <a:pt x="550126" y="85858"/>
                  <a:pt x="552040" y="88860"/>
                  <a:pt x="554527" y="91204"/>
                </a:cubicBezTo>
                <a:cubicBezTo>
                  <a:pt x="556967" y="93596"/>
                  <a:pt x="559921" y="95354"/>
                  <a:pt x="563389" y="96478"/>
                </a:cubicBezTo>
                <a:cubicBezTo>
                  <a:pt x="566857" y="97602"/>
                  <a:pt x="570720" y="98164"/>
                  <a:pt x="574978" y="98164"/>
                </a:cubicBezTo>
                <a:cubicBezTo>
                  <a:pt x="577179" y="98164"/>
                  <a:pt x="579415" y="98057"/>
                  <a:pt x="581687" y="97841"/>
                </a:cubicBezTo>
                <a:cubicBezTo>
                  <a:pt x="583960" y="97626"/>
                  <a:pt x="586148" y="97327"/>
                  <a:pt x="588253" y="96944"/>
                </a:cubicBezTo>
                <a:cubicBezTo>
                  <a:pt x="590358" y="96562"/>
                  <a:pt x="592343" y="96071"/>
                  <a:pt x="594209" y="95473"/>
                </a:cubicBezTo>
                <a:cubicBezTo>
                  <a:pt x="596075" y="94875"/>
                  <a:pt x="597701" y="94170"/>
                  <a:pt x="599089" y="93356"/>
                </a:cubicBezTo>
                <a:lnTo>
                  <a:pt x="597151" y="79651"/>
                </a:lnTo>
                <a:cubicBezTo>
                  <a:pt x="596242" y="79890"/>
                  <a:pt x="595154" y="80129"/>
                  <a:pt x="593886" y="80368"/>
                </a:cubicBezTo>
                <a:cubicBezTo>
                  <a:pt x="592618" y="80608"/>
                  <a:pt x="591267" y="80823"/>
                  <a:pt x="589832" y="81014"/>
                </a:cubicBezTo>
                <a:cubicBezTo>
                  <a:pt x="588349" y="81253"/>
                  <a:pt x="586806" y="81445"/>
                  <a:pt x="585203" y="81588"/>
                </a:cubicBezTo>
                <a:cubicBezTo>
                  <a:pt x="583601" y="81732"/>
                  <a:pt x="582034" y="81803"/>
                  <a:pt x="580503" y="81803"/>
                </a:cubicBezTo>
                <a:cubicBezTo>
                  <a:pt x="578398" y="81803"/>
                  <a:pt x="576497" y="81564"/>
                  <a:pt x="574799" y="81086"/>
                </a:cubicBezTo>
                <a:cubicBezTo>
                  <a:pt x="573100" y="80608"/>
                  <a:pt x="571653" y="79794"/>
                  <a:pt x="570457" y="78646"/>
                </a:cubicBezTo>
                <a:cubicBezTo>
                  <a:pt x="569261" y="77546"/>
                  <a:pt x="568340" y="76051"/>
                  <a:pt x="567695" y="74161"/>
                </a:cubicBezTo>
                <a:cubicBezTo>
                  <a:pt x="567049" y="72272"/>
                  <a:pt x="566726" y="69916"/>
                  <a:pt x="566726" y="67093"/>
                </a:cubicBezTo>
                <a:lnTo>
                  <a:pt x="566726" y="33726"/>
                </a:lnTo>
                <a:lnTo>
                  <a:pt x="595716" y="33726"/>
                </a:lnTo>
                <a:lnTo>
                  <a:pt x="595716" y="19016"/>
                </a:lnTo>
                <a:lnTo>
                  <a:pt x="566726" y="19016"/>
                </a:lnTo>
                <a:lnTo>
                  <a:pt x="566726" y="0"/>
                </a:lnTo>
                <a:close/>
                <a:moveTo>
                  <a:pt x="674062" y="17581"/>
                </a:moveTo>
                <a:cubicBezTo>
                  <a:pt x="668847" y="17581"/>
                  <a:pt x="664039" y="18836"/>
                  <a:pt x="659638" y="21348"/>
                </a:cubicBezTo>
                <a:cubicBezTo>
                  <a:pt x="655237" y="23859"/>
                  <a:pt x="651458" y="27316"/>
                  <a:pt x="648301" y="31717"/>
                </a:cubicBezTo>
                <a:lnTo>
                  <a:pt x="648157" y="29995"/>
                </a:lnTo>
                <a:lnTo>
                  <a:pt x="647368" y="19016"/>
                </a:lnTo>
                <a:lnTo>
                  <a:pt x="628783" y="19016"/>
                </a:lnTo>
                <a:lnTo>
                  <a:pt x="628783" y="96657"/>
                </a:lnTo>
                <a:lnTo>
                  <a:pt x="648731" y="96657"/>
                </a:lnTo>
                <a:lnTo>
                  <a:pt x="648731" y="50015"/>
                </a:lnTo>
                <a:cubicBezTo>
                  <a:pt x="649640" y="47814"/>
                  <a:pt x="650788" y="45901"/>
                  <a:pt x="652176" y="44274"/>
                </a:cubicBezTo>
                <a:cubicBezTo>
                  <a:pt x="653563" y="42648"/>
                  <a:pt x="655237" y="41308"/>
                  <a:pt x="657199" y="40256"/>
                </a:cubicBezTo>
                <a:cubicBezTo>
                  <a:pt x="658825" y="39347"/>
                  <a:pt x="660679" y="38665"/>
                  <a:pt x="662760" y="38211"/>
                </a:cubicBezTo>
                <a:cubicBezTo>
                  <a:pt x="664841" y="37756"/>
                  <a:pt x="667173" y="37529"/>
                  <a:pt x="669756" y="37529"/>
                </a:cubicBezTo>
                <a:cubicBezTo>
                  <a:pt x="672244" y="37529"/>
                  <a:pt x="674863" y="37685"/>
                  <a:pt x="677614" y="37996"/>
                </a:cubicBezTo>
                <a:cubicBezTo>
                  <a:pt x="680364" y="38307"/>
                  <a:pt x="683055" y="38773"/>
                  <a:pt x="685686" y="39395"/>
                </a:cubicBezTo>
                <a:lnTo>
                  <a:pt x="688628" y="19518"/>
                </a:lnTo>
                <a:cubicBezTo>
                  <a:pt x="687050" y="19040"/>
                  <a:pt x="684981" y="18597"/>
                  <a:pt x="682421" y="18191"/>
                </a:cubicBezTo>
                <a:cubicBezTo>
                  <a:pt x="679862" y="17784"/>
                  <a:pt x="677075" y="17581"/>
                  <a:pt x="674062" y="17581"/>
                </a:cubicBezTo>
                <a:close/>
                <a:moveTo>
                  <a:pt x="863663" y="45207"/>
                </a:moveTo>
                <a:lnTo>
                  <a:pt x="863663" y="28846"/>
                </a:lnTo>
                <a:lnTo>
                  <a:pt x="795780" y="28846"/>
                </a:lnTo>
                <a:lnTo>
                  <a:pt x="795780" y="45207"/>
                </a:lnTo>
                <a:lnTo>
                  <a:pt x="863663" y="45207"/>
                </a:lnTo>
                <a:moveTo>
                  <a:pt x="863663" y="76135"/>
                </a:moveTo>
                <a:lnTo>
                  <a:pt x="863663" y="59846"/>
                </a:lnTo>
                <a:lnTo>
                  <a:pt x="795780" y="59846"/>
                </a:lnTo>
                <a:lnTo>
                  <a:pt x="795780" y="76135"/>
                </a:lnTo>
                <a:lnTo>
                  <a:pt x="863663" y="76135"/>
                </a:ln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18DF1-EB7B-4D17-92B5-F962F512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437" y="1573200"/>
            <a:ext cx="1057961" cy="193759"/>
          </a:xfrm>
          <a:custGeom xmlns:a="http://schemas.openxmlformats.org/drawingml/2006/main">
            <a:pathLst>
              <a:path w="1057961" h="193759">
                <a:moveTo>
                  <a:pt x="0" y="0"/>
                </a:moveTo>
                <a:lnTo>
                  <a:pt x="1057961" y="0"/>
                </a:lnTo>
                <a:lnTo>
                  <a:pt x="1057961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Text context-&gt;pos;">
            <a:extLst xmlns:a="http://schemas.openxmlformats.org/drawingml/2006/main">
              <a:ext uri="{FF2B5EF4-FFF2-40B4-BE49-F238E27FC236}">
                <a16:creationId xmlns:a16="http://schemas.microsoft.com/office/drawing/2014/main" id="{2AAA4DD3-94F3-462B-8C16-30164977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833" y="1630488"/>
            <a:ext cx="1111348" cy="126508"/>
          </a:xfrm>
          <a:custGeom xmlns:a="http://schemas.openxmlformats.org/drawingml/2006/main">
            <a:pathLst>
              <a:path w="1111348" h="126508">
                <a:moveTo>
                  <a:pt x="36094" y="82162"/>
                </a:moveTo>
                <a:cubicBezTo>
                  <a:pt x="32889" y="82162"/>
                  <a:pt x="30246" y="81516"/>
                  <a:pt x="28165" y="80225"/>
                </a:cubicBezTo>
                <a:cubicBezTo>
                  <a:pt x="26084" y="78933"/>
                  <a:pt x="24445" y="77211"/>
                  <a:pt x="23249" y="75058"/>
                </a:cubicBezTo>
                <a:cubicBezTo>
                  <a:pt x="22006" y="72953"/>
                  <a:pt x="21145" y="70502"/>
                  <a:pt x="20666" y="67703"/>
                </a:cubicBezTo>
                <a:cubicBezTo>
                  <a:pt x="20188" y="64905"/>
                  <a:pt x="19949" y="61998"/>
                  <a:pt x="19949" y="58985"/>
                </a:cubicBezTo>
                <a:lnTo>
                  <a:pt x="19949" y="56832"/>
                </a:lnTo>
                <a:cubicBezTo>
                  <a:pt x="19949" y="53866"/>
                  <a:pt x="20200" y="50996"/>
                  <a:pt x="20702" y="48221"/>
                </a:cubicBezTo>
                <a:cubicBezTo>
                  <a:pt x="21204" y="45446"/>
                  <a:pt x="22077" y="42983"/>
                  <a:pt x="23321" y="40830"/>
                </a:cubicBezTo>
                <a:cubicBezTo>
                  <a:pt x="24517" y="38677"/>
                  <a:pt x="26144" y="36955"/>
                  <a:pt x="28201" y="35663"/>
                </a:cubicBezTo>
                <a:cubicBezTo>
                  <a:pt x="30258" y="34372"/>
                  <a:pt x="32865" y="33726"/>
                  <a:pt x="36022" y="33726"/>
                </a:cubicBezTo>
                <a:cubicBezTo>
                  <a:pt x="38175" y="33726"/>
                  <a:pt x="40160" y="34097"/>
                  <a:pt x="41978" y="34838"/>
                </a:cubicBezTo>
                <a:cubicBezTo>
                  <a:pt x="43796" y="35580"/>
                  <a:pt x="45351" y="36572"/>
                  <a:pt x="46642" y="37816"/>
                </a:cubicBezTo>
                <a:cubicBezTo>
                  <a:pt x="47934" y="39060"/>
                  <a:pt x="48915" y="40543"/>
                  <a:pt x="49584" y="42265"/>
                </a:cubicBezTo>
                <a:cubicBezTo>
                  <a:pt x="50254" y="43987"/>
                  <a:pt x="50541" y="45805"/>
                  <a:pt x="50445" y="47719"/>
                </a:cubicBezTo>
                <a:lnTo>
                  <a:pt x="69246" y="47719"/>
                </a:lnTo>
                <a:cubicBezTo>
                  <a:pt x="69342" y="43126"/>
                  <a:pt x="68576" y="38976"/>
                  <a:pt x="66950" y="35269"/>
                </a:cubicBezTo>
                <a:cubicBezTo>
                  <a:pt x="65323" y="31561"/>
                  <a:pt x="63051" y="28392"/>
                  <a:pt x="60133" y="25761"/>
                </a:cubicBezTo>
                <a:cubicBezTo>
                  <a:pt x="57167" y="23178"/>
                  <a:pt x="53651" y="21168"/>
                  <a:pt x="49584" y="19733"/>
                </a:cubicBezTo>
                <a:cubicBezTo>
                  <a:pt x="45518" y="18298"/>
                  <a:pt x="41093" y="17581"/>
                  <a:pt x="36309" y="17581"/>
                </a:cubicBezTo>
                <a:cubicBezTo>
                  <a:pt x="30329" y="17581"/>
                  <a:pt x="25079" y="18609"/>
                  <a:pt x="20559" y="20666"/>
                </a:cubicBezTo>
                <a:cubicBezTo>
                  <a:pt x="16038" y="22723"/>
                  <a:pt x="12247" y="25522"/>
                  <a:pt x="9185" y="29062"/>
                </a:cubicBezTo>
                <a:cubicBezTo>
                  <a:pt x="6123" y="32602"/>
                  <a:pt x="3827" y="36752"/>
                  <a:pt x="2296" y="41512"/>
                </a:cubicBezTo>
                <a:cubicBezTo>
                  <a:pt x="765" y="46272"/>
                  <a:pt x="0" y="51378"/>
                  <a:pt x="0" y="56832"/>
                </a:cubicBezTo>
                <a:lnTo>
                  <a:pt x="0" y="58985"/>
                </a:lnTo>
                <a:cubicBezTo>
                  <a:pt x="0" y="64438"/>
                  <a:pt x="777" y="69545"/>
                  <a:pt x="2332" y="74305"/>
                </a:cubicBezTo>
                <a:cubicBezTo>
                  <a:pt x="3887" y="79065"/>
                  <a:pt x="6195" y="83215"/>
                  <a:pt x="9257" y="86755"/>
                </a:cubicBezTo>
                <a:cubicBezTo>
                  <a:pt x="12271" y="90295"/>
                  <a:pt x="16050" y="93081"/>
                  <a:pt x="20594" y="95114"/>
                </a:cubicBezTo>
                <a:cubicBezTo>
                  <a:pt x="25139" y="97148"/>
                  <a:pt x="30425" y="98164"/>
                  <a:pt x="36453" y="98164"/>
                </a:cubicBezTo>
                <a:cubicBezTo>
                  <a:pt x="40902" y="98164"/>
                  <a:pt x="45123" y="97459"/>
                  <a:pt x="49118" y="96047"/>
                </a:cubicBezTo>
                <a:cubicBezTo>
                  <a:pt x="53112" y="94636"/>
                  <a:pt x="56617" y="92687"/>
                  <a:pt x="59630" y="90199"/>
                </a:cubicBezTo>
                <a:cubicBezTo>
                  <a:pt x="62644" y="87712"/>
                  <a:pt x="65024" y="84746"/>
                  <a:pt x="66770" y="81301"/>
                </a:cubicBezTo>
                <a:cubicBezTo>
                  <a:pt x="68516" y="77857"/>
                  <a:pt x="69342" y="74125"/>
                  <a:pt x="69246" y="70107"/>
                </a:cubicBezTo>
                <a:lnTo>
                  <a:pt x="50445" y="70107"/>
                </a:lnTo>
                <a:cubicBezTo>
                  <a:pt x="50541" y="71925"/>
                  <a:pt x="50218" y="73575"/>
                  <a:pt x="49477" y="75058"/>
                </a:cubicBezTo>
                <a:cubicBezTo>
                  <a:pt x="48735" y="76541"/>
                  <a:pt x="47695" y="77809"/>
                  <a:pt x="46355" y="78861"/>
                </a:cubicBezTo>
                <a:cubicBezTo>
                  <a:pt x="45016" y="79914"/>
                  <a:pt x="43461" y="80727"/>
                  <a:pt x="41691" y="81301"/>
                </a:cubicBezTo>
                <a:cubicBezTo>
                  <a:pt x="39921" y="81875"/>
                  <a:pt x="38055" y="82162"/>
                  <a:pt x="36094" y="82162"/>
                </a:cubicBezTo>
                <a:close/>
                <a:moveTo>
                  <a:pt x="87172" y="57119"/>
                </a:moveTo>
                <a:lnTo>
                  <a:pt x="87172" y="58626"/>
                </a:lnTo>
                <a:cubicBezTo>
                  <a:pt x="87172" y="64319"/>
                  <a:pt x="87985" y="69569"/>
                  <a:pt x="89611" y="74377"/>
                </a:cubicBezTo>
                <a:cubicBezTo>
                  <a:pt x="91238" y="79184"/>
                  <a:pt x="93630" y="83358"/>
                  <a:pt x="96787" y="86898"/>
                </a:cubicBezTo>
                <a:cubicBezTo>
                  <a:pt x="99897" y="90438"/>
                  <a:pt x="103736" y="93201"/>
                  <a:pt x="108304" y="95186"/>
                </a:cubicBezTo>
                <a:cubicBezTo>
                  <a:pt x="112873" y="97172"/>
                  <a:pt x="118075" y="98164"/>
                  <a:pt x="123911" y="98164"/>
                </a:cubicBezTo>
                <a:cubicBezTo>
                  <a:pt x="129700" y="98164"/>
                  <a:pt x="134866" y="97172"/>
                  <a:pt x="139411" y="95186"/>
                </a:cubicBezTo>
                <a:cubicBezTo>
                  <a:pt x="143956" y="93201"/>
                  <a:pt x="147783" y="90438"/>
                  <a:pt x="150892" y="86898"/>
                </a:cubicBezTo>
                <a:cubicBezTo>
                  <a:pt x="154002" y="83358"/>
                  <a:pt x="156370" y="79184"/>
                  <a:pt x="157996" y="74377"/>
                </a:cubicBezTo>
                <a:cubicBezTo>
                  <a:pt x="159623" y="69569"/>
                  <a:pt x="160436" y="64319"/>
                  <a:pt x="160436" y="58626"/>
                </a:cubicBezTo>
                <a:lnTo>
                  <a:pt x="160436" y="57119"/>
                </a:lnTo>
                <a:cubicBezTo>
                  <a:pt x="160436" y="51474"/>
                  <a:pt x="159623" y="46248"/>
                  <a:pt x="157996" y="41440"/>
                </a:cubicBezTo>
                <a:cubicBezTo>
                  <a:pt x="156370" y="36632"/>
                  <a:pt x="154002" y="32458"/>
                  <a:pt x="150892" y="28918"/>
                </a:cubicBezTo>
                <a:cubicBezTo>
                  <a:pt x="147735" y="25378"/>
                  <a:pt x="143884" y="22604"/>
                  <a:pt x="139339" y="20594"/>
                </a:cubicBezTo>
                <a:cubicBezTo>
                  <a:pt x="134795" y="18585"/>
                  <a:pt x="129604" y="17581"/>
                  <a:pt x="123768" y="17581"/>
                </a:cubicBezTo>
                <a:cubicBezTo>
                  <a:pt x="117932" y="17581"/>
                  <a:pt x="112753" y="18585"/>
                  <a:pt x="108232" y="20594"/>
                </a:cubicBezTo>
                <a:cubicBezTo>
                  <a:pt x="103712" y="22604"/>
                  <a:pt x="99897" y="25378"/>
                  <a:pt x="96787" y="28918"/>
                </a:cubicBezTo>
                <a:cubicBezTo>
                  <a:pt x="93630" y="32458"/>
                  <a:pt x="91238" y="36632"/>
                  <a:pt x="89611" y="41440"/>
                </a:cubicBezTo>
                <a:cubicBezTo>
                  <a:pt x="87985" y="46248"/>
                  <a:pt x="87172" y="51474"/>
                  <a:pt x="87172" y="57119"/>
                </a:cubicBezTo>
                <a:moveTo>
                  <a:pt x="107120" y="58626"/>
                </a:moveTo>
                <a:lnTo>
                  <a:pt x="107120" y="57119"/>
                </a:lnTo>
                <a:cubicBezTo>
                  <a:pt x="107120" y="53962"/>
                  <a:pt x="107431" y="50972"/>
                  <a:pt x="108053" y="48149"/>
                </a:cubicBezTo>
                <a:cubicBezTo>
                  <a:pt x="108675" y="45327"/>
                  <a:pt x="109656" y="42839"/>
                  <a:pt x="110995" y="40686"/>
                </a:cubicBezTo>
                <a:cubicBezTo>
                  <a:pt x="112334" y="38534"/>
                  <a:pt x="114057" y="36835"/>
                  <a:pt x="116162" y="35592"/>
                </a:cubicBezTo>
                <a:cubicBezTo>
                  <a:pt x="118266" y="34348"/>
                  <a:pt x="120802" y="33726"/>
                  <a:pt x="123768" y="33726"/>
                </a:cubicBezTo>
                <a:cubicBezTo>
                  <a:pt x="126782" y="33726"/>
                  <a:pt x="129341" y="34348"/>
                  <a:pt x="131446" y="35592"/>
                </a:cubicBezTo>
                <a:cubicBezTo>
                  <a:pt x="133551" y="36835"/>
                  <a:pt x="135273" y="38534"/>
                  <a:pt x="136612" y="40686"/>
                </a:cubicBezTo>
                <a:cubicBezTo>
                  <a:pt x="137904" y="42839"/>
                  <a:pt x="138861" y="45327"/>
                  <a:pt x="139483" y="48149"/>
                </a:cubicBezTo>
                <a:cubicBezTo>
                  <a:pt x="140105" y="50972"/>
                  <a:pt x="140416" y="53962"/>
                  <a:pt x="140416" y="57119"/>
                </a:cubicBezTo>
                <a:lnTo>
                  <a:pt x="140416" y="58626"/>
                </a:lnTo>
                <a:cubicBezTo>
                  <a:pt x="140416" y="61879"/>
                  <a:pt x="140105" y="64929"/>
                  <a:pt x="139483" y="67775"/>
                </a:cubicBezTo>
                <a:cubicBezTo>
                  <a:pt x="138861" y="70621"/>
                  <a:pt x="137904" y="73097"/>
                  <a:pt x="136612" y="75202"/>
                </a:cubicBezTo>
                <a:cubicBezTo>
                  <a:pt x="135273" y="77355"/>
                  <a:pt x="133551" y="79053"/>
                  <a:pt x="131446" y="80297"/>
                </a:cubicBezTo>
                <a:cubicBezTo>
                  <a:pt x="129341" y="81540"/>
                  <a:pt x="126830" y="82162"/>
                  <a:pt x="123911" y="82162"/>
                </a:cubicBezTo>
                <a:cubicBezTo>
                  <a:pt x="120898" y="82162"/>
                  <a:pt x="118326" y="81540"/>
                  <a:pt x="116197" y="80297"/>
                </a:cubicBezTo>
                <a:cubicBezTo>
                  <a:pt x="114069" y="79053"/>
                  <a:pt x="112334" y="77355"/>
                  <a:pt x="110995" y="75202"/>
                </a:cubicBezTo>
                <a:cubicBezTo>
                  <a:pt x="109656" y="73097"/>
                  <a:pt x="108675" y="70621"/>
                  <a:pt x="108053" y="67775"/>
                </a:cubicBezTo>
                <a:cubicBezTo>
                  <a:pt x="107431" y="64929"/>
                  <a:pt x="107120" y="61879"/>
                  <a:pt x="107120" y="58626"/>
                </a:cubicBezTo>
                <a:close/>
                <a:moveTo>
                  <a:pt x="178074" y="96657"/>
                </a:moveTo>
                <a:lnTo>
                  <a:pt x="198094" y="96657"/>
                </a:lnTo>
                <a:lnTo>
                  <a:pt x="198094" y="41476"/>
                </a:lnTo>
                <a:cubicBezTo>
                  <a:pt x="198764" y="40423"/>
                  <a:pt x="199505" y="39467"/>
                  <a:pt x="200318" y="38606"/>
                </a:cubicBezTo>
                <a:cubicBezTo>
                  <a:pt x="201132" y="37744"/>
                  <a:pt x="202041" y="37003"/>
                  <a:pt x="203045" y="36381"/>
                </a:cubicBezTo>
                <a:cubicBezTo>
                  <a:pt x="204289" y="35520"/>
                  <a:pt x="205712" y="34874"/>
                  <a:pt x="207315" y="34444"/>
                </a:cubicBezTo>
                <a:cubicBezTo>
                  <a:pt x="208917" y="34013"/>
                  <a:pt x="210675" y="33798"/>
                  <a:pt x="212589" y="33798"/>
                </a:cubicBezTo>
                <a:cubicBezTo>
                  <a:pt x="214885" y="33798"/>
                  <a:pt x="216942" y="34025"/>
                  <a:pt x="218760" y="34479"/>
                </a:cubicBezTo>
                <a:cubicBezTo>
                  <a:pt x="220578" y="34934"/>
                  <a:pt x="222133" y="35735"/>
                  <a:pt x="223424" y="36883"/>
                </a:cubicBezTo>
                <a:cubicBezTo>
                  <a:pt x="224716" y="38031"/>
                  <a:pt x="225709" y="39598"/>
                  <a:pt x="226402" y="41583"/>
                </a:cubicBezTo>
                <a:cubicBezTo>
                  <a:pt x="227096" y="43569"/>
                  <a:pt x="227443" y="46092"/>
                  <a:pt x="227443" y="49154"/>
                </a:cubicBezTo>
                <a:lnTo>
                  <a:pt x="227443" y="96657"/>
                </a:lnTo>
                <a:lnTo>
                  <a:pt x="247391" y="96657"/>
                </a:lnTo>
                <a:lnTo>
                  <a:pt x="247391" y="48867"/>
                </a:lnTo>
                <a:cubicBezTo>
                  <a:pt x="247391" y="43222"/>
                  <a:pt x="246734" y="38426"/>
                  <a:pt x="245418" y="34479"/>
                </a:cubicBezTo>
                <a:cubicBezTo>
                  <a:pt x="244102" y="30533"/>
                  <a:pt x="242273" y="27292"/>
                  <a:pt x="239929" y="24756"/>
                </a:cubicBezTo>
                <a:cubicBezTo>
                  <a:pt x="237537" y="22269"/>
                  <a:pt x="234714" y="20451"/>
                  <a:pt x="231461" y="19303"/>
                </a:cubicBezTo>
                <a:cubicBezTo>
                  <a:pt x="228208" y="18155"/>
                  <a:pt x="224620" y="17581"/>
                  <a:pt x="220698" y="17581"/>
                </a:cubicBezTo>
                <a:cubicBezTo>
                  <a:pt x="217636" y="17581"/>
                  <a:pt x="214742" y="18011"/>
                  <a:pt x="212015" y="18872"/>
                </a:cubicBezTo>
                <a:cubicBezTo>
                  <a:pt x="209288" y="19733"/>
                  <a:pt x="206777" y="20977"/>
                  <a:pt x="204480" y="22604"/>
                </a:cubicBezTo>
                <a:cubicBezTo>
                  <a:pt x="203141" y="23560"/>
                  <a:pt x="201873" y="24637"/>
                  <a:pt x="200677" y="25833"/>
                </a:cubicBezTo>
                <a:cubicBezTo>
                  <a:pt x="199481" y="27029"/>
                  <a:pt x="198381" y="28344"/>
                  <a:pt x="197376" y="29779"/>
                </a:cubicBezTo>
                <a:lnTo>
                  <a:pt x="196157" y="19016"/>
                </a:lnTo>
                <a:lnTo>
                  <a:pt x="178074" y="19016"/>
                </a:lnTo>
                <a:lnTo>
                  <a:pt x="178074" y="96657"/>
                </a:lnTo>
                <a:close/>
                <a:moveTo>
                  <a:pt x="302846" y="0"/>
                </a:moveTo>
                <a:lnTo>
                  <a:pt x="282897" y="0"/>
                </a:lnTo>
                <a:lnTo>
                  <a:pt x="282897" y="19016"/>
                </a:lnTo>
                <a:lnTo>
                  <a:pt x="265173" y="19016"/>
                </a:lnTo>
                <a:lnTo>
                  <a:pt x="265173" y="33726"/>
                </a:lnTo>
                <a:lnTo>
                  <a:pt x="282897" y="33726"/>
                </a:lnTo>
                <a:lnTo>
                  <a:pt x="282897" y="69031"/>
                </a:lnTo>
                <a:cubicBezTo>
                  <a:pt x="282897" y="74149"/>
                  <a:pt x="283567" y="78539"/>
                  <a:pt x="284906" y="82198"/>
                </a:cubicBezTo>
                <a:cubicBezTo>
                  <a:pt x="286246" y="85858"/>
                  <a:pt x="288159" y="88860"/>
                  <a:pt x="290647" y="91204"/>
                </a:cubicBezTo>
                <a:cubicBezTo>
                  <a:pt x="293087" y="93596"/>
                  <a:pt x="296041" y="95354"/>
                  <a:pt x="299509" y="96478"/>
                </a:cubicBezTo>
                <a:cubicBezTo>
                  <a:pt x="302977" y="97602"/>
                  <a:pt x="306840" y="98164"/>
                  <a:pt x="311098" y="98164"/>
                </a:cubicBezTo>
                <a:cubicBezTo>
                  <a:pt x="313298" y="98164"/>
                  <a:pt x="315535" y="98057"/>
                  <a:pt x="317807" y="97841"/>
                </a:cubicBezTo>
                <a:cubicBezTo>
                  <a:pt x="320079" y="97626"/>
                  <a:pt x="322268" y="97327"/>
                  <a:pt x="324373" y="96944"/>
                </a:cubicBezTo>
                <a:cubicBezTo>
                  <a:pt x="326478" y="96562"/>
                  <a:pt x="328463" y="96071"/>
                  <a:pt x="330329" y="95473"/>
                </a:cubicBezTo>
                <a:cubicBezTo>
                  <a:pt x="332194" y="94875"/>
                  <a:pt x="333821" y="94170"/>
                  <a:pt x="335208" y="93356"/>
                </a:cubicBezTo>
                <a:lnTo>
                  <a:pt x="333271" y="79651"/>
                </a:lnTo>
                <a:cubicBezTo>
                  <a:pt x="332362" y="79890"/>
                  <a:pt x="331273" y="80129"/>
                  <a:pt x="330006" y="80368"/>
                </a:cubicBezTo>
                <a:cubicBezTo>
                  <a:pt x="328738" y="80608"/>
                  <a:pt x="327387" y="80823"/>
                  <a:pt x="325951" y="81014"/>
                </a:cubicBezTo>
                <a:cubicBezTo>
                  <a:pt x="324468" y="81253"/>
                  <a:pt x="322926" y="81445"/>
                  <a:pt x="321323" y="81588"/>
                </a:cubicBezTo>
                <a:cubicBezTo>
                  <a:pt x="319720" y="81732"/>
                  <a:pt x="318154" y="81803"/>
                  <a:pt x="316623" y="81803"/>
                </a:cubicBezTo>
                <a:cubicBezTo>
                  <a:pt x="314518" y="81803"/>
                  <a:pt x="312617" y="81564"/>
                  <a:pt x="310918" y="81086"/>
                </a:cubicBezTo>
                <a:cubicBezTo>
                  <a:pt x="309220" y="80608"/>
                  <a:pt x="307773" y="79794"/>
                  <a:pt x="306577" y="78646"/>
                </a:cubicBezTo>
                <a:cubicBezTo>
                  <a:pt x="305381" y="77546"/>
                  <a:pt x="304460" y="76051"/>
                  <a:pt x="303814" y="74161"/>
                </a:cubicBezTo>
                <a:cubicBezTo>
                  <a:pt x="303168" y="72272"/>
                  <a:pt x="302846" y="69916"/>
                  <a:pt x="302846" y="67093"/>
                </a:cubicBezTo>
                <a:lnTo>
                  <a:pt x="302846" y="33726"/>
                </a:lnTo>
                <a:lnTo>
                  <a:pt x="331836" y="33726"/>
                </a:lnTo>
                <a:lnTo>
                  <a:pt x="331836" y="19016"/>
                </a:lnTo>
                <a:lnTo>
                  <a:pt x="302846" y="19016"/>
                </a:lnTo>
                <a:lnTo>
                  <a:pt x="302846" y="0"/>
                </a:lnTo>
                <a:close/>
                <a:moveTo>
                  <a:pt x="392097" y="98092"/>
                </a:moveTo>
                <a:cubicBezTo>
                  <a:pt x="399608" y="98092"/>
                  <a:pt x="406114" y="96633"/>
                  <a:pt x="411615" y="93715"/>
                </a:cubicBezTo>
                <a:cubicBezTo>
                  <a:pt x="417117" y="90797"/>
                  <a:pt x="421135" y="87544"/>
                  <a:pt x="423670" y="83956"/>
                </a:cubicBezTo>
                <a:lnTo>
                  <a:pt x="413696" y="73193"/>
                </a:lnTo>
                <a:cubicBezTo>
                  <a:pt x="411400" y="76159"/>
                  <a:pt x="408410" y="78383"/>
                  <a:pt x="404727" y="79866"/>
                </a:cubicBezTo>
                <a:cubicBezTo>
                  <a:pt x="401043" y="81349"/>
                  <a:pt x="397240" y="82091"/>
                  <a:pt x="393317" y="82091"/>
                </a:cubicBezTo>
                <a:cubicBezTo>
                  <a:pt x="390542" y="82091"/>
                  <a:pt x="387983" y="81660"/>
                  <a:pt x="385639" y="80799"/>
                </a:cubicBezTo>
                <a:cubicBezTo>
                  <a:pt x="383295" y="79938"/>
                  <a:pt x="381214" y="78718"/>
                  <a:pt x="379396" y="77139"/>
                </a:cubicBezTo>
                <a:cubicBezTo>
                  <a:pt x="377626" y="75608"/>
                  <a:pt x="376215" y="73898"/>
                  <a:pt x="375162" y="72009"/>
                </a:cubicBezTo>
                <a:cubicBezTo>
                  <a:pt x="374110" y="70119"/>
                  <a:pt x="373249" y="67619"/>
                  <a:pt x="372579" y="64510"/>
                </a:cubicBezTo>
                <a:lnTo>
                  <a:pt x="372579" y="64295"/>
                </a:lnTo>
                <a:lnTo>
                  <a:pt x="425249" y="64295"/>
                </a:lnTo>
                <a:lnTo>
                  <a:pt x="425249" y="55827"/>
                </a:lnTo>
                <a:cubicBezTo>
                  <a:pt x="425249" y="50135"/>
                  <a:pt x="424460" y="44932"/>
                  <a:pt x="422881" y="40220"/>
                </a:cubicBezTo>
                <a:cubicBezTo>
                  <a:pt x="421302" y="35508"/>
                  <a:pt x="419006" y="31478"/>
                  <a:pt x="415992" y="28129"/>
                </a:cubicBezTo>
                <a:cubicBezTo>
                  <a:pt x="412931" y="24780"/>
                  <a:pt x="409211" y="22185"/>
                  <a:pt x="404834" y="20343"/>
                </a:cubicBezTo>
                <a:cubicBezTo>
                  <a:pt x="400457" y="18501"/>
                  <a:pt x="395470" y="17581"/>
                  <a:pt x="389873" y="17581"/>
                </a:cubicBezTo>
                <a:cubicBezTo>
                  <a:pt x="384467" y="17581"/>
                  <a:pt x="379468" y="18561"/>
                  <a:pt x="374875" y="20523"/>
                </a:cubicBezTo>
                <a:cubicBezTo>
                  <a:pt x="370283" y="22484"/>
                  <a:pt x="366312" y="25235"/>
                  <a:pt x="362964" y="28775"/>
                </a:cubicBezTo>
                <a:cubicBezTo>
                  <a:pt x="359615" y="32315"/>
                  <a:pt x="357008" y="36536"/>
                  <a:pt x="355142" y="41440"/>
                </a:cubicBezTo>
                <a:cubicBezTo>
                  <a:pt x="353276" y="46343"/>
                  <a:pt x="352344" y="51761"/>
                  <a:pt x="352344" y="57693"/>
                </a:cubicBezTo>
                <a:lnTo>
                  <a:pt x="352344" y="60563"/>
                </a:lnTo>
                <a:cubicBezTo>
                  <a:pt x="352344" y="65778"/>
                  <a:pt x="353288" y="70669"/>
                  <a:pt x="355178" y="75238"/>
                </a:cubicBezTo>
                <a:cubicBezTo>
                  <a:pt x="357068" y="79806"/>
                  <a:pt x="359759" y="83765"/>
                  <a:pt x="363251" y="87114"/>
                </a:cubicBezTo>
                <a:cubicBezTo>
                  <a:pt x="366743" y="90510"/>
                  <a:pt x="370929" y="93189"/>
                  <a:pt x="375808" y="95150"/>
                </a:cubicBezTo>
                <a:cubicBezTo>
                  <a:pt x="380688" y="97112"/>
                  <a:pt x="386117" y="98092"/>
                  <a:pt x="392097" y="98092"/>
                </a:cubicBezTo>
                <a:moveTo>
                  <a:pt x="389729" y="33726"/>
                </a:moveTo>
                <a:cubicBezTo>
                  <a:pt x="392265" y="33726"/>
                  <a:pt x="394501" y="34121"/>
                  <a:pt x="396439" y="34910"/>
                </a:cubicBezTo>
                <a:cubicBezTo>
                  <a:pt x="398376" y="35699"/>
                  <a:pt x="400014" y="36764"/>
                  <a:pt x="401354" y="38103"/>
                </a:cubicBezTo>
                <a:cubicBezTo>
                  <a:pt x="402693" y="39491"/>
                  <a:pt x="403746" y="41117"/>
                  <a:pt x="404511" y="42983"/>
                </a:cubicBezTo>
                <a:cubicBezTo>
                  <a:pt x="405277" y="44848"/>
                  <a:pt x="405659" y="46834"/>
                  <a:pt x="405659" y="48939"/>
                </a:cubicBezTo>
                <a:lnTo>
                  <a:pt x="405659" y="50517"/>
                </a:lnTo>
                <a:lnTo>
                  <a:pt x="372938" y="50517"/>
                </a:lnTo>
                <a:cubicBezTo>
                  <a:pt x="373416" y="47982"/>
                  <a:pt x="374134" y="45686"/>
                  <a:pt x="375091" y="43629"/>
                </a:cubicBezTo>
                <a:cubicBezTo>
                  <a:pt x="376047" y="41571"/>
                  <a:pt x="377243" y="39801"/>
                  <a:pt x="378679" y="38318"/>
                </a:cubicBezTo>
                <a:cubicBezTo>
                  <a:pt x="380066" y="36835"/>
                  <a:pt x="381692" y="35699"/>
                  <a:pt x="383558" y="34910"/>
                </a:cubicBezTo>
                <a:cubicBezTo>
                  <a:pt x="385424" y="34121"/>
                  <a:pt x="387481" y="33726"/>
                  <a:pt x="389729" y="33726"/>
                </a:cubicBezTo>
                <a:close/>
                <a:moveTo>
                  <a:pt x="478120" y="43270"/>
                </a:moveTo>
                <a:lnTo>
                  <a:pt x="461329" y="19016"/>
                </a:lnTo>
                <a:lnTo>
                  <a:pt x="439873" y="19016"/>
                </a:lnTo>
                <a:lnTo>
                  <a:pt x="465850" y="57119"/>
                </a:lnTo>
                <a:lnTo>
                  <a:pt x="438869" y="96657"/>
                </a:lnTo>
                <a:lnTo>
                  <a:pt x="460468" y="96657"/>
                </a:lnTo>
                <a:lnTo>
                  <a:pt x="478192" y="71255"/>
                </a:lnTo>
                <a:lnTo>
                  <a:pt x="496059" y="96657"/>
                </a:lnTo>
                <a:lnTo>
                  <a:pt x="517587" y="96657"/>
                </a:lnTo>
                <a:lnTo>
                  <a:pt x="490606" y="57119"/>
                </a:lnTo>
                <a:lnTo>
                  <a:pt x="516654" y="19016"/>
                </a:lnTo>
                <a:lnTo>
                  <a:pt x="495198" y="19016"/>
                </a:lnTo>
                <a:lnTo>
                  <a:pt x="478120" y="43270"/>
                </a:lnTo>
                <a:close/>
                <a:moveTo>
                  <a:pt x="567372" y="0"/>
                </a:moveTo>
                <a:lnTo>
                  <a:pt x="547423" y="0"/>
                </a:lnTo>
                <a:lnTo>
                  <a:pt x="547423" y="19016"/>
                </a:lnTo>
                <a:lnTo>
                  <a:pt x="529699" y="19016"/>
                </a:lnTo>
                <a:lnTo>
                  <a:pt x="529699" y="33726"/>
                </a:lnTo>
                <a:lnTo>
                  <a:pt x="547423" y="33726"/>
                </a:lnTo>
                <a:lnTo>
                  <a:pt x="547423" y="69031"/>
                </a:lnTo>
                <a:cubicBezTo>
                  <a:pt x="547423" y="74149"/>
                  <a:pt x="548093" y="78539"/>
                  <a:pt x="549432" y="82198"/>
                </a:cubicBezTo>
                <a:cubicBezTo>
                  <a:pt x="550772" y="85858"/>
                  <a:pt x="552685" y="88860"/>
                  <a:pt x="555173" y="91204"/>
                </a:cubicBezTo>
                <a:cubicBezTo>
                  <a:pt x="557613" y="93596"/>
                  <a:pt x="560567" y="95354"/>
                  <a:pt x="564035" y="96478"/>
                </a:cubicBezTo>
                <a:cubicBezTo>
                  <a:pt x="567503" y="97602"/>
                  <a:pt x="571366" y="98164"/>
                  <a:pt x="575624" y="98164"/>
                </a:cubicBezTo>
                <a:cubicBezTo>
                  <a:pt x="577824" y="98164"/>
                  <a:pt x="580061" y="98057"/>
                  <a:pt x="582333" y="97841"/>
                </a:cubicBezTo>
                <a:cubicBezTo>
                  <a:pt x="584605" y="97626"/>
                  <a:pt x="586794" y="97327"/>
                  <a:pt x="588899" y="96944"/>
                </a:cubicBezTo>
                <a:cubicBezTo>
                  <a:pt x="591004" y="96562"/>
                  <a:pt x="592989" y="96071"/>
                  <a:pt x="594855" y="95473"/>
                </a:cubicBezTo>
                <a:cubicBezTo>
                  <a:pt x="596721" y="94875"/>
                  <a:pt x="598347" y="94170"/>
                  <a:pt x="599734" y="93356"/>
                </a:cubicBezTo>
                <a:lnTo>
                  <a:pt x="597797" y="79651"/>
                </a:lnTo>
                <a:cubicBezTo>
                  <a:pt x="596888" y="79890"/>
                  <a:pt x="595800" y="80129"/>
                  <a:pt x="594532" y="80368"/>
                </a:cubicBezTo>
                <a:cubicBezTo>
                  <a:pt x="593264" y="80608"/>
                  <a:pt x="591913" y="80823"/>
                  <a:pt x="590478" y="81014"/>
                </a:cubicBezTo>
                <a:cubicBezTo>
                  <a:pt x="588995" y="81253"/>
                  <a:pt x="587452" y="81445"/>
                  <a:pt x="585849" y="81588"/>
                </a:cubicBezTo>
                <a:cubicBezTo>
                  <a:pt x="584247" y="81732"/>
                  <a:pt x="582680" y="81803"/>
                  <a:pt x="581149" y="81803"/>
                </a:cubicBezTo>
                <a:cubicBezTo>
                  <a:pt x="579044" y="81803"/>
                  <a:pt x="577143" y="81564"/>
                  <a:pt x="575444" y="81086"/>
                </a:cubicBezTo>
                <a:cubicBezTo>
                  <a:pt x="573746" y="80608"/>
                  <a:pt x="572299" y="79794"/>
                  <a:pt x="571103" y="78646"/>
                </a:cubicBezTo>
                <a:cubicBezTo>
                  <a:pt x="569907" y="77546"/>
                  <a:pt x="568986" y="76051"/>
                  <a:pt x="568340" y="74161"/>
                </a:cubicBezTo>
                <a:cubicBezTo>
                  <a:pt x="567695" y="72272"/>
                  <a:pt x="567372" y="69916"/>
                  <a:pt x="567372" y="67093"/>
                </a:cubicBezTo>
                <a:lnTo>
                  <a:pt x="567372" y="33726"/>
                </a:lnTo>
                <a:lnTo>
                  <a:pt x="596362" y="33726"/>
                </a:lnTo>
                <a:lnTo>
                  <a:pt x="596362" y="19016"/>
                </a:lnTo>
                <a:lnTo>
                  <a:pt x="567372" y="19016"/>
                </a:lnTo>
                <a:lnTo>
                  <a:pt x="567372" y="0"/>
                </a:lnTo>
                <a:close/>
                <a:moveTo>
                  <a:pt x="688842" y="58626"/>
                </a:moveTo>
                <a:lnTo>
                  <a:pt x="688842" y="42480"/>
                </a:lnTo>
                <a:lnTo>
                  <a:pt x="629069" y="42480"/>
                </a:lnTo>
                <a:lnTo>
                  <a:pt x="629069" y="58626"/>
                </a:lnTo>
                <a:lnTo>
                  <a:pt x="688842" y="58626"/>
                </a:lnTo>
                <a:close/>
                <a:moveTo>
                  <a:pt x="708561" y="86396"/>
                </a:moveTo>
                <a:lnTo>
                  <a:pt x="773143" y="60061"/>
                </a:lnTo>
                <a:lnTo>
                  <a:pt x="773143" y="43772"/>
                </a:lnTo>
                <a:lnTo>
                  <a:pt x="708561" y="17509"/>
                </a:lnTo>
                <a:lnTo>
                  <a:pt x="708561" y="36812"/>
                </a:lnTo>
                <a:lnTo>
                  <a:pt x="749750" y="50374"/>
                </a:lnTo>
                <a:lnTo>
                  <a:pt x="754056" y="51809"/>
                </a:lnTo>
                <a:lnTo>
                  <a:pt x="749679" y="53244"/>
                </a:lnTo>
                <a:lnTo>
                  <a:pt x="708561" y="67021"/>
                </a:lnTo>
                <a:lnTo>
                  <a:pt x="708561" y="86396"/>
                </a:lnTo>
                <a:close/>
                <a:moveTo>
                  <a:pt x="795588" y="126508"/>
                </a:moveTo>
                <a:lnTo>
                  <a:pt x="815537" y="126508"/>
                </a:lnTo>
                <a:lnTo>
                  <a:pt x="815537" y="89912"/>
                </a:lnTo>
                <a:cubicBezTo>
                  <a:pt x="816446" y="90917"/>
                  <a:pt x="817403" y="91826"/>
                  <a:pt x="818407" y="92639"/>
                </a:cubicBezTo>
                <a:cubicBezTo>
                  <a:pt x="819412" y="93452"/>
                  <a:pt x="820464" y="94194"/>
                  <a:pt x="821565" y="94863"/>
                </a:cubicBezTo>
                <a:cubicBezTo>
                  <a:pt x="823430" y="95916"/>
                  <a:pt x="825451" y="96717"/>
                  <a:pt x="827628" y="97267"/>
                </a:cubicBezTo>
                <a:cubicBezTo>
                  <a:pt x="829805" y="97817"/>
                  <a:pt x="832185" y="98092"/>
                  <a:pt x="834768" y="98092"/>
                </a:cubicBezTo>
                <a:cubicBezTo>
                  <a:pt x="839647" y="98092"/>
                  <a:pt x="843977" y="97088"/>
                  <a:pt x="847756" y="95079"/>
                </a:cubicBezTo>
                <a:cubicBezTo>
                  <a:pt x="851535" y="93069"/>
                  <a:pt x="854717" y="90295"/>
                  <a:pt x="857300" y="86755"/>
                </a:cubicBezTo>
                <a:cubicBezTo>
                  <a:pt x="859835" y="83263"/>
                  <a:pt x="861761" y="79101"/>
                  <a:pt x="863076" y="74269"/>
                </a:cubicBezTo>
                <a:cubicBezTo>
                  <a:pt x="864392" y="69437"/>
                  <a:pt x="865050" y="64199"/>
                  <a:pt x="865050" y="58554"/>
                </a:cubicBezTo>
                <a:lnTo>
                  <a:pt x="865050" y="57047"/>
                </a:lnTo>
                <a:cubicBezTo>
                  <a:pt x="865050" y="51163"/>
                  <a:pt x="864392" y="45793"/>
                  <a:pt x="863076" y="40938"/>
                </a:cubicBezTo>
                <a:cubicBezTo>
                  <a:pt x="861761" y="36082"/>
                  <a:pt x="859811" y="31908"/>
                  <a:pt x="857228" y="28416"/>
                </a:cubicBezTo>
                <a:cubicBezTo>
                  <a:pt x="854645" y="24972"/>
                  <a:pt x="851464" y="22305"/>
                  <a:pt x="847684" y="20415"/>
                </a:cubicBezTo>
                <a:cubicBezTo>
                  <a:pt x="843905" y="18525"/>
                  <a:pt x="839552" y="17581"/>
                  <a:pt x="834624" y="17581"/>
                </a:cubicBezTo>
                <a:cubicBezTo>
                  <a:pt x="832233" y="17581"/>
                  <a:pt x="829996" y="17832"/>
                  <a:pt x="827915" y="18334"/>
                </a:cubicBezTo>
                <a:cubicBezTo>
                  <a:pt x="825834" y="18836"/>
                  <a:pt x="823933" y="19542"/>
                  <a:pt x="822210" y="20451"/>
                </a:cubicBezTo>
                <a:cubicBezTo>
                  <a:pt x="820775" y="21216"/>
                  <a:pt x="819436" y="22113"/>
                  <a:pt x="818192" y="23142"/>
                </a:cubicBezTo>
                <a:cubicBezTo>
                  <a:pt x="816948" y="24170"/>
                  <a:pt x="815800" y="25330"/>
                  <a:pt x="814748" y="26622"/>
                </a:cubicBezTo>
                <a:lnTo>
                  <a:pt x="814030" y="19016"/>
                </a:lnTo>
                <a:lnTo>
                  <a:pt x="795588" y="19016"/>
                </a:lnTo>
                <a:lnTo>
                  <a:pt x="795588" y="126508"/>
                </a:lnTo>
                <a:moveTo>
                  <a:pt x="845101" y="57047"/>
                </a:moveTo>
                <a:lnTo>
                  <a:pt x="845101" y="58554"/>
                </a:lnTo>
                <a:cubicBezTo>
                  <a:pt x="845101" y="61759"/>
                  <a:pt x="844814" y="64785"/>
                  <a:pt x="844240" y="67631"/>
                </a:cubicBezTo>
                <a:cubicBezTo>
                  <a:pt x="843666" y="70478"/>
                  <a:pt x="842757" y="72977"/>
                  <a:pt x="841513" y="75130"/>
                </a:cubicBezTo>
                <a:cubicBezTo>
                  <a:pt x="840269" y="77283"/>
                  <a:pt x="838655" y="78981"/>
                  <a:pt x="836670" y="80225"/>
                </a:cubicBezTo>
                <a:cubicBezTo>
                  <a:pt x="834684" y="81469"/>
                  <a:pt x="832280" y="82091"/>
                  <a:pt x="829458" y="82091"/>
                </a:cubicBezTo>
                <a:cubicBezTo>
                  <a:pt x="827688" y="82091"/>
                  <a:pt x="826085" y="81911"/>
                  <a:pt x="824650" y="81552"/>
                </a:cubicBezTo>
                <a:cubicBezTo>
                  <a:pt x="823215" y="81194"/>
                  <a:pt x="821947" y="80679"/>
                  <a:pt x="820847" y="80010"/>
                </a:cubicBezTo>
                <a:cubicBezTo>
                  <a:pt x="819699" y="79292"/>
                  <a:pt x="818682" y="78431"/>
                  <a:pt x="817797" y="77426"/>
                </a:cubicBezTo>
                <a:cubicBezTo>
                  <a:pt x="816912" y="76422"/>
                  <a:pt x="816159" y="75297"/>
                  <a:pt x="815537" y="74054"/>
                </a:cubicBezTo>
                <a:lnTo>
                  <a:pt x="815537" y="41619"/>
                </a:lnTo>
                <a:cubicBezTo>
                  <a:pt x="816207" y="40280"/>
                  <a:pt x="817008" y="39108"/>
                  <a:pt x="817941" y="38103"/>
                </a:cubicBezTo>
                <a:cubicBezTo>
                  <a:pt x="818874" y="37099"/>
                  <a:pt x="819962" y="36261"/>
                  <a:pt x="821206" y="35592"/>
                </a:cubicBezTo>
                <a:cubicBezTo>
                  <a:pt x="822306" y="35018"/>
                  <a:pt x="823526" y="34575"/>
                  <a:pt x="824865" y="34264"/>
                </a:cubicBezTo>
                <a:cubicBezTo>
                  <a:pt x="826205" y="33953"/>
                  <a:pt x="827688" y="33798"/>
                  <a:pt x="829314" y="33798"/>
                </a:cubicBezTo>
                <a:cubicBezTo>
                  <a:pt x="832137" y="33798"/>
                  <a:pt x="834541" y="34396"/>
                  <a:pt x="836526" y="35592"/>
                </a:cubicBezTo>
                <a:cubicBezTo>
                  <a:pt x="838511" y="36788"/>
                  <a:pt x="840150" y="38414"/>
                  <a:pt x="841441" y="40471"/>
                </a:cubicBezTo>
                <a:cubicBezTo>
                  <a:pt x="842685" y="42576"/>
                  <a:pt x="843606" y="45052"/>
                  <a:pt x="844204" y="47898"/>
                </a:cubicBezTo>
                <a:cubicBezTo>
                  <a:pt x="844802" y="50744"/>
                  <a:pt x="845101" y="53794"/>
                  <a:pt x="845101" y="57047"/>
                </a:cubicBezTo>
                <a:close/>
                <a:moveTo>
                  <a:pt x="880750" y="57119"/>
                </a:moveTo>
                <a:lnTo>
                  <a:pt x="880750" y="58626"/>
                </a:lnTo>
                <a:cubicBezTo>
                  <a:pt x="880750" y="64319"/>
                  <a:pt x="881564" y="69569"/>
                  <a:pt x="883190" y="74377"/>
                </a:cubicBezTo>
                <a:cubicBezTo>
                  <a:pt x="884817" y="79184"/>
                  <a:pt x="887209" y="83358"/>
                  <a:pt x="890366" y="86898"/>
                </a:cubicBezTo>
                <a:cubicBezTo>
                  <a:pt x="893475" y="90438"/>
                  <a:pt x="897314" y="93201"/>
                  <a:pt x="901883" y="95186"/>
                </a:cubicBezTo>
                <a:cubicBezTo>
                  <a:pt x="906452" y="97172"/>
                  <a:pt x="911654" y="98164"/>
                  <a:pt x="917490" y="98164"/>
                </a:cubicBezTo>
                <a:cubicBezTo>
                  <a:pt x="923279" y="98164"/>
                  <a:pt x="928445" y="97172"/>
                  <a:pt x="932990" y="95186"/>
                </a:cubicBezTo>
                <a:cubicBezTo>
                  <a:pt x="937535" y="93201"/>
                  <a:pt x="941362" y="90438"/>
                  <a:pt x="944471" y="86898"/>
                </a:cubicBezTo>
                <a:cubicBezTo>
                  <a:pt x="947581" y="83358"/>
                  <a:pt x="949949" y="79184"/>
                  <a:pt x="951575" y="74377"/>
                </a:cubicBezTo>
                <a:cubicBezTo>
                  <a:pt x="953202" y="69569"/>
                  <a:pt x="954015" y="64319"/>
                  <a:pt x="954015" y="58626"/>
                </a:cubicBezTo>
                <a:lnTo>
                  <a:pt x="954015" y="57119"/>
                </a:lnTo>
                <a:cubicBezTo>
                  <a:pt x="954015" y="51474"/>
                  <a:pt x="953202" y="46248"/>
                  <a:pt x="951575" y="41440"/>
                </a:cubicBezTo>
                <a:cubicBezTo>
                  <a:pt x="949949" y="36632"/>
                  <a:pt x="947581" y="32458"/>
                  <a:pt x="944471" y="28918"/>
                </a:cubicBezTo>
                <a:cubicBezTo>
                  <a:pt x="941314" y="25378"/>
                  <a:pt x="937463" y="22604"/>
                  <a:pt x="932918" y="20594"/>
                </a:cubicBezTo>
                <a:cubicBezTo>
                  <a:pt x="928373" y="18585"/>
                  <a:pt x="923183" y="17581"/>
                  <a:pt x="917347" y="17581"/>
                </a:cubicBezTo>
                <a:cubicBezTo>
                  <a:pt x="911510" y="17581"/>
                  <a:pt x="906332" y="18585"/>
                  <a:pt x="901811" y="20594"/>
                </a:cubicBezTo>
                <a:cubicBezTo>
                  <a:pt x="897291" y="22604"/>
                  <a:pt x="893475" y="25378"/>
                  <a:pt x="890366" y="28918"/>
                </a:cubicBezTo>
                <a:cubicBezTo>
                  <a:pt x="887209" y="32458"/>
                  <a:pt x="884817" y="36632"/>
                  <a:pt x="883190" y="41440"/>
                </a:cubicBezTo>
                <a:cubicBezTo>
                  <a:pt x="881564" y="46248"/>
                  <a:pt x="880750" y="51474"/>
                  <a:pt x="880750" y="57119"/>
                </a:cubicBezTo>
                <a:moveTo>
                  <a:pt x="900699" y="58626"/>
                </a:moveTo>
                <a:lnTo>
                  <a:pt x="900699" y="57119"/>
                </a:lnTo>
                <a:cubicBezTo>
                  <a:pt x="900699" y="53962"/>
                  <a:pt x="901010" y="50972"/>
                  <a:pt x="901632" y="48149"/>
                </a:cubicBezTo>
                <a:cubicBezTo>
                  <a:pt x="902254" y="45327"/>
                  <a:pt x="903234" y="42839"/>
                  <a:pt x="904574" y="40686"/>
                </a:cubicBezTo>
                <a:cubicBezTo>
                  <a:pt x="905913" y="38534"/>
                  <a:pt x="907636" y="36835"/>
                  <a:pt x="909740" y="35592"/>
                </a:cubicBezTo>
                <a:cubicBezTo>
                  <a:pt x="911845" y="34348"/>
                  <a:pt x="914381" y="33726"/>
                  <a:pt x="917347" y="33726"/>
                </a:cubicBezTo>
                <a:cubicBezTo>
                  <a:pt x="920361" y="33726"/>
                  <a:pt x="922920" y="34348"/>
                  <a:pt x="925025" y="35592"/>
                </a:cubicBezTo>
                <a:cubicBezTo>
                  <a:pt x="927130" y="36835"/>
                  <a:pt x="928852" y="38534"/>
                  <a:pt x="930191" y="40686"/>
                </a:cubicBezTo>
                <a:cubicBezTo>
                  <a:pt x="931483" y="42839"/>
                  <a:pt x="932440" y="45327"/>
                  <a:pt x="933062" y="48149"/>
                </a:cubicBezTo>
                <a:cubicBezTo>
                  <a:pt x="933684" y="50972"/>
                  <a:pt x="933994" y="53962"/>
                  <a:pt x="933994" y="57119"/>
                </a:cubicBezTo>
                <a:lnTo>
                  <a:pt x="933994" y="58626"/>
                </a:lnTo>
                <a:cubicBezTo>
                  <a:pt x="933994" y="61879"/>
                  <a:pt x="933684" y="64929"/>
                  <a:pt x="933062" y="67775"/>
                </a:cubicBezTo>
                <a:cubicBezTo>
                  <a:pt x="932440" y="70621"/>
                  <a:pt x="931483" y="73097"/>
                  <a:pt x="930191" y="75202"/>
                </a:cubicBezTo>
                <a:cubicBezTo>
                  <a:pt x="928852" y="77355"/>
                  <a:pt x="927130" y="79053"/>
                  <a:pt x="925025" y="80297"/>
                </a:cubicBezTo>
                <a:cubicBezTo>
                  <a:pt x="922920" y="81540"/>
                  <a:pt x="920408" y="82162"/>
                  <a:pt x="917490" y="82162"/>
                </a:cubicBezTo>
                <a:cubicBezTo>
                  <a:pt x="914476" y="82162"/>
                  <a:pt x="911905" y="81540"/>
                  <a:pt x="909776" y="80297"/>
                </a:cubicBezTo>
                <a:cubicBezTo>
                  <a:pt x="907648" y="79053"/>
                  <a:pt x="905913" y="77355"/>
                  <a:pt x="904574" y="75202"/>
                </a:cubicBezTo>
                <a:cubicBezTo>
                  <a:pt x="903234" y="73097"/>
                  <a:pt x="902254" y="70621"/>
                  <a:pt x="901632" y="67775"/>
                </a:cubicBezTo>
                <a:cubicBezTo>
                  <a:pt x="901010" y="64929"/>
                  <a:pt x="900699" y="61879"/>
                  <a:pt x="900699" y="58626"/>
                </a:cubicBezTo>
                <a:close/>
                <a:moveTo>
                  <a:pt x="1021739" y="75345"/>
                </a:moveTo>
                <a:cubicBezTo>
                  <a:pt x="1021739" y="76541"/>
                  <a:pt x="1021440" y="77642"/>
                  <a:pt x="1020842" y="78646"/>
                </a:cubicBezTo>
                <a:cubicBezTo>
                  <a:pt x="1020244" y="79651"/>
                  <a:pt x="1019347" y="80536"/>
                  <a:pt x="1018151" y="81301"/>
                </a:cubicBezTo>
                <a:cubicBezTo>
                  <a:pt x="1016907" y="82067"/>
                  <a:pt x="1015316" y="82677"/>
                  <a:pt x="1013379" y="83131"/>
                </a:cubicBezTo>
                <a:cubicBezTo>
                  <a:pt x="1011441" y="83585"/>
                  <a:pt x="1009181" y="83813"/>
                  <a:pt x="1006598" y="83813"/>
                </a:cubicBezTo>
                <a:cubicBezTo>
                  <a:pt x="1004445" y="83813"/>
                  <a:pt x="1002352" y="83597"/>
                  <a:pt x="1000319" y="83167"/>
                </a:cubicBezTo>
                <a:cubicBezTo>
                  <a:pt x="998286" y="82736"/>
                  <a:pt x="996480" y="82043"/>
                  <a:pt x="994901" y="81086"/>
                </a:cubicBezTo>
                <a:cubicBezTo>
                  <a:pt x="993323" y="80177"/>
                  <a:pt x="992031" y="78969"/>
                  <a:pt x="991026" y="77462"/>
                </a:cubicBezTo>
                <a:cubicBezTo>
                  <a:pt x="990022" y="75955"/>
                  <a:pt x="989448" y="74149"/>
                  <a:pt x="989304" y="72044"/>
                </a:cubicBezTo>
                <a:lnTo>
                  <a:pt x="970289" y="72044"/>
                </a:lnTo>
                <a:cubicBezTo>
                  <a:pt x="970289" y="75202"/>
                  <a:pt x="971066" y="78347"/>
                  <a:pt x="972621" y="81481"/>
                </a:cubicBezTo>
                <a:cubicBezTo>
                  <a:pt x="974175" y="84614"/>
                  <a:pt x="976460" y="87401"/>
                  <a:pt x="979474" y="89840"/>
                </a:cubicBezTo>
                <a:cubicBezTo>
                  <a:pt x="982487" y="92328"/>
                  <a:pt x="986231" y="94337"/>
                  <a:pt x="990704" y="95868"/>
                </a:cubicBezTo>
                <a:cubicBezTo>
                  <a:pt x="995176" y="97399"/>
                  <a:pt x="1000331" y="98164"/>
                  <a:pt x="1006167" y="98164"/>
                </a:cubicBezTo>
                <a:cubicBezTo>
                  <a:pt x="1011477" y="98164"/>
                  <a:pt x="1016285" y="97578"/>
                  <a:pt x="1020591" y="96406"/>
                </a:cubicBezTo>
                <a:cubicBezTo>
                  <a:pt x="1024896" y="95234"/>
                  <a:pt x="1028580" y="93596"/>
                  <a:pt x="1031641" y="91491"/>
                </a:cubicBezTo>
                <a:cubicBezTo>
                  <a:pt x="1034655" y="89386"/>
                  <a:pt x="1036987" y="86886"/>
                  <a:pt x="1038638" y="83992"/>
                </a:cubicBezTo>
                <a:cubicBezTo>
                  <a:pt x="1040288" y="81098"/>
                  <a:pt x="1041113" y="77929"/>
                  <a:pt x="1041113" y="74484"/>
                </a:cubicBezTo>
                <a:cubicBezTo>
                  <a:pt x="1041113" y="70753"/>
                  <a:pt x="1040288" y="67536"/>
                  <a:pt x="1038638" y="64833"/>
                </a:cubicBezTo>
                <a:cubicBezTo>
                  <a:pt x="1036987" y="62130"/>
                  <a:pt x="1034703" y="59822"/>
                  <a:pt x="1031785" y="57908"/>
                </a:cubicBezTo>
                <a:cubicBezTo>
                  <a:pt x="1028867" y="56043"/>
                  <a:pt x="1025398" y="54512"/>
                  <a:pt x="1021380" y="53316"/>
                </a:cubicBezTo>
                <a:cubicBezTo>
                  <a:pt x="1017361" y="52120"/>
                  <a:pt x="1013008" y="51139"/>
                  <a:pt x="1008320" y="50374"/>
                </a:cubicBezTo>
                <a:cubicBezTo>
                  <a:pt x="1005067" y="49895"/>
                  <a:pt x="1002388" y="49333"/>
                  <a:pt x="1000283" y="48687"/>
                </a:cubicBezTo>
                <a:cubicBezTo>
                  <a:pt x="998178" y="48042"/>
                  <a:pt x="996528" y="47312"/>
                  <a:pt x="995332" y="46499"/>
                </a:cubicBezTo>
                <a:cubicBezTo>
                  <a:pt x="994088" y="45733"/>
                  <a:pt x="993227" y="44860"/>
                  <a:pt x="992749" y="43880"/>
                </a:cubicBezTo>
                <a:cubicBezTo>
                  <a:pt x="992270" y="42899"/>
                  <a:pt x="992031" y="41835"/>
                  <a:pt x="992031" y="40686"/>
                </a:cubicBezTo>
                <a:cubicBezTo>
                  <a:pt x="992031" y="39538"/>
                  <a:pt x="992306" y="38450"/>
                  <a:pt x="992856" y="37422"/>
                </a:cubicBezTo>
                <a:cubicBezTo>
                  <a:pt x="993406" y="36393"/>
                  <a:pt x="994208" y="35496"/>
                  <a:pt x="995260" y="34731"/>
                </a:cubicBezTo>
                <a:cubicBezTo>
                  <a:pt x="996408" y="33870"/>
                  <a:pt x="997891" y="33200"/>
                  <a:pt x="999709" y="32721"/>
                </a:cubicBezTo>
                <a:cubicBezTo>
                  <a:pt x="1001527" y="32243"/>
                  <a:pt x="1003656" y="32004"/>
                  <a:pt x="1006096" y="32004"/>
                </a:cubicBezTo>
                <a:cubicBezTo>
                  <a:pt x="1008966" y="32004"/>
                  <a:pt x="1011418" y="32363"/>
                  <a:pt x="1013451" y="33080"/>
                </a:cubicBezTo>
                <a:cubicBezTo>
                  <a:pt x="1015484" y="33798"/>
                  <a:pt x="1017098" y="34755"/>
                  <a:pt x="1018294" y="35950"/>
                </a:cubicBezTo>
                <a:cubicBezTo>
                  <a:pt x="1019155" y="36859"/>
                  <a:pt x="1019801" y="37876"/>
                  <a:pt x="1020232" y="39000"/>
                </a:cubicBezTo>
                <a:cubicBezTo>
                  <a:pt x="1020662" y="40124"/>
                  <a:pt x="1020878" y="41332"/>
                  <a:pt x="1020878" y="42624"/>
                </a:cubicBezTo>
                <a:lnTo>
                  <a:pt x="1040826" y="42624"/>
                </a:lnTo>
                <a:cubicBezTo>
                  <a:pt x="1040826" y="39036"/>
                  <a:pt x="1040037" y="35711"/>
                  <a:pt x="1038458" y="32650"/>
                </a:cubicBezTo>
                <a:cubicBezTo>
                  <a:pt x="1036879" y="29588"/>
                  <a:pt x="1034607" y="26933"/>
                  <a:pt x="1031641" y="24685"/>
                </a:cubicBezTo>
                <a:cubicBezTo>
                  <a:pt x="1028627" y="22484"/>
                  <a:pt x="1024968" y="20750"/>
                  <a:pt x="1020662" y="19482"/>
                </a:cubicBezTo>
                <a:cubicBezTo>
                  <a:pt x="1016357" y="18214"/>
                  <a:pt x="1011501" y="17581"/>
                  <a:pt x="1006096" y="17581"/>
                </a:cubicBezTo>
                <a:cubicBezTo>
                  <a:pt x="1000929" y="17581"/>
                  <a:pt x="996289" y="18226"/>
                  <a:pt x="992175" y="19518"/>
                </a:cubicBezTo>
                <a:cubicBezTo>
                  <a:pt x="988061" y="20810"/>
                  <a:pt x="984568" y="22556"/>
                  <a:pt x="981698" y="24756"/>
                </a:cubicBezTo>
                <a:cubicBezTo>
                  <a:pt x="978828" y="26957"/>
                  <a:pt x="976627" y="29516"/>
                  <a:pt x="975096" y="32434"/>
                </a:cubicBezTo>
                <a:cubicBezTo>
                  <a:pt x="973566" y="35352"/>
                  <a:pt x="972800" y="38414"/>
                  <a:pt x="972800" y="41619"/>
                </a:cubicBezTo>
                <a:cubicBezTo>
                  <a:pt x="972800" y="44920"/>
                  <a:pt x="973554" y="47838"/>
                  <a:pt x="975060" y="50374"/>
                </a:cubicBezTo>
                <a:cubicBezTo>
                  <a:pt x="976567" y="52909"/>
                  <a:pt x="978660" y="55134"/>
                  <a:pt x="981339" y="57047"/>
                </a:cubicBezTo>
                <a:cubicBezTo>
                  <a:pt x="984018" y="59009"/>
                  <a:pt x="987235" y="60671"/>
                  <a:pt x="990991" y="62034"/>
                </a:cubicBezTo>
                <a:cubicBezTo>
                  <a:pt x="994746" y="63398"/>
                  <a:pt x="998896" y="64534"/>
                  <a:pt x="1003441" y="65443"/>
                </a:cubicBezTo>
                <a:cubicBezTo>
                  <a:pt x="1007028" y="66113"/>
                  <a:pt x="1009994" y="66782"/>
                  <a:pt x="1012338" y="67452"/>
                </a:cubicBezTo>
                <a:cubicBezTo>
                  <a:pt x="1014683" y="68122"/>
                  <a:pt x="1016572" y="68839"/>
                  <a:pt x="1018007" y="69605"/>
                </a:cubicBezTo>
                <a:cubicBezTo>
                  <a:pt x="1019395" y="70418"/>
                  <a:pt x="1020363" y="71279"/>
                  <a:pt x="1020913" y="72188"/>
                </a:cubicBezTo>
                <a:cubicBezTo>
                  <a:pt x="1021464" y="73097"/>
                  <a:pt x="1021739" y="74149"/>
                  <a:pt x="1021739" y="75345"/>
                </a:cubicBezTo>
                <a:close/>
                <a:moveTo>
                  <a:pt x="1083650" y="25833"/>
                </a:moveTo>
                <a:cubicBezTo>
                  <a:pt x="1083650" y="29516"/>
                  <a:pt x="1084894" y="32602"/>
                  <a:pt x="1087381" y="35089"/>
                </a:cubicBezTo>
                <a:cubicBezTo>
                  <a:pt x="1089869" y="37577"/>
                  <a:pt x="1093242" y="38821"/>
                  <a:pt x="1097499" y="38821"/>
                </a:cubicBezTo>
                <a:cubicBezTo>
                  <a:pt x="1101709" y="38821"/>
                  <a:pt x="1105070" y="37589"/>
                  <a:pt x="1107581" y="35125"/>
                </a:cubicBezTo>
                <a:cubicBezTo>
                  <a:pt x="1110093" y="32662"/>
                  <a:pt x="1111348" y="29564"/>
                  <a:pt x="1111348" y="25833"/>
                </a:cubicBezTo>
                <a:cubicBezTo>
                  <a:pt x="1111348" y="22101"/>
                  <a:pt x="1110116" y="18968"/>
                  <a:pt x="1107653" y="16432"/>
                </a:cubicBezTo>
                <a:cubicBezTo>
                  <a:pt x="1105189" y="13897"/>
                  <a:pt x="1101805" y="12629"/>
                  <a:pt x="1097499" y="12629"/>
                </a:cubicBezTo>
                <a:cubicBezTo>
                  <a:pt x="1093146" y="12629"/>
                  <a:pt x="1089749" y="13909"/>
                  <a:pt x="1087310" y="16468"/>
                </a:cubicBezTo>
                <a:cubicBezTo>
                  <a:pt x="1084870" y="19028"/>
                  <a:pt x="1083650" y="22149"/>
                  <a:pt x="1083650" y="25833"/>
                </a:cubicBezTo>
                <a:moveTo>
                  <a:pt x="1105967" y="95079"/>
                </a:moveTo>
                <a:lnTo>
                  <a:pt x="1106038" y="79220"/>
                </a:lnTo>
                <a:lnTo>
                  <a:pt x="1087310" y="79220"/>
                </a:lnTo>
                <a:lnTo>
                  <a:pt x="1087310" y="96011"/>
                </a:lnTo>
                <a:cubicBezTo>
                  <a:pt x="1087310" y="101274"/>
                  <a:pt x="1086688" y="105782"/>
                  <a:pt x="1085444" y="109538"/>
                </a:cubicBezTo>
                <a:cubicBezTo>
                  <a:pt x="1084200" y="113293"/>
                  <a:pt x="1082669" y="116893"/>
                  <a:pt x="1080851" y="120337"/>
                </a:cubicBezTo>
                <a:lnTo>
                  <a:pt x="1091400" y="125791"/>
                </a:lnTo>
                <a:cubicBezTo>
                  <a:pt x="1095705" y="121964"/>
                  <a:pt x="1099209" y="117252"/>
                  <a:pt x="1101912" y="111655"/>
                </a:cubicBezTo>
                <a:cubicBezTo>
                  <a:pt x="1104615" y="106057"/>
                  <a:pt x="1105967" y="100532"/>
                  <a:pt x="1105967" y="95079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87323E-F4E6-42BF-8EDF-D85E3740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639" y="1762415"/>
            <a:ext cx="793471" cy="176351"/>
          </a:xfrm>
          <a:custGeom xmlns:a="http://schemas.openxmlformats.org/drawingml/2006/main">
            <a:pathLst>
              <a:path w="793471" h="176351">
                <a:moveTo>
                  <a:pt x="0" y="0"/>
                </a:moveTo>
                <a:lnTo>
                  <a:pt x="793471" y="0"/>
                </a:lnTo>
                <a:lnTo>
                  <a:pt x="793471" y="176351"/>
                </a:lnTo>
                <a:lnTo>
                  <a:pt x="0" y="176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B3A4A3-EF61-4E10-9E8D-A4A13B41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601" y="1762415"/>
            <a:ext cx="793471" cy="176351"/>
          </a:xfrm>
          <a:custGeom xmlns:a="http://schemas.openxmlformats.org/drawingml/2006/main">
            <a:pathLst>
              <a:path w="793471" h="176351">
                <a:moveTo>
                  <a:pt x="0" y="0"/>
                </a:moveTo>
                <a:lnTo>
                  <a:pt x="793471" y="0"/>
                </a:lnTo>
                <a:lnTo>
                  <a:pt x="793471" y="176351"/>
                </a:lnTo>
                <a:lnTo>
                  <a:pt x="0" y="176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A24D05-DFA0-43DE-90AF-8F21E5D2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9562" y="1762415"/>
            <a:ext cx="264491" cy="176351"/>
          </a:xfrm>
          <a:custGeom xmlns:a="http://schemas.openxmlformats.org/drawingml/2006/main">
            <a:pathLst>
              <a:path w="264491" h="176351">
                <a:moveTo>
                  <a:pt x="0" y="0"/>
                </a:moveTo>
                <a:lnTo>
                  <a:pt x="264491" y="0"/>
                </a:lnTo>
                <a:lnTo>
                  <a:pt x="264491" y="176351"/>
                </a:lnTo>
                <a:lnTo>
                  <a:pt x="0" y="176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205E49-D1AC-4438-9D63-520BF5B9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639" y="1749551"/>
            <a:ext cx="793471" cy="193759"/>
          </a:xfrm>
          <a:custGeom xmlns:a="http://schemas.openxmlformats.org/drawingml/2006/main">
            <a:pathLst>
              <a:path w="793471" h="193759">
                <a:moveTo>
                  <a:pt x="0" y="0"/>
                </a:moveTo>
                <a:lnTo>
                  <a:pt x="793471" y="0"/>
                </a:lnTo>
                <a:lnTo>
                  <a:pt x="793471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total_len=">
            <a:extLst xmlns:a="http://schemas.openxmlformats.org/drawingml/2006/main">
              <a:ext uri="{FF2B5EF4-FFF2-40B4-BE49-F238E27FC236}">
                <a16:creationId xmlns:a16="http://schemas.microsoft.com/office/drawing/2014/main" id="{C11E8D46-EC28-46B0-8161-2C213A99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681" y="1793277"/>
            <a:ext cx="951826" cy="125791"/>
          </a:xfrm>
          <a:custGeom xmlns:a="http://schemas.openxmlformats.org/drawingml/2006/main">
            <a:pathLst>
              <a:path w="951826" h="125791">
                <a:moveTo>
                  <a:pt x="37673" y="13562"/>
                </a:moveTo>
                <a:lnTo>
                  <a:pt x="17724" y="13562"/>
                </a:lnTo>
                <a:lnTo>
                  <a:pt x="17724" y="32578"/>
                </a:lnTo>
                <a:lnTo>
                  <a:pt x="0" y="32578"/>
                </a:lnTo>
                <a:lnTo>
                  <a:pt x="0" y="47288"/>
                </a:lnTo>
                <a:lnTo>
                  <a:pt x="17724" y="47288"/>
                </a:lnTo>
                <a:lnTo>
                  <a:pt x="17724" y="82593"/>
                </a:lnTo>
                <a:cubicBezTo>
                  <a:pt x="17724" y="87712"/>
                  <a:pt x="18394" y="92101"/>
                  <a:pt x="19733" y="95760"/>
                </a:cubicBezTo>
                <a:cubicBezTo>
                  <a:pt x="21073" y="99420"/>
                  <a:pt x="22986" y="102422"/>
                  <a:pt x="25474" y="104766"/>
                </a:cubicBezTo>
                <a:cubicBezTo>
                  <a:pt x="27914" y="107158"/>
                  <a:pt x="30868" y="108916"/>
                  <a:pt x="34336" y="110040"/>
                </a:cubicBezTo>
                <a:cubicBezTo>
                  <a:pt x="37804" y="111164"/>
                  <a:pt x="41667" y="111726"/>
                  <a:pt x="45925" y="111726"/>
                </a:cubicBezTo>
                <a:cubicBezTo>
                  <a:pt x="48125" y="111726"/>
                  <a:pt x="50362" y="111619"/>
                  <a:pt x="52634" y="111403"/>
                </a:cubicBezTo>
                <a:cubicBezTo>
                  <a:pt x="54906" y="111188"/>
                  <a:pt x="57095" y="110889"/>
                  <a:pt x="59200" y="110506"/>
                </a:cubicBezTo>
                <a:cubicBezTo>
                  <a:pt x="61305" y="110124"/>
                  <a:pt x="63290" y="109633"/>
                  <a:pt x="65156" y="109035"/>
                </a:cubicBezTo>
                <a:cubicBezTo>
                  <a:pt x="67021" y="108437"/>
                  <a:pt x="68648" y="107732"/>
                  <a:pt x="70035" y="106919"/>
                </a:cubicBezTo>
                <a:lnTo>
                  <a:pt x="68098" y="93213"/>
                </a:lnTo>
                <a:cubicBezTo>
                  <a:pt x="67189" y="93452"/>
                  <a:pt x="66101" y="93691"/>
                  <a:pt x="64833" y="93930"/>
                </a:cubicBezTo>
                <a:cubicBezTo>
                  <a:pt x="63565" y="94170"/>
                  <a:pt x="62214" y="94385"/>
                  <a:pt x="60779" y="94576"/>
                </a:cubicBezTo>
                <a:cubicBezTo>
                  <a:pt x="59296" y="94815"/>
                  <a:pt x="57753" y="95007"/>
                  <a:pt x="56150" y="95150"/>
                </a:cubicBezTo>
                <a:cubicBezTo>
                  <a:pt x="54548" y="95294"/>
                  <a:pt x="52981" y="95366"/>
                  <a:pt x="51450" y="95366"/>
                </a:cubicBezTo>
                <a:cubicBezTo>
                  <a:pt x="49345" y="95366"/>
                  <a:pt x="47444" y="95126"/>
                  <a:pt x="45745" y="94648"/>
                </a:cubicBezTo>
                <a:cubicBezTo>
                  <a:pt x="44047" y="94170"/>
                  <a:pt x="42600" y="93356"/>
                  <a:pt x="41404" y="92208"/>
                </a:cubicBezTo>
                <a:cubicBezTo>
                  <a:pt x="40208" y="91108"/>
                  <a:pt x="39287" y="89613"/>
                  <a:pt x="38641" y="87723"/>
                </a:cubicBezTo>
                <a:cubicBezTo>
                  <a:pt x="37996" y="85834"/>
                  <a:pt x="37673" y="83478"/>
                  <a:pt x="37673" y="80655"/>
                </a:cubicBezTo>
                <a:lnTo>
                  <a:pt x="37673" y="47288"/>
                </a:lnTo>
                <a:lnTo>
                  <a:pt x="66663" y="47288"/>
                </a:lnTo>
                <a:lnTo>
                  <a:pt x="66663" y="32578"/>
                </a:lnTo>
                <a:lnTo>
                  <a:pt x="37673" y="32578"/>
                </a:lnTo>
                <a:lnTo>
                  <a:pt x="37673" y="13562"/>
                </a:lnTo>
                <a:close/>
                <a:moveTo>
                  <a:pt x="86525" y="70681"/>
                </a:moveTo>
                <a:lnTo>
                  <a:pt x="86525" y="72188"/>
                </a:lnTo>
                <a:cubicBezTo>
                  <a:pt x="86525" y="77881"/>
                  <a:pt x="87338" y="83131"/>
                  <a:pt x="88965" y="87939"/>
                </a:cubicBezTo>
                <a:cubicBezTo>
                  <a:pt x="90591" y="92746"/>
                  <a:pt x="92983" y="96920"/>
                  <a:pt x="96141" y="100460"/>
                </a:cubicBezTo>
                <a:cubicBezTo>
                  <a:pt x="99250" y="104000"/>
                  <a:pt x="103089" y="106763"/>
                  <a:pt x="107658" y="108748"/>
                </a:cubicBezTo>
                <a:cubicBezTo>
                  <a:pt x="112226" y="110734"/>
                  <a:pt x="117429" y="111726"/>
                  <a:pt x="123265" y="111726"/>
                </a:cubicBezTo>
                <a:cubicBezTo>
                  <a:pt x="129053" y="111726"/>
                  <a:pt x="134220" y="110734"/>
                  <a:pt x="138765" y="108748"/>
                </a:cubicBezTo>
                <a:cubicBezTo>
                  <a:pt x="143309" y="106763"/>
                  <a:pt x="147136" y="104000"/>
                  <a:pt x="150246" y="100460"/>
                </a:cubicBezTo>
                <a:cubicBezTo>
                  <a:pt x="153355" y="96920"/>
                  <a:pt x="155723" y="92746"/>
                  <a:pt x="157350" y="87939"/>
                </a:cubicBezTo>
                <a:cubicBezTo>
                  <a:pt x="158976" y="83131"/>
                  <a:pt x="159790" y="77881"/>
                  <a:pt x="159790" y="72188"/>
                </a:cubicBezTo>
                <a:lnTo>
                  <a:pt x="159790" y="70681"/>
                </a:lnTo>
                <a:cubicBezTo>
                  <a:pt x="159790" y="65036"/>
                  <a:pt x="158976" y="59810"/>
                  <a:pt x="157350" y="55002"/>
                </a:cubicBezTo>
                <a:cubicBezTo>
                  <a:pt x="155723" y="50194"/>
                  <a:pt x="153355" y="46020"/>
                  <a:pt x="150246" y="42480"/>
                </a:cubicBezTo>
                <a:cubicBezTo>
                  <a:pt x="147088" y="38940"/>
                  <a:pt x="143237" y="36166"/>
                  <a:pt x="138693" y="34157"/>
                </a:cubicBezTo>
                <a:cubicBezTo>
                  <a:pt x="134148" y="32147"/>
                  <a:pt x="128958" y="31143"/>
                  <a:pt x="123121" y="31143"/>
                </a:cubicBezTo>
                <a:cubicBezTo>
                  <a:pt x="117285" y="31143"/>
                  <a:pt x="112107" y="32147"/>
                  <a:pt x="107586" y="34157"/>
                </a:cubicBezTo>
                <a:cubicBezTo>
                  <a:pt x="103065" y="36166"/>
                  <a:pt x="99250" y="38940"/>
                  <a:pt x="96141" y="42480"/>
                </a:cubicBezTo>
                <a:cubicBezTo>
                  <a:pt x="92983" y="46020"/>
                  <a:pt x="90591" y="50194"/>
                  <a:pt x="88965" y="55002"/>
                </a:cubicBezTo>
                <a:cubicBezTo>
                  <a:pt x="87338" y="59810"/>
                  <a:pt x="86525" y="65036"/>
                  <a:pt x="86525" y="70681"/>
                </a:cubicBezTo>
                <a:moveTo>
                  <a:pt x="106474" y="72188"/>
                </a:moveTo>
                <a:lnTo>
                  <a:pt x="106474" y="70681"/>
                </a:lnTo>
                <a:cubicBezTo>
                  <a:pt x="106474" y="67524"/>
                  <a:pt x="106785" y="64534"/>
                  <a:pt x="107407" y="61711"/>
                </a:cubicBezTo>
                <a:cubicBezTo>
                  <a:pt x="108028" y="58889"/>
                  <a:pt x="109009" y="56401"/>
                  <a:pt x="110349" y="54249"/>
                </a:cubicBezTo>
                <a:cubicBezTo>
                  <a:pt x="111688" y="52096"/>
                  <a:pt x="113410" y="50398"/>
                  <a:pt x="115515" y="49154"/>
                </a:cubicBezTo>
                <a:cubicBezTo>
                  <a:pt x="117620" y="47910"/>
                  <a:pt x="120155" y="47288"/>
                  <a:pt x="123121" y="47288"/>
                </a:cubicBezTo>
                <a:cubicBezTo>
                  <a:pt x="126135" y="47288"/>
                  <a:pt x="128695" y="47910"/>
                  <a:pt x="130800" y="49154"/>
                </a:cubicBezTo>
                <a:cubicBezTo>
                  <a:pt x="132904" y="50398"/>
                  <a:pt x="134627" y="52096"/>
                  <a:pt x="135966" y="54249"/>
                </a:cubicBezTo>
                <a:cubicBezTo>
                  <a:pt x="137258" y="56401"/>
                  <a:pt x="138214" y="58889"/>
                  <a:pt x="138836" y="61711"/>
                </a:cubicBezTo>
                <a:cubicBezTo>
                  <a:pt x="139458" y="64534"/>
                  <a:pt x="139769" y="67524"/>
                  <a:pt x="139769" y="70681"/>
                </a:cubicBezTo>
                <a:lnTo>
                  <a:pt x="139769" y="72188"/>
                </a:lnTo>
                <a:cubicBezTo>
                  <a:pt x="139769" y="75441"/>
                  <a:pt x="139458" y="78491"/>
                  <a:pt x="138836" y="81337"/>
                </a:cubicBezTo>
                <a:cubicBezTo>
                  <a:pt x="138214" y="84183"/>
                  <a:pt x="137258" y="86659"/>
                  <a:pt x="135966" y="88764"/>
                </a:cubicBezTo>
                <a:cubicBezTo>
                  <a:pt x="134627" y="90917"/>
                  <a:pt x="132904" y="92615"/>
                  <a:pt x="130800" y="93859"/>
                </a:cubicBezTo>
                <a:cubicBezTo>
                  <a:pt x="128695" y="95103"/>
                  <a:pt x="126183" y="95724"/>
                  <a:pt x="123265" y="95724"/>
                </a:cubicBezTo>
                <a:cubicBezTo>
                  <a:pt x="120251" y="95724"/>
                  <a:pt x="117680" y="95103"/>
                  <a:pt x="115551" y="93859"/>
                </a:cubicBezTo>
                <a:cubicBezTo>
                  <a:pt x="113422" y="92615"/>
                  <a:pt x="111688" y="90917"/>
                  <a:pt x="110349" y="88764"/>
                </a:cubicBezTo>
                <a:cubicBezTo>
                  <a:pt x="109009" y="86659"/>
                  <a:pt x="108028" y="84183"/>
                  <a:pt x="107407" y="81337"/>
                </a:cubicBezTo>
                <a:cubicBezTo>
                  <a:pt x="106785" y="78491"/>
                  <a:pt x="106474" y="75441"/>
                  <a:pt x="106474" y="72188"/>
                </a:cubicBezTo>
                <a:close/>
                <a:moveTo>
                  <a:pt x="214024" y="13562"/>
                </a:moveTo>
                <a:lnTo>
                  <a:pt x="194076" y="13562"/>
                </a:lnTo>
                <a:lnTo>
                  <a:pt x="194076" y="32578"/>
                </a:lnTo>
                <a:lnTo>
                  <a:pt x="176351" y="32578"/>
                </a:lnTo>
                <a:lnTo>
                  <a:pt x="176351" y="47288"/>
                </a:lnTo>
                <a:lnTo>
                  <a:pt x="194076" y="47288"/>
                </a:lnTo>
                <a:lnTo>
                  <a:pt x="194076" y="82593"/>
                </a:lnTo>
                <a:cubicBezTo>
                  <a:pt x="194076" y="87712"/>
                  <a:pt x="194745" y="92101"/>
                  <a:pt x="196085" y="95760"/>
                </a:cubicBezTo>
                <a:cubicBezTo>
                  <a:pt x="197424" y="99420"/>
                  <a:pt x="199338" y="102422"/>
                  <a:pt x="201825" y="104766"/>
                </a:cubicBezTo>
                <a:cubicBezTo>
                  <a:pt x="204265" y="107158"/>
                  <a:pt x="207219" y="108916"/>
                  <a:pt x="210687" y="110040"/>
                </a:cubicBezTo>
                <a:cubicBezTo>
                  <a:pt x="214156" y="111164"/>
                  <a:pt x="218019" y="111726"/>
                  <a:pt x="222276" y="111726"/>
                </a:cubicBezTo>
                <a:cubicBezTo>
                  <a:pt x="224477" y="111726"/>
                  <a:pt x="226713" y="111619"/>
                  <a:pt x="228986" y="111403"/>
                </a:cubicBezTo>
                <a:cubicBezTo>
                  <a:pt x="231258" y="111188"/>
                  <a:pt x="233446" y="110889"/>
                  <a:pt x="235551" y="110506"/>
                </a:cubicBezTo>
                <a:cubicBezTo>
                  <a:pt x="237656" y="110124"/>
                  <a:pt x="239642" y="109633"/>
                  <a:pt x="241507" y="109035"/>
                </a:cubicBezTo>
                <a:cubicBezTo>
                  <a:pt x="243373" y="108437"/>
                  <a:pt x="244999" y="107732"/>
                  <a:pt x="246387" y="106919"/>
                </a:cubicBezTo>
                <a:lnTo>
                  <a:pt x="244449" y="93213"/>
                </a:lnTo>
                <a:cubicBezTo>
                  <a:pt x="243540" y="93452"/>
                  <a:pt x="242452" y="93691"/>
                  <a:pt x="241184" y="93930"/>
                </a:cubicBezTo>
                <a:cubicBezTo>
                  <a:pt x="239917" y="94170"/>
                  <a:pt x="238565" y="94385"/>
                  <a:pt x="237130" y="94576"/>
                </a:cubicBezTo>
                <a:cubicBezTo>
                  <a:pt x="235647" y="94815"/>
                  <a:pt x="234104" y="95007"/>
                  <a:pt x="232502" y="95150"/>
                </a:cubicBezTo>
                <a:cubicBezTo>
                  <a:pt x="230899" y="95294"/>
                  <a:pt x="229332" y="95366"/>
                  <a:pt x="227802" y="95366"/>
                </a:cubicBezTo>
                <a:cubicBezTo>
                  <a:pt x="225697" y="95366"/>
                  <a:pt x="223795" y="95126"/>
                  <a:pt x="222097" y="94648"/>
                </a:cubicBezTo>
                <a:cubicBezTo>
                  <a:pt x="220399" y="94170"/>
                  <a:pt x="218951" y="93356"/>
                  <a:pt x="217756" y="92208"/>
                </a:cubicBezTo>
                <a:cubicBezTo>
                  <a:pt x="216560" y="91108"/>
                  <a:pt x="215639" y="89613"/>
                  <a:pt x="214993" y="87723"/>
                </a:cubicBezTo>
                <a:cubicBezTo>
                  <a:pt x="214347" y="85834"/>
                  <a:pt x="214024" y="83478"/>
                  <a:pt x="214024" y="80655"/>
                </a:cubicBezTo>
                <a:lnTo>
                  <a:pt x="214024" y="47288"/>
                </a:lnTo>
                <a:lnTo>
                  <a:pt x="243014" y="47288"/>
                </a:lnTo>
                <a:lnTo>
                  <a:pt x="243014" y="32578"/>
                </a:lnTo>
                <a:lnTo>
                  <a:pt x="214024" y="32578"/>
                </a:lnTo>
                <a:lnTo>
                  <a:pt x="214024" y="13562"/>
                </a:lnTo>
                <a:close/>
                <a:moveTo>
                  <a:pt x="314111" y="110219"/>
                </a:moveTo>
                <a:lnTo>
                  <a:pt x="334347" y="110219"/>
                </a:lnTo>
                <a:lnTo>
                  <a:pt x="334347" y="109000"/>
                </a:lnTo>
                <a:cubicBezTo>
                  <a:pt x="333342" y="107038"/>
                  <a:pt x="332577" y="104694"/>
                  <a:pt x="332051" y="101967"/>
                </a:cubicBezTo>
                <a:cubicBezTo>
                  <a:pt x="331524" y="99241"/>
                  <a:pt x="331261" y="95796"/>
                  <a:pt x="331261" y="91634"/>
                </a:cubicBezTo>
                <a:lnTo>
                  <a:pt x="331261" y="58339"/>
                </a:lnTo>
                <a:cubicBezTo>
                  <a:pt x="331261" y="53842"/>
                  <a:pt x="330424" y="49883"/>
                  <a:pt x="328750" y="46463"/>
                </a:cubicBezTo>
                <a:cubicBezTo>
                  <a:pt x="327075" y="43042"/>
                  <a:pt x="324755" y="40208"/>
                  <a:pt x="321789" y="37960"/>
                </a:cubicBezTo>
                <a:cubicBezTo>
                  <a:pt x="318823" y="35711"/>
                  <a:pt x="315319" y="34013"/>
                  <a:pt x="311277" y="32865"/>
                </a:cubicBezTo>
                <a:cubicBezTo>
                  <a:pt x="307234" y="31717"/>
                  <a:pt x="302869" y="31143"/>
                  <a:pt x="298181" y="31143"/>
                </a:cubicBezTo>
                <a:cubicBezTo>
                  <a:pt x="292967" y="31143"/>
                  <a:pt x="288338" y="31800"/>
                  <a:pt x="284296" y="33116"/>
                </a:cubicBezTo>
                <a:cubicBezTo>
                  <a:pt x="280254" y="34432"/>
                  <a:pt x="276845" y="36214"/>
                  <a:pt x="274071" y="38462"/>
                </a:cubicBezTo>
                <a:cubicBezTo>
                  <a:pt x="271248" y="40710"/>
                  <a:pt x="269107" y="43318"/>
                  <a:pt x="267648" y="46284"/>
                </a:cubicBezTo>
                <a:cubicBezTo>
                  <a:pt x="266189" y="49250"/>
                  <a:pt x="265460" y="52383"/>
                  <a:pt x="265460" y="55684"/>
                </a:cubicBezTo>
                <a:lnTo>
                  <a:pt x="285408" y="55684"/>
                </a:lnTo>
                <a:cubicBezTo>
                  <a:pt x="285408" y="54296"/>
                  <a:pt x="285612" y="53029"/>
                  <a:pt x="286018" y="51881"/>
                </a:cubicBezTo>
                <a:cubicBezTo>
                  <a:pt x="286425" y="50733"/>
                  <a:pt x="287059" y="49752"/>
                  <a:pt x="287920" y="48939"/>
                </a:cubicBezTo>
                <a:cubicBezTo>
                  <a:pt x="288876" y="48030"/>
                  <a:pt x="290120" y="47324"/>
                  <a:pt x="291651" y="46822"/>
                </a:cubicBezTo>
                <a:cubicBezTo>
                  <a:pt x="293182" y="46319"/>
                  <a:pt x="295000" y="46068"/>
                  <a:pt x="297105" y="46068"/>
                </a:cubicBezTo>
                <a:cubicBezTo>
                  <a:pt x="299497" y="46068"/>
                  <a:pt x="301589" y="46367"/>
                  <a:pt x="303383" y="46965"/>
                </a:cubicBezTo>
                <a:cubicBezTo>
                  <a:pt x="305177" y="47563"/>
                  <a:pt x="306672" y="48412"/>
                  <a:pt x="307868" y="49513"/>
                </a:cubicBezTo>
                <a:cubicBezTo>
                  <a:pt x="309016" y="50565"/>
                  <a:pt x="309877" y="51821"/>
                  <a:pt x="310452" y="53280"/>
                </a:cubicBezTo>
                <a:cubicBezTo>
                  <a:pt x="311026" y="54739"/>
                  <a:pt x="311313" y="56377"/>
                  <a:pt x="311313" y="58195"/>
                </a:cubicBezTo>
                <a:lnTo>
                  <a:pt x="311313" y="62788"/>
                </a:lnTo>
                <a:lnTo>
                  <a:pt x="300190" y="62788"/>
                </a:lnTo>
                <a:cubicBezTo>
                  <a:pt x="294450" y="62788"/>
                  <a:pt x="289367" y="63302"/>
                  <a:pt x="284942" y="64331"/>
                </a:cubicBezTo>
                <a:cubicBezTo>
                  <a:pt x="280517" y="65359"/>
                  <a:pt x="276797" y="66854"/>
                  <a:pt x="273783" y="68815"/>
                </a:cubicBezTo>
                <a:cubicBezTo>
                  <a:pt x="270435" y="70968"/>
                  <a:pt x="267923" y="73707"/>
                  <a:pt x="266249" y="77032"/>
                </a:cubicBezTo>
                <a:cubicBezTo>
                  <a:pt x="264575" y="80356"/>
                  <a:pt x="263737" y="84171"/>
                  <a:pt x="263737" y="88477"/>
                </a:cubicBezTo>
                <a:cubicBezTo>
                  <a:pt x="263737" y="91826"/>
                  <a:pt x="264407" y="94923"/>
                  <a:pt x="265747" y="97770"/>
                </a:cubicBezTo>
                <a:cubicBezTo>
                  <a:pt x="267086" y="100616"/>
                  <a:pt x="268952" y="103068"/>
                  <a:pt x="271344" y="105125"/>
                </a:cubicBezTo>
                <a:cubicBezTo>
                  <a:pt x="273736" y="107182"/>
                  <a:pt x="276594" y="108784"/>
                  <a:pt x="279919" y="109932"/>
                </a:cubicBezTo>
                <a:cubicBezTo>
                  <a:pt x="283244" y="111081"/>
                  <a:pt x="286891" y="111655"/>
                  <a:pt x="290862" y="111655"/>
                </a:cubicBezTo>
                <a:cubicBezTo>
                  <a:pt x="293302" y="111655"/>
                  <a:pt x="295574" y="111427"/>
                  <a:pt x="297679" y="110973"/>
                </a:cubicBezTo>
                <a:cubicBezTo>
                  <a:pt x="299784" y="110518"/>
                  <a:pt x="301721" y="109885"/>
                  <a:pt x="303491" y="109071"/>
                </a:cubicBezTo>
                <a:cubicBezTo>
                  <a:pt x="305213" y="108306"/>
                  <a:pt x="306792" y="107397"/>
                  <a:pt x="308227" y="106345"/>
                </a:cubicBezTo>
                <a:cubicBezTo>
                  <a:pt x="309662" y="105292"/>
                  <a:pt x="310930" y="104168"/>
                  <a:pt x="312030" y="102972"/>
                </a:cubicBezTo>
                <a:cubicBezTo>
                  <a:pt x="312269" y="104359"/>
                  <a:pt x="312556" y="105675"/>
                  <a:pt x="312891" y="106919"/>
                </a:cubicBezTo>
                <a:cubicBezTo>
                  <a:pt x="313226" y="108162"/>
                  <a:pt x="313633" y="109263"/>
                  <a:pt x="314111" y="110219"/>
                </a:cubicBezTo>
                <a:moveTo>
                  <a:pt x="295095" y="96227"/>
                </a:moveTo>
                <a:cubicBezTo>
                  <a:pt x="293230" y="96227"/>
                  <a:pt x="291591" y="95999"/>
                  <a:pt x="290180" y="95545"/>
                </a:cubicBezTo>
                <a:cubicBezTo>
                  <a:pt x="288769" y="95091"/>
                  <a:pt x="287585" y="94481"/>
                  <a:pt x="286628" y="93715"/>
                </a:cubicBezTo>
                <a:cubicBezTo>
                  <a:pt x="285671" y="92902"/>
                  <a:pt x="284942" y="91909"/>
                  <a:pt x="284439" y="90737"/>
                </a:cubicBezTo>
                <a:cubicBezTo>
                  <a:pt x="283937" y="89565"/>
                  <a:pt x="283686" y="88286"/>
                  <a:pt x="283686" y="86898"/>
                </a:cubicBezTo>
                <a:cubicBezTo>
                  <a:pt x="283686" y="85128"/>
                  <a:pt x="284021" y="83490"/>
                  <a:pt x="284691" y="81983"/>
                </a:cubicBezTo>
                <a:cubicBezTo>
                  <a:pt x="285360" y="80476"/>
                  <a:pt x="286389" y="79172"/>
                  <a:pt x="287776" y="78072"/>
                </a:cubicBezTo>
                <a:cubicBezTo>
                  <a:pt x="289163" y="77020"/>
                  <a:pt x="290957" y="76194"/>
                  <a:pt x="293158" y="75596"/>
                </a:cubicBezTo>
                <a:cubicBezTo>
                  <a:pt x="295359" y="74998"/>
                  <a:pt x="298014" y="74699"/>
                  <a:pt x="301123" y="74699"/>
                </a:cubicBezTo>
                <a:lnTo>
                  <a:pt x="311313" y="74699"/>
                </a:lnTo>
                <a:lnTo>
                  <a:pt x="311313" y="88046"/>
                </a:lnTo>
                <a:cubicBezTo>
                  <a:pt x="310739" y="89051"/>
                  <a:pt x="309949" y="90044"/>
                  <a:pt x="308945" y="91024"/>
                </a:cubicBezTo>
                <a:cubicBezTo>
                  <a:pt x="307940" y="92005"/>
                  <a:pt x="306744" y="92878"/>
                  <a:pt x="305357" y="93643"/>
                </a:cubicBezTo>
                <a:cubicBezTo>
                  <a:pt x="303969" y="94409"/>
                  <a:pt x="302415" y="95031"/>
                  <a:pt x="300693" y="95509"/>
                </a:cubicBezTo>
                <a:cubicBezTo>
                  <a:pt x="298970" y="95988"/>
                  <a:pt x="297105" y="96227"/>
                  <a:pt x="295095" y="96227"/>
                </a:cubicBezTo>
                <a:close/>
                <a:moveTo>
                  <a:pt x="357941" y="0"/>
                </a:moveTo>
                <a:lnTo>
                  <a:pt x="357941" y="16289"/>
                </a:lnTo>
                <a:lnTo>
                  <a:pt x="381190" y="16289"/>
                </a:lnTo>
                <a:lnTo>
                  <a:pt x="381190" y="94002"/>
                </a:lnTo>
                <a:lnTo>
                  <a:pt x="357941" y="94002"/>
                </a:lnTo>
                <a:lnTo>
                  <a:pt x="357941" y="110219"/>
                </a:lnTo>
                <a:lnTo>
                  <a:pt x="423599" y="110219"/>
                </a:lnTo>
                <a:lnTo>
                  <a:pt x="423599" y="94002"/>
                </a:lnTo>
                <a:lnTo>
                  <a:pt x="401354" y="94002"/>
                </a:lnTo>
                <a:lnTo>
                  <a:pt x="401354" y="0"/>
                </a:lnTo>
                <a:lnTo>
                  <a:pt x="357941" y="0"/>
                </a:lnTo>
                <a:close/>
                <a:moveTo>
                  <a:pt x="507899" y="125791"/>
                </a:moveTo>
                <a:lnTo>
                  <a:pt x="507899" y="110219"/>
                </a:lnTo>
                <a:lnTo>
                  <a:pt x="442456" y="110219"/>
                </a:lnTo>
                <a:lnTo>
                  <a:pt x="442456" y="125791"/>
                </a:lnTo>
                <a:lnTo>
                  <a:pt x="507899" y="125791"/>
                </a:lnTo>
                <a:close/>
                <a:moveTo>
                  <a:pt x="534292" y="0"/>
                </a:moveTo>
                <a:lnTo>
                  <a:pt x="534292" y="16289"/>
                </a:lnTo>
                <a:lnTo>
                  <a:pt x="557541" y="16289"/>
                </a:lnTo>
                <a:lnTo>
                  <a:pt x="557541" y="94002"/>
                </a:lnTo>
                <a:lnTo>
                  <a:pt x="534292" y="94002"/>
                </a:lnTo>
                <a:lnTo>
                  <a:pt x="534292" y="110219"/>
                </a:lnTo>
                <a:lnTo>
                  <a:pt x="599950" y="110219"/>
                </a:lnTo>
                <a:lnTo>
                  <a:pt x="599950" y="94002"/>
                </a:lnTo>
                <a:lnTo>
                  <a:pt x="577705" y="94002"/>
                </a:lnTo>
                <a:lnTo>
                  <a:pt x="577705" y="0"/>
                </a:lnTo>
                <a:lnTo>
                  <a:pt x="534292" y="0"/>
                </a:lnTo>
                <a:close/>
                <a:moveTo>
                  <a:pt x="655979" y="111655"/>
                </a:moveTo>
                <a:cubicBezTo>
                  <a:pt x="663489" y="111655"/>
                  <a:pt x="669995" y="110195"/>
                  <a:pt x="675497" y="107277"/>
                </a:cubicBezTo>
                <a:cubicBezTo>
                  <a:pt x="680998" y="104359"/>
                  <a:pt x="685017" y="101106"/>
                  <a:pt x="687552" y="97518"/>
                </a:cubicBezTo>
                <a:lnTo>
                  <a:pt x="677578" y="86755"/>
                </a:lnTo>
                <a:cubicBezTo>
                  <a:pt x="675281" y="89721"/>
                  <a:pt x="672292" y="91945"/>
                  <a:pt x="668608" y="93428"/>
                </a:cubicBezTo>
                <a:cubicBezTo>
                  <a:pt x="664924" y="94911"/>
                  <a:pt x="661121" y="95653"/>
                  <a:pt x="657199" y="95653"/>
                </a:cubicBezTo>
                <a:cubicBezTo>
                  <a:pt x="654424" y="95653"/>
                  <a:pt x="651865" y="95222"/>
                  <a:pt x="649521" y="94361"/>
                </a:cubicBezTo>
                <a:cubicBezTo>
                  <a:pt x="647176" y="93500"/>
                  <a:pt x="645096" y="92280"/>
                  <a:pt x="643278" y="90701"/>
                </a:cubicBezTo>
                <a:cubicBezTo>
                  <a:pt x="641508" y="89171"/>
                  <a:pt x="640096" y="87460"/>
                  <a:pt x="639044" y="85571"/>
                </a:cubicBezTo>
                <a:cubicBezTo>
                  <a:pt x="637992" y="83681"/>
                  <a:pt x="637130" y="81182"/>
                  <a:pt x="636461" y="78072"/>
                </a:cubicBezTo>
                <a:lnTo>
                  <a:pt x="636461" y="77857"/>
                </a:lnTo>
                <a:lnTo>
                  <a:pt x="689131" y="77857"/>
                </a:lnTo>
                <a:lnTo>
                  <a:pt x="689131" y="69389"/>
                </a:lnTo>
                <a:cubicBezTo>
                  <a:pt x="689131" y="63697"/>
                  <a:pt x="688341" y="58494"/>
                  <a:pt x="686763" y="53782"/>
                </a:cubicBezTo>
                <a:cubicBezTo>
                  <a:pt x="685184" y="49070"/>
                  <a:pt x="682888" y="45040"/>
                  <a:pt x="679874" y="41691"/>
                </a:cubicBezTo>
                <a:cubicBezTo>
                  <a:pt x="676812" y="38342"/>
                  <a:pt x="673093" y="35747"/>
                  <a:pt x="668716" y="33905"/>
                </a:cubicBezTo>
                <a:cubicBezTo>
                  <a:pt x="664338" y="32064"/>
                  <a:pt x="659351" y="31143"/>
                  <a:pt x="653754" y="31143"/>
                </a:cubicBezTo>
                <a:cubicBezTo>
                  <a:pt x="648349" y="31143"/>
                  <a:pt x="643349" y="32123"/>
                  <a:pt x="638757" y="34085"/>
                </a:cubicBezTo>
                <a:cubicBezTo>
                  <a:pt x="634164" y="36046"/>
                  <a:pt x="630194" y="38797"/>
                  <a:pt x="626845" y="42337"/>
                </a:cubicBezTo>
                <a:cubicBezTo>
                  <a:pt x="623497" y="45877"/>
                  <a:pt x="620889" y="50099"/>
                  <a:pt x="619024" y="55002"/>
                </a:cubicBezTo>
                <a:cubicBezTo>
                  <a:pt x="617158" y="59905"/>
                  <a:pt x="616225" y="65323"/>
                  <a:pt x="616225" y="71255"/>
                </a:cubicBezTo>
                <a:lnTo>
                  <a:pt x="616225" y="74125"/>
                </a:lnTo>
                <a:cubicBezTo>
                  <a:pt x="616225" y="79340"/>
                  <a:pt x="617170" y="84231"/>
                  <a:pt x="619060" y="88800"/>
                </a:cubicBezTo>
                <a:cubicBezTo>
                  <a:pt x="620949" y="93368"/>
                  <a:pt x="623640" y="97327"/>
                  <a:pt x="627132" y="100676"/>
                </a:cubicBezTo>
                <a:cubicBezTo>
                  <a:pt x="630624" y="104072"/>
                  <a:pt x="634810" y="106751"/>
                  <a:pt x="639690" y="108713"/>
                </a:cubicBezTo>
                <a:cubicBezTo>
                  <a:pt x="644569" y="110674"/>
                  <a:pt x="649999" y="111655"/>
                  <a:pt x="655979" y="111655"/>
                </a:cubicBezTo>
                <a:moveTo>
                  <a:pt x="653611" y="47288"/>
                </a:moveTo>
                <a:cubicBezTo>
                  <a:pt x="656146" y="47288"/>
                  <a:pt x="658383" y="47683"/>
                  <a:pt x="660320" y="48472"/>
                </a:cubicBezTo>
                <a:cubicBezTo>
                  <a:pt x="662258" y="49261"/>
                  <a:pt x="663896" y="50326"/>
                  <a:pt x="665235" y="51665"/>
                </a:cubicBezTo>
                <a:cubicBezTo>
                  <a:pt x="666575" y="53053"/>
                  <a:pt x="667627" y="54679"/>
                  <a:pt x="668393" y="56545"/>
                </a:cubicBezTo>
                <a:cubicBezTo>
                  <a:pt x="669158" y="58411"/>
                  <a:pt x="669541" y="60396"/>
                  <a:pt x="669541" y="62501"/>
                </a:cubicBezTo>
                <a:lnTo>
                  <a:pt x="669541" y="64079"/>
                </a:lnTo>
                <a:lnTo>
                  <a:pt x="636819" y="64079"/>
                </a:lnTo>
                <a:cubicBezTo>
                  <a:pt x="637298" y="61544"/>
                  <a:pt x="638015" y="59248"/>
                  <a:pt x="638972" y="57191"/>
                </a:cubicBezTo>
                <a:cubicBezTo>
                  <a:pt x="639929" y="55134"/>
                  <a:pt x="641125" y="53364"/>
                  <a:pt x="642560" y="51881"/>
                </a:cubicBezTo>
                <a:cubicBezTo>
                  <a:pt x="643947" y="50398"/>
                  <a:pt x="645574" y="49261"/>
                  <a:pt x="647440" y="48472"/>
                </a:cubicBezTo>
                <a:cubicBezTo>
                  <a:pt x="649305" y="47683"/>
                  <a:pt x="651362" y="47288"/>
                  <a:pt x="653611" y="47288"/>
                </a:cubicBezTo>
                <a:close/>
                <a:moveTo>
                  <a:pt x="706481" y="110219"/>
                </a:moveTo>
                <a:lnTo>
                  <a:pt x="726502" y="110219"/>
                </a:lnTo>
                <a:lnTo>
                  <a:pt x="726502" y="55038"/>
                </a:lnTo>
                <a:cubicBezTo>
                  <a:pt x="727171" y="53986"/>
                  <a:pt x="727913" y="53029"/>
                  <a:pt x="728726" y="52168"/>
                </a:cubicBezTo>
                <a:cubicBezTo>
                  <a:pt x="729539" y="51307"/>
                  <a:pt x="730448" y="50565"/>
                  <a:pt x="731453" y="49943"/>
                </a:cubicBezTo>
                <a:cubicBezTo>
                  <a:pt x="732697" y="49082"/>
                  <a:pt x="734120" y="48436"/>
                  <a:pt x="735723" y="48006"/>
                </a:cubicBezTo>
                <a:cubicBezTo>
                  <a:pt x="737325" y="47575"/>
                  <a:pt x="739083" y="47360"/>
                  <a:pt x="740997" y="47360"/>
                </a:cubicBezTo>
                <a:cubicBezTo>
                  <a:pt x="743293" y="47360"/>
                  <a:pt x="745350" y="47587"/>
                  <a:pt x="747168" y="48042"/>
                </a:cubicBezTo>
                <a:cubicBezTo>
                  <a:pt x="748986" y="48496"/>
                  <a:pt x="750540" y="49297"/>
                  <a:pt x="751832" y="50445"/>
                </a:cubicBezTo>
                <a:cubicBezTo>
                  <a:pt x="753124" y="51594"/>
                  <a:pt x="754116" y="53160"/>
                  <a:pt x="754810" y="55146"/>
                </a:cubicBezTo>
                <a:cubicBezTo>
                  <a:pt x="755504" y="57131"/>
                  <a:pt x="755850" y="59654"/>
                  <a:pt x="755850" y="62716"/>
                </a:cubicBezTo>
                <a:lnTo>
                  <a:pt x="755850" y="110219"/>
                </a:lnTo>
                <a:lnTo>
                  <a:pt x="775799" y="110219"/>
                </a:lnTo>
                <a:lnTo>
                  <a:pt x="775799" y="62429"/>
                </a:lnTo>
                <a:cubicBezTo>
                  <a:pt x="775799" y="56784"/>
                  <a:pt x="775141" y="51988"/>
                  <a:pt x="773826" y="48042"/>
                </a:cubicBezTo>
                <a:cubicBezTo>
                  <a:pt x="772510" y="44095"/>
                  <a:pt x="770680" y="40854"/>
                  <a:pt x="768336" y="38318"/>
                </a:cubicBezTo>
                <a:cubicBezTo>
                  <a:pt x="765944" y="35831"/>
                  <a:pt x="763122" y="34013"/>
                  <a:pt x="759869" y="32865"/>
                </a:cubicBezTo>
                <a:cubicBezTo>
                  <a:pt x="756616" y="31717"/>
                  <a:pt x="753028" y="31143"/>
                  <a:pt x="749105" y="31143"/>
                </a:cubicBezTo>
                <a:cubicBezTo>
                  <a:pt x="746044" y="31143"/>
                  <a:pt x="743149" y="31573"/>
                  <a:pt x="740423" y="32434"/>
                </a:cubicBezTo>
                <a:cubicBezTo>
                  <a:pt x="737696" y="33295"/>
                  <a:pt x="735184" y="34539"/>
                  <a:pt x="732888" y="36166"/>
                </a:cubicBezTo>
                <a:cubicBezTo>
                  <a:pt x="731549" y="37123"/>
                  <a:pt x="730281" y="38199"/>
                  <a:pt x="729085" y="39395"/>
                </a:cubicBezTo>
                <a:cubicBezTo>
                  <a:pt x="727889" y="40591"/>
                  <a:pt x="726789" y="41906"/>
                  <a:pt x="725784" y="43341"/>
                </a:cubicBezTo>
                <a:lnTo>
                  <a:pt x="724564" y="32578"/>
                </a:lnTo>
                <a:lnTo>
                  <a:pt x="706481" y="32578"/>
                </a:lnTo>
                <a:lnTo>
                  <a:pt x="706481" y="110219"/>
                </a:lnTo>
                <a:close/>
                <a:moveTo>
                  <a:pt x="951826" y="58769"/>
                </a:moveTo>
                <a:lnTo>
                  <a:pt x="951826" y="42409"/>
                </a:lnTo>
                <a:lnTo>
                  <a:pt x="883943" y="42409"/>
                </a:lnTo>
                <a:lnTo>
                  <a:pt x="883943" y="58769"/>
                </a:lnTo>
                <a:lnTo>
                  <a:pt x="951826" y="58769"/>
                </a:lnTo>
                <a:moveTo>
                  <a:pt x="951826" y="89697"/>
                </a:moveTo>
                <a:lnTo>
                  <a:pt x="951826" y="73408"/>
                </a:lnTo>
                <a:lnTo>
                  <a:pt x="883943" y="73408"/>
                </a:lnTo>
                <a:lnTo>
                  <a:pt x="883943" y="89697"/>
                </a:lnTo>
                <a:lnTo>
                  <a:pt x="951826" y="89697"/>
                </a:ln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CA271-BE9F-479C-B192-42F9E6CF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601" y="1749551"/>
            <a:ext cx="793471" cy="193759"/>
          </a:xfrm>
          <a:custGeom xmlns:a="http://schemas.openxmlformats.org/drawingml/2006/main">
            <a:pathLst>
              <a:path w="793471" h="193759">
                <a:moveTo>
                  <a:pt x="0" y="0"/>
                </a:moveTo>
                <a:lnTo>
                  <a:pt x="793471" y="0"/>
                </a:lnTo>
                <a:lnTo>
                  <a:pt x="793471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chunk_len*">
            <a:extLst xmlns:a="http://schemas.openxmlformats.org/drawingml/2006/main">
              <a:ext uri="{FF2B5EF4-FFF2-40B4-BE49-F238E27FC236}">
                <a16:creationId xmlns:a16="http://schemas.microsoft.com/office/drawing/2014/main" id="{911EB5EA-1781-49EB-A8BC-236ACED5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997" y="1793277"/>
            <a:ext cx="957709" cy="125791"/>
          </a:xfrm>
          <a:custGeom xmlns:a="http://schemas.openxmlformats.org/drawingml/2006/main">
            <a:pathLst>
              <a:path w="957709" h="125791">
                <a:moveTo>
                  <a:pt x="36094" y="95724"/>
                </a:moveTo>
                <a:cubicBezTo>
                  <a:pt x="32889" y="95724"/>
                  <a:pt x="30246" y="95079"/>
                  <a:pt x="28165" y="93787"/>
                </a:cubicBezTo>
                <a:cubicBezTo>
                  <a:pt x="26084" y="92495"/>
                  <a:pt x="24445" y="90773"/>
                  <a:pt x="23249" y="88620"/>
                </a:cubicBezTo>
                <a:cubicBezTo>
                  <a:pt x="22006" y="86516"/>
                  <a:pt x="21145" y="84064"/>
                  <a:pt x="20666" y="81265"/>
                </a:cubicBezTo>
                <a:cubicBezTo>
                  <a:pt x="20188" y="78467"/>
                  <a:pt x="19949" y="75561"/>
                  <a:pt x="19949" y="72547"/>
                </a:cubicBezTo>
                <a:lnTo>
                  <a:pt x="19949" y="70394"/>
                </a:lnTo>
                <a:cubicBezTo>
                  <a:pt x="19949" y="67428"/>
                  <a:pt x="20200" y="64558"/>
                  <a:pt x="20702" y="61783"/>
                </a:cubicBezTo>
                <a:cubicBezTo>
                  <a:pt x="21204" y="59009"/>
                  <a:pt x="22077" y="56545"/>
                  <a:pt x="23321" y="54392"/>
                </a:cubicBezTo>
                <a:cubicBezTo>
                  <a:pt x="24517" y="52239"/>
                  <a:pt x="26144" y="50517"/>
                  <a:pt x="28201" y="49226"/>
                </a:cubicBezTo>
                <a:cubicBezTo>
                  <a:pt x="30258" y="47934"/>
                  <a:pt x="32865" y="47288"/>
                  <a:pt x="36022" y="47288"/>
                </a:cubicBezTo>
                <a:cubicBezTo>
                  <a:pt x="38175" y="47288"/>
                  <a:pt x="40160" y="47659"/>
                  <a:pt x="41978" y="48400"/>
                </a:cubicBezTo>
                <a:cubicBezTo>
                  <a:pt x="43796" y="49142"/>
                  <a:pt x="45351" y="50135"/>
                  <a:pt x="46642" y="51378"/>
                </a:cubicBezTo>
                <a:cubicBezTo>
                  <a:pt x="47934" y="52622"/>
                  <a:pt x="48915" y="54105"/>
                  <a:pt x="49584" y="55827"/>
                </a:cubicBezTo>
                <a:cubicBezTo>
                  <a:pt x="50254" y="57549"/>
                  <a:pt x="50541" y="59367"/>
                  <a:pt x="50445" y="61281"/>
                </a:cubicBezTo>
                <a:lnTo>
                  <a:pt x="69246" y="61281"/>
                </a:lnTo>
                <a:cubicBezTo>
                  <a:pt x="69342" y="56688"/>
                  <a:pt x="68576" y="52538"/>
                  <a:pt x="66950" y="48831"/>
                </a:cubicBezTo>
                <a:cubicBezTo>
                  <a:pt x="65323" y="45123"/>
                  <a:pt x="63051" y="41954"/>
                  <a:pt x="60133" y="39323"/>
                </a:cubicBezTo>
                <a:cubicBezTo>
                  <a:pt x="57167" y="36740"/>
                  <a:pt x="53651" y="34731"/>
                  <a:pt x="49584" y="33295"/>
                </a:cubicBezTo>
                <a:cubicBezTo>
                  <a:pt x="45518" y="31860"/>
                  <a:pt x="41093" y="31143"/>
                  <a:pt x="36309" y="31143"/>
                </a:cubicBezTo>
                <a:cubicBezTo>
                  <a:pt x="30329" y="31143"/>
                  <a:pt x="25079" y="32171"/>
                  <a:pt x="20559" y="34228"/>
                </a:cubicBezTo>
                <a:cubicBezTo>
                  <a:pt x="16038" y="36285"/>
                  <a:pt x="12247" y="39084"/>
                  <a:pt x="9185" y="42624"/>
                </a:cubicBezTo>
                <a:cubicBezTo>
                  <a:pt x="6123" y="46164"/>
                  <a:pt x="3827" y="50314"/>
                  <a:pt x="2296" y="55074"/>
                </a:cubicBezTo>
                <a:cubicBezTo>
                  <a:pt x="765" y="59834"/>
                  <a:pt x="0" y="64940"/>
                  <a:pt x="0" y="70394"/>
                </a:cubicBezTo>
                <a:lnTo>
                  <a:pt x="0" y="72547"/>
                </a:lnTo>
                <a:cubicBezTo>
                  <a:pt x="0" y="78000"/>
                  <a:pt x="777" y="83107"/>
                  <a:pt x="2332" y="87867"/>
                </a:cubicBezTo>
                <a:cubicBezTo>
                  <a:pt x="3887" y="92627"/>
                  <a:pt x="6195" y="96777"/>
                  <a:pt x="9257" y="100317"/>
                </a:cubicBezTo>
                <a:cubicBezTo>
                  <a:pt x="12271" y="103857"/>
                  <a:pt x="16050" y="106644"/>
                  <a:pt x="20594" y="108677"/>
                </a:cubicBezTo>
                <a:cubicBezTo>
                  <a:pt x="25139" y="110710"/>
                  <a:pt x="30425" y="111726"/>
                  <a:pt x="36453" y="111726"/>
                </a:cubicBezTo>
                <a:cubicBezTo>
                  <a:pt x="40902" y="111726"/>
                  <a:pt x="45123" y="111021"/>
                  <a:pt x="49118" y="109609"/>
                </a:cubicBezTo>
                <a:cubicBezTo>
                  <a:pt x="53112" y="108198"/>
                  <a:pt x="56617" y="106249"/>
                  <a:pt x="59630" y="103761"/>
                </a:cubicBezTo>
                <a:cubicBezTo>
                  <a:pt x="62644" y="101274"/>
                  <a:pt x="65024" y="98308"/>
                  <a:pt x="66770" y="94863"/>
                </a:cubicBezTo>
                <a:cubicBezTo>
                  <a:pt x="68516" y="91419"/>
                  <a:pt x="69342" y="87688"/>
                  <a:pt x="69246" y="83669"/>
                </a:cubicBezTo>
                <a:lnTo>
                  <a:pt x="50445" y="83669"/>
                </a:lnTo>
                <a:cubicBezTo>
                  <a:pt x="50541" y="85487"/>
                  <a:pt x="50218" y="87137"/>
                  <a:pt x="49477" y="88620"/>
                </a:cubicBezTo>
                <a:cubicBezTo>
                  <a:pt x="48735" y="90103"/>
                  <a:pt x="47695" y="91371"/>
                  <a:pt x="46355" y="92424"/>
                </a:cubicBezTo>
                <a:cubicBezTo>
                  <a:pt x="45016" y="93476"/>
                  <a:pt x="43461" y="94289"/>
                  <a:pt x="41691" y="94863"/>
                </a:cubicBezTo>
                <a:cubicBezTo>
                  <a:pt x="39921" y="95437"/>
                  <a:pt x="38055" y="95724"/>
                  <a:pt x="36094" y="95724"/>
                </a:cubicBezTo>
                <a:close/>
                <a:moveTo>
                  <a:pt x="109846" y="43270"/>
                </a:moveTo>
                <a:lnTo>
                  <a:pt x="109846" y="0"/>
                </a:lnTo>
                <a:lnTo>
                  <a:pt x="89897" y="0"/>
                </a:lnTo>
                <a:lnTo>
                  <a:pt x="89897" y="110219"/>
                </a:lnTo>
                <a:lnTo>
                  <a:pt x="109846" y="110219"/>
                </a:lnTo>
                <a:lnTo>
                  <a:pt x="109846" y="54177"/>
                </a:lnTo>
                <a:cubicBezTo>
                  <a:pt x="110611" y="53172"/>
                  <a:pt x="111461" y="52263"/>
                  <a:pt x="112393" y="51450"/>
                </a:cubicBezTo>
                <a:cubicBezTo>
                  <a:pt x="113326" y="50637"/>
                  <a:pt x="114367" y="49943"/>
                  <a:pt x="115515" y="49369"/>
                </a:cubicBezTo>
                <a:cubicBezTo>
                  <a:pt x="116759" y="48699"/>
                  <a:pt x="118146" y="48197"/>
                  <a:pt x="119677" y="47862"/>
                </a:cubicBezTo>
                <a:cubicBezTo>
                  <a:pt x="121208" y="47527"/>
                  <a:pt x="122858" y="47360"/>
                  <a:pt x="124628" y="47360"/>
                </a:cubicBezTo>
                <a:cubicBezTo>
                  <a:pt x="126924" y="47360"/>
                  <a:pt x="128981" y="47659"/>
                  <a:pt x="130799" y="48257"/>
                </a:cubicBezTo>
                <a:cubicBezTo>
                  <a:pt x="132617" y="48855"/>
                  <a:pt x="134172" y="49776"/>
                  <a:pt x="135463" y="51020"/>
                </a:cubicBezTo>
                <a:cubicBezTo>
                  <a:pt x="136755" y="52263"/>
                  <a:pt x="137748" y="53890"/>
                  <a:pt x="138441" y="55899"/>
                </a:cubicBezTo>
                <a:cubicBezTo>
                  <a:pt x="139135" y="57908"/>
                  <a:pt x="139482" y="60300"/>
                  <a:pt x="139482" y="63075"/>
                </a:cubicBezTo>
                <a:lnTo>
                  <a:pt x="139482" y="110219"/>
                </a:lnTo>
                <a:lnTo>
                  <a:pt x="159430" y="110219"/>
                </a:lnTo>
                <a:lnTo>
                  <a:pt x="159430" y="63218"/>
                </a:lnTo>
                <a:cubicBezTo>
                  <a:pt x="159430" y="57526"/>
                  <a:pt x="158749" y="52658"/>
                  <a:pt x="157385" y="48616"/>
                </a:cubicBezTo>
                <a:cubicBezTo>
                  <a:pt x="156022" y="44573"/>
                  <a:pt x="154120" y="41261"/>
                  <a:pt x="151681" y="38677"/>
                </a:cubicBezTo>
                <a:cubicBezTo>
                  <a:pt x="149241" y="36094"/>
                  <a:pt x="146323" y="34192"/>
                  <a:pt x="142926" y="32973"/>
                </a:cubicBezTo>
                <a:cubicBezTo>
                  <a:pt x="139530" y="31753"/>
                  <a:pt x="135798" y="31143"/>
                  <a:pt x="131732" y="31143"/>
                </a:cubicBezTo>
                <a:cubicBezTo>
                  <a:pt x="128957" y="31143"/>
                  <a:pt x="126326" y="31549"/>
                  <a:pt x="123839" y="32363"/>
                </a:cubicBezTo>
                <a:cubicBezTo>
                  <a:pt x="121351" y="33176"/>
                  <a:pt x="119079" y="34324"/>
                  <a:pt x="117022" y="35807"/>
                </a:cubicBezTo>
                <a:cubicBezTo>
                  <a:pt x="115682" y="36764"/>
                  <a:pt x="114403" y="37876"/>
                  <a:pt x="113183" y="39144"/>
                </a:cubicBezTo>
                <a:cubicBezTo>
                  <a:pt x="111963" y="40411"/>
                  <a:pt x="110851" y="41787"/>
                  <a:pt x="109846" y="43270"/>
                </a:cubicBezTo>
                <a:close/>
                <a:moveTo>
                  <a:pt x="228734" y="110219"/>
                </a:moveTo>
                <a:lnTo>
                  <a:pt x="246817" y="110219"/>
                </a:lnTo>
                <a:lnTo>
                  <a:pt x="246817" y="32578"/>
                </a:lnTo>
                <a:lnTo>
                  <a:pt x="226796" y="32578"/>
                </a:lnTo>
                <a:lnTo>
                  <a:pt x="226796" y="87042"/>
                </a:lnTo>
                <a:cubicBezTo>
                  <a:pt x="226174" y="88286"/>
                  <a:pt x="225433" y="89410"/>
                  <a:pt x="224572" y="90414"/>
                </a:cubicBezTo>
                <a:cubicBezTo>
                  <a:pt x="223711" y="91419"/>
                  <a:pt x="222730" y="92280"/>
                  <a:pt x="221630" y="92998"/>
                </a:cubicBezTo>
                <a:cubicBezTo>
                  <a:pt x="220338" y="93811"/>
                  <a:pt x="218843" y="94433"/>
                  <a:pt x="217145" y="94863"/>
                </a:cubicBezTo>
                <a:cubicBezTo>
                  <a:pt x="215447" y="95294"/>
                  <a:pt x="213545" y="95509"/>
                  <a:pt x="211440" y="95509"/>
                </a:cubicBezTo>
                <a:cubicBezTo>
                  <a:pt x="209096" y="95509"/>
                  <a:pt x="207111" y="95222"/>
                  <a:pt x="205484" y="94648"/>
                </a:cubicBezTo>
                <a:cubicBezTo>
                  <a:pt x="203858" y="94074"/>
                  <a:pt x="202542" y="93117"/>
                  <a:pt x="201538" y="91778"/>
                </a:cubicBezTo>
                <a:cubicBezTo>
                  <a:pt x="200533" y="90486"/>
                  <a:pt x="199804" y="88764"/>
                  <a:pt x="199349" y="86611"/>
                </a:cubicBezTo>
                <a:cubicBezTo>
                  <a:pt x="198895" y="84458"/>
                  <a:pt x="198667" y="81803"/>
                  <a:pt x="198667" y="78646"/>
                </a:cubicBezTo>
                <a:lnTo>
                  <a:pt x="198667" y="32578"/>
                </a:lnTo>
                <a:lnTo>
                  <a:pt x="178719" y="32578"/>
                </a:lnTo>
                <a:lnTo>
                  <a:pt x="178719" y="78503"/>
                </a:lnTo>
                <a:cubicBezTo>
                  <a:pt x="178719" y="84387"/>
                  <a:pt x="179377" y="89422"/>
                  <a:pt x="180692" y="93608"/>
                </a:cubicBezTo>
                <a:cubicBezTo>
                  <a:pt x="182008" y="97793"/>
                  <a:pt x="183862" y="101226"/>
                  <a:pt x="186253" y="103905"/>
                </a:cubicBezTo>
                <a:cubicBezTo>
                  <a:pt x="188645" y="106632"/>
                  <a:pt x="191516" y="108617"/>
                  <a:pt x="194864" y="109861"/>
                </a:cubicBezTo>
                <a:cubicBezTo>
                  <a:pt x="198213" y="111104"/>
                  <a:pt x="201897" y="111726"/>
                  <a:pt x="205915" y="111726"/>
                </a:cubicBezTo>
                <a:cubicBezTo>
                  <a:pt x="210316" y="111726"/>
                  <a:pt x="214370" y="110626"/>
                  <a:pt x="218078" y="108425"/>
                </a:cubicBezTo>
                <a:cubicBezTo>
                  <a:pt x="221785" y="106225"/>
                  <a:pt x="224955" y="103187"/>
                  <a:pt x="227586" y="99312"/>
                </a:cubicBezTo>
                <a:lnTo>
                  <a:pt x="228734" y="110219"/>
                </a:lnTo>
                <a:close/>
                <a:moveTo>
                  <a:pt x="266248" y="110219"/>
                </a:moveTo>
                <a:lnTo>
                  <a:pt x="286268" y="110219"/>
                </a:lnTo>
                <a:lnTo>
                  <a:pt x="286268" y="55038"/>
                </a:lnTo>
                <a:cubicBezTo>
                  <a:pt x="286938" y="53986"/>
                  <a:pt x="287680" y="53029"/>
                  <a:pt x="288493" y="52168"/>
                </a:cubicBezTo>
                <a:cubicBezTo>
                  <a:pt x="289306" y="51307"/>
                  <a:pt x="290215" y="50565"/>
                  <a:pt x="291220" y="49943"/>
                </a:cubicBezTo>
                <a:cubicBezTo>
                  <a:pt x="292463" y="49082"/>
                  <a:pt x="293887" y="48436"/>
                  <a:pt x="295489" y="48006"/>
                </a:cubicBezTo>
                <a:cubicBezTo>
                  <a:pt x="297092" y="47575"/>
                  <a:pt x="298850" y="47360"/>
                  <a:pt x="300763" y="47360"/>
                </a:cubicBezTo>
                <a:cubicBezTo>
                  <a:pt x="303060" y="47360"/>
                  <a:pt x="305117" y="47587"/>
                  <a:pt x="306935" y="48042"/>
                </a:cubicBezTo>
                <a:cubicBezTo>
                  <a:pt x="308752" y="48496"/>
                  <a:pt x="310307" y="49297"/>
                  <a:pt x="311599" y="50445"/>
                </a:cubicBezTo>
                <a:cubicBezTo>
                  <a:pt x="312890" y="51594"/>
                  <a:pt x="313883" y="53160"/>
                  <a:pt x="314577" y="55146"/>
                </a:cubicBezTo>
                <a:cubicBezTo>
                  <a:pt x="315270" y="57131"/>
                  <a:pt x="315617" y="59654"/>
                  <a:pt x="315617" y="62716"/>
                </a:cubicBezTo>
                <a:lnTo>
                  <a:pt x="315617" y="110219"/>
                </a:lnTo>
                <a:lnTo>
                  <a:pt x="335566" y="110219"/>
                </a:lnTo>
                <a:lnTo>
                  <a:pt x="335566" y="62429"/>
                </a:lnTo>
                <a:cubicBezTo>
                  <a:pt x="335566" y="56784"/>
                  <a:pt x="334908" y="51988"/>
                  <a:pt x="333592" y="48042"/>
                </a:cubicBezTo>
                <a:cubicBezTo>
                  <a:pt x="332277" y="44095"/>
                  <a:pt x="330447" y="40854"/>
                  <a:pt x="328103" y="38318"/>
                </a:cubicBezTo>
                <a:cubicBezTo>
                  <a:pt x="325711" y="35831"/>
                  <a:pt x="322889" y="34013"/>
                  <a:pt x="319636" y="32865"/>
                </a:cubicBezTo>
                <a:cubicBezTo>
                  <a:pt x="316383" y="31717"/>
                  <a:pt x="312795" y="31143"/>
                  <a:pt x="308872" y="31143"/>
                </a:cubicBezTo>
                <a:cubicBezTo>
                  <a:pt x="305810" y="31143"/>
                  <a:pt x="302916" y="31573"/>
                  <a:pt x="300189" y="32434"/>
                </a:cubicBezTo>
                <a:cubicBezTo>
                  <a:pt x="297463" y="33295"/>
                  <a:pt x="294951" y="34539"/>
                  <a:pt x="292655" y="36166"/>
                </a:cubicBezTo>
                <a:cubicBezTo>
                  <a:pt x="291315" y="37123"/>
                  <a:pt x="290048" y="38199"/>
                  <a:pt x="288852" y="39395"/>
                </a:cubicBezTo>
                <a:cubicBezTo>
                  <a:pt x="287656" y="40591"/>
                  <a:pt x="286555" y="41906"/>
                  <a:pt x="285551" y="43341"/>
                </a:cubicBezTo>
                <a:lnTo>
                  <a:pt x="284331" y="32578"/>
                </a:lnTo>
                <a:lnTo>
                  <a:pt x="266248" y="32578"/>
                </a:lnTo>
                <a:lnTo>
                  <a:pt x="266248" y="110219"/>
                </a:lnTo>
                <a:close/>
                <a:moveTo>
                  <a:pt x="383629" y="78144"/>
                </a:moveTo>
                <a:lnTo>
                  <a:pt x="405659" y="110219"/>
                </a:lnTo>
                <a:lnTo>
                  <a:pt x="430128" y="110219"/>
                </a:lnTo>
                <a:lnTo>
                  <a:pt x="396761" y="64940"/>
                </a:lnTo>
                <a:lnTo>
                  <a:pt x="426038" y="32578"/>
                </a:lnTo>
                <a:lnTo>
                  <a:pt x="402071" y="32578"/>
                </a:lnTo>
                <a:lnTo>
                  <a:pt x="380615" y="56114"/>
                </a:lnTo>
                <a:lnTo>
                  <a:pt x="374588" y="63003"/>
                </a:lnTo>
                <a:lnTo>
                  <a:pt x="374588" y="0"/>
                </a:lnTo>
                <a:lnTo>
                  <a:pt x="354639" y="0"/>
                </a:lnTo>
                <a:lnTo>
                  <a:pt x="354639" y="110219"/>
                </a:lnTo>
                <a:lnTo>
                  <a:pt x="374588" y="110219"/>
                </a:lnTo>
                <a:lnTo>
                  <a:pt x="374588" y="86539"/>
                </a:lnTo>
                <a:lnTo>
                  <a:pt x="383629" y="78144"/>
                </a:lnTo>
                <a:close/>
                <a:moveTo>
                  <a:pt x="508544" y="125791"/>
                </a:moveTo>
                <a:lnTo>
                  <a:pt x="508544" y="110219"/>
                </a:lnTo>
                <a:lnTo>
                  <a:pt x="443101" y="110219"/>
                </a:lnTo>
                <a:lnTo>
                  <a:pt x="443101" y="125791"/>
                </a:lnTo>
                <a:lnTo>
                  <a:pt x="508544" y="125791"/>
                </a:lnTo>
                <a:close/>
                <a:moveTo>
                  <a:pt x="534937" y="0"/>
                </a:moveTo>
                <a:lnTo>
                  <a:pt x="534937" y="16289"/>
                </a:lnTo>
                <a:lnTo>
                  <a:pt x="558186" y="16289"/>
                </a:lnTo>
                <a:lnTo>
                  <a:pt x="558186" y="94002"/>
                </a:lnTo>
                <a:lnTo>
                  <a:pt x="534937" y="94002"/>
                </a:lnTo>
                <a:lnTo>
                  <a:pt x="534937" y="110219"/>
                </a:lnTo>
                <a:lnTo>
                  <a:pt x="600595" y="110219"/>
                </a:lnTo>
                <a:lnTo>
                  <a:pt x="600595" y="94002"/>
                </a:lnTo>
                <a:lnTo>
                  <a:pt x="578350" y="94002"/>
                </a:lnTo>
                <a:lnTo>
                  <a:pt x="578350" y="0"/>
                </a:lnTo>
                <a:lnTo>
                  <a:pt x="534937" y="0"/>
                </a:lnTo>
                <a:close/>
                <a:moveTo>
                  <a:pt x="656623" y="111655"/>
                </a:moveTo>
                <a:cubicBezTo>
                  <a:pt x="664133" y="111655"/>
                  <a:pt x="670639" y="110195"/>
                  <a:pt x="676141" y="107277"/>
                </a:cubicBezTo>
                <a:cubicBezTo>
                  <a:pt x="681642" y="104359"/>
                  <a:pt x="685661" y="101106"/>
                  <a:pt x="688196" y="97518"/>
                </a:cubicBezTo>
                <a:lnTo>
                  <a:pt x="678222" y="86755"/>
                </a:lnTo>
                <a:cubicBezTo>
                  <a:pt x="675926" y="89721"/>
                  <a:pt x="672936" y="91945"/>
                  <a:pt x="669252" y="93428"/>
                </a:cubicBezTo>
                <a:cubicBezTo>
                  <a:pt x="665569" y="94911"/>
                  <a:pt x="661765" y="95653"/>
                  <a:pt x="657843" y="95653"/>
                </a:cubicBezTo>
                <a:cubicBezTo>
                  <a:pt x="655068" y="95653"/>
                  <a:pt x="652509" y="95222"/>
                  <a:pt x="650165" y="94361"/>
                </a:cubicBezTo>
                <a:cubicBezTo>
                  <a:pt x="647821" y="93500"/>
                  <a:pt x="645740" y="92280"/>
                  <a:pt x="643922" y="90701"/>
                </a:cubicBezTo>
                <a:cubicBezTo>
                  <a:pt x="642152" y="89171"/>
                  <a:pt x="640741" y="87460"/>
                  <a:pt x="639688" y="85571"/>
                </a:cubicBezTo>
                <a:cubicBezTo>
                  <a:pt x="638636" y="83681"/>
                  <a:pt x="637775" y="81182"/>
                  <a:pt x="637105" y="78072"/>
                </a:cubicBezTo>
                <a:lnTo>
                  <a:pt x="637105" y="77857"/>
                </a:lnTo>
                <a:lnTo>
                  <a:pt x="689775" y="77857"/>
                </a:lnTo>
                <a:lnTo>
                  <a:pt x="689775" y="69389"/>
                </a:lnTo>
                <a:cubicBezTo>
                  <a:pt x="689775" y="63697"/>
                  <a:pt x="688985" y="58494"/>
                  <a:pt x="687407" y="53782"/>
                </a:cubicBezTo>
                <a:cubicBezTo>
                  <a:pt x="685828" y="49070"/>
                  <a:pt x="683532" y="45040"/>
                  <a:pt x="680518" y="41691"/>
                </a:cubicBezTo>
                <a:cubicBezTo>
                  <a:pt x="677456" y="38342"/>
                  <a:pt x="673737" y="35747"/>
                  <a:pt x="669360" y="33905"/>
                </a:cubicBezTo>
                <a:cubicBezTo>
                  <a:pt x="664983" y="32064"/>
                  <a:pt x="659995" y="31143"/>
                  <a:pt x="654398" y="31143"/>
                </a:cubicBezTo>
                <a:cubicBezTo>
                  <a:pt x="648993" y="31143"/>
                  <a:pt x="643994" y="32123"/>
                  <a:pt x="639401" y="34085"/>
                </a:cubicBezTo>
                <a:cubicBezTo>
                  <a:pt x="634809" y="36046"/>
                  <a:pt x="630838" y="38797"/>
                  <a:pt x="627489" y="42337"/>
                </a:cubicBezTo>
                <a:cubicBezTo>
                  <a:pt x="624141" y="45877"/>
                  <a:pt x="621533" y="50099"/>
                  <a:pt x="619668" y="55002"/>
                </a:cubicBezTo>
                <a:cubicBezTo>
                  <a:pt x="617802" y="59905"/>
                  <a:pt x="616869" y="65323"/>
                  <a:pt x="616869" y="71255"/>
                </a:cubicBezTo>
                <a:lnTo>
                  <a:pt x="616869" y="74125"/>
                </a:lnTo>
                <a:cubicBezTo>
                  <a:pt x="616869" y="79340"/>
                  <a:pt x="617814" y="84231"/>
                  <a:pt x="619704" y="88800"/>
                </a:cubicBezTo>
                <a:cubicBezTo>
                  <a:pt x="621593" y="93368"/>
                  <a:pt x="624284" y="97327"/>
                  <a:pt x="627776" y="100676"/>
                </a:cubicBezTo>
                <a:cubicBezTo>
                  <a:pt x="631269" y="104072"/>
                  <a:pt x="635454" y="106751"/>
                  <a:pt x="640334" y="108713"/>
                </a:cubicBezTo>
                <a:cubicBezTo>
                  <a:pt x="645213" y="110674"/>
                  <a:pt x="650643" y="111655"/>
                  <a:pt x="656623" y="111655"/>
                </a:cubicBezTo>
                <a:moveTo>
                  <a:pt x="654255" y="47288"/>
                </a:moveTo>
                <a:cubicBezTo>
                  <a:pt x="656790" y="47288"/>
                  <a:pt x="659027" y="47683"/>
                  <a:pt x="660964" y="48472"/>
                </a:cubicBezTo>
                <a:cubicBezTo>
                  <a:pt x="662902" y="49261"/>
                  <a:pt x="664540" y="50326"/>
                  <a:pt x="665880" y="51665"/>
                </a:cubicBezTo>
                <a:cubicBezTo>
                  <a:pt x="667219" y="53053"/>
                  <a:pt x="668271" y="54679"/>
                  <a:pt x="669037" y="56545"/>
                </a:cubicBezTo>
                <a:cubicBezTo>
                  <a:pt x="669802" y="58411"/>
                  <a:pt x="670185" y="60396"/>
                  <a:pt x="670185" y="62501"/>
                </a:cubicBezTo>
                <a:lnTo>
                  <a:pt x="670185" y="64079"/>
                </a:lnTo>
                <a:lnTo>
                  <a:pt x="637464" y="64079"/>
                </a:lnTo>
                <a:cubicBezTo>
                  <a:pt x="637942" y="61544"/>
                  <a:pt x="638660" y="59248"/>
                  <a:pt x="639616" y="57191"/>
                </a:cubicBezTo>
                <a:cubicBezTo>
                  <a:pt x="640573" y="55134"/>
                  <a:pt x="641769" y="53364"/>
                  <a:pt x="643204" y="51881"/>
                </a:cubicBezTo>
                <a:cubicBezTo>
                  <a:pt x="644592" y="50398"/>
                  <a:pt x="646218" y="49261"/>
                  <a:pt x="648084" y="48472"/>
                </a:cubicBezTo>
                <a:cubicBezTo>
                  <a:pt x="649949" y="47683"/>
                  <a:pt x="652006" y="47288"/>
                  <a:pt x="654255" y="47288"/>
                </a:cubicBezTo>
                <a:close/>
                <a:moveTo>
                  <a:pt x="707126" y="110219"/>
                </a:moveTo>
                <a:lnTo>
                  <a:pt x="727146" y="110219"/>
                </a:lnTo>
                <a:lnTo>
                  <a:pt x="727146" y="55038"/>
                </a:lnTo>
                <a:cubicBezTo>
                  <a:pt x="727816" y="53986"/>
                  <a:pt x="728557" y="53029"/>
                  <a:pt x="729371" y="52168"/>
                </a:cubicBezTo>
                <a:cubicBezTo>
                  <a:pt x="730184" y="51307"/>
                  <a:pt x="731093" y="50565"/>
                  <a:pt x="732097" y="49943"/>
                </a:cubicBezTo>
                <a:cubicBezTo>
                  <a:pt x="733341" y="49082"/>
                  <a:pt x="734764" y="48436"/>
                  <a:pt x="736367" y="48006"/>
                </a:cubicBezTo>
                <a:cubicBezTo>
                  <a:pt x="737970" y="47575"/>
                  <a:pt x="739728" y="47360"/>
                  <a:pt x="741641" y="47360"/>
                </a:cubicBezTo>
                <a:cubicBezTo>
                  <a:pt x="743937" y="47360"/>
                  <a:pt x="745994" y="47587"/>
                  <a:pt x="747812" y="48042"/>
                </a:cubicBezTo>
                <a:cubicBezTo>
                  <a:pt x="749630" y="48496"/>
                  <a:pt x="751185" y="49297"/>
                  <a:pt x="752476" y="50445"/>
                </a:cubicBezTo>
                <a:cubicBezTo>
                  <a:pt x="753768" y="51594"/>
                  <a:pt x="754761" y="53160"/>
                  <a:pt x="755454" y="55146"/>
                </a:cubicBezTo>
                <a:cubicBezTo>
                  <a:pt x="756148" y="57131"/>
                  <a:pt x="756495" y="59654"/>
                  <a:pt x="756495" y="62716"/>
                </a:cubicBezTo>
                <a:lnTo>
                  <a:pt x="756495" y="110219"/>
                </a:lnTo>
                <a:lnTo>
                  <a:pt x="776443" y="110219"/>
                </a:lnTo>
                <a:lnTo>
                  <a:pt x="776443" y="62429"/>
                </a:lnTo>
                <a:cubicBezTo>
                  <a:pt x="776443" y="56784"/>
                  <a:pt x="775786" y="51988"/>
                  <a:pt x="774470" y="48042"/>
                </a:cubicBezTo>
                <a:cubicBezTo>
                  <a:pt x="773155" y="44095"/>
                  <a:pt x="771325" y="40854"/>
                  <a:pt x="768981" y="38318"/>
                </a:cubicBezTo>
                <a:cubicBezTo>
                  <a:pt x="766589" y="35831"/>
                  <a:pt x="763766" y="34013"/>
                  <a:pt x="760513" y="32865"/>
                </a:cubicBezTo>
                <a:cubicBezTo>
                  <a:pt x="757260" y="31717"/>
                  <a:pt x="753672" y="31143"/>
                  <a:pt x="749750" y="31143"/>
                </a:cubicBezTo>
                <a:cubicBezTo>
                  <a:pt x="746688" y="31143"/>
                  <a:pt x="743794" y="31573"/>
                  <a:pt x="741067" y="32434"/>
                </a:cubicBezTo>
                <a:cubicBezTo>
                  <a:pt x="738340" y="33295"/>
                  <a:pt x="735829" y="34539"/>
                  <a:pt x="733533" y="36166"/>
                </a:cubicBezTo>
                <a:cubicBezTo>
                  <a:pt x="732193" y="37123"/>
                  <a:pt x="730925" y="38199"/>
                  <a:pt x="729729" y="39395"/>
                </a:cubicBezTo>
                <a:cubicBezTo>
                  <a:pt x="728533" y="40591"/>
                  <a:pt x="727433" y="41906"/>
                  <a:pt x="726429" y="43341"/>
                </a:cubicBezTo>
                <a:lnTo>
                  <a:pt x="725209" y="32578"/>
                </a:lnTo>
                <a:lnTo>
                  <a:pt x="707126" y="32578"/>
                </a:lnTo>
                <a:lnTo>
                  <a:pt x="707126" y="110219"/>
                </a:lnTo>
                <a:close/>
                <a:moveTo>
                  <a:pt x="912430" y="46355"/>
                </a:moveTo>
                <a:lnTo>
                  <a:pt x="892481" y="69820"/>
                </a:lnTo>
                <a:lnTo>
                  <a:pt x="905326" y="78646"/>
                </a:lnTo>
                <a:lnTo>
                  <a:pt x="920467" y="52742"/>
                </a:lnTo>
                <a:lnTo>
                  <a:pt x="935607" y="79435"/>
                </a:lnTo>
                <a:lnTo>
                  <a:pt x="948380" y="70179"/>
                </a:lnTo>
                <a:lnTo>
                  <a:pt x="929149" y="47001"/>
                </a:lnTo>
                <a:lnTo>
                  <a:pt x="957709" y="40471"/>
                </a:lnTo>
                <a:lnTo>
                  <a:pt x="952973" y="25474"/>
                </a:lnTo>
                <a:lnTo>
                  <a:pt x="926279" y="37170"/>
                </a:lnTo>
                <a:lnTo>
                  <a:pt x="929078" y="5741"/>
                </a:lnTo>
                <a:lnTo>
                  <a:pt x="913363" y="5741"/>
                </a:lnTo>
                <a:lnTo>
                  <a:pt x="915946" y="36668"/>
                </a:lnTo>
                <a:lnTo>
                  <a:pt x="889037" y="24756"/>
                </a:lnTo>
                <a:lnTo>
                  <a:pt x="884301" y="39467"/>
                </a:lnTo>
                <a:lnTo>
                  <a:pt x="912430" y="46355"/>
                </a:ln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3744D-ED0C-412F-9A7D-02661BAC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9562" y="1749551"/>
            <a:ext cx="264490" cy="193759"/>
          </a:xfrm>
          <a:custGeom xmlns:a="http://schemas.openxmlformats.org/drawingml/2006/main">
            <a:pathLst>
              <a:path w="264490" h="193759">
                <a:moveTo>
                  <a:pt x="0" y="0"/>
                </a:moveTo>
                <a:lnTo>
                  <a:pt x="264490" y="0"/>
                </a:lnTo>
                <a:lnTo>
                  <a:pt x="264490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len;">
            <a:extLst xmlns:a="http://schemas.openxmlformats.org/drawingml/2006/main">
              <a:ext uri="{FF2B5EF4-FFF2-40B4-BE49-F238E27FC236}">
                <a16:creationId xmlns:a16="http://schemas.microsoft.com/office/drawing/2014/main" id="{BBC0B0AB-90EA-44DF-897F-A76BD5D0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842" y="1793277"/>
            <a:ext cx="311993" cy="139353"/>
          </a:xfrm>
          <a:custGeom xmlns:a="http://schemas.openxmlformats.org/drawingml/2006/main">
            <a:pathLst>
              <a:path w="311993" h="139353">
                <a:moveTo>
                  <a:pt x="0" y="0"/>
                </a:moveTo>
                <a:lnTo>
                  <a:pt x="0" y="16289"/>
                </a:lnTo>
                <a:lnTo>
                  <a:pt x="23249" y="16289"/>
                </a:lnTo>
                <a:lnTo>
                  <a:pt x="23249" y="94002"/>
                </a:lnTo>
                <a:lnTo>
                  <a:pt x="0" y="94002"/>
                </a:lnTo>
                <a:lnTo>
                  <a:pt x="0" y="110219"/>
                </a:lnTo>
                <a:lnTo>
                  <a:pt x="65658" y="110219"/>
                </a:lnTo>
                <a:lnTo>
                  <a:pt x="65658" y="94002"/>
                </a:lnTo>
                <a:lnTo>
                  <a:pt x="43413" y="94002"/>
                </a:lnTo>
                <a:lnTo>
                  <a:pt x="43413" y="0"/>
                </a:lnTo>
                <a:lnTo>
                  <a:pt x="0" y="0"/>
                </a:lnTo>
                <a:close/>
                <a:moveTo>
                  <a:pt x="121685" y="111655"/>
                </a:moveTo>
                <a:cubicBezTo>
                  <a:pt x="129196" y="111655"/>
                  <a:pt x="135702" y="110195"/>
                  <a:pt x="141203" y="107277"/>
                </a:cubicBezTo>
                <a:cubicBezTo>
                  <a:pt x="146705" y="104359"/>
                  <a:pt x="150723" y="101106"/>
                  <a:pt x="153259" y="97518"/>
                </a:cubicBezTo>
                <a:lnTo>
                  <a:pt x="143284" y="86755"/>
                </a:lnTo>
                <a:cubicBezTo>
                  <a:pt x="140988" y="89721"/>
                  <a:pt x="137998" y="91945"/>
                  <a:pt x="134315" y="93428"/>
                </a:cubicBezTo>
                <a:cubicBezTo>
                  <a:pt x="130631" y="94911"/>
                  <a:pt x="126828" y="95653"/>
                  <a:pt x="122905" y="95653"/>
                </a:cubicBezTo>
                <a:cubicBezTo>
                  <a:pt x="120131" y="95653"/>
                  <a:pt x="117571" y="95222"/>
                  <a:pt x="115227" y="94361"/>
                </a:cubicBezTo>
                <a:cubicBezTo>
                  <a:pt x="112883" y="93500"/>
                  <a:pt x="110802" y="92280"/>
                  <a:pt x="108984" y="90701"/>
                </a:cubicBezTo>
                <a:cubicBezTo>
                  <a:pt x="107214" y="89171"/>
                  <a:pt x="105803" y="87460"/>
                  <a:pt x="104751" y="85571"/>
                </a:cubicBezTo>
                <a:cubicBezTo>
                  <a:pt x="103698" y="83681"/>
                  <a:pt x="102837" y="81182"/>
                  <a:pt x="102167" y="78072"/>
                </a:cubicBezTo>
                <a:lnTo>
                  <a:pt x="102167" y="77857"/>
                </a:lnTo>
                <a:lnTo>
                  <a:pt x="154837" y="77857"/>
                </a:lnTo>
                <a:lnTo>
                  <a:pt x="154837" y="69389"/>
                </a:lnTo>
                <a:cubicBezTo>
                  <a:pt x="154837" y="63697"/>
                  <a:pt x="154048" y="58494"/>
                  <a:pt x="152469" y="53782"/>
                </a:cubicBezTo>
                <a:cubicBezTo>
                  <a:pt x="150891" y="49070"/>
                  <a:pt x="148594" y="45040"/>
                  <a:pt x="145581" y="41691"/>
                </a:cubicBezTo>
                <a:cubicBezTo>
                  <a:pt x="142519" y="38342"/>
                  <a:pt x="138800" y="35747"/>
                  <a:pt x="134422" y="33905"/>
                </a:cubicBezTo>
                <a:cubicBezTo>
                  <a:pt x="130045" y="32064"/>
                  <a:pt x="125058" y="31143"/>
                  <a:pt x="119461" y="31143"/>
                </a:cubicBezTo>
                <a:cubicBezTo>
                  <a:pt x="114055" y="31143"/>
                  <a:pt x="109056" y="32123"/>
                  <a:pt x="104464" y="34085"/>
                </a:cubicBezTo>
                <a:cubicBezTo>
                  <a:pt x="99871" y="36046"/>
                  <a:pt x="95901" y="38797"/>
                  <a:pt x="92552" y="42337"/>
                </a:cubicBezTo>
                <a:cubicBezTo>
                  <a:pt x="89203" y="45877"/>
                  <a:pt x="86596" y="50099"/>
                  <a:pt x="84730" y="55002"/>
                </a:cubicBezTo>
                <a:cubicBezTo>
                  <a:pt x="82865" y="59905"/>
                  <a:pt x="81932" y="65323"/>
                  <a:pt x="81932" y="71255"/>
                </a:cubicBezTo>
                <a:lnTo>
                  <a:pt x="81932" y="74125"/>
                </a:lnTo>
                <a:cubicBezTo>
                  <a:pt x="81932" y="79340"/>
                  <a:pt x="82877" y="84231"/>
                  <a:pt x="84766" y="88800"/>
                </a:cubicBezTo>
                <a:cubicBezTo>
                  <a:pt x="86656" y="93368"/>
                  <a:pt x="89347" y="97327"/>
                  <a:pt x="92839" y="100676"/>
                </a:cubicBezTo>
                <a:cubicBezTo>
                  <a:pt x="96331" y="104072"/>
                  <a:pt x="100517" y="106751"/>
                  <a:pt x="105397" y="108713"/>
                </a:cubicBezTo>
                <a:cubicBezTo>
                  <a:pt x="110276" y="110674"/>
                  <a:pt x="115706" y="111655"/>
                  <a:pt x="121685" y="111655"/>
                </a:cubicBezTo>
                <a:moveTo>
                  <a:pt x="119317" y="47288"/>
                </a:moveTo>
                <a:cubicBezTo>
                  <a:pt x="121853" y="47288"/>
                  <a:pt x="124089" y="47683"/>
                  <a:pt x="126027" y="48472"/>
                </a:cubicBezTo>
                <a:cubicBezTo>
                  <a:pt x="127964" y="49261"/>
                  <a:pt x="129603" y="50326"/>
                  <a:pt x="130942" y="51665"/>
                </a:cubicBezTo>
                <a:cubicBezTo>
                  <a:pt x="132282" y="53053"/>
                  <a:pt x="133334" y="54679"/>
                  <a:pt x="134099" y="56545"/>
                </a:cubicBezTo>
                <a:cubicBezTo>
                  <a:pt x="134865" y="58411"/>
                  <a:pt x="135248" y="60396"/>
                  <a:pt x="135248" y="62501"/>
                </a:cubicBezTo>
                <a:lnTo>
                  <a:pt x="135248" y="64079"/>
                </a:lnTo>
                <a:lnTo>
                  <a:pt x="102526" y="64079"/>
                </a:lnTo>
                <a:cubicBezTo>
                  <a:pt x="103005" y="61544"/>
                  <a:pt x="103722" y="59248"/>
                  <a:pt x="104679" y="57191"/>
                </a:cubicBezTo>
                <a:cubicBezTo>
                  <a:pt x="105636" y="55134"/>
                  <a:pt x="106832" y="53364"/>
                  <a:pt x="108267" y="51881"/>
                </a:cubicBezTo>
                <a:cubicBezTo>
                  <a:pt x="109654" y="50398"/>
                  <a:pt x="111281" y="49261"/>
                  <a:pt x="113146" y="48472"/>
                </a:cubicBezTo>
                <a:cubicBezTo>
                  <a:pt x="115012" y="47683"/>
                  <a:pt x="117069" y="47288"/>
                  <a:pt x="119317" y="47288"/>
                </a:cubicBezTo>
                <a:close/>
                <a:moveTo>
                  <a:pt x="172189" y="110219"/>
                </a:moveTo>
                <a:lnTo>
                  <a:pt x="192209" y="110219"/>
                </a:lnTo>
                <a:lnTo>
                  <a:pt x="192209" y="55038"/>
                </a:lnTo>
                <a:cubicBezTo>
                  <a:pt x="192879" y="53986"/>
                  <a:pt x="193621" y="53029"/>
                  <a:pt x="194434" y="52168"/>
                </a:cubicBezTo>
                <a:cubicBezTo>
                  <a:pt x="195247" y="51307"/>
                  <a:pt x="196156" y="50565"/>
                  <a:pt x="197161" y="49943"/>
                </a:cubicBezTo>
                <a:cubicBezTo>
                  <a:pt x="198404" y="49082"/>
                  <a:pt x="199828" y="48436"/>
                  <a:pt x="201430" y="48006"/>
                </a:cubicBezTo>
                <a:cubicBezTo>
                  <a:pt x="203033" y="47575"/>
                  <a:pt x="204791" y="47360"/>
                  <a:pt x="206704" y="47360"/>
                </a:cubicBezTo>
                <a:cubicBezTo>
                  <a:pt x="209001" y="47360"/>
                  <a:pt x="211058" y="47587"/>
                  <a:pt x="212875" y="48042"/>
                </a:cubicBezTo>
                <a:cubicBezTo>
                  <a:pt x="214693" y="48496"/>
                  <a:pt x="216248" y="49297"/>
                  <a:pt x="217540" y="50445"/>
                </a:cubicBezTo>
                <a:cubicBezTo>
                  <a:pt x="218831" y="51594"/>
                  <a:pt x="219824" y="53160"/>
                  <a:pt x="220518" y="55146"/>
                </a:cubicBezTo>
                <a:cubicBezTo>
                  <a:pt x="221211" y="57131"/>
                  <a:pt x="221558" y="59654"/>
                  <a:pt x="221558" y="62716"/>
                </a:cubicBezTo>
                <a:lnTo>
                  <a:pt x="221558" y="110219"/>
                </a:lnTo>
                <a:lnTo>
                  <a:pt x="241507" y="110219"/>
                </a:lnTo>
                <a:lnTo>
                  <a:pt x="241507" y="62429"/>
                </a:lnTo>
                <a:cubicBezTo>
                  <a:pt x="241507" y="56784"/>
                  <a:pt x="240849" y="51988"/>
                  <a:pt x="239533" y="48042"/>
                </a:cubicBezTo>
                <a:cubicBezTo>
                  <a:pt x="238218" y="44095"/>
                  <a:pt x="236388" y="40854"/>
                  <a:pt x="234044" y="38318"/>
                </a:cubicBezTo>
                <a:cubicBezTo>
                  <a:pt x="231652" y="35831"/>
                  <a:pt x="228829" y="34013"/>
                  <a:pt x="225576" y="32865"/>
                </a:cubicBezTo>
                <a:cubicBezTo>
                  <a:pt x="222323" y="31717"/>
                  <a:pt x="218736" y="31143"/>
                  <a:pt x="214813" y="31143"/>
                </a:cubicBezTo>
                <a:cubicBezTo>
                  <a:pt x="211751" y="31143"/>
                  <a:pt x="208857" y="31573"/>
                  <a:pt x="206130" y="32434"/>
                </a:cubicBezTo>
                <a:cubicBezTo>
                  <a:pt x="203403" y="33295"/>
                  <a:pt x="200892" y="34539"/>
                  <a:pt x="198596" y="36166"/>
                </a:cubicBezTo>
                <a:cubicBezTo>
                  <a:pt x="197256" y="37123"/>
                  <a:pt x="195989" y="38199"/>
                  <a:pt x="194793" y="39395"/>
                </a:cubicBezTo>
                <a:cubicBezTo>
                  <a:pt x="193597" y="40591"/>
                  <a:pt x="192496" y="41906"/>
                  <a:pt x="191492" y="43341"/>
                </a:cubicBezTo>
                <a:lnTo>
                  <a:pt x="190272" y="32578"/>
                </a:lnTo>
                <a:lnTo>
                  <a:pt x="172189" y="32578"/>
                </a:lnTo>
                <a:lnTo>
                  <a:pt x="172189" y="110219"/>
                </a:lnTo>
                <a:close/>
                <a:moveTo>
                  <a:pt x="284295" y="39395"/>
                </a:moveTo>
                <a:cubicBezTo>
                  <a:pt x="284295" y="43078"/>
                  <a:pt x="285538" y="46164"/>
                  <a:pt x="288026" y="48652"/>
                </a:cubicBezTo>
                <a:cubicBezTo>
                  <a:pt x="290514" y="51139"/>
                  <a:pt x="293886" y="52383"/>
                  <a:pt x="298144" y="52383"/>
                </a:cubicBezTo>
                <a:cubicBezTo>
                  <a:pt x="302354" y="52383"/>
                  <a:pt x="305714" y="51151"/>
                  <a:pt x="308226" y="48687"/>
                </a:cubicBezTo>
                <a:cubicBezTo>
                  <a:pt x="310737" y="46224"/>
                  <a:pt x="311993" y="43126"/>
                  <a:pt x="311993" y="39395"/>
                </a:cubicBezTo>
                <a:cubicBezTo>
                  <a:pt x="311993" y="35663"/>
                  <a:pt x="310761" y="32530"/>
                  <a:pt x="308298" y="29995"/>
                </a:cubicBezTo>
                <a:cubicBezTo>
                  <a:pt x="305834" y="27459"/>
                  <a:pt x="302449" y="26191"/>
                  <a:pt x="298144" y="26191"/>
                </a:cubicBezTo>
                <a:cubicBezTo>
                  <a:pt x="293791" y="26191"/>
                  <a:pt x="290394" y="27471"/>
                  <a:pt x="287954" y="30030"/>
                </a:cubicBezTo>
                <a:cubicBezTo>
                  <a:pt x="285515" y="32590"/>
                  <a:pt x="284295" y="35711"/>
                  <a:pt x="284295" y="39395"/>
                </a:cubicBezTo>
                <a:moveTo>
                  <a:pt x="306611" y="108641"/>
                </a:moveTo>
                <a:lnTo>
                  <a:pt x="306683" y="92782"/>
                </a:lnTo>
                <a:lnTo>
                  <a:pt x="287954" y="92782"/>
                </a:lnTo>
                <a:lnTo>
                  <a:pt x="287954" y="109574"/>
                </a:lnTo>
                <a:cubicBezTo>
                  <a:pt x="287954" y="114836"/>
                  <a:pt x="287332" y="119345"/>
                  <a:pt x="286089" y="123100"/>
                </a:cubicBezTo>
                <a:cubicBezTo>
                  <a:pt x="284845" y="126855"/>
                  <a:pt x="283314" y="130455"/>
                  <a:pt x="281496" y="133899"/>
                </a:cubicBezTo>
                <a:lnTo>
                  <a:pt x="292044" y="139353"/>
                </a:lnTo>
                <a:cubicBezTo>
                  <a:pt x="296350" y="135526"/>
                  <a:pt x="299854" y="130814"/>
                  <a:pt x="302557" y="125217"/>
                </a:cubicBezTo>
                <a:cubicBezTo>
                  <a:pt x="305260" y="119620"/>
                  <a:pt x="306611" y="114094"/>
                  <a:pt x="306611" y="108641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3EFC79-B5BE-4558-942D-18A2B580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437" y="1938766"/>
            <a:ext cx="793471" cy="176351"/>
          </a:xfrm>
          <a:custGeom xmlns:a="http://schemas.openxmlformats.org/drawingml/2006/main">
            <a:pathLst>
              <a:path w="793471" h="176351">
                <a:moveTo>
                  <a:pt x="0" y="0"/>
                </a:moveTo>
                <a:lnTo>
                  <a:pt x="793471" y="0"/>
                </a:lnTo>
                <a:lnTo>
                  <a:pt x="793471" y="176351"/>
                </a:lnTo>
                <a:lnTo>
                  <a:pt x="0" y="176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sub_406BB9(">
            <a:extLst xmlns:a="http://schemas.openxmlformats.org/drawingml/2006/main">
              <a:ext uri="{FF2B5EF4-FFF2-40B4-BE49-F238E27FC236}">
                <a16:creationId xmlns:a16="http://schemas.microsoft.com/office/drawing/2014/main" id="{A36D9B16-61CB-40C6-940F-A0BBAC8B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418" y="1963672"/>
            <a:ext cx="937368" cy="148968"/>
          </a:xfrm>
          <a:custGeom xmlns:a="http://schemas.openxmlformats.org/drawingml/2006/main">
            <a:pathLst>
              <a:path w="937368" h="148968">
                <a:moveTo>
                  <a:pt x="51450" y="94863"/>
                </a:moveTo>
                <a:cubicBezTo>
                  <a:pt x="51450" y="96059"/>
                  <a:pt x="51151" y="97160"/>
                  <a:pt x="50553" y="98164"/>
                </a:cubicBezTo>
                <a:cubicBezTo>
                  <a:pt x="49955" y="99169"/>
                  <a:pt x="49058" y="100054"/>
                  <a:pt x="47862" y="100819"/>
                </a:cubicBezTo>
                <a:cubicBezTo>
                  <a:pt x="46618" y="101585"/>
                  <a:pt x="45028" y="102195"/>
                  <a:pt x="43090" y="102649"/>
                </a:cubicBezTo>
                <a:cubicBezTo>
                  <a:pt x="41153" y="103103"/>
                  <a:pt x="38893" y="103331"/>
                  <a:pt x="36309" y="103331"/>
                </a:cubicBezTo>
                <a:cubicBezTo>
                  <a:pt x="34157" y="103331"/>
                  <a:pt x="32064" y="103115"/>
                  <a:pt x="30030" y="102685"/>
                </a:cubicBezTo>
                <a:cubicBezTo>
                  <a:pt x="27997" y="102254"/>
                  <a:pt x="26191" y="101561"/>
                  <a:pt x="24613" y="100604"/>
                </a:cubicBezTo>
                <a:cubicBezTo>
                  <a:pt x="23034" y="99695"/>
                  <a:pt x="21743" y="98487"/>
                  <a:pt x="20738" y="96980"/>
                </a:cubicBezTo>
                <a:cubicBezTo>
                  <a:pt x="19733" y="95473"/>
                  <a:pt x="19159" y="93667"/>
                  <a:pt x="19016" y="91562"/>
                </a:cubicBezTo>
                <a:lnTo>
                  <a:pt x="0" y="91562"/>
                </a:lnTo>
                <a:cubicBezTo>
                  <a:pt x="0" y="94720"/>
                  <a:pt x="777" y="97865"/>
                  <a:pt x="2332" y="100999"/>
                </a:cubicBezTo>
                <a:cubicBezTo>
                  <a:pt x="3887" y="104132"/>
                  <a:pt x="6171" y="106919"/>
                  <a:pt x="9185" y="109358"/>
                </a:cubicBezTo>
                <a:cubicBezTo>
                  <a:pt x="12199" y="111846"/>
                  <a:pt x="15942" y="113855"/>
                  <a:pt x="20415" y="115386"/>
                </a:cubicBezTo>
                <a:cubicBezTo>
                  <a:pt x="24888" y="116917"/>
                  <a:pt x="30042" y="117682"/>
                  <a:pt x="35879" y="117682"/>
                </a:cubicBezTo>
                <a:cubicBezTo>
                  <a:pt x="41189" y="117682"/>
                  <a:pt x="45997" y="117096"/>
                  <a:pt x="50302" y="115924"/>
                </a:cubicBezTo>
                <a:cubicBezTo>
                  <a:pt x="54607" y="114752"/>
                  <a:pt x="58291" y="113114"/>
                  <a:pt x="61353" y="111009"/>
                </a:cubicBezTo>
                <a:cubicBezTo>
                  <a:pt x="64366" y="108904"/>
                  <a:pt x="66699" y="106404"/>
                  <a:pt x="68349" y="103510"/>
                </a:cubicBezTo>
                <a:cubicBezTo>
                  <a:pt x="69999" y="100616"/>
                  <a:pt x="70825" y="97447"/>
                  <a:pt x="70825" y="94002"/>
                </a:cubicBezTo>
                <a:cubicBezTo>
                  <a:pt x="70825" y="90271"/>
                  <a:pt x="69999" y="87054"/>
                  <a:pt x="68349" y="84351"/>
                </a:cubicBezTo>
                <a:cubicBezTo>
                  <a:pt x="66699" y="81648"/>
                  <a:pt x="64414" y="79340"/>
                  <a:pt x="61496" y="77426"/>
                </a:cubicBezTo>
                <a:cubicBezTo>
                  <a:pt x="58578" y="75561"/>
                  <a:pt x="55110" y="74030"/>
                  <a:pt x="51091" y="72834"/>
                </a:cubicBezTo>
                <a:cubicBezTo>
                  <a:pt x="47073" y="71638"/>
                  <a:pt x="42720" y="70657"/>
                  <a:pt x="38031" y="69892"/>
                </a:cubicBezTo>
                <a:cubicBezTo>
                  <a:pt x="34778" y="69413"/>
                  <a:pt x="32099" y="68851"/>
                  <a:pt x="29995" y="68205"/>
                </a:cubicBezTo>
                <a:cubicBezTo>
                  <a:pt x="27890" y="67560"/>
                  <a:pt x="26239" y="66830"/>
                  <a:pt x="25043" y="66017"/>
                </a:cubicBezTo>
                <a:cubicBezTo>
                  <a:pt x="23800" y="65251"/>
                  <a:pt x="22938" y="64378"/>
                  <a:pt x="22460" y="63398"/>
                </a:cubicBezTo>
                <a:cubicBezTo>
                  <a:pt x="21982" y="62417"/>
                  <a:pt x="21743" y="61353"/>
                  <a:pt x="21743" y="60204"/>
                </a:cubicBezTo>
                <a:cubicBezTo>
                  <a:pt x="21743" y="59056"/>
                  <a:pt x="22018" y="57968"/>
                  <a:pt x="22568" y="56940"/>
                </a:cubicBezTo>
                <a:cubicBezTo>
                  <a:pt x="23118" y="55911"/>
                  <a:pt x="23919" y="55014"/>
                  <a:pt x="24972" y="54249"/>
                </a:cubicBezTo>
                <a:cubicBezTo>
                  <a:pt x="26120" y="53388"/>
                  <a:pt x="27603" y="52718"/>
                  <a:pt x="29421" y="52239"/>
                </a:cubicBezTo>
                <a:cubicBezTo>
                  <a:pt x="31238" y="51761"/>
                  <a:pt x="33367" y="51522"/>
                  <a:pt x="35807" y="51522"/>
                </a:cubicBezTo>
                <a:cubicBezTo>
                  <a:pt x="38677" y="51522"/>
                  <a:pt x="41129" y="51881"/>
                  <a:pt x="43162" y="52598"/>
                </a:cubicBezTo>
                <a:cubicBezTo>
                  <a:pt x="45195" y="53316"/>
                  <a:pt x="46810" y="54273"/>
                  <a:pt x="48006" y="55468"/>
                </a:cubicBezTo>
                <a:cubicBezTo>
                  <a:pt x="48867" y="56377"/>
                  <a:pt x="49513" y="57394"/>
                  <a:pt x="49943" y="58518"/>
                </a:cubicBezTo>
                <a:cubicBezTo>
                  <a:pt x="50374" y="59642"/>
                  <a:pt x="50589" y="60850"/>
                  <a:pt x="50589" y="62142"/>
                </a:cubicBezTo>
                <a:lnTo>
                  <a:pt x="70538" y="62142"/>
                </a:lnTo>
                <a:cubicBezTo>
                  <a:pt x="70538" y="58554"/>
                  <a:pt x="69748" y="55229"/>
                  <a:pt x="68170" y="52168"/>
                </a:cubicBezTo>
                <a:cubicBezTo>
                  <a:pt x="66591" y="49106"/>
                  <a:pt x="64319" y="46451"/>
                  <a:pt x="61353" y="44203"/>
                </a:cubicBezTo>
                <a:cubicBezTo>
                  <a:pt x="58339" y="42002"/>
                  <a:pt x="54679" y="40268"/>
                  <a:pt x="50374" y="39000"/>
                </a:cubicBezTo>
                <a:cubicBezTo>
                  <a:pt x="46068" y="37732"/>
                  <a:pt x="41213" y="37099"/>
                  <a:pt x="35807" y="37099"/>
                </a:cubicBezTo>
                <a:cubicBezTo>
                  <a:pt x="30640" y="37099"/>
                  <a:pt x="26000" y="37744"/>
                  <a:pt x="21886" y="39036"/>
                </a:cubicBezTo>
                <a:cubicBezTo>
                  <a:pt x="17772" y="40328"/>
                  <a:pt x="14280" y="42074"/>
                  <a:pt x="11409" y="44274"/>
                </a:cubicBezTo>
                <a:cubicBezTo>
                  <a:pt x="8539" y="46475"/>
                  <a:pt x="6339" y="49034"/>
                  <a:pt x="4808" y="51952"/>
                </a:cubicBezTo>
                <a:cubicBezTo>
                  <a:pt x="3277" y="54871"/>
                  <a:pt x="2512" y="57932"/>
                  <a:pt x="2512" y="61137"/>
                </a:cubicBezTo>
                <a:cubicBezTo>
                  <a:pt x="2512" y="64438"/>
                  <a:pt x="3265" y="67356"/>
                  <a:pt x="4772" y="69892"/>
                </a:cubicBezTo>
                <a:cubicBezTo>
                  <a:pt x="6279" y="72427"/>
                  <a:pt x="8372" y="74652"/>
                  <a:pt x="11051" y="76565"/>
                </a:cubicBezTo>
                <a:cubicBezTo>
                  <a:pt x="13730" y="78527"/>
                  <a:pt x="16947" y="80189"/>
                  <a:pt x="20702" y="81552"/>
                </a:cubicBezTo>
                <a:cubicBezTo>
                  <a:pt x="24457" y="82916"/>
                  <a:pt x="28607" y="84052"/>
                  <a:pt x="33152" y="84961"/>
                </a:cubicBezTo>
                <a:cubicBezTo>
                  <a:pt x="36740" y="85631"/>
                  <a:pt x="39706" y="86300"/>
                  <a:pt x="42050" y="86970"/>
                </a:cubicBezTo>
                <a:cubicBezTo>
                  <a:pt x="44394" y="87640"/>
                  <a:pt x="46284" y="88357"/>
                  <a:pt x="47719" y="89123"/>
                </a:cubicBezTo>
                <a:cubicBezTo>
                  <a:pt x="49106" y="89936"/>
                  <a:pt x="50075" y="90797"/>
                  <a:pt x="50625" y="91706"/>
                </a:cubicBezTo>
                <a:cubicBezTo>
                  <a:pt x="51175" y="92615"/>
                  <a:pt x="51450" y="93667"/>
                  <a:pt x="51450" y="94863"/>
                </a:cubicBezTo>
                <a:close/>
                <a:moveTo>
                  <a:pt x="140199" y="116175"/>
                </a:moveTo>
                <a:lnTo>
                  <a:pt x="158282" y="116175"/>
                </a:lnTo>
                <a:lnTo>
                  <a:pt x="158282" y="38534"/>
                </a:lnTo>
                <a:lnTo>
                  <a:pt x="138262" y="38534"/>
                </a:lnTo>
                <a:lnTo>
                  <a:pt x="138262" y="92998"/>
                </a:lnTo>
                <a:cubicBezTo>
                  <a:pt x="137640" y="94241"/>
                  <a:pt x="136899" y="95366"/>
                  <a:pt x="136038" y="96370"/>
                </a:cubicBezTo>
                <a:cubicBezTo>
                  <a:pt x="135176" y="97375"/>
                  <a:pt x="134196" y="98236"/>
                  <a:pt x="133095" y="98954"/>
                </a:cubicBezTo>
                <a:cubicBezTo>
                  <a:pt x="131804" y="99767"/>
                  <a:pt x="130309" y="100389"/>
                  <a:pt x="128611" y="100819"/>
                </a:cubicBezTo>
                <a:cubicBezTo>
                  <a:pt x="126912" y="101250"/>
                  <a:pt x="125011" y="101465"/>
                  <a:pt x="122906" y="101465"/>
                </a:cubicBezTo>
                <a:cubicBezTo>
                  <a:pt x="120562" y="101465"/>
                  <a:pt x="118577" y="101178"/>
                  <a:pt x="116950" y="100604"/>
                </a:cubicBezTo>
                <a:cubicBezTo>
                  <a:pt x="115324" y="100030"/>
                  <a:pt x="114008" y="99073"/>
                  <a:pt x="113003" y="97734"/>
                </a:cubicBezTo>
                <a:cubicBezTo>
                  <a:pt x="111999" y="96442"/>
                  <a:pt x="111269" y="94720"/>
                  <a:pt x="110815" y="92567"/>
                </a:cubicBezTo>
                <a:cubicBezTo>
                  <a:pt x="110360" y="90414"/>
                  <a:pt x="110133" y="87759"/>
                  <a:pt x="110133" y="84602"/>
                </a:cubicBezTo>
                <a:lnTo>
                  <a:pt x="110133" y="38534"/>
                </a:lnTo>
                <a:lnTo>
                  <a:pt x="90185" y="38534"/>
                </a:lnTo>
                <a:lnTo>
                  <a:pt x="90185" y="84459"/>
                </a:lnTo>
                <a:cubicBezTo>
                  <a:pt x="90185" y="90343"/>
                  <a:pt x="90842" y="95378"/>
                  <a:pt x="92158" y="99563"/>
                </a:cubicBezTo>
                <a:cubicBezTo>
                  <a:pt x="93473" y="103749"/>
                  <a:pt x="95327" y="107182"/>
                  <a:pt x="97719" y="109861"/>
                </a:cubicBezTo>
                <a:cubicBezTo>
                  <a:pt x="100111" y="112587"/>
                  <a:pt x="102981" y="114573"/>
                  <a:pt x="106330" y="115817"/>
                </a:cubicBezTo>
                <a:cubicBezTo>
                  <a:pt x="109679" y="117060"/>
                  <a:pt x="113362" y="117682"/>
                  <a:pt x="117381" y="117682"/>
                </a:cubicBezTo>
                <a:cubicBezTo>
                  <a:pt x="121782" y="117682"/>
                  <a:pt x="125836" y="116582"/>
                  <a:pt x="129543" y="114381"/>
                </a:cubicBezTo>
                <a:cubicBezTo>
                  <a:pt x="133251" y="112181"/>
                  <a:pt x="136420" y="109143"/>
                  <a:pt x="139051" y="105268"/>
                </a:cubicBezTo>
                <a:lnTo>
                  <a:pt x="140199" y="116175"/>
                </a:lnTo>
                <a:close/>
                <a:moveTo>
                  <a:pt x="247678" y="78144"/>
                </a:moveTo>
                <a:lnTo>
                  <a:pt x="247678" y="76637"/>
                </a:lnTo>
                <a:cubicBezTo>
                  <a:pt x="247678" y="71949"/>
                  <a:pt x="247259" y="67548"/>
                  <a:pt x="246422" y="63434"/>
                </a:cubicBezTo>
                <a:cubicBezTo>
                  <a:pt x="245585" y="59319"/>
                  <a:pt x="244305" y="55612"/>
                  <a:pt x="242583" y="52311"/>
                </a:cubicBezTo>
                <a:cubicBezTo>
                  <a:pt x="241483" y="50254"/>
                  <a:pt x="240215" y="48353"/>
                  <a:pt x="238780" y="46606"/>
                </a:cubicBezTo>
                <a:cubicBezTo>
                  <a:pt x="237345" y="44860"/>
                  <a:pt x="235742" y="43365"/>
                  <a:pt x="233972" y="42122"/>
                </a:cubicBezTo>
                <a:cubicBezTo>
                  <a:pt x="231772" y="40495"/>
                  <a:pt x="229272" y="39251"/>
                  <a:pt x="226473" y="38390"/>
                </a:cubicBezTo>
                <a:cubicBezTo>
                  <a:pt x="223675" y="37529"/>
                  <a:pt x="220601" y="37099"/>
                  <a:pt x="217253" y="37099"/>
                </a:cubicBezTo>
                <a:cubicBezTo>
                  <a:pt x="214813" y="37099"/>
                  <a:pt x="212553" y="37350"/>
                  <a:pt x="210472" y="37852"/>
                </a:cubicBezTo>
                <a:cubicBezTo>
                  <a:pt x="208391" y="38354"/>
                  <a:pt x="206465" y="39108"/>
                  <a:pt x="204695" y="40112"/>
                </a:cubicBezTo>
                <a:cubicBezTo>
                  <a:pt x="203451" y="40782"/>
                  <a:pt x="202279" y="41583"/>
                  <a:pt x="201179" y="42516"/>
                </a:cubicBezTo>
                <a:cubicBezTo>
                  <a:pt x="200079" y="43449"/>
                  <a:pt x="199050" y="44466"/>
                  <a:pt x="198093" y="45566"/>
                </a:cubicBezTo>
                <a:lnTo>
                  <a:pt x="198093" y="5956"/>
                </a:lnTo>
                <a:lnTo>
                  <a:pt x="178145" y="5956"/>
                </a:lnTo>
                <a:lnTo>
                  <a:pt x="178145" y="116175"/>
                </a:lnTo>
                <a:lnTo>
                  <a:pt x="196084" y="116175"/>
                </a:lnTo>
                <a:lnTo>
                  <a:pt x="197017" y="107923"/>
                </a:lnTo>
                <a:cubicBezTo>
                  <a:pt x="197830" y="108976"/>
                  <a:pt x="198691" y="109944"/>
                  <a:pt x="199600" y="110829"/>
                </a:cubicBezTo>
                <a:cubicBezTo>
                  <a:pt x="200509" y="111714"/>
                  <a:pt x="201490" y="112516"/>
                  <a:pt x="202542" y="113233"/>
                </a:cubicBezTo>
                <a:cubicBezTo>
                  <a:pt x="204504" y="114668"/>
                  <a:pt x="206716" y="115757"/>
                  <a:pt x="209180" y="116498"/>
                </a:cubicBezTo>
                <a:cubicBezTo>
                  <a:pt x="211644" y="117240"/>
                  <a:pt x="214382" y="117610"/>
                  <a:pt x="217396" y="117610"/>
                </a:cubicBezTo>
                <a:cubicBezTo>
                  <a:pt x="220697" y="117610"/>
                  <a:pt x="223723" y="117192"/>
                  <a:pt x="226473" y="116355"/>
                </a:cubicBezTo>
                <a:cubicBezTo>
                  <a:pt x="229224" y="115518"/>
                  <a:pt x="231700" y="114310"/>
                  <a:pt x="233900" y="112731"/>
                </a:cubicBezTo>
                <a:cubicBezTo>
                  <a:pt x="236340" y="111057"/>
                  <a:pt x="238457" y="108952"/>
                  <a:pt x="240251" y="106416"/>
                </a:cubicBezTo>
                <a:cubicBezTo>
                  <a:pt x="242045" y="103881"/>
                  <a:pt x="243492" y="101058"/>
                  <a:pt x="244592" y="97949"/>
                </a:cubicBezTo>
                <a:cubicBezTo>
                  <a:pt x="245597" y="95126"/>
                  <a:pt x="246362" y="92053"/>
                  <a:pt x="246888" y="88728"/>
                </a:cubicBezTo>
                <a:cubicBezTo>
                  <a:pt x="247415" y="85403"/>
                  <a:pt x="247678" y="81875"/>
                  <a:pt x="247678" y="78144"/>
                </a:cubicBezTo>
                <a:moveTo>
                  <a:pt x="227729" y="76637"/>
                </a:moveTo>
                <a:lnTo>
                  <a:pt x="227729" y="78144"/>
                </a:lnTo>
                <a:cubicBezTo>
                  <a:pt x="227729" y="80153"/>
                  <a:pt x="227646" y="82091"/>
                  <a:pt x="227478" y="83956"/>
                </a:cubicBezTo>
                <a:cubicBezTo>
                  <a:pt x="227311" y="85822"/>
                  <a:pt x="227036" y="87544"/>
                  <a:pt x="226653" y="89123"/>
                </a:cubicBezTo>
                <a:cubicBezTo>
                  <a:pt x="226174" y="91275"/>
                  <a:pt x="225469" y="93201"/>
                  <a:pt x="224536" y="94899"/>
                </a:cubicBezTo>
                <a:cubicBezTo>
                  <a:pt x="223603" y="96597"/>
                  <a:pt x="222395" y="97973"/>
                  <a:pt x="220912" y="99025"/>
                </a:cubicBezTo>
                <a:cubicBezTo>
                  <a:pt x="219860" y="99791"/>
                  <a:pt x="218616" y="100389"/>
                  <a:pt x="217181" y="100819"/>
                </a:cubicBezTo>
                <a:cubicBezTo>
                  <a:pt x="215746" y="101250"/>
                  <a:pt x="214143" y="101465"/>
                  <a:pt x="212373" y="101465"/>
                </a:cubicBezTo>
                <a:cubicBezTo>
                  <a:pt x="210316" y="101465"/>
                  <a:pt x="208486" y="101226"/>
                  <a:pt x="206884" y="100747"/>
                </a:cubicBezTo>
                <a:cubicBezTo>
                  <a:pt x="205281" y="100269"/>
                  <a:pt x="203882" y="99575"/>
                  <a:pt x="202686" y="98666"/>
                </a:cubicBezTo>
                <a:cubicBezTo>
                  <a:pt x="201681" y="97949"/>
                  <a:pt x="200808" y="97100"/>
                  <a:pt x="200067" y="96119"/>
                </a:cubicBezTo>
                <a:cubicBezTo>
                  <a:pt x="199325" y="95138"/>
                  <a:pt x="198667" y="94050"/>
                  <a:pt x="198093" y="92854"/>
                </a:cubicBezTo>
                <a:lnTo>
                  <a:pt x="198093" y="61927"/>
                </a:lnTo>
                <a:cubicBezTo>
                  <a:pt x="198524" y="61018"/>
                  <a:pt x="199002" y="60169"/>
                  <a:pt x="199529" y="59379"/>
                </a:cubicBezTo>
                <a:cubicBezTo>
                  <a:pt x="200055" y="58590"/>
                  <a:pt x="200629" y="57884"/>
                  <a:pt x="201251" y="57262"/>
                </a:cubicBezTo>
                <a:cubicBezTo>
                  <a:pt x="202542" y="55971"/>
                  <a:pt x="204097" y="54990"/>
                  <a:pt x="205915" y="54320"/>
                </a:cubicBezTo>
                <a:cubicBezTo>
                  <a:pt x="207733" y="53651"/>
                  <a:pt x="209838" y="53316"/>
                  <a:pt x="212230" y="53316"/>
                </a:cubicBezTo>
                <a:cubicBezTo>
                  <a:pt x="214000" y="53316"/>
                  <a:pt x="215578" y="53519"/>
                  <a:pt x="216966" y="53926"/>
                </a:cubicBezTo>
                <a:cubicBezTo>
                  <a:pt x="218353" y="54332"/>
                  <a:pt x="219597" y="54942"/>
                  <a:pt x="220697" y="55756"/>
                </a:cubicBezTo>
                <a:cubicBezTo>
                  <a:pt x="222371" y="57047"/>
                  <a:pt x="223627" y="58470"/>
                  <a:pt x="224464" y="60025"/>
                </a:cubicBezTo>
                <a:cubicBezTo>
                  <a:pt x="225301" y="61580"/>
                  <a:pt x="225983" y="63338"/>
                  <a:pt x="226509" y="65299"/>
                </a:cubicBezTo>
                <a:cubicBezTo>
                  <a:pt x="226940" y="66974"/>
                  <a:pt x="227251" y="68768"/>
                  <a:pt x="227442" y="70681"/>
                </a:cubicBezTo>
                <a:cubicBezTo>
                  <a:pt x="227634" y="72595"/>
                  <a:pt x="227729" y="74580"/>
                  <a:pt x="227729" y="76637"/>
                </a:cubicBezTo>
                <a:close/>
                <a:moveTo>
                  <a:pt x="331835" y="131747"/>
                </a:moveTo>
                <a:lnTo>
                  <a:pt x="331835" y="116175"/>
                </a:lnTo>
                <a:lnTo>
                  <a:pt x="266392" y="116175"/>
                </a:lnTo>
                <a:lnTo>
                  <a:pt x="266392" y="131747"/>
                </a:lnTo>
                <a:lnTo>
                  <a:pt x="331835" y="131747"/>
                </a:lnTo>
                <a:close/>
                <a:moveTo>
                  <a:pt x="412333" y="77355"/>
                </a:moveTo>
                <a:lnTo>
                  <a:pt x="412333" y="11696"/>
                </a:lnTo>
                <a:lnTo>
                  <a:pt x="392097" y="11696"/>
                </a:lnTo>
                <a:lnTo>
                  <a:pt x="348181" y="81014"/>
                </a:lnTo>
                <a:lnTo>
                  <a:pt x="348971" y="93500"/>
                </a:lnTo>
                <a:lnTo>
                  <a:pt x="392384" y="93500"/>
                </a:lnTo>
                <a:lnTo>
                  <a:pt x="392384" y="116175"/>
                </a:lnTo>
                <a:lnTo>
                  <a:pt x="412333" y="116175"/>
                </a:lnTo>
                <a:lnTo>
                  <a:pt x="412333" y="93500"/>
                </a:lnTo>
                <a:lnTo>
                  <a:pt x="424460" y="93500"/>
                </a:lnTo>
                <a:lnTo>
                  <a:pt x="424460" y="77355"/>
                </a:lnTo>
                <a:lnTo>
                  <a:pt x="412333" y="77355"/>
                </a:lnTo>
                <a:moveTo>
                  <a:pt x="367771" y="77355"/>
                </a:moveTo>
                <a:lnTo>
                  <a:pt x="390446" y="41978"/>
                </a:lnTo>
                <a:lnTo>
                  <a:pt x="392384" y="38534"/>
                </a:lnTo>
                <a:lnTo>
                  <a:pt x="392384" y="77355"/>
                </a:lnTo>
                <a:lnTo>
                  <a:pt x="367771" y="77355"/>
                </a:lnTo>
                <a:close/>
                <a:moveTo>
                  <a:pt x="510267" y="76422"/>
                </a:moveTo>
                <a:lnTo>
                  <a:pt x="510267" y="51450"/>
                </a:lnTo>
                <a:cubicBezTo>
                  <a:pt x="510267" y="44705"/>
                  <a:pt x="509477" y="38761"/>
                  <a:pt x="507899" y="33618"/>
                </a:cubicBezTo>
                <a:cubicBezTo>
                  <a:pt x="506320" y="28476"/>
                  <a:pt x="504072" y="24158"/>
                  <a:pt x="501154" y="20666"/>
                </a:cubicBezTo>
                <a:cubicBezTo>
                  <a:pt x="498188" y="17222"/>
                  <a:pt x="494600" y="14615"/>
                  <a:pt x="490390" y="12845"/>
                </a:cubicBezTo>
                <a:cubicBezTo>
                  <a:pt x="486180" y="11075"/>
                  <a:pt x="481444" y="10190"/>
                  <a:pt x="476182" y="10190"/>
                </a:cubicBezTo>
                <a:cubicBezTo>
                  <a:pt x="470968" y="10190"/>
                  <a:pt x="466268" y="11075"/>
                  <a:pt x="462082" y="12845"/>
                </a:cubicBezTo>
                <a:cubicBezTo>
                  <a:pt x="457896" y="14615"/>
                  <a:pt x="454344" y="17222"/>
                  <a:pt x="451426" y="20666"/>
                </a:cubicBezTo>
                <a:cubicBezTo>
                  <a:pt x="448460" y="24158"/>
                  <a:pt x="446187" y="28476"/>
                  <a:pt x="444609" y="33618"/>
                </a:cubicBezTo>
                <a:cubicBezTo>
                  <a:pt x="443030" y="38761"/>
                  <a:pt x="442241" y="44705"/>
                  <a:pt x="442241" y="51450"/>
                </a:cubicBezTo>
                <a:lnTo>
                  <a:pt x="442241" y="76422"/>
                </a:lnTo>
                <a:cubicBezTo>
                  <a:pt x="442241" y="83167"/>
                  <a:pt x="443042" y="89111"/>
                  <a:pt x="444645" y="94253"/>
                </a:cubicBezTo>
                <a:cubicBezTo>
                  <a:pt x="446247" y="99396"/>
                  <a:pt x="448532" y="103689"/>
                  <a:pt x="451497" y="107134"/>
                </a:cubicBezTo>
                <a:cubicBezTo>
                  <a:pt x="454416" y="110626"/>
                  <a:pt x="457980" y="113257"/>
                  <a:pt x="462189" y="115027"/>
                </a:cubicBezTo>
                <a:cubicBezTo>
                  <a:pt x="466399" y="116797"/>
                  <a:pt x="471111" y="117682"/>
                  <a:pt x="476326" y="117682"/>
                </a:cubicBezTo>
                <a:cubicBezTo>
                  <a:pt x="481588" y="117682"/>
                  <a:pt x="486324" y="116797"/>
                  <a:pt x="490534" y="115027"/>
                </a:cubicBezTo>
                <a:cubicBezTo>
                  <a:pt x="494743" y="113257"/>
                  <a:pt x="498307" y="110626"/>
                  <a:pt x="501225" y="107134"/>
                </a:cubicBezTo>
                <a:cubicBezTo>
                  <a:pt x="504144" y="103689"/>
                  <a:pt x="506380" y="99396"/>
                  <a:pt x="507935" y="94253"/>
                </a:cubicBezTo>
                <a:cubicBezTo>
                  <a:pt x="509489" y="89111"/>
                  <a:pt x="510267" y="83167"/>
                  <a:pt x="510267" y="76422"/>
                </a:cubicBezTo>
                <a:moveTo>
                  <a:pt x="462333" y="67811"/>
                </a:moveTo>
                <a:cubicBezTo>
                  <a:pt x="462333" y="66328"/>
                  <a:pt x="462333" y="65204"/>
                  <a:pt x="462333" y="64438"/>
                </a:cubicBezTo>
                <a:cubicBezTo>
                  <a:pt x="462333" y="63673"/>
                  <a:pt x="462333" y="62142"/>
                  <a:pt x="462333" y="59846"/>
                </a:cubicBezTo>
                <a:lnTo>
                  <a:pt x="462333" y="48293"/>
                </a:lnTo>
                <a:cubicBezTo>
                  <a:pt x="462333" y="44418"/>
                  <a:pt x="462632" y="41069"/>
                  <a:pt x="463230" y="38247"/>
                </a:cubicBezTo>
                <a:cubicBezTo>
                  <a:pt x="463828" y="35424"/>
                  <a:pt x="464749" y="33128"/>
                  <a:pt x="465992" y="31358"/>
                </a:cubicBezTo>
                <a:cubicBezTo>
                  <a:pt x="467141" y="29684"/>
                  <a:pt x="468564" y="28428"/>
                  <a:pt x="470262" y="27591"/>
                </a:cubicBezTo>
                <a:cubicBezTo>
                  <a:pt x="471960" y="26754"/>
                  <a:pt x="473934" y="26335"/>
                  <a:pt x="476182" y="26335"/>
                </a:cubicBezTo>
                <a:cubicBezTo>
                  <a:pt x="478191" y="26335"/>
                  <a:pt x="479997" y="26658"/>
                  <a:pt x="481600" y="27304"/>
                </a:cubicBezTo>
                <a:cubicBezTo>
                  <a:pt x="483202" y="27950"/>
                  <a:pt x="484554" y="28942"/>
                  <a:pt x="485654" y="30282"/>
                </a:cubicBezTo>
                <a:cubicBezTo>
                  <a:pt x="487089" y="31956"/>
                  <a:pt x="488178" y="34192"/>
                  <a:pt x="488919" y="36991"/>
                </a:cubicBezTo>
                <a:cubicBezTo>
                  <a:pt x="489660" y="39789"/>
                  <a:pt x="490079" y="43150"/>
                  <a:pt x="490175" y="47073"/>
                </a:cubicBezTo>
                <a:lnTo>
                  <a:pt x="462333" y="67811"/>
                </a:lnTo>
                <a:moveTo>
                  <a:pt x="490175" y="79435"/>
                </a:moveTo>
                <a:cubicBezTo>
                  <a:pt x="490175" y="83310"/>
                  <a:pt x="489876" y="86671"/>
                  <a:pt x="489278" y="89517"/>
                </a:cubicBezTo>
                <a:cubicBezTo>
                  <a:pt x="488680" y="92364"/>
                  <a:pt x="487783" y="94696"/>
                  <a:pt x="486587" y="96514"/>
                </a:cubicBezTo>
                <a:cubicBezTo>
                  <a:pt x="485439" y="98236"/>
                  <a:pt x="484004" y="99516"/>
                  <a:pt x="482281" y="100353"/>
                </a:cubicBezTo>
                <a:cubicBezTo>
                  <a:pt x="480559" y="101190"/>
                  <a:pt x="478574" y="101609"/>
                  <a:pt x="476326" y="101609"/>
                </a:cubicBezTo>
                <a:cubicBezTo>
                  <a:pt x="473886" y="101609"/>
                  <a:pt x="471781" y="101130"/>
                  <a:pt x="470011" y="100173"/>
                </a:cubicBezTo>
                <a:cubicBezTo>
                  <a:pt x="468241" y="99217"/>
                  <a:pt x="466782" y="97758"/>
                  <a:pt x="465634" y="95796"/>
                </a:cubicBezTo>
                <a:cubicBezTo>
                  <a:pt x="464629" y="94170"/>
                  <a:pt x="463852" y="92137"/>
                  <a:pt x="463302" y="89697"/>
                </a:cubicBezTo>
                <a:cubicBezTo>
                  <a:pt x="462751" y="87257"/>
                  <a:pt x="462429" y="84459"/>
                  <a:pt x="462333" y="81301"/>
                </a:cubicBezTo>
                <a:lnTo>
                  <a:pt x="490175" y="60635"/>
                </a:lnTo>
                <a:cubicBezTo>
                  <a:pt x="490175" y="62022"/>
                  <a:pt x="490175" y="63087"/>
                  <a:pt x="490175" y="63828"/>
                </a:cubicBezTo>
                <a:cubicBezTo>
                  <a:pt x="490175" y="64570"/>
                  <a:pt x="490175" y="65730"/>
                  <a:pt x="490175" y="67308"/>
                </a:cubicBezTo>
                <a:lnTo>
                  <a:pt x="490175" y="79435"/>
                </a:lnTo>
                <a:close/>
                <a:moveTo>
                  <a:pt x="583373" y="10835"/>
                </a:moveTo>
                <a:lnTo>
                  <a:pt x="580718" y="10835"/>
                </a:lnTo>
                <a:cubicBezTo>
                  <a:pt x="572059" y="10835"/>
                  <a:pt x="564429" y="12282"/>
                  <a:pt x="557827" y="15177"/>
                </a:cubicBezTo>
                <a:cubicBezTo>
                  <a:pt x="551226" y="18071"/>
                  <a:pt x="545700" y="22077"/>
                  <a:pt x="541251" y="27196"/>
                </a:cubicBezTo>
                <a:cubicBezTo>
                  <a:pt x="536802" y="32363"/>
                  <a:pt x="533454" y="38474"/>
                  <a:pt x="531205" y="45530"/>
                </a:cubicBezTo>
                <a:cubicBezTo>
                  <a:pt x="528957" y="52586"/>
                  <a:pt x="527833" y="60252"/>
                  <a:pt x="527833" y="68528"/>
                </a:cubicBezTo>
                <a:lnTo>
                  <a:pt x="527833" y="76206"/>
                </a:lnTo>
                <a:cubicBezTo>
                  <a:pt x="527833" y="82186"/>
                  <a:pt x="528682" y="87700"/>
                  <a:pt x="530380" y="92746"/>
                </a:cubicBezTo>
                <a:cubicBezTo>
                  <a:pt x="532078" y="97793"/>
                  <a:pt x="534506" y="102159"/>
                  <a:pt x="537664" y="105842"/>
                </a:cubicBezTo>
                <a:cubicBezTo>
                  <a:pt x="540773" y="109526"/>
                  <a:pt x="544576" y="112408"/>
                  <a:pt x="549073" y="114489"/>
                </a:cubicBezTo>
                <a:cubicBezTo>
                  <a:pt x="553570" y="116570"/>
                  <a:pt x="558617" y="117610"/>
                  <a:pt x="564214" y="117610"/>
                </a:cubicBezTo>
                <a:cubicBezTo>
                  <a:pt x="569572" y="117610"/>
                  <a:pt x="574403" y="116690"/>
                  <a:pt x="578709" y="114848"/>
                </a:cubicBezTo>
                <a:cubicBezTo>
                  <a:pt x="583014" y="113006"/>
                  <a:pt x="586674" y="110483"/>
                  <a:pt x="589688" y="107277"/>
                </a:cubicBezTo>
                <a:cubicBezTo>
                  <a:pt x="592702" y="104072"/>
                  <a:pt x="595022" y="100293"/>
                  <a:pt x="596648" y="95940"/>
                </a:cubicBezTo>
                <a:cubicBezTo>
                  <a:pt x="598275" y="91586"/>
                  <a:pt x="599088" y="86874"/>
                  <a:pt x="599088" y="81803"/>
                </a:cubicBezTo>
                <a:cubicBezTo>
                  <a:pt x="599088" y="77067"/>
                  <a:pt x="598478" y="72559"/>
                  <a:pt x="597258" y="68277"/>
                </a:cubicBezTo>
                <a:cubicBezTo>
                  <a:pt x="596038" y="63996"/>
                  <a:pt x="594185" y="60228"/>
                  <a:pt x="591697" y="56975"/>
                </a:cubicBezTo>
                <a:cubicBezTo>
                  <a:pt x="589209" y="53770"/>
                  <a:pt x="586112" y="51223"/>
                  <a:pt x="582404" y="49333"/>
                </a:cubicBezTo>
                <a:cubicBezTo>
                  <a:pt x="578697" y="47444"/>
                  <a:pt x="574356" y="46499"/>
                  <a:pt x="569380" y="46499"/>
                </a:cubicBezTo>
                <a:cubicBezTo>
                  <a:pt x="566941" y="46499"/>
                  <a:pt x="564668" y="46786"/>
                  <a:pt x="562563" y="47360"/>
                </a:cubicBezTo>
                <a:cubicBezTo>
                  <a:pt x="560459" y="47934"/>
                  <a:pt x="558521" y="48675"/>
                  <a:pt x="556751" y="49584"/>
                </a:cubicBezTo>
                <a:cubicBezTo>
                  <a:pt x="554933" y="50541"/>
                  <a:pt x="553307" y="51606"/>
                  <a:pt x="551872" y="52778"/>
                </a:cubicBezTo>
                <a:cubicBezTo>
                  <a:pt x="550436" y="53950"/>
                  <a:pt x="549169" y="55134"/>
                  <a:pt x="548068" y="56330"/>
                </a:cubicBezTo>
                <a:cubicBezTo>
                  <a:pt x="548499" y="51976"/>
                  <a:pt x="549539" y="48030"/>
                  <a:pt x="551190" y="44490"/>
                </a:cubicBezTo>
                <a:cubicBezTo>
                  <a:pt x="552840" y="40950"/>
                  <a:pt x="555101" y="37912"/>
                  <a:pt x="557971" y="35376"/>
                </a:cubicBezTo>
                <a:cubicBezTo>
                  <a:pt x="560793" y="32841"/>
                  <a:pt x="564226" y="30880"/>
                  <a:pt x="568268" y="29492"/>
                </a:cubicBezTo>
                <a:cubicBezTo>
                  <a:pt x="572310" y="28105"/>
                  <a:pt x="576963" y="27411"/>
                  <a:pt x="582225" y="27411"/>
                </a:cubicBezTo>
                <a:lnTo>
                  <a:pt x="583373" y="27411"/>
                </a:lnTo>
                <a:lnTo>
                  <a:pt x="583373" y="10835"/>
                </a:lnTo>
                <a:moveTo>
                  <a:pt x="563568" y="62501"/>
                </a:moveTo>
                <a:cubicBezTo>
                  <a:pt x="566056" y="62501"/>
                  <a:pt x="568268" y="62991"/>
                  <a:pt x="570206" y="63972"/>
                </a:cubicBezTo>
                <a:cubicBezTo>
                  <a:pt x="572143" y="64952"/>
                  <a:pt x="573781" y="66304"/>
                  <a:pt x="575121" y="68026"/>
                </a:cubicBezTo>
                <a:cubicBezTo>
                  <a:pt x="576460" y="69796"/>
                  <a:pt x="577489" y="71877"/>
                  <a:pt x="578207" y="74269"/>
                </a:cubicBezTo>
                <a:cubicBezTo>
                  <a:pt x="578924" y="76661"/>
                  <a:pt x="579283" y="79268"/>
                  <a:pt x="579283" y="82091"/>
                </a:cubicBezTo>
                <a:cubicBezTo>
                  <a:pt x="579283" y="84913"/>
                  <a:pt x="578924" y="87508"/>
                  <a:pt x="578207" y="89876"/>
                </a:cubicBezTo>
                <a:cubicBezTo>
                  <a:pt x="577489" y="92244"/>
                  <a:pt x="576460" y="94289"/>
                  <a:pt x="575121" y="96011"/>
                </a:cubicBezTo>
                <a:cubicBezTo>
                  <a:pt x="573781" y="97734"/>
                  <a:pt x="572155" y="99085"/>
                  <a:pt x="570241" y="100066"/>
                </a:cubicBezTo>
                <a:cubicBezTo>
                  <a:pt x="568328" y="101046"/>
                  <a:pt x="566199" y="101537"/>
                  <a:pt x="563855" y="101537"/>
                </a:cubicBezTo>
                <a:cubicBezTo>
                  <a:pt x="561559" y="101537"/>
                  <a:pt x="559430" y="101058"/>
                  <a:pt x="557469" y="100102"/>
                </a:cubicBezTo>
                <a:cubicBezTo>
                  <a:pt x="555507" y="99145"/>
                  <a:pt x="553809" y="97710"/>
                  <a:pt x="552374" y="95796"/>
                </a:cubicBezTo>
                <a:cubicBezTo>
                  <a:pt x="550939" y="93930"/>
                  <a:pt x="549826" y="91562"/>
                  <a:pt x="549037" y="88692"/>
                </a:cubicBezTo>
                <a:cubicBezTo>
                  <a:pt x="548248" y="85822"/>
                  <a:pt x="547853" y="82473"/>
                  <a:pt x="547853" y="78646"/>
                </a:cubicBezTo>
                <a:lnTo>
                  <a:pt x="547853" y="72762"/>
                </a:lnTo>
                <a:cubicBezTo>
                  <a:pt x="548523" y="71327"/>
                  <a:pt x="549348" y="70011"/>
                  <a:pt x="550329" y="68815"/>
                </a:cubicBezTo>
                <a:cubicBezTo>
                  <a:pt x="551309" y="67619"/>
                  <a:pt x="552398" y="66567"/>
                  <a:pt x="553594" y="65658"/>
                </a:cubicBezTo>
                <a:cubicBezTo>
                  <a:pt x="554981" y="64653"/>
                  <a:pt x="556512" y="63876"/>
                  <a:pt x="558186" y="63326"/>
                </a:cubicBezTo>
                <a:cubicBezTo>
                  <a:pt x="559861" y="62776"/>
                  <a:pt x="561654" y="62501"/>
                  <a:pt x="563568" y="62501"/>
                </a:cubicBezTo>
                <a:close/>
                <a:moveTo>
                  <a:pt x="617731" y="116175"/>
                </a:moveTo>
                <a:lnTo>
                  <a:pt x="655834" y="116175"/>
                </a:lnTo>
                <a:cubicBezTo>
                  <a:pt x="661575" y="116175"/>
                  <a:pt x="666741" y="115529"/>
                  <a:pt x="671334" y="114238"/>
                </a:cubicBezTo>
                <a:cubicBezTo>
                  <a:pt x="675926" y="112946"/>
                  <a:pt x="679825" y="111009"/>
                  <a:pt x="683030" y="108425"/>
                </a:cubicBezTo>
                <a:cubicBezTo>
                  <a:pt x="686235" y="105842"/>
                  <a:pt x="688699" y="102637"/>
                  <a:pt x="690421" y="98810"/>
                </a:cubicBezTo>
                <a:cubicBezTo>
                  <a:pt x="692143" y="94983"/>
                  <a:pt x="693004" y="90558"/>
                  <a:pt x="693004" y="85535"/>
                </a:cubicBezTo>
                <a:cubicBezTo>
                  <a:pt x="693004" y="82904"/>
                  <a:pt x="692658" y="80356"/>
                  <a:pt x="691964" y="77893"/>
                </a:cubicBezTo>
                <a:cubicBezTo>
                  <a:pt x="691270" y="75429"/>
                  <a:pt x="690206" y="73145"/>
                  <a:pt x="688771" y="71040"/>
                </a:cubicBezTo>
                <a:cubicBezTo>
                  <a:pt x="687383" y="69078"/>
                  <a:pt x="685673" y="67356"/>
                  <a:pt x="683640" y="65873"/>
                </a:cubicBezTo>
                <a:cubicBezTo>
                  <a:pt x="681607" y="64390"/>
                  <a:pt x="678868" y="63170"/>
                  <a:pt x="675424" y="62214"/>
                </a:cubicBezTo>
                <a:lnTo>
                  <a:pt x="675424" y="62142"/>
                </a:lnTo>
                <a:cubicBezTo>
                  <a:pt x="677194" y="61472"/>
                  <a:pt x="678808" y="60659"/>
                  <a:pt x="680267" y="59702"/>
                </a:cubicBezTo>
                <a:cubicBezTo>
                  <a:pt x="681727" y="58745"/>
                  <a:pt x="683030" y="57693"/>
                  <a:pt x="684178" y="56545"/>
                </a:cubicBezTo>
                <a:cubicBezTo>
                  <a:pt x="686283" y="54440"/>
                  <a:pt x="687874" y="51988"/>
                  <a:pt x="688950" y="49190"/>
                </a:cubicBezTo>
                <a:cubicBezTo>
                  <a:pt x="690026" y="46391"/>
                  <a:pt x="690589" y="43413"/>
                  <a:pt x="690636" y="40256"/>
                </a:cubicBezTo>
                <a:cubicBezTo>
                  <a:pt x="690636" y="35376"/>
                  <a:pt x="689739" y="31143"/>
                  <a:pt x="687946" y="27555"/>
                </a:cubicBezTo>
                <a:cubicBezTo>
                  <a:pt x="686152" y="23967"/>
                  <a:pt x="683604" y="21001"/>
                  <a:pt x="680303" y="18657"/>
                </a:cubicBezTo>
                <a:cubicBezTo>
                  <a:pt x="677003" y="16313"/>
                  <a:pt x="673020" y="14567"/>
                  <a:pt x="668356" y="13419"/>
                </a:cubicBezTo>
                <a:cubicBezTo>
                  <a:pt x="663692" y="12271"/>
                  <a:pt x="658513" y="11696"/>
                  <a:pt x="652820" y="11696"/>
                </a:cubicBezTo>
                <a:lnTo>
                  <a:pt x="617731" y="11696"/>
                </a:lnTo>
                <a:lnTo>
                  <a:pt x="617731" y="116175"/>
                </a:lnTo>
                <a:moveTo>
                  <a:pt x="637966" y="70107"/>
                </a:moveTo>
                <a:lnTo>
                  <a:pt x="656767" y="70107"/>
                </a:lnTo>
                <a:cubicBezTo>
                  <a:pt x="659589" y="70155"/>
                  <a:pt x="662029" y="70538"/>
                  <a:pt x="664086" y="71255"/>
                </a:cubicBezTo>
                <a:cubicBezTo>
                  <a:pt x="666143" y="71973"/>
                  <a:pt x="667818" y="73001"/>
                  <a:pt x="669109" y="74341"/>
                </a:cubicBezTo>
                <a:cubicBezTo>
                  <a:pt x="670401" y="75632"/>
                  <a:pt x="671346" y="77211"/>
                  <a:pt x="671944" y="79077"/>
                </a:cubicBezTo>
                <a:cubicBezTo>
                  <a:pt x="672542" y="80942"/>
                  <a:pt x="672841" y="83047"/>
                  <a:pt x="672841" y="85391"/>
                </a:cubicBezTo>
                <a:cubicBezTo>
                  <a:pt x="672841" y="87640"/>
                  <a:pt x="672446" y="89673"/>
                  <a:pt x="671657" y="91491"/>
                </a:cubicBezTo>
                <a:cubicBezTo>
                  <a:pt x="670867" y="93309"/>
                  <a:pt x="669707" y="94863"/>
                  <a:pt x="668176" y="96155"/>
                </a:cubicBezTo>
                <a:cubicBezTo>
                  <a:pt x="666789" y="97303"/>
                  <a:pt x="665055" y="98212"/>
                  <a:pt x="662974" y="98882"/>
                </a:cubicBezTo>
                <a:cubicBezTo>
                  <a:pt x="660893" y="99551"/>
                  <a:pt x="658537" y="99886"/>
                  <a:pt x="655906" y="99886"/>
                </a:cubicBezTo>
                <a:lnTo>
                  <a:pt x="637966" y="99886"/>
                </a:lnTo>
                <a:lnTo>
                  <a:pt x="637966" y="70107"/>
                </a:lnTo>
                <a:moveTo>
                  <a:pt x="637966" y="55540"/>
                </a:moveTo>
                <a:lnTo>
                  <a:pt x="637966" y="28129"/>
                </a:lnTo>
                <a:lnTo>
                  <a:pt x="652892" y="28129"/>
                </a:lnTo>
                <a:cubicBezTo>
                  <a:pt x="656145" y="28177"/>
                  <a:pt x="658979" y="28536"/>
                  <a:pt x="661395" y="29205"/>
                </a:cubicBezTo>
                <a:cubicBezTo>
                  <a:pt x="663811" y="29875"/>
                  <a:pt x="665737" y="30951"/>
                  <a:pt x="667172" y="32434"/>
                </a:cubicBezTo>
                <a:cubicBezTo>
                  <a:pt x="668272" y="33487"/>
                  <a:pt x="669097" y="34802"/>
                  <a:pt x="669647" y="36381"/>
                </a:cubicBezTo>
                <a:cubicBezTo>
                  <a:pt x="670198" y="37960"/>
                  <a:pt x="670473" y="39801"/>
                  <a:pt x="670473" y="41906"/>
                </a:cubicBezTo>
                <a:cubicBezTo>
                  <a:pt x="670473" y="43916"/>
                  <a:pt x="670150" y="45709"/>
                  <a:pt x="669504" y="47288"/>
                </a:cubicBezTo>
                <a:cubicBezTo>
                  <a:pt x="668858" y="48867"/>
                  <a:pt x="667937" y="50206"/>
                  <a:pt x="666741" y="51307"/>
                </a:cubicBezTo>
                <a:cubicBezTo>
                  <a:pt x="665306" y="52694"/>
                  <a:pt x="663416" y="53734"/>
                  <a:pt x="661072" y="54428"/>
                </a:cubicBezTo>
                <a:cubicBezTo>
                  <a:pt x="658728" y="55122"/>
                  <a:pt x="656025" y="55492"/>
                  <a:pt x="652964" y="55540"/>
                </a:cubicBezTo>
                <a:lnTo>
                  <a:pt x="637966" y="55540"/>
                </a:lnTo>
                <a:close/>
                <a:moveTo>
                  <a:pt x="705906" y="116175"/>
                </a:moveTo>
                <a:lnTo>
                  <a:pt x="744010" y="116175"/>
                </a:lnTo>
                <a:cubicBezTo>
                  <a:pt x="749750" y="116175"/>
                  <a:pt x="754917" y="115529"/>
                  <a:pt x="759509" y="114238"/>
                </a:cubicBezTo>
                <a:cubicBezTo>
                  <a:pt x="764102" y="112946"/>
                  <a:pt x="768001" y="111009"/>
                  <a:pt x="771206" y="108425"/>
                </a:cubicBezTo>
                <a:cubicBezTo>
                  <a:pt x="774411" y="105842"/>
                  <a:pt x="776875" y="102637"/>
                  <a:pt x="778597" y="98810"/>
                </a:cubicBezTo>
                <a:cubicBezTo>
                  <a:pt x="780319" y="94983"/>
                  <a:pt x="781180" y="90558"/>
                  <a:pt x="781180" y="85535"/>
                </a:cubicBezTo>
                <a:cubicBezTo>
                  <a:pt x="781180" y="82904"/>
                  <a:pt x="780833" y="80356"/>
                  <a:pt x="780140" y="77893"/>
                </a:cubicBezTo>
                <a:cubicBezTo>
                  <a:pt x="779446" y="75429"/>
                  <a:pt x="778381" y="73145"/>
                  <a:pt x="776946" y="71040"/>
                </a:cubicBezTo>
                <a:cubicBezTo>
                  <a:pt x="775559" y="69078"/>
                  <a:pt x="773849" y="67356"/>
                  <a:pt x="771816" y="65873"/>
                </a:cubicBezTo>
                <a:cubicBezTo>
                  <a:pt x="769783" y="64390"/>
                  <a:pt x="767044" y="63170"/>
                  <a:pt x="763599" y="62214"/>
                </a:cubicBezTo>
                <a:lnTo>
                  <a:pt x="763599" y="62142"/>
                </a:lnTo>
                <a:cubicBezTo>
                  <a:pt x="765369" y="61472"/>
                  <a:pt x="766984" y="60659"/>
                  <a:pt x="768443" y="59702"/>
                </a:cubicBezTo>
                <a:cubicBezTo>
                  <a:pt x="769902" y="58745"/>
                  <a:pt x="771206" y="57693"/>
                  <a:pt x="772354" y="56545"/>
                </a:cubicBezTo>
                <a:cubicBezTo>
                  <a:pt x="774459" y="54440"/>
                  <a:pt x="776049" y="51988"/>
                  <a:pt x="777126" y="49190"/>
                </a:cubicBezTo>
                <a:cubicBezTo>
                  <a:pt x="778202" y="46391"/>
                  <a:pt x="778764" y="43413"/>
                  <a:pt x="778812" y="40256"/>
                </a:cubicBezTo>
                <a:cubicBezTo>
                  <a:pt x="778812" y="35376"/>
                  <a:pt x="777915" y="31143"/>
                  <a:pt x="776121" y="27555"/>
                </a:cubicBezTo>
                <a:cubicBezTo>
                  <a:pt x="774327" y="23967"/>
                  <a:pt x="771780" y="21001"/>
                  <a:pt x="768479" y="18657"/>
                </a:cubicBezTo>
                <a:cubicBezTo>
                  <a:pt x="765178" y="16313"/>
                  <a:pt x="761196" y="14567"/>
                  <a:pt x="756531" y="13419"/>
                </a:cubicBezTo>
                <a:cubicBezTo>
                  <a:pt x="751867" y="12271"/>
                  <a:pt x="746689" y="11696"/>
                  <a:pt x="740996" y="11696"/>
                </a:cubicBezTo>
                <a:lnTo>
                  <a:pt x="705906" y="11696"/>
                </a:lnTo>
                <a:lnTo>
                  <a:pt x="705906" y="116175"/>
                </a:lnTo>
                <a:moveTo>
                  <a:pt x="726142" y="70107"/>
                </a:moveTo>
                <a:lnTo>
                  <a:pt x="744943" y="70107"/>
                </a:lnTo>
                <a:cubicBezTo>
                  <a:pt x="747765" y="70155"/>
                  <a:pt x="750205" y="70538"/>
                  <a:pt x="752262" y="71255"/>
                </a:cubicBezTo>
                <a:cubicBezTo>
                  <a:pt x="754319" y="71973"/>
                  <a:pt x="755993" y="73001"/>
                  <a:pt x="757285" y="74341"/>
                </a:cubicBezTo>
                <a:cubicBezTo>
                  <a:pt x="758576" y="75632"/>
                  <a:pt x="759521" y="77211"/>
                  <a:pt x="760119" y="79077"/>
                </a:cubicBezTo>
                <a:cubicBezTo>
                  <a:pt x="760717" y="80942"/>
                  <a:pt x="761016" y="83047"/>
                  <a:pt x="761016" y="85391"/>
                </a:cubicBezTo>
                <a:cubicBezTo>
                  <a:pt x="761016" y="87640"/>
                  <a:pt x="760622" y="89673"/>
                  <a:pt x="759832" y="91491"/>
                </a:cubicBezTo>
                <a:cubicBezTo>
                  <a:pt x="759043" y="93309"/>
                  <a:pt x="757883" y="94863"/>
                  <a:pt x="756352" y="96155"/>
                </a:cubicBezTo>
                <a:cubicBezTo>
                  <a:pt x="754965" y="97303"/>
                  <a:pt x="753230" y="98212"/>
                  <a:pt x="751150" y="98882"/>
                </a:cubicBezTo>
                <a:cubicBezTo>
                  <a:pt x="749069" y="99551"/>
                  <a:pt x="746713" y="99886"/>
                  <a:pt x="744081" y="99886"/>
                </a:cubicBezTo>
                <a:lnTo>
                  <a:pt x="726142" y="99886"/>
                </a:lnTo>
                <a:lnTo>
                  <a:pt x="726142" y="70107"/>
                </a:lnTo>
                <a:moveTo>
                  <a:pt x="726142" y="55540"/>
                </a:moveTo>
                <a:lnTo>
                  <a:pt x="726142" y="28129"/>
                </a:lnTo>
                <a:lnTo>
                  <a:pt x="741068" y="28129"/>
                </a:lnTo>
                <a:cubicBezTo>
                  <a:pt x="744321" y="28177"/>
                  <a:pt x="747155" y="28536"/>
                  <a:pt x="749571" y="29205"/>
                </a:cubicBezTo>
                <a:cubicBezTo>
                  <a:pt x="751987" y="29875"/>
                  <a:pt x="753912" y="30951"/>
                  <a:pt x="755347" y="32434"/>
                </a:cubicBezTo>
                <a:cubicBezTo>
                  <a:pt x="756448" y="33487"/>
                  <a:pt x="757273" y="34802"/>
                  <a:pt x="757823" y="36381"/>
                </a:cubicBezTo>
                <a:cubicBezTo>
                  <a:pt x="758373" y="37960"/>
                  <a:pt x="758648" y="39801"/>
                  <a:pt x="758648" y="41906"/>
                </a:cubicBezTo>
                <a:cubicBezTo>
                  <a:pt x="758648" y="43916"/>
                  <a:pt x="758325" y="45709"/>
                  <a:pt x="757679" y="47288"/>
                </a:cubicBezTo>
                <a:cubicBezTo>
                  <a:pt x="757034" y="48867"/>
                  <a:pt x="756113" y="50206"/>
                  <a:pt x="754917" y="51307"/>
                </a:cubicBezTo>
                <a:cubicBezTo>
                  <a:pt x="753482" y="52694"/>
                  <a:pt x="751592" y="53734"/>
                  <a:pt x="749248" y="54428"/>
                </a:cubicBezTo>
                <a:cubicBezTo>
                  <a:pt x="746904" y="55122"/>
                  <a:pt x="744201" y="55492"/>
                  <a:pt x="741139" y="55540"/>
                </a:cubicBezTo>
                <a:lnTo>
                  <a:pt x="726142" y="55540"/>
                </a:lnTo>
                <a:close/>
                <a:moveTo>
                  <a:pt x="808649" y="100317"/>
                </a:moveTo>
                <a:lnTo>
                  <a:pt x="807286" y="100317"/>
                </a:lnTo>
                <a:lnTo>
                  <a:pt x="807286" y="117036"/>
                </a:lnTo>
                <a:lnTo>
                  <a:pt x="808793" y="117036"/>
                </a:lnTo>
                <a:cubicBezTo>
                  <a:pt x="818025" y="117036"/>
                  <a:pt x="825967" y="115613"/>
                  <a:pt x="832616" y="112767"/>
                </a:cubicBezTo>
                <a:cubicBezTo>
                  <a:pt x="839266" y="109920"/>
                  <a:pt x="844743" y="105938"/>
                  <a:pt x="849049" y="100819"/>
                </a:cubicBezTo>
                <a:cubicBezTo>
                  <a:pt x="853354" y="95748"/>
                  <a:pt x="856535" y="89721"/>
                  <a:pt x="858592" y="82736"/>
                </a:cubicBezTo>
                <a:cubicBezTo>
                  <a:pt x="860649" y="75752"/>
                  <a:pt x="861678" y="68098"/>
                  <a:pt x="861678" y="59774"/>
                </a:cubicBezTo>
                <a:lnTo>
                  <a:pt x="861678" y="52885"/>
                </a:lnTo>
                <a:cubicBezTo>
                  <a:pt x="861678" y="46666"/>
                  <a:pt x="860877" y="40950"/>
                  <a:pt x="859274" y="35735"/>
                </a:cubicBezTo>
                <a:cubicBezTo>
                  <a:pt x="857671" y="30521"/>
                  <a:pt x="855363" y="26024"/>
                  <a:pt x="852349" y="22245"/>
                </a:cubicBezTo>
                <a:cubicBezTo>
                  <a:pt x="849288" y="18466"/>
                  <a:pt x="845580" y="15524"/>
                  <a:pt x="841227" y="13419"/>
                </a:cubicBezTo>
                <a:cubicBezTo>
                  <a:pt x="836874" y="11314"/>
                  <a:pt x="831970" y="10261"/>
                  <a:pt x="826517" y="10261"/>
                </a:cubicBezTo>
                <a:cubicBezTo>
                  <a:pt x="821159" y="10261"/>
                  <a:pt x="816339" y="11230"/>
                  <a:pt x="812058" y="13167"/>
                </a:cubicBezTo>
                <a:cubicBezTo>
                  <a:pt x="807776" y="15105"/>
                  <a:pt x="804128" y="17748"/>
                  <a:pt x="801115" y="21097"/>
                </a:cubicBezTo>
                <a:cubicBezTo>
                  <a:pt x="798101" y="24445"/>
                  <a:pt x="795793" y="28356"/>
                  <a:pt x="794190" y="32829"/>
                </a:cubicBezTo>
                <a:cubicBezTo>
                  <a:pt x="792587" y="37302"/>
                  <a:pt x="791786" y="42074"/>
                  <a:pt x="791786" y="47145"/>
                </a:cubicBezTo>
                <a:cubicBezTo>
                  <a:pt x="791786" y="52072"/>
                  <a:pt x="792444" y="56676"/>
                  <a:pt x="793759" y="60958"/>
                </a:cubicBezTo>
                <a:cubicBezTo>
                  <a:pt x="795075" y="65239"/>
                  <a:pt x="797024" y="68959"/>
                  <a:pt x="799608" y="72116"/>
                </a:cubicBezTo>
                <a:cubicBezTo>
                  <a:pt x="802143" y="75274"/>
                  <a:pt x="805300" y="77761"/>
                  <a:pt x="809080" y="79579"/>
                </a:cubicBezTo>
                <a:cubicBezTo>
                  <a:pt x="812859" y="81397"/>
                  <a:pt x="817236" y="82306"/>
                  <a:pt x="822211" y="82306"/>
                </a:cubicBezTo>
                <a:cubicBezTo>
                  <a:pt x="824555" y="82306"/>
                  <a:pt x="826708" y="82102"/>
                  <a:pt x="828669" y="81696"/>
                </a:cubicBezTo>
                <a:cubicBezTo>
                  <a:pt x="830631" y="81289"/>
                  <a:pt x="832401" y="80727"/>
                  <a:pt x="833979" y="80010"/>
                </a:cubicBezTo>
                <a:cubicBezTo>
                  <a:pt x="835462" y="79388"/>
                  <a:pt x="836826" y="78646"/>
                  <a:pt x="838070" y="77785"/>
                </a:cubicBezTo>
                <a:cubicBezTo>
                  <a:pt x="839313" y="76924"/>
                  <a:pt x="840438" y="75991"/>
                  <a:pt x="841442" y="74987"/>
                </a:cubicBezTo>
                <a:lnTo>
                  <a:pt x="841442" y="75417"/>
                </a:lnTo>
                <a:cubicBezTo>
                  <a:pt x="840964" y="79244"/>
                  <a:pt x="839995" y="82700"/>
                  <a:pt x="838536" y="85786"/>
                </a:cubicBezTo>
                <a:cubicBezTo>
                  <a:pt x="837077" y="88872"/>
                  <a:pt x="835056" y="91467"/>
                  <a:pt x="832473" y="93572"/>
                </a:cubicBezTo>
                <a:cubicBezTo>
                  <a:pt x="829794" y="95772"/>
                  <a:pt x="826493" y="97447"/>
                  <a:pt x="822570" y="98595"/>
                </a:cubicBezTo>
                <a:cubicBezTo>
                  <a:pt x="818647" y="99743"/>
                  <a:pt x="814007" y="100317"/>
                  <a:pt x="808649" y="100317"/>
                </a:cubicBezTo>
                <a:moveTo>
                  <a:pt x="826947" y="66878"/>
                </a:moveTo>
                <a:cubicBezTo>
                  <a:pt x="824364" y="66878"/>
                  <a:pt x="822116" y="66340"/>
                  <a:pt x="820202" y="65263"/>
                </a:cubicBezTo>
                <a:cubicBezTo>
                  <a:pt x="818289" y="64187"/>
                  <a:pt x="816710" y="62740"/>
                  <a:pt x="815466" y="60922"/>
                </a:cubicBezTo>
                <a:cubicBezTo>
                  <a:pt x="814174" y="59104"/>
                  <a:pt x="813218" y="56975"/>
                  <a:pt x="812596" y="54536"/>
                </a:cubicBezTo>
                <a:cubicBezTo>
                  <a:pt x="811974" y="52096"/>
                  <a:pt x="811663" y="49537"/>
                  <a:pt x="811663" y="46858"/>
                </a:cubicBezTo>
                <a:cubicBezTo>
                  <a:pt x="811663" y="44179"/>
                  <a:pt x="811998" y="41607"/>
                  <a:pt x="812668" y="39144"/>
                </a:cubicBezTo>
                <a:cubicBezTo>
                  <a:pt x="813337" y="36680"/>
                  <a:pt x="814294" y="34491"/>
                  <a:pt x="815538" y="32578"/>
                </a:cubicBezTo>
                <a:cubicBezTo>
                  <a:pt x="816782" y="30712"/>
                  <a:pt x="818324" y="29217"/>
                  <a:pt x="820166" y="28093"/>
                </a:cubicBezTo>
                <a:cubicBezTo>
                  <a:pt x="822008" y="26969"/>
                  <a:pt x="824101" y="26407"/>
                  <a:pt x="826445" y="26407"/>
                </a:cubicBezTo>
                <a:cubicBezTo>
                  <a:pt x="828598" y="26407"/>
                  <a:pt x="830607" y="26885"/>
                  <a:pt x="832473" y="27842"/>
                </a:cubicBezTo>
                <a:cubicBezTo>
                  <a:pt x="834338" y="28799"/>
                  <a:pt x="835965" y="30234"/>
                  <a:pt x="837352" y="32147"/>
                </a:cubicBezTo>
                <a:cubicBezTo>
                  <a:pt x="838739" y="34061"/>
                  <a:pt x="839828" y="36453"/>
                  <a:pt x="840617" y="39323"/>
                </a:cubicBezTo>
                <a:cubicBezTo>
                  <a:pt x="841406" y="42193"/>
                  <a:pt x="841801" y="45542"/>
                  <a:pt x="841801" y="49369"/>
                </a:cubicBezTo>
                <a:lnTo>
                  <a:pt x="841801" y="56473"/>
                </a:lnTo>
                <a:cubicBezTo>
                  <a:pt x="841227" y="57956"/>
                  <a:pt x="840474" y="59331"/>
                  <a:pt x="839541" y="60599"/>
                </a:cubicBezTo>
                <a:cubicBezTo>
                  <a:pt x="838608" y="61867"/>
                  <a:pt x="837520" y="62955"/>
                  <a:pt x="836276" y="63864"/>
                </a:cubicBezTo>
                <a:cubicBezTo>
                  <a:pt x="834984" y="64821"/>
                  <a:pt x="833561" y="65562"/>
                  <a:pt x="832006" y="66089"/>
                </a:cubicBezTo>
                <a:cubicBezTo>
                  <a:pt x="830451" y="66615"/>
                  <a:pt x="828765" y="66878"/>
                  <a:pt x="826947" y="66878"/>
                </a:cubicBezTo>
                <a:close/>
                <a:moveTo>
                  <a:pt x="897758" y="73695"/>
                </a:moveTo>
                <a:lnTo>
                  <a:pt x="897758" y="75274"/>
                </a:lnTo>
                <a:cubicBezTo>
                  <a:pt x="897758" y="82067"/>
                  <a:pt x="898272" y="88429"/>
                  <a:pt x="899300" y="94361"/>
                </a:cubicBezTo>
                <a:cubicBezTo>
                  <a:pt x="900329" y="100293"/>
                  <a:pt x="901728" y="105770"/>
                  <a:pt x="903498" y="110793"/>
                </a:cubicBezTo>
                <a:cubicBezTo>
                  <a:pt x="905268" y="115864"/>
                  <a:pt x="907337" y="120481"/>
                  <a:pt x="909705" y="124643"/>
                </a:cubicBezTo>
                <a:cubicBezTo>
                  <a:pt x="912073" y="128805"/>
                  <a:pt x="914573" y="132464"/>
                  <a:pt x="917204" y="135622"/>
                </a:cubicBezTo>
                <a:cubicBezTo>
                  <a:pt x="919835" y="138827"/>
                  <a:pt x="922550" y="141554"/>
                  <a:pt x="925348" y="143802"/>
                </a:cubicBezTo>
                <a:cubicBezTo>
                  <a:pt x="928147" y="146050"/>
                  <a:pt x="930862" y="147772"/>
                  <a:pt x="933493" y="148968"/>
                </a:cubicBezTo>
                <a:lnTo>
                  <a:pt x="937368" y="138205"/>
                </a:lnTo>
                <a:cubicBezTo>
                  <a:pt x="935502" y="136770"/>
                  <a:pt x="933612" y="134976"/>
                  <a:pt x="931699" y="132823"/>
                </a:cubicBezTo>
                <a:cubicBezTo>
                  <a:pt x="929785" y="130670"/>
                  <a:pt x="927967" y="128135"/>
                  <a:pt x="926245" y="125217"/>
                </a:cubicBezTo>
                <a:cubicBezTo>
                  <a:pt x="924619" y="122538"/>
                  <a:pt x="923100" y="119404"/>
                  <a:pt x="921689" y="115817"/>
                </a:cubicBezTo>
                <a:cubicBezTo>
                  <a:pt x="920277" y="112229"/>
                  <a:pt x="919046" y="108330"/>
                  <a:pt x="917993" y="104120"/>
                </a:cubicBezTo>
                <a:cubicBezTo>
                  <a:pt x="917228" y="101106"/>
                  <a:pt x="916522" y="97064"/>
                  <a:pt x="915876" y="91993"/>
                </a:cubicBezTo>
                <a:cubicBezTo>
                  <a:pt x="915230" y="86922"/>
                  <a:pt x="914908" y="81397"/>
                  <a:pt x="914908" y="75417"/>
                </a:cubicBezTo>
                <a:lnTo>
                  <a:pt x="914908" y="73551"/>
                </a:lnTo>
                <a:cubicBezTo>
                  <a:pt x="914908" y="67476"/>
                  <a:pt x="915242" y="61855"/>
                  <a:pt x="915912" y="56688"/>
                </a:cubicBezTo>
                <a:cubicBezTo>
                  <a:pt x="916582" y="51522"/>
                  <a:pt x="917467" y="46810"/>
                  <a:pt x="918567" y="42552"/>
                </a:cubicBezTo>
                <a:cubicBezTo>
                  <a:pt x="919811" y="38151"/>
                  <a:pt x="921258" y="34085"/>
                  <a:pt x="922909" y="30353"/>
                </a:cubicBezTo>
                <a:cubicBezTo>
                  <a:pt x="924559" y="26622"/>
                  <a:pt x="926341" y="23393"/>
                  <a:pt x="928254" y="20666"/>
                </a:cubicBezTo>
                <a:cubicBezTo>
                  <a:pt x="929737" y="18561"/>
                  <a:pt x="931244" y="16696"/>
                  <a:pt x="932775" y="15069"/>
                </a:cubicBezTo>
                <a:cubicBezTo>
                  <a:pt x="934306" y="13443"/>
                  <a:pt x="935837" y="12055"/>
                  <a:pt x="937368" y="10907"/>
                </a:cubicBezTo>
                <a:lnTo>
                  <a:pt x="933493" y="0"/>
                </a:lnTo>
                <a:cubicBezTo>
                  <a:pt x="930862" y="1196"/>
                  <a:pt x="928147" y="2906"/>
                  <a:pt x="925348" y="5131"/>
                </a:cubicBezTo>
                <a:cubicBezTo>
                  <a:pt x="922550" y="7355"/>
                  <a:pt x="919835" y="10070"/>
                  <a:pt x="917204" y="13275"/>
                </a:cubicBezTo>
                <a:cubicBezTo>
                  <a:pt x="914573" y="16480"/>
                  <a:pt x="912073" y="20164"/>
                  <a:pt x="909705" y="24326"/>
                </a:cubicBezTo>
                <a:cubicBezTo>
                  <a:pt x="907337" y="28488"/>
                  <a:pt x="905268" y="33080"/>
                  <a:pt x="903498" y="38103"/>
                </a:cubicBezTo>
                <a:cubicBezTo>
                  <a:pt x="901728" y="43174"/>
                  <a:pt x="900329" y="48687"/>
                  <a:pt x="899300" y="54643"/>
                </a:cubicBezTo>
                <a:cubicBezTo>
                  <a:pt x="898272" y="60599"/>
                  <a:pt x="897758" y="66950"/>
                  <a:pt x="897758" y="73695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B1E0D4-3645-4B0A-8C73-54F25ABA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437" y="1925902"/>
            <a:ext cx="793471" cy="193759"/>
          </a:xfrm>
          <a:custGeom xmlns:a="http://schemas.openxmlformats.org/drawingml/2006/main">
            <a:pathLst>
              <a:path w="793471" h="193759">
                <a:moveTo>
                  <a:pt x="0" y="0"/>
                </a:moveTo>
                <a:lnTo>
                  <a:pt x="793471" y="0"/>
                </a:lnTo>
                <a:lnTo>
                  <a:pt x="793471" y="193759"/>
                </a:lnTo>
                <a:lnTo>
                  <a:pt x="0" y="1937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total_len);">
            <a:extLst xmlns:a="http://schemas.openxmlformats.org/drawingml/2006/main">
              <a:ext uri="{FF2B5EF4-FFF2-40B4-BE49-F238E27FC236}">
                <a16:creationId xmlns:a16="http://schemas.microsoft.com/office/drawing/2014/main" id="{BDBCD1AD-D103-40DF-95D5-077BD42D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2479" y="1963672"/>
            <a:ext cx="934389" cy="148968"/>
          </a:xfrm>
          <a:custGeom xmlns:a="http://schemas.openxmlformats.org/drawingml/2006/main">
            <a:pathLst>
              <a:path w="934389" h="148968">
                <a:moveTo>
                  <a:pt x="37673" y="19518"/>
                </a:moveTo>
                <a:lnTo>
                  <a:pt x="17724" y="19518"/>
                </a:lnTo>
                <a:lnTo>
                  <a:pt x="17724" y="38534"/>
                </a:lnTo>
                <a:lnTo>
                  <a:pt x="0" y="38534"/>
                </a:lnTo>
                <a:lnTo>
                  <a:pt x="0" y="53244"/>
                </a:lnTo>
                <a:lnTo>
                  <a:pt x="17724" y="53244"/>
                </a:lnTo>
                <a:lnTo>
                  <a:pt x="17724" y="88549"/>
                </a:lnTo>
                <a:cubicBezTo>
                  <a:pt x="17724" y="93667"/>
                  <a:pt x="18394" y="98057"/>
                  <a:pt x="19733" y="101716"/>
                </a:cubicBezTo>
                <a:cubicBezTo>
                  <a:pt x="21073" y="105376"/>
                  <a:pt x="22986" y="108378"/>
                  <a:pt x="25474" y="110722"/>
                </a:cubicBezTo>
                <a:cubicBezTo>
                  <a:pt x="27914" y="113114"/>
                  <a:pt x="30868" y="114872"/>
                  <a:pt x="34336" y="115996"/>
                </a:cubicBezTo>
                <a:cubicBezTo>
                  <a:pt x="37804" y="117120"/>
                  <a:pt x="41667" y="117682"/>
                  <a:pt x="45925" y="117682"/>
                </a:cubicBezTo>
                <a:cubicBezTo>
                  <a:pt x="48125" y="117682"/>
                  <a:pt x="50362" y="117575"/>
                  <a:pt x="52634" y="117359"/>
                </a:cubicBezTo>
                <a:cubicBezTo>
                  <a:pt x="54906" y="117144"/>
                  <a:pt x="57095" y="116845"/>
                  <a:pt x="59200" y="116462"/>
                </a:cubicBezTo>
                <a:cubicBezTo>
                  <a:pt x="61305" y="116080"/>
                  <a:pt x="63290" y="115589"/>
                  <a:pt x="65156" y="114991"/>
                </a:cubicBezTo>
                <a:cubicBezTo>
                  <a:pt x="67021" y="114393"/>
                  <a:pt x="68648" y="113688"/>
                  <a:pt x="70035" y="112874"/>
                </a:cubicBezTo>
                <a:lnTo>
                  <a:pt x="68098" y="99169"/>
                </a:lnTo>
                <a:cubicBezTo>
                  <a:pt x="67189" y="99408"/>
                  <a:pt x="66101" y="99647"/>
                  <a:pt x="64833" y="99886"/>
                </a:cubicBezTo>
                <a:cubicBezTo>
                  <a:pt x="63565" y="100126"/>
                  <a:pt x="62214" y="100341"/>
                  <a:pt x="60779" y="100532"/>
                </a:cubicBezTo>
                <a:cubicBezTo>
                  <a:pt x="59296" y="100771"/>
                  <a:pt x="57753" y="100963"/>
                  <a:pt x="56150" y="101106"/>
                </a:cubicBezTo>
                <a:cubicBezTo>
                  <a:pt x="54548" y="101250"/>
                  <a:pt x="52981" y="101322"/>
                  <a:pt x="51450" y="101322"/>
                </a:cubicBezTo>
                <a:cubicBezTo>
                  <a:pt x="49345" y="101322"/>
                  <a:pt x="47444" y="101082"/>
                  <a:pt x="45745" y="100604"/>
                </a:cubicBezTo>
                <a:cubicBezTo>
                  <a:pt x="44047" y="100126"/>
                  <a:pt x="42600" y="99312"/>
                  <a:pt x="41404" y="98164"/>
                </a:cubicBezTo>
                <a:cubicBezTo>
                  <a:pt x="40208" y="97064"/>
                  <a:pt x="39287" y="95569"/>
                  <a:pt x="38641" y="93679"/>
                </a:cubicBezTo>
                <a:cubicBezTo>
                  <a:pt x="37996" y="91790"/>
                  <a:pt x="37673" y="89434"/>
                  <a:pt x="37673" y="86611"/>
                </a:cubicBezTo>
                <a:lnTo>
                  <a:pt x="37673" y="53244"/>
                </a:lnTo>
                <a:lnTo>
                  <a:pt x="66663" y="53244"/>
                </a:lnTo>
                <a:lnTo>
                  <a:pt x="66663" y="38534"/>
                </a:lnTo>
                <a:lnTo>
                  <a:pt x="37673" y="38534"/>
                </a:lnTo>
                <a:lnTo>
                  <a:pt x="37673" y="19518"/>
                </a:lnTo>
                <a:close/>
                <a:moveTo>
                  <a:pt x="86526" y="76637"/>
                </a:moveTo>
                <a:lnTo>
                  <a:pt x="86526" y="78144"/>
                </a:lnTo>
                <a:cubicBezTo>
                  <a:pt x="86526" y="83837"/>
                  <a:pt x="87339" y="89087"/>
                  <a:pt x="88965" y="93895"/>
                </a:cubicBezTo>
                <a:cubicBezTo>
                  <a:pt x="90592" y="98702"/>
                  <a:pt x="92984" y="102876"/>
                  <a:pt x="96141" y="106416"/>
                </a:cubicBezTo>
                <a:cubicBezTo>
                  <a:pt x="99251" y="109956"/>
                  <a:pt x="103090" y="112719"/>
                  <a:pt x="107658" y="114704"/>
                </a:cubicBezTo>
                <a:cubicBezTo>
                  <a:pt x="112227" y="116690"/>
                  <a:pt x="117429" y="117682"/>
                  <a:pt x="123266" y="117682"/>
                </a:cubicBezTo>
                <a:cubicBezTo>
                  <a:pt x="129054" y="117682"/>
                  <a:pt x="134221" y="116690"/>
                  <a:pt x="138765" y="114704"/>
                </a:cubicBezTo>
                <a:cubicBezTo>
                  <a:pt x="143310" y="112719"/>
                  <a:pt x="147137" y="109956"/>
                  <a:pt x="150246" y="106416"/>
                </a:cubicBezTo>
                <a:cubicBezTo>
                  <a:pt x="153356" y="102876"/>
                  <a:pt x="155724" y="98702"/>
                  <a:pt x="157350" y="93895"/>
                </a:cubicBezTo>
                <a:cubicBezTo>
                  <a:pt x="158977" y="89087"/>
                  <a:pt x="159790" y="83837"/>
                  <a:pt x="159790" y="78144"/>
                </a:cubicBezTo>
                <a:lnTo>
                  <a:pt x="159790" y="76637"/>
                </a:lnTo>
                <a:cubicBezTo>
                  <a:pt x="159790" y="70992"/>
                  <a:pt x="158977" y="65766"/>
                  <a:pt x="157350" y="60958"/>
                </a:cubicBezTo>
                <a:cubicBezTo>
                  <a:pt x="155724" y="56150"/>
                  <a:pt x="153356" y="51976"/>
                  <a:pt x="150246" y="48436"/>
                </a:cubicBezTo>
                <a:cubicBezTo>
                  <a:pt x="147089" y="44896"/>
                  <a:pt x="143238" y="42122"/>
                  <a:pt x="138693" y="40112"/>
                </a:cubicBezTo>
                <a:cubicBezTo>
                  <a:pt x="134149" y="38103"/>
                  <a:pt x="128958" y="37099"/>
                  <a:pt x="123122" y="37099"/>
                </a:cubicBezTo>
                <a:cubicBezTo>
                  <a:pt x="117286" y="37099"/>
                  <a:pt x="112107" y="38103"/>
                  <a:pt x="107587" y="40112"/>
                </a:cubicBezTo>
                <a:cubicBezTo>
                  <a:pt x="103066" y="42122"/>
                  <a:pt x="99251" y="44896"/>
                  <a:pt x="96141" y="48436"/>
                </a:cubicBezTo>
                <a:cubicBezTo>
                  <a:pt x="92984" y="51976"/>
                  <a:pt x="90592" y="56150"/>
                  <a:pt x="88965" y="60958"/>
                </a:cubicBezTo>
                <a:cubicBezTo>
                  <a:pt x="87339" y="65766"/>
                  <a:pt x="86526" y="70992"/>
                  <a:pt x="86526" y="76637"/>
                </a:cubicBezTo>
                <a:moveTo>
                  <a:pt x="106474" y="78144"/>
                </a:moveTo>
                <a:lnTo>
                  <a:pt x="106474" y="76637"/>
                </a:lnTo>
                <a:cubicBezTo>
                  <a:pt x="106474" y="73480"/>
                  <a:pt x="106785" y="70490"/>
                  <a:pt x="107407" y="67667"/>
                </a:cubicBezTo>
                <a:cubicBezTo>
                  <a:pt x="108029" y="64845"/>
                  <a:pt x="109010" y="62357"/>
                  <a:pt x="110349" y="60204"/>
                </a:cubicBezTo>
                <a:cubicBezTo>
                  <a:pt x="111689" y="58052"/>
                  <a:pt x="113411" y="56354"/>
                  <a:pt x="115516" y="55110"/>
                </a:cubicBezTo>
                <a:cubicBezTo>
                  <a:pt x="117621" y="53866"/>
                  <a:pt x="120156" y="53244"/>
                  <a:pt x="123122" y="53244"/>
                </a:cubicBezTo>
                <a:cubicBezTo>
                  <a:pt x="126136" y="53244"/>
                  <a:pt x="128695" y="53866"/>
                  <a:pt x="130800" y="55110"/>
                </a:cubicBezTo>
                <a:cubicBezTo>
                  <a:pt x="132905" y="56354"/>
                  <a:pt x="134627" y="58052"/>
                  <a:pt x="135967" y="60204"/>
                </a:cubicBezTo>
                <a:cubicBezTo>
                  <a:pt x="137258" y="62357"/>
                  <a:pt x="138215" y="64845"/>
                  <a:pt x="138837" y="67667"/>
                </a:cubicBezTo>
                <a:cubicBezTo>
                  <a:pt x="139459" y="70490"/>
                  <a:pt x="139770" y="73480"/>
                  <a:pt x="139770" y="76637"/>
                </a:cubicBezTo>
                <a:lnTo>
                  <a:pt x="139770" y="78144"/>
                </a:lnTo>
                <a:cubicBezTo>
                  <a:pt x="139770" y="81397"/>
                  <a:pt x="139459" y="84447"/>
                  <a:pt x="138837" y="87293"/>
                </a:cubicBezTo>
                <a:cubicBezTo>
                  <a:pt x="138215" y="90139"/>
                  <a:pt x="137258" y="92615"/>
                  <a:pt x="135967" y="94720"/>
                </a:cubicBezTo>
                <a:cubicBezTo>
                  <a:pt x="134627" y="96873"/>
                  <a:pt x="132905" y="98571"/>
                  <a:pt x="130800" y="99815"/>
                </a:cubicBezTo>
                <a:cubicBezTo>
                  <a:pt x="128695" y="101058"/>
                  <a:pt x="126184" y="101680"/>
                  <a:pt x="123266" y="101680"/>
                </a:cubicBezTo>
                <a:cubicBezTo>
                  <a:pt x="120252" y="101680"/>
                  <a:pt x="117680" y="101058"/>
                  <a:pt x="115552" y="99815"/>
                </a:cubicBezTo>
                <a:cubicBezTo>
                  <a:pt x="113423" y="98571"/>
                  <a:pt x="111689" y="96873"/>
                  <a:pt x="110349" y="94720"/>
                </a:cubicBezTo>
                <a:cubicBezTo>
                  <a:pt x="109010" y="92615"/>
                  <a:pt x="108029" y="90139"/>
                  <a:pt x="107407" y="87293"/>
                </a:cubicBezTo>
                <a:cubicBezTo>
                  <a:pt x="106785" y="84447"/>
                  <a:pt x="106474" y="81397"/>
                  <a:pt x="106474" y="78144"/>
                </a:cubicBezTo>
                <a:close/>
                <a:moveTo>
                  <a:pt x="214024" y="19518"/>
                </a:moveTo>
                <a:lnTo>
                  <a:pt x="194076" y="19518"/>
                </a:lnTo>
                <a:lnTo>
                  <a:pt x="194076" y="38534"/>
                </a:lnTo>
                <a:lnTo>
                  <a:pt x="176351" y="38534"/>
                </a:lnTo>
                <a:lnTo>
                  <a:pt x="176351" y="53244"/>
                </a:lnTo>
                <a:lnTo>
                  <a:pt x="194076" y="53244"/>
                </a:lnTo>
                <a:lnTo>
                  <a:pt x="194076" y="88549"/>
                </a:lnTo>
                <a:cubicBezTo>
                  <a:pt x="194076" y="93667"/>
                  <a:pt x="194745" y="98057"/>
                  <a:pt x="196085" y="101716"/>
                </a:cubicBezTo>
                <a:cubicBezTo>
                  <a:pt x="197424" y="105376"/>
                  <a:pt x="199338" y="108378"/>
                  <a:pt x="201825" y="110722"/>
                </a:cubicBezTo>
                <a:cubicBezTo>
                  <a:pt x="204265" y="113114"/>
                  <a:pt x="207219" y="114872"/>
                  <a:pt x="210687" y="115996"/>
                </a:cubicBezTo>
                <a:cubicBezTo>
                  <a:pt x="214156" y="117120"/>
                  <a:pt x="218019" y="117682"/>
                  <a:pt x="222276" y="117682"/>
                </a:cubicBezTo>
                <a:cubicBezTo>
                  <a:pt x="224477" y="117682"/>
                  <a:pt x="226713" y="117575"/>
                  <a:pt x="228986" y="117359"/>
                </a:cubicBezTo>
                <a:cubicBezTo>
                  <a:pt x="231258" y="117144"/>
                  <a:pt x="233446" y="116845"/>
                  <a:pt x="235551" y="116462"/>
                </a:cubicBezTo>
                <a:cubicBezTo>
                  <a:pt x="237656" y="116080"/>
                  <a:pt x="239642" y="115589"/>
                  <a:pt x="241507" y="114991"/>
                </a:cubicBezTo>
                <a:cubicBezTo>
                  <a:pt x="243373" y="114393"/>
                  <a:pt x="244999" y="113688"/>
                  <a:pt x="246387" y="112874"/>
                </a:cubicBezTo>
                <a:lnTo>
                  <a:pt x="244449" y="99169"/>
                </a:lnTo>
                <a:cubicBezTo>
                  <a:pt x="243540" y="99408"/>
                  <a:pt x="242452" y="99647"/>
                  <a:pt x="241184" y="99886"/>
                </a:cubicBezTo>
                <a:cubicBezTo>
                  <a:pt x="239917" y="100126"/>
                  <a:pt x="238565" y="100341"/>
                  <a:pt x="237130" y="100532"/>
                </a:cubicBezTo>
                <a:cubicBezTo>
                  <a:pt x="235647" y="100771"/>
                  <a:pt x="234104" y="100963"/>
                  <a:pt x="232502" y="101106"/>
                </a:cubicBezTo>
                <a:cubicBezTo>
                  <a:pt x="230899" y="101250"/>
                  <a:pt x="229332" y="101322"/>
                  <a:pt x="227802" y="101322"/>
                </a:cubicBezTo>
                <a:cubicBezTo>
                  <a:pt x="225697" y="101322"/>
                  <a:pt x="223795" y="101082"/>
                  <a:pt x="222097" y="100604"/>
                </a:cubicBezTo>
                <a:cubicBezTo>
                  <a:pt x="220399" y="100126"/>
                  <a:pt x="218951" y="99312"/>
                  <a:pt x="217756" y="98164"/>
                </a:cubicBezTo>
                <a:cubicBezTo>
                  <a:pt x="216560" y="97064"/>
                  <a:pt x="215639" y="95569"/>
                  <a:pt x="214993" y="93679"/>
                </a:cubicBezTo>
                <a:cubicBezTo>
                  <a:pt x="214347" y="91790"/>
                  <a:pt x="214024" y="89434"/>
                  <a:pt x="214024" y="86611"/>
                </a:cubicBezTo>
                <a:lnTo>
                  <a:pt x="214024" y="53244"/>
                </a:lnTo>
                <a:lnTo>
                  <a:pt x="243014" y="53244"/>
                </a:lnTo>
                <a:lnTo>
                  <a:pt x="243014" y="38534"/>
                </a:lnTo>
                <a:lnTo>
                  <a:pt x="214024" y="38534"/>
                </a:lnTo>
                <a:lnTo>
                  <a:pt x="214024" y="19518"/>
                </a:lnTo>
                <a:close/>
                <a:moveTo>
                  <a:pt x="314111" y="116175"/>
                </a:moveTo>
                <a:lnTo>
                  <a:pt x="334347" y="116175"/>
                </a:lnTo>
                <a:lnTo>
                  <a:pt x="334347" y="114955"/>
                </a:lnTo>
                <a:cubicBezTo>
                  <a:pt x="333342" y="112994"/>
                  <a:pt x="332577" y="110650"/>
                  <a:pt x="332051" y="107923"/>
                </a:cubicBezTo>
                <a:cubicBezTo>
                  <a:pt x="331525" y="105196"/>
                  <a:pt x="331261" y="101752"/>
                  <a:pt x="331261" y="97590"/>
                </a:cubicBezTo>
                <a:lnTo>
                  <a:pt x="331261" y="64295"/>
                </a:lnTo>
                <a:cubicBezTo>
                  <a:pt x="331261" y="59798"/>
                  <a:pt x="330424" y="55839"/>
                  <a:pt x="328750" y="52419"/>
                </a:cubicBezTo>
                <a:cubicBezTo>
                  <a:pt x="327076" y="48998"/>
                  <a:pt x="324755" y="46164"/>
                  <a:pt x="321789" y="43916"/>
                </a:cubicBezTo>
                <a:cubicBezTo>
                  <a:pt x="318824" y="41667"/>
                  <a:pt x="315319" y="39969"/>
                  <a:pt x="311277" y="38821"/>
                </a:cubicBezTo>
                <a:cubicBezTo>
                  <a:pt x="307235" y="37673"/>
                  <a:pt x="302869" y="37099"/>
                  <a:pt x="298181" y="37099"/>
                </a:cubicBezTo>
                <a:cubicBezTo>
                  <a:pt x="292967" y="37099"/>
                  <a:pt x="288339" y="37756"/>
                  <a:pt x="284296" y="39072"/>
                </a:cubicBezTo>
                <a:cubicBezTo>
                  <a:pt x="280254" y="40387"/>
                  <a:pt x="276845" y="42169"/>
                  <a:pt x="274071" y="44418"/>
                </a:cubicBezTo>
                <a:cubicBezTo>
                  <a:pt x="271248" y="46666"/>
                  <a:pt x="269108" y="49273"/>
                  <a:pt x="267649" y="52239"/>
                </a:cubicBezTo>
                <a:cubicBezTo>
                  <a:pt x="266189" y="55205"/>
                  <a:pt x="265460" y="58339"/>
                  <a:pt x="265460" y="61640"/>
                </a:cubicBezTo>
                <a:lnTo>
                  <a:pt x="285408" y="61640"/>
                </a:lnTo>
                <a:cubicBezTo>
                  <a:pt x="285408" y="60252"/>
                  <a:pt x="285612" y="58985"/>
                  <a:pt x="286018" y="57836"/>
                </a:cubicBezTo>
                <a:cubicBezTo>
                  <a:pt x="286425" y="56688"/>
                  <a:pt x="287059" y="55708"/>
                  <a:pt x="287920" y="54894"/>
                </a:cubicBezTo>
                <a:cubicBezTo>
                  <a:pt x="288877" y="53986"/>
                  <a:pt x="290121" y="53280"/>
                  <a:pt x="291651" y="52778"/>
                </a:cubicBezTo>
                <a:cubicBezTo>
                  <a:pt x="293182" y="52275"/>
                  <a:pt x="295000" y="52024"/>
                  <a:pt x="297105" y="52024"/>
                </a:cubicBezTo>
                <a:cubicBezTo>
                  <a:pt x="299497" y="52024"/>
                  <a:pt x="301590" y="52323"/>
                  <a:pt x="303384" y="52921"/>
                </a:cubicBezTo>
                <a:cubicBezTo>
                  <a:pt x="305178" y="53519"/>
                  <a:pt x="306673" y="54368"/>
                  <a:pt x="307869" y="55468"/>
                </a:cubicBezTo>
                <a:cubicBezTo>
                  <a:pt x="309017" y="56521"/>
                  <a:pt x="309878" y="57777"/>
                  <a:pt x="310452" y="59236"/>
                </a:cubicBezTo>
                <a:cubicBezTo>
                  <a:pt x="311026" y="60695"/>
                  <a:pt x="311313" y="62333"/>
                  <a:pt x="311313" y="64151"/>
                </a:cubicBezTo>
                <a:lnTo>
                  <a:pt x="311313" y="68744"/>
                </a:lnTo>
                <a:lnTo>
                  <a:pt x="300191" y="68744"/>
                </a:lnTo>
                <a:cubicBezTo>
                  <a:pt x="294450" y="68744"/>
                  <a:pt x="289367" y="69258"/>
                  <a:pt x="284942" y="70286"/>
                </a:cubicBezTo>
                <a:cubicBezTo>
                  <a:pt x="280517" y="71315"/>
                  <a:pt x="276798" y="72810"/>
                  <a:pt x="273784" y="74771"/>
                </a:cubicBezTo>
                <a:cubicBezTo>
                  <a:pt x="270435" y="76924"/>
                  <a:pt x="267924" y="79663"/>
                  <a:pt x="266249" y="82987"/>
                </a:cubicBezTo>
                <a:cubicBezTo>
                  <a:pt x="264575" y="86312"/>
                  <a:pt x="263738" y="90127"/>
                  <a:pt x="263738" y="94433"/>
                </a:cubicBezTo>
                <a:cubicBezTo>
                  <a:pt x="263738" y="97781"/>
                  <a:pt x="264407" y="100879"/>
                  <a:pt x="265747" y="103725"/>
                </a:cubicBezTo>
                <a:cubicBezTo>
                  <a:pt x="267086" y="106572"/>
                  <a:pt x="268952" y="109023"/>
                  <a:pt x="271344" y="111081"/>
                </a:cubicBezTo>
                <a:cubicBezTo>
                  <a:pt x="273736" y="113138"/>
                  <a:pt x="276594" y="114740"/>
                  <a:pt x="279919" y="115888"/>
                </a:cubicBezTo>
                <a:cubicBezTo>
                  <a:pt x="283244" y="117036"/>
                  <a:pt x="286891" y="117610"/>
                  <a:pt x="290862" y="117610"/>
                </a:cubicBezTo>
                <a:cubicBezTo>
                  <a:pt x="293302" y="117610"/>
                  <a:pt x="295574" y="117383"/>
                  <a:pt x="297679" y="116929"/>
                </a:cubicBezTo>
                <a:cubicBezTo>
                  <a:pt x="299784" y="116474"/>
                  <a:pt x="301721" y="115840"/>
                  <a:pt x="303491" y="115027"/>
                </a:cubicBezTo>
                <a:cubicBezTo>
                  <a:pt x="305214" y="114262"/>
                  <a:pt x="306792" y="113353"/>
                  <a:pt x="308227" y="112300"/>
                </a:cubicBezTo>
                <a:cubicBezTo>
                  <a:pt x="309662" y="111248"/>
                  <a:pt x="310930" y="110124"/>
                  <a:pt x="312030" y="108928"/>
                </a:cubicBezTo>
                <a:cubicBezTo>
                  <a:pt x="312270" y="110315"/>
                  <a:pt x="312557" y="111631"/>
                  <a:pt x="312892" y="112874"/>
                </a:cubicBezTo>
                <a:cubicBezTo>
                  <a:pt x="313226" y="114118"/>
                  <a:pt x="313633" y="115219"/>
                  <a:pt x="314111" y="116175"/>
                </a:cubicBezTo>
                <a:moveTo>
                  <a:pt x="295096" y="102183"/>
                </a:moveTo>
                <a:cubicBezTo>
                  <a:pt x="293230" y="102183"/>
                  <a:pt x="291592" y="101955"/>
                  <a:pt x="290180" y="101501"/>
                </a:cubicBezTo>
                <a:cubicBezTo>
                  <a:pt x="288769" y="101046"/>
                  <a:pt x="287585" y="100436"/>
                  <a:pt x="286628" y="99671"/>
                </a:cubicBezTo>
                <a:cubicBezTo>
                  <a:pt x="285672" y="98858"/>
                  <a:pt x="284942" y="97865"/>
                  <a:pt x="284440" y="96693"/>
                </a:cubicBezTo>
                <a:cubicBezTo>
                  <a:pt x="283937" y="95521"/>
                  <a:pt x="283686" y="94241"/>
                  <a:pt x="283686" y="92854"/>
                </a:cubicBezTo>
                <a:cubicBezTo>
                  <a:pt x="283686" y="91084"/>
                  <a:pt x="284021" y="89446"/>
                  <a:pt x="284691" y="87939"/>
                </a:cubicBezTo>
                <a:cubicBezTo>
                  <a:pt x="285361" y="86432"/>
                  <a:pt x="286389" y="85128"/>
                  <a:pt x="287776" y="84028"/>
                </a:cubicBezTo>
                <a:cubicBezTo>
                  <a:pt x="289164" y="82976"/>
                  <a:pt x="290958" y="82150"/>
                  <a:pt x="293158" y="81552"/>
                </a:cubicBezTo>
                <a:cubicBezTo>
                  <a:pt x="295359" y="80954"/>
                  <a:pt x="298014" y="80655"/>
                  <a:pt x="301123" y="80655"/>
                </a:cubicBezTo>
                <a:lnTo>
                  <a:pt x="311313" y="80655"/>
                </a:lnTo>
                <a:lnTo>
                  <a:pt x="311313" y="94002"/>
                </a:lnTo>
                <a:cubicBezTo>
                  <a:pt x="310739" y="95007"/>
                  <a:pt x="309950" y="95999"/>
                  <a:pt x="308945" y="96980"/>
                </a:cubicBezTo>
                <a:cubicBezTo>
                  <a:pt x="307940" y="97961"/>
                  <a:pt x="306744" y="98834"/>
                  <a:pt x="305357" y="99599"/>
                </a:cubicBezTo>
                <a:cubicBezTo>
                  <a:pt x="303970" y="100365"/>
                  <a:pt x="302415" y="100987"/>
                  <a:pt x="300693" y="101465"/>
                </a:cubicBezTo>
                <a:cubicBezTo>
                  <a:pt x="298971" y="101943"/>
                  <a:pt x="297105" y="102183"/>
                  <a:pt x="295096" y="102183"/>
                </a:cubicBezTo>
                <a:close/>
                <a:moveTo>
                  <a:pt x="357941" y="5956"/>
                </a:moveTo>
                <a:lnTo>
                  <a:pt x="357941" y="22245"/>
                </a:lnTo>
                <a:lnTo>
                  <a:pt x="381190" y="22245"/>
                </a:lnTo>
                <a:lnTo>
                  <a:pt x="381190" y="99958"/>
                </a:lnTo>
                <a:lnTo>
                  <a:pt x="357941" y="99958"/>
                </a:lnTo>
                <a:lnTo>
                  <a:pt x="357941" y="116175"/>
                </a:lnTo>
                <a:lnTo>
                  <a:pt x="423599" y="116175"/>
                </a:lnTo>
                <a:lnTo>
                  <a:pt x="423599" y="99958"/>
                </a:lnTo>
                <a:lnTo>
                  <a:pt x="401354" y="99958"/>
                </a:lnTo>
                <a:lnTo>
                  <a:pt x="401354" y="5956"/>
                </a:lnTo>
                <a:lnTo>
                  <a:pt x="357941" y="5956"/>
                </a:lnTo>
                <a:close/>
                <a:moveTo>
                  <a:pt x="507899" y="131747"/>
                </a:moveTo>
                <a:lnTo>
                  <a:pt x="507899" y="116175"/>
                </a:lnTo>
                <a:lnTo>
                  <a:pt x="442457" y="116175"/>
                </a:lnTo>
                <a:lnTo>
                  <a:pt x="442457" y="131747"/>
                </a:lnTo>
                <a:lnTo>
                  <a:pt x="507899" y="131747"/>
                </a:lnTo>
                <a:close/>
                <a:moveTo>
                  <a:pt x="534292" y="5956"/>
                </a:moveTo>
                <a:lnTo>
                  <a:pt x="534292" y="22245"/>
                </a:lnTo>
                <a:lnTo>
                  <a:pt x="557541" y="22245"/>
                </a:lnTo>
                <a:lnTo>
                  <a:pt x="557541" y="99958"/>
                </a:lnTo>
                <a:lnTo>
                  <a:pt x="534292" y="99958"/>
                </a:lnTo>
                <a:lnTo>
                  <a:pt x="534292" y="116175"/>
                </a:lnTo>
                <a:lnTo>
                  <a:pt x="599950" y="116175"/>
                </a:lnTo>
                <a:lnTo>
                  <a:pt x="599950" y="99958"/>
                </a:lnTo>
                <a:lnTo>
                  <a:pt x="577705" y="99958"/>
                </a:lnTo>
                <a:lnTo>
                  <a:pt x="577705" y="5956"/>
                </a:lnTo>
                <a:lnTo>
                  <a:pt x="534292" y="5956"/>
                </a:lnTo>
                <a:close/>
                <a:moveTo>
                  <a:pt x="655978" y="117610"/>
                </a:moveTo>
                <a:cubicBezTo>
                  <a:pt x="663488" y="117610"/>
                  <a:pt x="669994" y="116151"/>
                  <a:pt x="675496" y="113233"/>
                </a:cubicBezTo>
                <a:cubicBezTo>
                  <a:pt x="680997" y="110315"/>
                  <a:pt x="685015" y="107062"/>
                  <a:pt x="687551" y="103474"/>
                </a:cubicBezTo>
                <a:lnTo>
                  <a:pt x="677577" y="92711"/>
                </a:lnTo>
                <a:cubicBezTo>
                  <a:pt x="675280" y="95677"/>
                  <a:pt x="672290" y="97901"/>
                  <a:pt x="668607" y="99384"/>
                </a:cubicBezTo>
                <a:cubicBezTo>
                  <a:pt x="664923" y="100867"/>
                  <a:pt x="661120" y="101609"/>
                  <a:pt x="657197" y="101609"/>
                </a:cubicBezTo>
                <a:cubicBezTo>
                  <a:pt x="654423" y="101609"/>
                  <a:pt x="651863" y="101178"/>
                  <a:pt x="649519" y="100317"/>
                </a:cubicBezTo>
                <a:cubicBezTo>
                  <a:pt x="647175" y="99456"/>
                  <a:pt x="645094" y="98236"/>
                  <a:pt x="643277" y="96657"/>
                </a:cubicBezTo>
                <a:cubicBezTo>
                  <a:pt x="641507" y="95126"/>
                  <a:pt x="640095" y="93416"/>
                  <a:pt x="639043" y="91527"/>
                </a:cubicBezTo>
                <a:cubicBezTo>
                  <a:pt x="637990" y="89637"/>
                  <a:pt x="637129" y="87137"/>
                  <a:pt x="636460" y="84028"/>
                </a:cubicBezTo>
                <a:lnTo>
                  <a:pt x="636460" y="83813"/>
                </a:lnTo>
                <a:lnTo>
                  <a:pt x="689130" y="83813"/>
                </a:lnTo>
                <a:lnTo>
                  <a:pt x="689130" y="75345"/>
                </a:lnTo>
                <a:cubicBezTo>
                  <a:pt x="689130" y="69653"/>
                  <a:pt x="688340" y="64450"/>
                  <a:pt x="686762" y="59738"/>
                </a:cubicBezTo>
                <a:cubicBezTo>
                  <a:pt x="685183" y="55026"/>
                  <a:pt x="682887" y="50996"/>
                  <a:pt x="679873" y="47647"/>
                </a:cubicBezTo>
                <a:cubicBezTo>
                  <a:pt x="676811" y="44298"/>
                  <a:pt x="673092" y="41703"/>
                  <a:pt x="668715" y="39861"/>
                </a:cubicBezTo>
                <a:cubicBezTo>
                  <a:pt x="664337" y="38019"/>
                  <a:pt x="659350" y="37099"/>
                  <a:pt x="653753" y="37099"/>
                </a:cubicBezTo>
                <a:cubicBezTo>
                  <a:pt x="648347" y="37099"/>
                  <a:pt x="643348" y="38079"/>
                  <a:pt x="638756" y="40041"/>
                </a:cubicBezTo>
                <a:cubicBezTo>
                  <a:pt x="634163" y="42002"/>
                  <a:pt x="630193" y="44753"/>
                  <a:pt x="626844" y="48293"/>
                </a:cubicBezTo>
                <a:cubicBezTo>
                  <a:pt x="623495" y="51833"/>
                  <a:pt x="620888" y="56055"/>
                  <a:pt x="619023" y="60958"/>
                </a:cubicBezTo>
                <a:cubicBezTo>
                  <a:pt x="617157" y="65861"/>
                  <a:pt x="616224" y="71279"/>
                  <a:pt x="616224" y="77211"/>
                </a:cubicBezTo>
                <a:lnTo>
                  <a:pt x="616224" y="80081"/>
                </a:lnTo>
                <a:cubicBezTo>
                  <a:pt x="616224" y="85296"/>
                  <a:pt x="617169" y="90187"/>
                  <a:pt x="619058" y="94756"/>
                </a:cubicBezTo>
                <a:cubicBezTo>
                  <a:pt x="620948" y="99324"/>
                  <a:pt x="623639" y="103283"/>
                  <a:pt x="627131" y="106632"/>
                </a:cubicBezTo>
                <a:cubicBezTo>
                  <a:pt x="630623" y="110028"/>
                  <a:pt x="634809" y="112707"/>
                  <a:pt x="639689" y="114668"/>
                </a:cubicBezTo>
                <a:cubicBezTo>
                  <a:pt x="644568" y="116630"/>
                  <a:pt x="649998" y="117610"/>
                  <a:pt x="655978" y="117610"/>
                </a:cubicBezTo>
                <a:moveTo>
                  <a:pt x="653610" y="53244"/>
                </a:moveTo>
                <a:cubicBezTo>
                  <a:pt x="656145" y="53244"/>
                  <a:pt x="658381" y="53639"/>
                  <a:pt x="660319" y="54428"/>
                </a:cubicBezTo>
                <a:cubicBezTo>
                  <a:pt x="662256" y="55217"/>
                  <a:pt x="663895" y="56282"/>
                  <a:pt x="665234" y="57621"/>
                </a:cubicBezTo>
                <a:cubicBezTo>
                  <a:pt x="666574" y="59009"/>
                  <a:pt x="667626" y="60635"/>
                  <a:pt x="668392" y="62501"/>
                </a:cubicBezTo>
                <a:cubicBezTo>
                  <a:pt x="669157" y="64366"/>
                  <a:pt x="669540" y="66352"/>
                  <a:pt x="669540" y="68457"/>
                </a:cubicBezTo>
                <a:lnTo>
                  <a:pt x="669540" y="70035"/>
                </a:lnTo>
                <a:lnTo>
                  <a:pt x="636818" y="70035"/>
                </a:lnTo>
                <a:cubicBezTo>
                  <a:pt x="637297" y="67500"/>
                  <a:pt x="638014" y="65204"/>
                  <a:pt x="638971" y="63147"/>
                </a:cubicBezTo>
                <a:cubicBezTo>
                  <a:pt x="639928" y="61089"/>
                  <a:pt x="641124" y="59319"/>
                  <a:pt x="642559" y="57836"/>
                </a:cubicBezTo>
                <a:cubicBezTo>
                  <a:pt x="643946" y="56354"/>
                  <a:pt x="645573" y="55217"/>
                  <a:pt x="647438" y="54428"/>
                </a:cubicBezTo>
                <a:cubicBezTo>
                  <a:pt x="649304" y="53639"/>
                  <a:pt x="651361" y="53244"/>
                  <a:pt x="653610" y="53244"/>
                </a:cubicBezTo>
                <a:close/>
                <a:moveTo>
                  <a:pt x="706481" y="116175"/>
                </a:moveTo>
                <a:lnTo>
                  <a:pt x="726501" y="116175"/>
                </a:lnTo>
                <a:lnTo>
                  <a:pt x="726501" y="60994"/>
                </a:lnTo>
                <a:cubicBezTo>
                  <a:pt x="727171" y="59941"/>
                  <a:pt x="727912" y="58985"/>
                  <a:pt x="728725" y="58124"/>
                </a:cubicBezTo>
                <a:cubicBezTo>
                  <a:pt x="729539" y="57262"/>
                  <a:pt x="730448" y="56521"/>
                  <a:pt x="731452" y="55899"/>
                </a:cubicBezTo>
                <a:cubicBezTo>
                  <a:pt x="732696" y="55038"/>
                  <a:pt x="734119" y="54392"/>
                  <a:pt x="735722" y="53962"/>
                </a:cubicBezTo>
                <a:cubicBezTo>
                  <a:pt x="737324" y="53531"/>
                  <a:pt x="739082" y="53316"/>
                  <a:pt x="740996" y="53316"/>
                </a:cubicBezTo>
                <a:cubicBezTo>
                  <a:pt x="743292" y="53316"/>
                  <a:pt x="745349" y="53543"/>
                  <a:pt x="747167" y="53997"/>
                </a:cubicBezTo>
                <a:cubicBezTo>
                  <a:pt x="748985" y="54452"/>
                  <a:pt x="750540" y="55253"/>
                  <a:pt x="751831" y="56401"/>
                </a:cubicBezTo>
                <a:cubicBezTo>
                  <a:pt x="753123" y="57549"/>
                  <a:pt x="754116" y="59116"/>
                  <a:pt x="754809" y="61101"/>
                </a:cubicBezTo>
                <a:cubicBezTo>
                  <a:pt x="755503" y="63087"/>
                  <a:pt x="755850" y="65610"/>
                  <a:pt x="755850" y="68672"/>
                </a:cubicBezTo>
                <a:lnTo>
                  <a:pt x="755850" y="116175"/>
                </a:lnTo>
                <a:lnTo>
                  <a:pt x="775798" y="116175"/>
                </a:lnTo>
                <a:lnTo>
                  <a:pt x="775798" y="68385"/>
                </a:lnTo>
                <a:cubicBezTo>
                  <a:pt x="775798" y="62740"/>
                  <a:pt x="775140" y="57944"/>
                  <a:pt x="773825" y="53997"/>
                </a:cubicBezTo>
                <a:cubicBezTo>
                  <a:pt x="772509" y="50051"/>
                  <a:pt x="770680" y="46810"/>
                  <a:pt x="768335" y="44274"/>
                </a:cubicBezTo>
                <a:cubicBezTo>
                  <a:pt x="765944" y="41787"/>
                  <a:pt x="763121" y="39969"/>
                  <a:pt x="759868" y="38821"/>
                </a:cubicBezTo>
                <a:cubicBezTo>
                  <a:pt x="756615" y="37673"/>
                  <a:pt x="753027" y="37099"/>
                  <a:pt x="749104" y="37099"/>
                </a:cubicBezTo>
                <a:cubicBezTo>
                  <a:pt x="746043" y="37099"/>
                  <a:pt x="743149" y="37529"/>
                  <a:pt x="740422" y="38390"/>
                </a:cubicBezTo>
                <a:cubicBezTo>
                  <a:pt x="737695" y="39251"/>
                  <a:pt x="735184" y="40495"/>
                  <a:pt x="732887" y="42122"/>
                </a:cubicBezTo>
                <a:cubicBezTo>
                  <a:pt x="731548" y="43078"/>
                  <a:pt x="730280" y="44155"/>
                  <a:pt x="729084" y="45351"/>
                </a:cubicBezTo>
                <a:cubicBezTo>
                  <a:pt x="727888" y="46547"/>
                  <a:pt x="726788" y="47862"/>
                  <a:pt x="725783" y="49297"/>
                </a:cubicBezTo>
                <a:lnTo>
                  <a:pt x="724563" y="38534"/>
                </a:lnTo>
                <a:lnTo>
                  <a:pt x="706481" y="38534"/>
                </a:lnTo>
                <a:lnTo>
                  <a:pt x="706481" y="116175"/>
                </a:lnTo>
                <a:close/>
                <a:moveTo>
                  <a:pt x="847648" y="75274"/>
                </a:moveTo>
                <a:lnTo>
                  <a:pt x="847648" y="73695"/>
                </a:lnTo>
                <a:cubicBezTo>
                  <a:pt x="847648" y="67141"/>
                  <a:pt x="847122" y="60934"/>
                  <a:pt x="846070" y="55074"/>
                </a:cubicBezTo>
                <a:cubicBezTo>
                  <a:pt x="845017" y="49214"/>
                  <a:pt x="843582" y="43748"/>
                  <a:pt x="841764" y="38677"/>
                </a:cubicBezTo>
                <a:cubicBezTo>
                  <a:pt x="839946" y="33606"/>
                  <a:pt x="837830" y="28978"/>
                  <a:pt x="835414" y="24792"/>
                </a:cubicBezTo>
                <a:cubicBezTo>
                  <a:pt x="832998" y="20606"/>
                  <a:pt x="830427" y="16863"/>
                  <a:pt x="827700" y="13562"/>
                </a:cubicBezTo>
                <a:cubicBezTo>
                  <a:pt x="824973" y="10309"/>
                  <a:pt x="822174" y="7535"/>
                  <a:pt x="819304" y="5238"/>
                </a:cubicBezTo>
                <a:cubicBezTo>
                  <a:pt x="816434" y="2942"/>
                  <a:pt x="813635" y="1196"/>
                  <a:pt x="810909" y="0"/>
                </a:cubicBezTo>
                <a:lnTo>
                  <a:pt x="807105" y="10692"/>
                </a:lnTo>
                <a:cubicBezTo>
                  <a:pt x="808541" y="11792"/>
                  <a:pt x="809988" y="13120"/>
                  <a:pt x="811447" y="14674"/>
                </a:cubicBezTo>
                <a:cubicBezTo>
                  <a:pt x="812906" y="16229"/>
                  <a:pt x="814329" y="17987"/>
                  <a:pt x="815716" y="19949"/>
                </a:cubicBezTo>
                <a:cubicBezTo>
                  <a:pt x="817773" y="22915"/>
                  <a:pt x="819723" y="26431"/>
                  <a:pt x="821564" y="30497"/>
                </a:cubicBezTo>
                <a:cubicBezTo>
                  <a:pt x="823406" y="34563"/>
                  <a:pt x="824973" y="39156"/>
                  <a:pt x="826265" y="44274"/>
                </a:cubicBezTo>
                <a:cubicBezTo>
                  <a:pt x="827269" y="48388"/>
                  <a:pt x="828071" y="52885"/>
                  <a:pt x="828668" y="57765"/>
                </a:cubicBezTo>
                <a:cubicBezTo>
                  <a:pt x="829266" y="62644"/>
                  <a:pt x="829565" y="67906"/>
                  <a:pt x="829565" y="73551"/>
                </a:cubicBezTo>
                <a:lnTo>
                  <a:pt x="829565" y="75417"/>
                </a:lnTo>
                <a:cubicBezTo>
                  <a:pt x="829565" y="81205"/>
                  <a:pt x="829266" y="86587"/>
                  <a:pt x="828668" y="91562"/>
                </a:cubicBezTo>
                <a:cubicBezTo>
                  <a:pt x="828071" y="96538"/>
                  <a:pt x="827269" y="101082"/>
                  <a:pt x="826265" y="105196"/>
                </a:cubicBezTo>
                <a:cubicBezTo>
                  <a:pt x="825069" y="109693"/>
                  <a:pt x="823693" y="113759"/>
                  <a:pt x="822139" y="117395"/>
                </a:cubicBezTo>
                <a:cubicBezTo>
                  <a:pt x="820584" y="121031"/>
                  <a:pt x="818874" y="124284"/>
                  <a:pt x="817008" y="127154"/>
                </a:cubicBezTo>
                <a:cubicBezTo>
                  <a:pt x="815429" y="129594"/>
                  <a:pt x="813803" y="131735"/>
                  <a:pt x="812128" y="133576"/>
                </a:cubicBezTo>
                <a:cubicBezTo>
                  <a:pt x="810454" y="135418"/>
                  <a:pt x="808780" y="136961"/>
                  <a:pt x="807105" y="138205"/>
                </a:cubicBezTo>
                <a:lnTo>
                  <a:pt x="810909" y="148968"/>
                </a:lnTo>
                <a:cubicBezTo>
                  <a:pt x="813635" y="147772"/>
                  <a:pt x="816434" y="146026"/>
                  <a:pt x="819304" y="143730"/>
                </a:cubicBezTo>
                <a:cubicBezTo>
                  <a:pt x="822174" y="141434"/>
                  <a:pt x="824973" y="138635"/>
                  <a:pt x="827700" y="135335"/>
                </a:cubicBezTo>
                <a:cubicBezTo>
                  <a:pt x="830427" y="132082"/>
                  <a:pt x="832998" y="128362"/>
                  <a:pt x="835414" y="124176"/>
                </a:cubicBezTo>
                <a:cubicBezTo>
                  <a:pt x="837830" y="119990"/>
                  <a:pt x="839946" y="115362"/>
                  <a:pt x="841764" y="110291"/>
                </a:cubicBezTo>
                <a:cubicBezTo>
                  <a:pt x="843582" y="105220"/>
                  <a:pt x="845017" y="99755"/>
                  <a:pt x="846070" y="93895"/>
                </a:cubicBezTo>
                <a:cubicBezTo>
                  <a:pt x="847122" y="88034"/>
                  <a:pt x="847648" y="81827"/>
                  <a:pt x="847648" y="75274"/>
                </a:cubicBezTo>
                <a:close/>
                <a:moveTo>
                  <a:pt x="906690" y="45351"/>
                </a:moveTo>
                <a:cubicBezTo>
                  <a:pt x="906690" y="49034"/>
                  <a:pt x="907934" y="52120"/>
                  <a:pt x="910422" y="54607"/>
                </a:cubicBezTo>
                <a:cubicBezTo>
                  <a:pt x="912909" y="57095"/>
                  <a:pt x="916282" y="58339"/>
                  <a:pt x="920540" y="58339"/>
                </a:cubicBezTo>
                <a:cubicBezTo>
                  <a:pt x="924749" y="58339"/>
                  <a:pt x="928110" y="57107"/>
                  <a:pt x="930621" y="54643"/>
                </a:cubicBezTo>
                <a:cubicBezTo>
                  <a:pt x="933133" y="52180"/>
                  <a:pt x="934389" y="49082"/>
                  <a:pt x="934389" y="45351"/>
                </a:cubicBezTo>
                <a:cubicBezTo>
                  <a:pt x="934389" y="41619"/>
                  <a:pt x="933157" y="38486"/>
                  <a:pt x="930693" y="35950"/>
                </a:cubicBezTo>
                <a:cubicBezTo>
                  <a:pt x="928230" y="33415"/>
                  <a:pt x="924845" y="32147"/>
                  <a:pt x="920540" y="32147"/>
                </a:cubicBezTo>
                <a:cubicBezTo>
                  <a:pt x="916186" y="32147"/>
                  <a:pt x="912790" y="33427"/>
                  <a:pt x="910350" y="35986"/>
                </a:cubicBezTo>
                <a:cubicBezTo>
                  <a:pt x="907910" y="38546"/>
                  <a:pt x="906690" y="41667"/>
                  <a:pt x="906690" y="45351"/>
                </a:cubicBezTo>
                <a:moveTo>
                  <a:pt x="929007" y="114597"/>
                </a:moveTo>
                <a:lnTo>
                  <a:pt x="929079" y="98738"/>
                </a:lnTo>
                <a:lnTo>
                  <a:pt x="910350" y="98738"/>
                </a:lnTo>
                <a:lnTo>
                  <a:pt x="910350" y="115529"/>
                </a:lnTo>
                <a:cubicBezTo>
                  <a:pt x="910350" y="120792"/>
                  <a:pt x="909728" y="125300"/>
                  <a:pt x="908484" y="129056"/>
                </a:cubicBezTo>
                <a:cubicBezTo>
                  <a:pt x="907241" y="132811"/>
                  <a:pt x="905710" y="136411"/>
                  <a:pt x="903892" y="139855"/>
                </a:cubicBezTo>
                <a:lnTo>
                  <a:pt x="914440" y="145309"/>
                </a:lnTo>
                <a:cubicBezTo>
                  <a:pt x="918746" y="141482"/>
                  <a:pt x="922250" y="136770"/>
                  <a:pt x="924953" y="131173"/>
                </a:cubicBezTo>
                <a:cubicBezTo>
                  <a:pt x="927656" y="125576"/>
                  <a:pt x="929007" y="120050"/>
                  <a:pt x="929007" y="114597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}">
            <a:extLst xmlns:a="http://schemas.openxmlformats.org/drawingml/2006/main">
              <a:ext uri="{FF2B5EF4-FFF2-40B4-BE49-F238E27FC236}">
                <a16:creationId xmlns:a16="http://schemas.microsoft.com/office/drawing/2014/main" id="{308CD179-9251-40BB-B653-B3EAC3D8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311" y="2141602"/>
            <a:ext cx="47719" cy="140429"/>
          </a:xfrm>
          <a:custGeom xmlns:a="http://schemas.openxmlformats.org/drawingml/2006/main">
            <a:pathLst>
              <a:path w="47719" h="140429">
                <a:moveTo>
                  <a:pt x="0" y="129092"/>
                </a:moveTo>
                <a:lnTo>
                  <a:pt x="2440" y="140429"/>
                </a:lnTo>
                <a:cubicBezTo>
                  <a:pt x="7176" y="140429"/>
                  <a:pt x="11278" y="139413"/>
                  <a:pt x="14746" y="137380"/>
                </a:cubicBezTo>
                <a:cubicBezTo>
                  <a:pt x="18214" y="135346"/>
                  <a:pt x="21025" y="132679"/>
                  <a:pt x="23178" y="129379"/>
                </a:cubicBezTo>
                <a:cubicBezTo>
                  <a:pt x="25330" y="126221"/>
                  <a:pt x="26957" y="122633"/>
                  <a:pt x="28057" y="118615"/>
                </a:cubicBezTo>
                <a:cubicBezTo>
                  <a:pt x="29157" y="114597"/>
                  <a:pt x="29708" y="110722"/>
                  <a:pt x="29708" y="106990"/>
                </a:cubicBezTo>
                <a:lnTo>
                  <a:pt x="29708" y="95294"/>
                </a:lnTo>
                <a:cubicBezTo>
                  <a:pt x="29708" y="93045"/>
                  <a:pt x="29887" y="91024"/>
                  <a:pt x="30246" y="89230"/>
                </a:cubicBezTo>
                <a:cubicBezTo>
                  <a:pt x="30605" y="87436"/>
                  <a:pt x="31143" y="85870"/>
                  <a:pt x="31860" y="84530"/>
                </a:cubicBezTo>
                <a:cubicBezTo>
                  <a:pt x="33200" y="82043"/>
                  <a:pt x="35185" y="80237"/>
                  <a:pt x="37816" y="79113"/>
                </a:cubicBezTo>
                <a:cubicBezTo>
                  <a:pt x="40447" y="77988"/>
                  <a:pt x="43748" y="77426"/>
                  <a:pt x="47719" y="77426"/>
                </a:cubicBezTo>
                <a:lnTo>
                  <a:pt x="47719" y="63075"/>
                </a:lnTo>
                <a:cubicBezTo>
                  <a:pt x="44179" y="63075"/>
                  <a:pt x="41153" y="62620"/>
                  <a:pt x="38641" y="61711"/>
                </a:cubicBezTo>
                <a:cubicBezTo>
                  <a:pt x="36130" y="60802"/>
                  <a:pt x="34180" y="59367"/>
                  <a:pt x="32793" y="57406"/>
                </a:cubicBezTo>
                <a:cubicBezTo>
                  <a:pt x="31741" y="55971"/>
                  <a:pt x="30963" y="54225"/>
                  <a:pt x="30461" y="52168"/>
                </a:cubicBezTo>
                <a:cubicBezTo>
                  <a:pt x="29959" y="50111"/>
                  <a:pt x="29708" y="47743"/>
                  <a:pt x="29708" y="45064"/>
                </a:cubicBezTo>
                <a:lnTo>
                  <a:pt x="29708" y="33367"/>
                </a:lnTo>
                <a:cubicBezTo>
                  <a:pt x="29708" y="29732"/>
                  <a:pt x="29265" y="25964"/>
                  <a:pt x="28380" y="22065"/>
                </a:cubicBezTo>
                <a:cubicBezTo>
                  <a:pt x="27495" y="18167"/>
                  <a:pt x="26000" y="14639"/>
                  <a:pt x="23895" y="11481"/>
                </a:cubicBezTo>
                <a:cubicBezTo>
                  <a:pt x="21695" y="7989"/>
                  <a:pt x="18848" y="5202"/>
                  <a:pt x="15356" y="3121"/>
                </a:cubicBezTo>
                <a:cubicBezTo>
                  <a:pt x="11864" y="1040"/>
                  <a:pt x="7558" y="0"/>
                  <a:pt x="2440" y="0"/>
                </a:cubicBezTo>
                <a:lnTo>
                  <a:pt x="0" y="11266"/>
                </a:lnTo>
                <a:cubicBezTo>
                  <a:pt x="2918" y="11170"/>
                  <a:pt x="5167" y="11780"/>
                  <a:pt x="6745" y="13096"/>
                </a:cubicBezTo>
                <a:cubicBezTo>
                  <a:pt x="8324" y="14411"/>
                  <a:pt x="9472" y="16145"/>
                  <a:pt x="10190" y="18298"/>
                </a:cubicBezTo>
                <a:cubicBezTo>
                  <a:pt x="10907" y="20451"/>
                  <a:pt x="11326" y="22855"/>
                  <a:pt x="11445" y="25510"/>
                </a:cubicBezTo>
                <a:cubicBezTo>
                  <a:pt x="11565" y="28165"/>
                  <a:pt x="11625" y="30784"/>
                  <a:pt x="11625" y="33367"/>
                </a:cubicBezTo>
                <a:lnTo>
                  <a:pt x="11625" y="45064"/>
                </a:lnTo>
                <a:cubicBezTo>
                  <a:pt x="11625" y="48365"/>
                  <a:pt x="12079" y="51486"/>
                  <a:pt x="12988" y="54428"/>
                </a:cubicBezTo>
                <a:cubicBezTo>
                  <a:pt x="13897" y="57370"/>
                  <a:pt x="15308" y="60037"/>
                  <a:pt x="17222" y="62429"/>
                </a:cubicBezTo>
                <a:cubicBezTo>
                  <a:pt x="18513" y="64055"/>
                  <a:pt x="20044" y="65538"/>
                  <a:pt x="21814" y="66878"/>
                </a:cubicBezTo>
                <a:cubicBezTo>
                  <a:pt x="23584" y="68217"/>
                  <a:pt x="25617" y="69366"/>
                  <a:pt x="27914" y="70322"/>
                </a:cubicBezTo>
                <a:cubicBezTo>
                  <a:pt x="25091" y="71518"/>
                  <a:pt x="22663" y="72965"/>
                  <a:pt x="20630" y="74664"/>
                </a:cubicBezTo>
                <a:cubicBezTo>
                  <a:pt x="18597" y="76362"/>
                  <a:pt x="16911" y="78287"/>
                  <a:pt x="15571" y="80440"/>
                </a:cubicBezTo>
                <a:cubicBezTo>
                  <a:pt x="14232" y="82593"/>
                  <a:pt x="13239" y="84913"/>
                  <a:pt x="12593" y="87401"/>
                </a:cubicBezTo>
                <a:cubicBezTo>
                  <a:pt x="11948" y="89888"/>
                  <a:pt x="11625" y="92519"/>
                  <a:pt x="11625" y="95294"/>
                </a:cubicBezTo>
                <a:lnTo>
                  <a:pt x="11625" y="106990"/>
                </a:lnTo>
                <a:cubicBezTo>
                  <a:pt x="11625" y="109574"/>
                  <a:pt x="11457" y="112193"/>
                  <a:pt x="11122" y="114848"/>
                </a:cubicBezTo>
                <a:cubicBezTo>
                  <a:pt x="10788" y="117503"/>
                  <a:pt x="10190" y="119907"/>
                  <a:pt x="9328" y="122059"/>
                </a:cubicBezTo>
                <a:cubicBezTo>
                  <a:pt x="8467" y="124212"/>
                  <a:pt x="7283" y="125946"/>
                  <a:pt x="5776" y="127262"/>
                </a:cubicBezTo>
                <a:cubicBezTo>
                  <a:pt x="4270" y="128577"/>
                  <a:pt x="2344" y="129187"/>
                  <a:pt x="0" y="129092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}">
            <a:extLst xmlns:a="http://schemas.openxmlformats.org/drawingml/2006/main">
              <a:ext uri="{FF2B5EF4-FFF2-40B4-BE49-F238E27FC236}">
                <a16:creationId xmlns:a16="http://schemas.microsoft.com/office/drawing/2014/main" id="{1B92AE57-EB21-44AF-AE9F-905401ED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136" y="2317953"/>
            <a:ext cx="47719" cy="140429"/>
          </a:xfrm>
          <a:custGeom xmlns:a="http://schemas.openxmlformats.org/drawingml/2006/main">
            <a:pathLst>
              <a:path w="47719" h="140429">
                <a:moveTo>
                  <a:pt x="0" y="129092"/>
                </a:moveTo>
                <a:lnTo>
                  <a:pt x="2440" y="140429"/>
                </a:lnTo>
                <a:cubicBezTo>
                  <a:pt x="7176" y="140429"/>
                  <a:pt x="11278" y="139413"/>
                  <a:pt x="14746" y="137380"/>
                </a:cubicBezTo>
                <a:cubicBezTo>
                  <a:pt x="18214" y="135346"/>
                  <a:pt x="21025" y="132679"/>
                  <a:pt x="23178" y="129379"/>
                </a:cubicBezTo>
                <a:cubicBezTo>
                  <a:pt x="25330" y="126221"/>
                  <a:pt x="26957" y="122633"/>
                  <a:pt x="28057" y="118615"/>
                </a:cubicBezTo>
                <a:cubicBezTo>
                  <a:pt x="29157" y="114597"/>
                  <a:pt x="29708" y="110722"/>
                  <a:pt x="29708" y="106990"/>
                </a:cubicBezTo>
                <a:lnTo>
                  <a:pt x="29708" y="95294"/>
                </a:lnTo>
                <a:cubicBezTo>
                  <a:pt x="29708" y="93045"/>
                  <a:pt x="29887" y="91024"/>
                  <a:pt x="30246" y="89230"/>
                </a:cubicBezTo>
                <a:cubicBezTo>
                  <a:pt x="30605" y="87436"/>
                  <a:pt x="31143" y="85870"/>
                  <a:pt x="31860" y="84530"/>
                </a:cubicBezTo>
                <a:cubicBezTo>
                  <a:pt x="33200" y="82043"/>
                  <a:pt x="35185" y="80237"/>
                  <a:pt x="37816" y="79113"/>
                </a:cubicBezTo>
                <a:cubicBezTo>
                  <a:pt x="40447" y="77988"/>
                  <a:pt x="43748" y="77426"/>
                  <a:pt x="47719" y="77426"/>
                </a:cubicBezTo>
                <a:lnTo>
                  <a:pt x="47719" y="63075"/>
                </a:lnTo>
                <a:cubicBezTo>
                  <a:pt x="44179" y="63075"/>
                  <a:pt x="41153" y="62620"/>
                  <a:pt x="38641" y="61711"/>
                </a:cubicBezTo>
                <a:cubicBezTo>
                  <a:pt x="36130" y="60802"/>
                  <a:pt x="34180" y="59367"/>
                  <a:pt x="32793" y="57406"/>
                </a:cubicBezTo>
                <a:cubicBezTo>
                  <a:pt x="31741" y="55971"/>
                  <a:pt x="30963" y="54225"/>
                  <a:pt x="30461" y="52168"/>
                </a:cubicBezTo>
                <a:cubicBezTo>
                  <a:pt x="29959" y="50111"/>
                  <a:pt x="29708" y="47743"/>
                  <a:pt x="29708" y="45064"/>
                </a:cubicBezTo>
                <a:lnTo>
                  <a:pt x="29708" y="33367"/>
                </a:lnTo>
                <a:cubicBezTo>
                  <a:pt x="29708" y="29732"/>
                  <a:pt x="29265" y="25964"/>
                  <a:pt x="28380" y="22065"/>
                </a:cubicBezTo>
                <a:cubicBezTo>
                  <a:pt x="27495" y="18167"/>
                  <a:pt x="26000" y="14639"/>
                  <a:pt x="23895" y="11481"/>
                </a:cubicBezTo>
                <a:cubicBezTo>
                  <a:pt x="21695" y="7989"/>
                  <a:pt x="18848" y="5202"/>
                  <a:pt x="15356" y="3121"/>
                </a:cubicBezTo>
                <a:cubicBezTo>
                  <a:pt x="11864" y="1040"/>
                  <a:pt x="7558" y="0"/>
                  <a:pt x="2440" y="0"/>
                </a:cubicBezTo>
                <a:lnTo>
                  <a:pt x="0" y="11266"/>
                </a:lnTo>
                <a:cubicBezTo>
                  <a:pt x="2918" y="11170"/>
                  <a:pt x="5167" y="11780"/>
                  <a:pt x="6745" y="13096"/>
                </a:cubicBezTo>
                <a:cubicBezTo>
                  <a:pt x="8324" y="14411"/>
                  <a:pt x="9472" y="16145"/>
                  <a:pt x="10190" y="18298"/>
                </a:cubicBezTo>
                <a:cubicBezTo>
                  <a:pt x="10907" y="20451"/>
                  <a:pt x="11326" y="22855"/>
                  <a:pt x="11445" y="25510"/>
                </a:cubicBezTo>
                <a:cubicBezTo>
                  <a:pt x="11565" y="28165"/>
                  <a:pt x="11625" y="30784"/>
                  <a:pt x="11625" y="33367"/>
                </a:cubicBezTo>
                <a:lnTo>
                  <a:pt x="11625" y="45064"/>
                </a:lnTo>
                <a:cubicBezTo>
                  <a:pt x="11625" y="48365"/>
                  <a:pt x="12079" y="51486"/>
                  <a:pt x="12988" y="54428"/>
                </a:cubicBezTo>
                <a:cubicBezTo>
                  <a:pt x="13897" y="57370"/>
                  <a:pt x="15308" y="60037"/>
                  <a:pt x="17222" y="62429"/>
                </a:cubicBezTo>
                <a:cubicBezTo>
                  <a:pt x="18513" y="64055"/>
                  <a:pt x="20044" y="65538"/>
                  <a:pt x="21814" y="66878"/>
                </a:cubicBezTo>
                <a:cubicBezTo>
                  <a:pt x="23584" y="68217"/>
                  <a:pt x="25617" y="69366"/>
                  <a:pt x="27914" y="70322"/>
                </a:cubicBezTo>
                <a:cubicBezTo>
                  <a:pt x="25091" y="71518"/>
                  <a:pt x="22663" y="72965"/>
                  <a:pt x="20630" y="74664"/>
                </a:cubicBezTo>
                <a:cubicBezTo>
                  <a:pt x="18597" y="76362"/>
                  <a:pt x="16911" y="78287"/>
                  <a:pt x="15571" y="80440"/>
                </a:cubicBezTo>
                <a:cubicBezTo>
                  <a:pt x="14232" y="82593"/>
                  <a:pt x="13239" y="84913"/>
                  <a:pt x="12593" y="87401"/>
                </a:cubicBezTo>
                <a:cubicBezTo>
                  <a:pt x="11948" y="89888"/>
                  <a:pt x="11625" y="92519"/>
                  <a:pt x="11625" y="95294"/>
                </a:cubicBezTo>
                <a:lnTo>
                  <a:pt x="11625" y="106990"/>
                </a:lnTo>
                <a:cubicBezTo>
                  <a:pt x="11625" y="109574"/>
                  <a:pt x="11457" y="112193"/>
                  <a:pt x="11122" y="114848"/>
                </a:cubicBezTo>
                <a:cubicBezTo>
                  <a:pt x="10788" y="117503"/>
                  <a:pt x="10190" y="119907"/>
                  <a:pt x="9328" y="122059"/>
                </a:cubicBezTo>
                <a:cubicBezTo>
                  <a:pt x="8467" y="124212"/>
                  <a:pt x="7283" y="125946"/>
                  <a:pt x="5776" y="127262"/>
                </a:cubicBezTo>
                <a:cubicBezTo>
                  <a:pt x="4270" y="128577"/>
                  <a:pt x="2344" y="129187"/>
                  <a:pt x="0" y="129092"/>
                </a:cubicBezTo>
                <a:close/>
              </a:path>
            </a:pathLst>
          </a:custGeom>
          <a:solidFill xmlns:a="http://schemas.openxmlformats.org/drawingml/2006/main">
            <a:srgbClr val="3747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A95216-2A76-4DB2-B1D5-1855705E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869" y="711891"/>
            <a:ext cx="592288" cy="173574"/>
          </a:xfrm>
          <a:custGeom xmlns:a="http://schemas.openxmlformats.org/drawingml/2006/main">
            <a:pathLst>
              <a:path w="592288" h="173574">
                <a:moveTo>
                  <a:pt x="0" y="0"/>
                </a:moveTo>
                <a:lnTo>
                  <a:pt x="592288" y="0"/>
                </a:lnTo>
                <a:lnTo>
                  <a:pt x="592288" y="173574"/>
                </a:lnTo>
                <a:lnTo>
                  <a:pt x="0" y="1735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DD7FCC-EED9-40DA-ADAD-89856C38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869" y="711891"/>
            <a:ext cx="592288" cy="173574"/>
          </a:xfrm>
          <a:custGeom xmlns:a="http://schemas.openxmlformats.org/drawingml/2006/main">
            <a:pathLst>
              <a:path w="592288" h="173574" fill="none">
                <a:moveTo>
                  <a:pt x="0" y="0"/>
                </a:moveTo>
                <a:lnTo>
                  <a:pt x="592288" y="0"/>
                </a:lnTo>
                <a:lnTo>
                  <a:pt x="592288" y="173574"/>
                </a:lnTo>
                <a:lnTo>
                  <a:pt x="0" y="1735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45818E"/>
            </a:solidFill>
            <a:round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CE70A4-1CD5-463B-A033-2840B96F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481" y="3844844"/>
            <a:ext cx="1872996" cy="10"/>
          </a:xfrm>
          <a:custGeom xmlns:a="http://schemas.openxmlformats.org/drawingml/2006/main">
            <a:pathLst>
              <a:path w="1872996" h="1">
                <a:moveTo>
                  <a:pt x="0" y="0"/>
                </a:moveTo>
                <a:lnTo>
                  <a:pt x="1872996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361EAA-7E4C-430C-94D6-7BDC6322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481" y="3844844"/>
            <a:ext cx="1771255" cy="10"/>
          </a:xfrm>
          <a:custGeom xmlns:a="http://schemas.openxmlformats.org/drawingml/2006/main">
            <a:pathLst>
              <a:path w="1771255" h="1" fill="none">
                <a:moveTo>
                  <a:pt x="0" y="0"/>
                </a:moveTo>
                <a:lnTo>
                  <a:pt x="1771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434343"/>
            </a:solidFill>
            <a:round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A3EBDA-0521-495A-A3D0-A892732E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735" y="3816835"/>
            <a:ext cx="76952" cy="56017"/>
          </a:xfrm>
          <a:custGeom xmlns:a="http://schemas.openxmlformats.org/drawingml/2006/main">
            <a:pathLst>
              <a:path w="76952" h="56017">
                <a:moveTo>
                  <a:pt x="0" y="56017"/>
                </a:moveTo>
                <a:lnTo>
                  <a:pt x="0" y="0"/>
                </a:lnTo>
                <a:lnTo>
                  <a:pt x="76952" y="28008"/>
                </a:lnTo>
                <a:lnTo>
                  <a:pt x="0" y="56017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212CF-4D1C-4FD7-8335-4E2571E7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735" y="3816835"/>
            <a:ext cx="76952" cy="56017"/>
          </a:xfrm>
          <a:custGeom xmlns:a="http://schemas.openxmlformats.org/drawingml/2006/main">
            <a:pathLst>
              <a:path w="76952" h="56017" fill="none">
                <a:moveTo>
                  <a:pt x="0" y="56017"/>
                </a:moveTo>
                <a:lnTo>
                  <a:pt x="76952" y="28008"/>
                </a:lnTo>
                <a:lnTo>
                  <a:pt x="0" y="0"/>
                </a:lnTo>
                <a:lnTo>
                  <a:pt x="0" y="560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434343"/>
            </a:solidFill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EE40AC-83C0-4091-AACD-C75A4DD1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765" y="1504987"/>
            <a:ext cx="383198" cy="176778"/>
          </a:xfrm>
          <a:custGeom xmlns:a="http://schemas.openxmlformats.org/drawingml/2006/main">
            <a:pathLst>
              <a:path w="383198" h="176778">
                <a:moveTo>
                  <a:pt x="0" y="57833"/>
                </a:moveTo>
                <a:lnTo>
                  <a:pt x="294809" y="57833"/>
                </a:lnTo>
                <a:lnTo>
                  <a:pt x="294809" y="0"/>
                </a:lnTo>
                <a:lnTo>
                  <a:pt x="383198" y="88389"/>
                </a:lnTo>
                <a:lnTo>
                  <a:pt x="294809" y="176778"/>
                </a:lnTo>
                <a:lnTo>
                  <a:pt x="294809" y="118945"/>
                </a:lnTo>
                <a:lnTo>
                  <a:pt x="0" y="118945"/>
                </a:lnTo>
                <a:lnTo>
                  <a:pt x="0" y="57833"/>
                </a:lnTo>
                <a:close/>
              </a:path>
            </a:pathLst>
          </a:custGeom>
          <a:solidFill xmlns:a="http://schemas.openxmlformats.org/drawingml/2006/main">
            <a:srgbClr val="FF99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C5571A-591A-4364-8A07-713214ED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030" y="4819755"/>
            <a:ext cx="4951211" cy="520804"/>
          </a:xfrm>
          <a:custGeom xmlns:a="http://schemas.openxmlformats.org/drawingml/2006/main">
            <a:pathLst>
              <a:path w="4951211" h="520804">
                <a:moveTo>
                  <a:pt x="41" y="41"/>
                </a:moveTo>
                <a:lnTo>
                  <a:pt x="41" y="41"/>
                </a:lnTo>
                <a:cubicBezTo>
                  <a:pt x="41" y="19"/>
                  <a:pt x="60" y="0"/>
                  <a:pt x="82" y="0"/>
                </a:cubicBezTo>
                <a:lnTo>
                  <a:pt x="4951169" y="41"/>
                </a:lnTo>
                <a:cubicBezTo>
                  <a:pt x="4951180" y="41"/>
                  <a:pt x="4951191" y="46"/>
                  <a:pt x="4951198" y="54"/>
                </a:cubicBezTo>
                <a:cubicBezTo>
                  <a:pt x="4951207" y="61"/>
                  <a:pt x="4951211" y="72"/>
                  <a:pt x="4951211" y="83"/>
                </a:cubicBezTo>
                <a:lnTo>
                  <a:pt x="4951169" y="520763"/>
                </a:lnTo>
                <a:cubicBezTo>
                  <a:pt x="4951169" y="520786"/>
                  <a:pt x="4951151" y="520804"/>
                  <a:pt x="4951127" y="520804"/>
                </a:cubicBezTo>
                <a:lnTo>
                  <a:pt x="41" y="520763"/>
                </a:lnTo>
                <a:cubicBezTo>
                  <a:pt x="18" y="520763"/>
                  <a:pt x="0" y="520745"/>
                  <a:pt x="0" y="520722"/>
                </a:cubicBezTo>
                <a:lnTo>
                  <a:pt x="41" y="41"/>
                </a:lnTo>
                <a:close/>
              </a:path>
            </a:pathLst>
          </a:custGeom>
          <a:solidFill xmlns:a="http://schemas.openxmlformats.org/drawingml/2006/main">
            <a:srgbClr val="EAFFE3">
              <a:alpha val="620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D37001-A949-4AA0-98BB-AB5E8BC6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030" y="4819755"/>
            <a:ext cx="4951211" cy="520804"/>
          </a:xfrm>
          <a:custGeom xmlns:a="http://schemas.openxmlformats.org/drawingml/2006/main">
            <a:pathLst>
              <a:path w="4951211" h="520804" fill="none">
                <a:moveTo>
                  <a:pt x="41" y="41"/>
                </a:moveTo>
                <a:lnTo>
                  <a:pt x="41" y="41"/>
                </a:lnTo>
                <a:cubicBezTo>
                  <a:pt x="41" y="19"/>
                  <a:pt x="60" y="0"/>
                  <a:pt x="82" y="0"/>
                </a:cubicBezTo>
                <a:lnTo>
                  <a:pt x="4951169" y="41"/>
                </a:lnTo>
                <a:cubicBezTo>
                  <a:pt x="4951180" y="41"/>
                  <a:pt x="4951191" y="46"/>
                  <a:pt x="4951198" y="54"/>
                </a:cubicBezTo>
                <a:cubicBezTo>
                  <a:pt x="4951207" y="61"/>
                  <a:pt x="4951211" y="72"/>
                  <a:pt x="4951211" y="83"/>
                </a:cubicBezTo>
                <a:lnTo>
                  <a:pt x="4951169" y="520763"/>
                </a:lnTo>
                <a:cubicBezTo>
                  <a:pt x="4951169" y="520786"/>
                  <a:pt x="4951151" y="520804"/>
                  <a:pt x="4951127" y="520804"/>
                </a:cubicBezTo>
                <a:lnTo>
                  <a:pt x="41" y="520763"/>
                </a:lnTo>
                <a:cubicBezTo>
                  <a:pt x="18" y="520763"/>
                  <a:pt x="0" y="520745"/>
                  <a:pt x="0" y="520722"/>
                </a:cubicBezTo>
                <a:lnTo>
                  <a:pt x="41" y="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93C47D"/>
            </a:solidFill>
            <a:round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B84634-C06E-49D9-B093-AD2E7C45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473" y="4819797"/>
            <a:ext cx="4915614" cy="520722"/>
          </a:xfrm>
          <a:custGeom xmlns:a="http://schemas.openxmlformats.org/drawingml/2006/main">
            <a:pathLst>
              <a:path w="4915614" h="520722">
                <a:moveTo>
                  <a:pt x="0" y="0"/>
                </a:moveTo>
                <a:lnTo>
                  <a:pt x="4915614" y="0"/>
                </a:lnTo>
                <a:lnTo>
                  <a:pt x="4915614" y="520722"/>
                </a:lnTo>
                <a:lnTo>
                  <a:pt x="0" y="5207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Text (int*)(a1+28):">
            <a:extLst xmlns:a="http://schemas.openxmlformats.org/drawingml/2006/main">
              <a:ext uri="{FF2B5EF4-FFF2-40B4-BE49-F238E27FC236}">
                <a16:creationId xmlns:a16="http://schemas.microsoft.com/office/drawing/2014/main" id="{6DB0C7DE-7975-4859-9ED6-B4F95367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2600" y="4941889"/>
            <a:ext cx="1427313" cy="118256"/>
          </a:xfrm>
          <a:custGeom xmlns:a="http://schemas.openxmlformats.org/drawingml/2006/main">
            <a:pathLst>
              <a:path w="1427313" h="118256">
                <a:moveTo>
                  <a:pt x="0" y="59523"/>
                </a:moveTo>
                <a:cubicBezTo>
                  <a:pt x="0" y="51147"/>
                  <a:pt x="1387" y="42674"/>
                  <a:pt x="4162" y="34105"/>
                </a:cubicBezTo>
                <a:cubicBezTo>
                  <a:pt x="6219" y="27786"/>
                  <a:pt x="9400" y="20749"/>
                  <a:pt x="13706" y="12995"/>
                </a:cubicBezTo>
                <a:cubicBezTo>
                  <a:pt x="16815" y="7443"/>
                  <a:pt x="19111" y="4033"/>
                  <a:pt x="20594" y="2765"/>
                </a:cubicBezTo>
                <a:cubicBezTo>
                  <a:pt x="22077" y="1496"/>
                  <a:pt x="23728" y="861"/>
                  <a:pt x="25546" y="861"/>
                </a:cubicBezTo>
                <a:cubicBezTo>
                  <a:pt x="27651" y="861"/>
                  <a:pt x="29421" y="1579"/>
                  <a:pt x="30856" y="3016"/>
                </a:cubicBezTo>
                <a:cubicBezTo>
                  <a:pt x="32291" y="4451"/>
                  <a:pt x="33008" y="6174"/>
                  <a:pt x="33008" y="8185"/>
                </a:cubicBezTo>
                <a:cubicBezTo>
                  <a:pt x="33008" y="9574"/>
                  <a:pt x="32434" y="11225"/>
                  <a:pt x="31286" y="13138"/>
                </a:cubicBezTo>
                <a:cubicBezTo>
                  <a:pt x="26120" y="21612"/>
                  <a:pt x="22352" y="29558"/>
                  <a:pt x="19984" y="36978"/>
                </a:cubicBezTo>
                <a:cubicBezTo>
                  <a:pt x="17616" y="44397"/>
                  <a:pt x="16432" y="51912"/>
                  <a:pt x="16432" y="59523"/>
                </a:cubicBezTo>
                <a:cubicBezTo>
                  <a:pt x="16432" y="67181"/>
                  <a:pt x="17616" y="74720"/>
                  <a:pt x="19984" y="82140"/>
                </a:cubicBezTo>
                <a:cubicBezTo>
                  <a:pt x="22352" y="89559"/>
                  <a:pt x="26120" y="97506"/>
                  <a:pt x="31286" y="105979"/>
                </a:cubicBezTo>
                <a:cubicBezTo>
                  <a:pt x="32434" y="107845"/>
                  <a:pt x="33008" y="109496"/>
                  <a:pt x="33008" y="110933"/>
                </a:cubicBezTo>
                <a:cubicBezTo>
                  <a:pt x="33008" y="112943"/>
                  <a:pt x="32291" y="114666"/>
                  <a:pt x="30856" y="116101"/>
                </a:cubicBezTo>
                <a:cubicBezTo>
                  <a:pt x="29421" y="117538"/>
                  <a:pt x="27651" y="118256"/>
                  <a:pt x="25546" y="118256"/>
                </a:cubicBezTo>
                <a:cubicBezTo>
                  <a:pt x="23776" y="118256"/>
                  <a:pt x="22221" y="117682"/>
                  <a:pt x="20881" y="116534"/>
                </a:cubicBezTo>
                <a:cubicBezTo>
                  <a:pt x="18968" y="114858"/>
                  <a:pt x="16432" y="111100"/>
                  <a:pt x="13275" y="105259"/>
                </a:cubicBezTo>
                <a:cubicBezTo>
                  <a:pt x="8730" y="96787"/>
                  <a:pt x="5621" y="89799"/>
                  <a:pt x="3947" y="84295"/>
                </a:cubicBezTo>
                <a:cubicBezTo>
                  <a:pt x="1316" y="75869"/>
                  <a:pt x="0" y="67612"/>
                  <a:pt x="0" y="59523"/>
                </a:cubicBezTo>
                <a:close/>
                <a:moveTo>
                  <a:pt x="98724" y="2153"/>
                </a:moveTo>
                <a:lnTo>
                  <a:pt x="98724" y="17796"/>
                </a:lnTo>
                <a:lnTo>
                  <a:pt x="81215" y="17796"/>
                </a:lnTo>
                <a:lnTo>
                  <a:pt x="81215" y="2153"/>
                </a:lnTo>
                <a:lnTo>
                  <a:pt x="98724" y="2153"/>
                </a:lnTo>
                <a:moveTo>
                  <a:pt x="100733" y="30138"/>
                </a:moveTo>
                <a:lnTo>
                  <a:pt x="100733" y="80512"/>
                </a:lnTo>
                <a:lnTo>
                  <a:pt x="118385" y="80512"/>
                </a:lnTo>
                <a:cubicBezTo>
                  <a:pt x="121926" y="80512"/>
                  <a:pt x="124449" y="81194"/>
                  <a:pt x="125956" y="82557"/>
                </a:cubicBezTo>
                <a:cubicBezTo>
                  <a:pt x="127463" y="83920"/>
                  <a:pt x="128216" y="85702"/>
                  <a:pt x="128216" y="87903"/>
                </a:cubicBezTo>
                <a:cubicBezTo>
                  <a:pt x="128216" y="90103"/>
                  <a:pt x="127463" y="91885"/>
                  <a:pt x="125956" y="93249"/>
                </a:cubicBezTo>
                <a:cubicBezTo>
                  <a:pt x="124449" y="94612"/>
                  <a:pt x="121926" y="95294"/>
                  <a:pt x="118385" y="95294"/>
                </a:cubicBezTo>
                <a:lnTo>
                  <a:pt x="68371" y="95294"/>
                </a:lnTo>
                <a:cubicBezTo>
                  <a:pt x="64831" y="95294"/>
                  <a:pt x="62307" y="94600"/>
                  <a:pt x="60800" y="93213"/>
                </a:cubicBezTo>
                <a:cubicBezTo>
                  <a:pt x="59293" y="91826"/>
                  <a:pt x="58540" y="90032"/>
                  <a:pt x="58540" y="87831"/>
                </a:cubicBezTo>
                <a:cubicBezTo>
                  <a:pt x="58540" y="85631"/>
                  <a:pt x="59293" y="83861"/>
                  <a:pt x="60800" y="82521"/>
                </a:cubicBezTo>
                <a:cubicBezTo>
                  <a:pt x="62307" y="81182"/>
                  <a:pt x="64831" y="80512"/>
                  <a:pt x="68371" y="80512"/>
                </a:cubicBezTo>
                <a:lnTo>
                  <a:pt x="86023" y="80512"/>
                </a:lnTo>
                <a:lnTo>
                  <a:pt x="86023" y="44920"/>
                </a:lnTo>
                <a:lnTo>
                  <a:pt x="74183" y="44920"/>
                </a:lnTo>
                <a:cubicBezTo>
                  <a:pt x="70691" y="44920"/>
                  <a:pt x="68179" y="44226"/>
                  <a:pt x="66648" y="42839"/>
                </a:cubicBezTo>
                <a:cubicBezTo>
                  <a:pt x="65118" y="41452"/>
                  <a:pt x="64352" y="39658"/>
                  <a:pt x="64352" y="37457"/>
                </a:cubicBezTo>
                <a:cubicBezTo>
                  <a:pt x="64352" y="35257"/>
                  <a:pt x="65106" y="33487"/>
                  <a:pt x="66612" y="32147"/>
                </a:cubicBezTo>
                <a:cubicBezTo>
                  <a:pt x="68119" y="30808"/>
                  <a:pt x="70643" y="30138"/>
                  <a:pt x="74183" y="30138"/>
                </a:cubicBezTo>
                <a:lnTo>
                  <a:pt x="100733" y="30138"/>
                </a:lnTo>
                <a:close/>
                <a:moveTo>
                  <a:pt x="166736" y="30138"/>
                </a:moveTo>
                <a:lnTo>
                  <a:pt x="166736" y="35018"/>
                </a:lnTo>
                <a:cubicBezTo>
                  <a:pt x="169415" y="32721"/>
                  <a:pt x="172369" y="30999"/>
                  <a:pt x="175598" y="29851"/>
                </a:cubicBezTo>
                <a:cubicBezTo>
                  <a:pt x="178827" y="28703"/>
                  <a:pt x="182331" y="28129"/>
                  <a:pt x="186110" y="28129"/>
                </a:cubicBezTo>
                <a:cubicBezTo>
                  <a:pt x="194817" y="28129"/>
                  <a:pt x="201706" y="30832"/>
                  <a:pt x="206777" y="36238"/>
                </a:cubicBezTo>
                <a:cubicBezTo>
                  <a:pt x="210795" y="40543"/>
                  <a:pt x="212804" y="46188"/>
                  <a:pt x="212804" y="53172"/>
                </a:cubicBezTo>
                <a:lnTo>
                  <a:pt x="212804" y="80512"/>
                </a:lnTo>
                <a:cubicBezTo>
                  <a:pt x="215914" y="80512"/>
                  <a:pt x="218210" y="81194"/>
                  <a:pt x="219693" y="82557"/>
                </a:cubicBezTo>
                <a:cubicBezTo>
                  <a:pt x="221176" y="83920"/>
                  <a:pt x="221917" y="85702"/>
                  <a:pt x="221917" y="87903"/>
                </a:cubicBezTo>
                <a:cubicBezTo>
                  <a:pt x="221917" y="90103"/>
                  <a:pt x="221164" y="91885"/>
                  <a:pt x="219657" y="93249"/>
                </a:cubicBezTo>
                <a:cubicBezTo>
                  <a:pt x="218150" y="94612"/>
                  <a:pt x="215627" y="95294"/>
                  <a:pt x="212087" y="95294"/>
                </a:cubicBezTo>
                <a:lnTo>
                  <a:pt x="198812" y="95294"/>
                </a:lnTo>
                <a:cubicBezTo>
                  <a:pt x="195272" y="95294"/>
                  <a:pt x="192748" y="94600"/>
                  <a:pt x="191241" y="93213"/>
                </a:cubicBezTo>
                <a:cubicBezTo>
                  <a:pt x="189734" y="91826"/>
                  <a:pt x="188981" y="90032"/>
                  <a:pt x="188981" y="87831"/>
                </a:cubicBezTo>
                <a:cubicBezTo>
                  <a:pt x="188981" y="85631"/>
                  <a:pt x="189722" y="83861"/>
                  <a:pt x="191205" y="82521"/>
                </a:cubicBezTo>
                <a:cubicBezTo>
                  <a:pt x="192688" y="81182"/>
                  <a:pt x="194984" y="80512"/>
                  <a:pt x="198094" y="80512"/>
                </a:cubicBezTo>
                <a:lnTo>
                  <a:pt x="198094" y="52796"/>
                </a:lnTo>
                <a:cubicBezTo>
                  <a:pt x="198094" y="49596"/>
                  <a:pt x="197233" y="47257"/>
                  <a:pt x="195511" y="45777"/>
                </a:cubicBezTo>
                <a:cubicBezTo>
                  <a:pt x="193262" y="43866"/>
                  <a:pt x="189890" y="42911"/>
                  <a:pt x="185393" y="42911"/>
                </a:cubicBezTo>
                <a:cubicBezTo>
                  <a:pt x="181996" y="42911"/>
                  <a:pt x="179018" y="43569"/>
                  <a:pt x="176459" y="44884"/>
                </a:cubicBezTo>
                <a:cubicBezTo>
                  <a:pt x="173900" y="46200"/>
                  <a:pt x="170659" y="48986"/>
                  <a:pt x="166736" y="53244"/>
                </a:cubicBezTo>
                <a:lnTo>
                  <a:pt x="166736" y="80512"/>
                </a:lnTo>
                <a:cubicBezTo>
                  <a:pt x="170515" y="80512"/>
                  <a:pt x="172955" y="80966"/>
                  <a:pt x="174055" y="81875"/>
                </a:cubicBezTo>
                <a:cubicBezTo>
                  <a:pt x="176399" y="83693"/>
                  <a:pt x="177571" y="85702"/>
                  <a:pt x="177571" y="87903"/>
                </a:cubicBezTo>
                <a:cubicBezTo>
                  <a:pt x="177571" y="90103"/>
                  <a:pt x="176818" y="91885"/>
                  <a:pt x="175311" y="93249"/>
                </a:cubicBezTo>
                <a:cubicBezTo>
                  <a:pt x="173804" y="94612"/>
                  <a:pt x="171281" y="95294"/>
                  <a:pt x="167741" y="95294"/>
                </a:cubicBezTo>
                <a:lnTo>
                  <a:pt x="151021" y="95294"/>
                </a:lnTo>
                <a:cubicBezTo>
                  <a:pt x="147481" y="95294"/>
                  <a:pt x="144958" y="94600"/>
                  <a:pt x="143451" y="93213"/>
                </a:cubicBezTo>
                <a:cubicBezTo>
                  <a:pt x="141944" y="91826"/>
                  <a:pt x="141190" y="90032"/>
                  <a:pt x="141190" y="87831"/>
                </a:cubicBezTo>
                <a:cubicBezTo>
                  <a:pt x="141190" y="85631"/>
                  <a:pt x="142338" y="83627"/>
                  <a:pt x="144635" y="81821"/>
                </a:cubicBezTo>
                <a:cubicBezTo>
                  <a:pt x="145783" y="80948"/>
                  <a:pt x="148246" y="80512"/>
                  <a:pt x="152026" y="80512"/>
                </a:cubicBezTo>
                <a:lnTo>
                  <a:pt x="152026" y="44920"/>
                </a:lnTo>
                <a:cubicBezTo>
                  <a:pt x="148916" y="44920"/>
                  <a:pt x="146620" y="44226"/>
                  <a:pt x="145137" y="42839"/>
                </a:cubicBezTo>
                <a:cubicBezTo>
                  <a:pt x="143654" y="41452"/>
                  <a:pt x="142913" y="39658"/>
                  <a:pt x="142913" y="37457"/>
                </a:cubicBezTo>
                <a:cubicBezTo>
                  <a:pt x="142913" y="35257"/>
                  <a:pt x="143666" y="33487"/>
                  <a:pt x="145173" y="32147"/>
                </a:cubicBezTo>
                <a:cubicBezTo>
                  <a:pt x="146680" y="30808"/>
                  <a:pt x="149203" y="30138"/>
                  <a:pt x="152743" y="30138"/>
                </a:cubicBezTo>
                <a:lnTo>
                  <a:pt x="166736" y="30138"/>
                </a:lnTo>
                <a:close/>
                <a:moveTo>
                  <a:pt x="266177" y="44920"/>
                </a:moveTo>
                <a:lnTo>
                  <a:pt x="266177" y="74247"/>
                </a:lnTo>
                <a:cubicBezTo>
                  <a:pt x="266177" y="77386"/>
                  <a:pt x="266823" y="79455"/>
                  <a:pt x="268115" y="80454"/>
                </a:cubicBezTo>
                <a:cubicBezTo>
                  <a:pt x="270124" y="82023"/>
                  <a:pt x="273712" y="82808"/>
                  <a:pt x="278878" y="82808"/>
                </a:cubicBezTo>
                <a:cubicBezTo>
                  <a:pt x="286389" y="82808"/>
                  <a:pt x="293325" y="81188"/>
                  <a:pt x="299688" y="77949"/>
                </a:cubicBezTo>
                <a:cubicBezTo>
                  <a:pt x="302128" y="76692"/>
                  <a:pt x="304041" y="76063"/>
                  <a:pt x="305429" y="76063"/>
                </a:cubicBezTo>
                <a:cubicBezTo>
                  <a:pt x="307342" y="76063"/>
                  <a:pt x="309004" y="76786"/>
                  <a:pt x="310416" y="78231"/>
                </a:cubicBezTo>
                <a:cubicBezTo>
                  <a:pt x="311827" y="79675"/>
                  <a:pt x="312532" y="81433"/>
                  <a:pt x="312532" y="83503"/>
                </a:cubicBezTo>
                <a:cubicBezTo>
                  <a:pt x="312532" y="85430"/>
                  <a:pt x="311767" y="87092"/>
                  <a:pt x="310236" y="88488"/>
                </a:cubicBezTo>
                <a:cubicBezTo>
                  <a:pt x="307892" y="90751"/>
                  <a:pt x="303264" y="92835"/>
                  <a:pt x="296351" y="94738"/>
                </a:cubicBezTo>
                <a:cubicBezTo>
                  <a:pt x="289439" y="96639"/>
                  <a:pt x="283614" y="97590"/>
                  <a:pt x="278878" y="97590"/>
                </a:cubicBezTo>
                <a:cubicBezTo>
                  <a:pt x="269741" y="97590"/>
                  <a:pt x="262888" y="95622"/>
                  <a:pt x="258320" y="91686"/>
                </a:cubicBezTo>
                <a:cubicBezTo>
                  <a:pt x="253751" y="87750"/>
                  <a:pt x="251467" y="82919"/>
                  <a:pt x="251467" y="77195"/>
                </a:cubicBezTo>
                <a:lnTo>
                  <a:pt x="251467" y="44920"/>
                </a:lnTo>
                <a:lnTo>
                  <a:pt x="246157" y="44920"/>
                </a:lnTo>
                <a:cubicBezTo>
                  <a:pt x="242617" y="44920"/>
                  <a:pt x="240093" y="44235"/>
                  <a:pt x="238586" y="42866"/>
                </a:cubicBezTo>
                <a:cubicBezTo>
                  <a:pt x="237080" y="41495"/>
                  <a:pt x="236326" y="39704"/>
                  <a:pt x="236326" y="37493"/>
                </a:cubicBezTo>
                <a:cubicBezTo>
                  <a:pt x="236326" y="35330"/>
                  <a:pt x="237080" y="33564"/>
                  <a:pt x="238586" y="32194"/>
                </a:cubicBezTo>
                <a:cubicBezTo>
                  <a:pt x="240093" y="30824"/>
                  <a:pt x="242617" y="30138"/>
                  <a:pt x="246157" y="30138"/>
                </a:cubicBezTo>
                <a:lnTo>
                  <a:pt x="251467" y="30138"/>
                </a:lnTo>
                <a:lnTo>
                  <a:pt x="251467" y="16863"/>
                </a:lnTo>
                <a:cubicBezTo>
                  <a:pt x="251467" y="13323"/>
                  <a:pt x="252149" y="10799"/>
                  <a:pt x="253512" y="9293"/>
                </a:cubicBezTo>
                <a:cubicBezTo>
                  <a:pt x="254875" y="7786"/>
                  <a:pt x="256657" y="7032"/>
                  <a:pt x="258858" y="7032"/>
                </a:cubicBezTo>
                <a:cubicBezTo>
                  <a:pt x="261011" y="7032"/>
                  <a:pt x="262769" y="7786"/>
                  <a:pt x="264132" y="9293"/>
                </a:cubicBezTo>
                <a:cubicBezTo>
                  <a:pt x="265496" y="10799"/>
                  <a:pt x="266177" y="13323"/>
                  <a:pt x="266177" y="16863"/>
                </a:cubicBezTo>
                <a:lnTo>
                  <a:pt x="266177" y="30138"/>
                </a:lnTo>
                <a:lnTo>
                  <a:pt x="293373" y="30138"/>
                </a:lnTo>
                <a:cubicBezTo>
                  <a:pt x="296913" y="30138"/>
                  <a:pt x="299437" y="30824"/>
                  <a:pt x="300944" y="32194"/>
                </a:cubicBezTo>
                <a:cubicBezTo>
                  <a:pt x="302451" y="33564"/>
                  <a:pt x="303204" y="35354"/>
                  <a:pt x="303204" y="37565"/>
                </a:cubicBezTo>
                <a:cubicBezTo>
                  <a:pt x="303204" y="39728"/>
                  <a:pt x="302451" y="41495"/>
                  <a:pt x="300944" y="42866"/>
                </a:cubicBezTo>
                <a:cubicBezTo>
                  <a:pt x="299437" y="44235"/>
                  <a:pt x="296913" y="44920"/>
                  <a:pt x="293373" y="44920"/>
                </a:cubicBezTo>
                <a:lnTo>
                  <a:pt x="266177" y="44920"/>
                </a:lnTo>
                <a:close/>
                <a:moveTo>
                  <a:pt x="434133" y="39641"/>
                </a:moveTo>
                <a:lnTo>
                  <a:pt x="421432" y="35545"/>
                </a:lnTo>
                <a:cubicBezTo>
                  <a:pt x="418418" y="34586"/>
                  <a:pt x="416504" y="33556"/>
                  <a:pt x="415691" y="32455"/>
                </a:cubicBezTo>
                <a:cubicBezTo>
                  <a:pt x="414543" y="31064"/>
                  <a:pt x="413969" y="29507"/>
                  <a:pt x="413969" y="27781"/>
                </a:cubicBezTo>
                <a:cubicBezTo>
                  <a:pt x="413969" y="25769"/>
                  <a:pt x="414675" y="24033"/>
                  <a:pt x="416086" y="22572"/>
                </a:cubicBezTo>
                <a:cubicBezTo>
                  <a:pt x="417497" y="21110"/>
                  <a:pt x="419088" y="20379"/>
                  <a:pt x="420858" y="20379"/>
                </a:cubicBezTo>
                <a:cubicBezTo>
                  <a:pt x="422006" y="20379"/>
                  <a:pt x="423704" y="20763"/>
                  <a:pt x="425952" y="21529"/>
                </a:cubicBezTo>
                <a:lnTo>
                  <a:pt x="438653" y="25626"/>
                </a:lnTo>
                <a:lnTo>
                  <a:pt x="438653" y="12275"/>
                </a:lnTo>
                <a:cubicBezTo>
                  <a:pt x="438653" y="8733"/>
                  <a:pt x="439335" y="6209"/>
                  <a:pt x="440699" y="4702"/>
                </a:cubicBezTo>
                <a:cubicBezTo>
                  <a:pt x="442062" y="3194"/>
                  <a:pt x="443844" y="2440"/>
                  <a:pt x="446044" y="2440"/>
                </a:cubicBezTo>
                <a:cubicBezTo>
                  <a:pt x="448245" y="2440"/>
                  <a:pt x="450015" y="3194"/>
                  <a:pt x="451355" y="4702"/>
                </a:cubicBezTo>
                <a:cubicBezTo>
                  <a:pt x="452694" y="6209"/>
                  <a:pt x="453364" y="8733"/>
                  <a:pt x="453364" y="12275"/>
                </a:cubicBezTo>
                <a:lnTo>
                  <a:pt x="453364" y="25626"/>
                </a:lnTo>
                <a:lnTo>
                  <a:pt x="466065" y="21529"/>
                </a:lnTo>
                <a:cubicBezTo>
                  <a:pt x="468361" y="20763"/>
                  <a:pt x="470035" y="20379"/>
                  <a:pt x="471088" y="20379"/>
                </a:cubicBezTo>
                <a:cubicBezTo>
                  <a:pt x="472906" y="20379"/>
                  <a:pt x="474520" y="21098"/>
                  <a:pt x="475931" y="22536"/>
                </a:cubicBezTo>
                <a:cubicBezTo>
                  <a:pt x="477343" y="23973"/>
                  <a:pt x="478048" y="25697"/>
                  <a:pt x="478048" y="27710"/>
                </a:cubicBezTo>
                <a:cubicBezTo>
                  <a:pt x="478048" y="29483"/>
                  <a:pt x="477558" y="30981"/>
                  <a:pt x="476577" y="32203"/>
                </a:cubicBezTo>
                <a:cubicBezTo>
                  <a:pt x="475597" y="33425"/>
                  <a:pt x="473623" y="34538"/>
                  <a:pt x="470657" y="35545"/>
                </a:cubicBezTo>
                <a:lnTo>
                  <a:pt x="457956" y="39641"/>
                </a:lnTo>
                <a:lnTo>
                  <a:pt x="465778" y="50495"/>
                </a:lnTo>
                <a:cubicBezTo>
                  <a:pt x="467691" y="53130"/>
                  <a:pt x="468648" y="55215"/>
                  <a:pt x="468648" y="56749"/>
                </a:cubicBezTo>
                <a:cubicBezTo>
                  <a:pt x="468648" y="58809"/>
                  <a:pt x="467931" y="60558"/>
                  <a:pt x="466495" y="61996"/>
                </a:cubicBezTo>
                <a:cubicBezTo>
                  <a:pt x="465060" y="63433"/>
                  <a:pt x="463338" y="64151"/>
                  <a:pt x="461329" y="64151"/>
                </a:cubicBezTo>
                <a:cubicBezTo>
                  <a:pt x="459846" y="64151"/>
                  <a:pt x="458614" y="63840"/>
                  <a:pt x="457633" y="63218"/>
                </a:cubicBezTo>
                <a:cubicBezTo>
                  <a:pt x="456653" y="62595"/>
                  <a:pt x="455397" y="61229"/>
                  <a:pt x="453866" y="59119"/>
                </a:cubicBezTo>
                <a:lnTo>
                  <a:pt x="446044" y="48338"/>
                </a:lnTo>
                <a:lnTo>
                  <a:pt x="438151" y="59265"/>
                </a:lnTo>
                <a:cubicBezTo>
                  <a:pt x="436668" y="61403"/>
                  <a:pt x="435424" y="62800"/>
                  <a:pt x="434420" y="63456"/>
                </a:cubicBezTo>
                <a:cubicBezTo>
                  <a:pt x="433415" y="64111"/>
                  <a:pt x="432195" y="64438"/>
                  <a:pt x="430760" y="64438"/>
                </a:cubicBezTo>
                <a:cubicBezTo>
                  <a:pt x="428751" y="64438"/>
                  <a:pt x="427017" y="63701"/>
                  <a:pt x="425558" y="62227"/>
                </a:cubicBezTo>
                <a:cubicBezTo>
                  <a:pt x="424099" y="60753"/>
                  <a:pt x="423369" y="58952"/>
                  <a:pt x="423369" y="56825"/>
                </a:cubicBezTo>
                <a:cubicBezTo>
                  <a:pt x="423369" y="55327"/>
                  <a:pt x="424326" y="53249"/>
                  <a:pt x="426239" y="50589"/>
                </a:cubicBezTo>
                <a:lnTo>
                  <a:pt x="434133" y="39641"/>
                </a:lnTo>
                <a:close/>
                <a:moveTo>
                  <a:pt x="540607" y="59523"/>
                </a:moveTo>
                <a:cubicBezTo>
                  <a:pt x="540607" y="67899"/>
                  <a:pt x="539219" y="76396"/>
                  <a:pt x="536445" y="85012"/>
                </a:cubicBezTo>
                <a:cubicBezTo>
                  <a:pt x="534388" y="91332"/>
                  <a:pt x="531207" y="98344"/>
                  <a:pt x="526901" y="106051"/>
                </a:cubicBezTo>
                <a:cubicBezTo>
                  <a:pt x="523792" y="111603"/>
                  <a:pt x="521495" y="115025"/>
                  <a:pt x="520012" y="116317"/>
                </a:cubicBezTo>
                <a:cubicBezTo>
                  <a:pt x="518529" y="117610"/>
                  <a:pt x="516879" y="118256"/>
                  <a:pt x="515061" y="118256"/>
                </a:cubicBezTo>
                <a:cubicBezTo>
                  <a:pt x="512956" y="118256"/>
                  <a:pt x="511186" y="117538"/>
                  <a:pt x="509751" y="116101"/>
                </a:cubicBezTo>
                <a:cubicBezTo>
                  <a:pt x="508316" y="114666"/>
                  <a:pt x="507598" y="112943"/>
                  <a:pt x="507598" y="110933"/>
                </a:cubicBezTo>
                <a:cubicBezTo>
                  <a:pt x="507598" y="109496"/>
                  <a:pt x="508172" y="107845"/>
                  <a:pt x="509321" y="105979"/>
                </a:cubicBezTo>
                <a:cubicBezTo>
                  <a:pt x="514487" y="97506"/>
                  <a:pt x="518254" y="89559"/>
                  <a:pt x="520622" y="82140"/>
                </a:cubicBezTo>
                <a:cubicBezTo>
                  <a:pt x="522990" y="74720"/>
                  <a:pt x="524174" y="67181"/>
                  <a:pt x="524174" y="59523"/>
                </a:cubicBezTo>
                <a:cubicBezTo>
                  <a:pt x="524174" y="51912"/>
                  <a:pt x="522990" y="44397"/>
                  <a:pt x="520622" y="36978"/>
                </a:cubicBezTo>
                <a:cubicBezTo>
                  <a:pt x="518254" y="29558"/>
                  <a:pt x="514487" y="21612"/>
                  <a:pt x="509321" y="13138"/>
                </a:cubicBezTo>
                <a:cubicBezTo>
                  <a:pt x="508172" y="11225"/>
                  <a:pt x="507598" y="9574"/>
                  <a:pt x="507598" y="8185"/>
                </a:cubicBezTo>
                <a:cubicBezTo>
                  <a:pt x="507598" y="6174"/>
                  <a:pt x="508316" y="4451"/>
                  <a:pt x="509751" y="3016"/>
                </a:cubicBezTo>
                <a:cubicBezTo>
                  <a:pt x="511186" y="1579"/>
                  <a:pt x="512956" y="861"/>
                  <a:pt x="515061" y="861"/>
                </a:cubicBezTo>
                <a:cubicBezTo>
                  <a:pt x="516831" y="861"/>
                  <a:pt x="518386" y="1435"/>
                  <a:pt x="519725" y="2583"/>
                </a:cubicBezTo>
                <a:cubicBezTo>
                  <a:pt x="521639" y="4211"/>
                  <a:pt x="524174" y="7970"/>
                  <a:pt x="527332" y="13858"/>
                </a:cubicBezTo>
                <a:cubicBezTo>
                  <a:pt x="531876" y="22330"/>
                  <a:pt x="534986" y="29294"/>
                  <a:pt x="536660" y="34751"/>
                </a:cubicBezTo>
                <a:cubicBezTo>
                  <a:pt x="539291" y="43224"/>
                  <a:pt x="540607" y="51481"/>
                  <a:pt x="540607" y="59523"/>
                </a:cubicBezTo>
                <a:close/>
                <a:moveTo>
                  <a:pt x="617229" y="59523"/>
                </a:moveTo>
                <a:cubicBezTo>
                  <a:pt x="617229" y="51147"/>
                  <a:pt x="618616" y="42674"/>
                  <a:pt x="621391" y="34105"/>
                </a:cubicBezTo>
                <a:cubicBezTo>
                  <a:pt x="623448" y="27786"/>
                  <a:pt x="626629" y="20749"/>
                  <a:pt x="630934" y="12995"/>
                </a:cubicBezTo>
                <a:cubicBezTo>
                  <a:pt x="634044" y="7443"/>
                  <a:pt x="636340" y="4033"/>
                  <a:pt x="637823" y="2765"/>
                </a:cubicBezTo>
                <a:cubicBezTo>
                  <a:pt x="639306" y="1496"/>
                  <a:pt x="640956" y="861"/>
                  <a:pt x="642774" y="861"/>
                </a:cubicBezTo>
                <a:cubicBezTo>
                  <a:pt x="644879" y="861"/>
                  <a:pt x="646649" y="1579"/>
                  <a:pt x="648084" y="3016"/>
                </a:cubicBezTo>
                <a:cubicBezTo>
                  <a:pt x="649519" y="4451"/>
                  <a:pt x="650237" y="6174"/>
                  <a:pt x="650237" y="8185"/>
                </a:cubicBezTo>
                <a:cubicBezTo>
                  <a:pt x="650237" y="9574"/>
                  <a:pt x="649663" y="11225"/>
                  <a:pt x="648515" y="13138"/>
                </a:cubicBezTo>
                <a:cubicBezTo>
                  <a:pt x="643348" y="21612"/>
                  <a:pt x="639581" y="29558"/>
                  <a:pt x="637213" y="36978"/>
                </a:cubicBezTo>
                <a:cubicBezTo>
                  <a:pt x="634845" y="44397"/>
                  <a:pt x="633661" y="51912"/>
                  <a:pt x="633661" y="59523"/>
                </a:cubicBezTo>
                <a:cubicBezTo>
                  <a:pt x="633661" y="67181"/>
                  <a:pt x="634845" y="74720"/>
                  <a:pt x="637213" y="82140"/>
                </a:cubicBezTo>
                <a:cubicBezTo>
                  <a:pt x="639581" y="89559"/>
                  <a:pt x="643348" y="97506"/>
                  <a:pt x="648515" y="105979"/>
                </a:cubicBezTo>
                <a:cubicBezTo>
                  <a:pt x="649663" y="107845"/>
                  <a:pt x="650237" y="109496"/>
                  <a:pt x="650237" y="110933"/>
                </a:cubicBezTo>
                <a:cubicBezTo>
                  <a:pt x="650237" y="112943"/>
                  <a:pt x="649519" y="114666"/>
                  <a:pt x="648084" y="116101"/>
                </a:cubicBezTo>
                <a:cubicBezTo>
                  <a:pt x="646649" y="117538"/>
                  <a:pt x="644879" y="118256"/>
                  <a:pt x="642774" y="118256"/>
                </a:cubicBezTo>
                <a:cubicBezTo>
                  <a:pt x="641004" y="118256"/>
                  <a:pt x="639449" y="117682"/>
                  <a:pt x="638110" y="116534"/>
                </a:cubicBezTo>
                <a:cubicBezTo>
                  <a:pt x="636196" y="114858"/>
                  <a:pt x="633661" y="111100"/>
                  <a:pt x="630504" y="105259"/>
                </a:cubicBezTo>
                <a:cubicBezTo>
                  <a:pt x="625959" y="96787"/>
                  <a:pt x="622850" y="89799"/>
                  <a:pt x="621175" y="84295"/>
                </a:cubicBezTo>
                <a:cubicBezTo>
                  <a:pt x="618544" y="75869"/>
                  <a:pt x="617229" y="67612"/>
                  <a:pt x="617229" y="59523"/>
                </a:cubicBezTo>
                <a:close/>
                <a:moveTo>
                  <a:pt x="723918" y="95294"/>
                </a:moveTo>
                <a:lnTo>
                  <a:pt x="723918" y="91850"/>
                </a:lnTo>
                <a:cubicBezTo>
                  <a:pt x="720235" y="93763"/>
                  <a:pt x="716168" y="95198"/>
                  <a:pt x="711719" y="96155"/>
                </a:cubicBezTo>
                <a:cubicBezTo>
                  <a:pt x="707270" y="97112"/>
                  <a:pt x="703228" y="97590"/>
                  <a:pt x="699592" y="97590"/>
                </a:cubicBezTo>
                <a:cubicBezTo>
                  <a:pt x="691699" y="97590"/>
                  <a:pt x="685289" y="95501"/>
                  <a:pt x="680361" y="91323"/>
                </a:cubicBezTo>
                <a:cubicBezTo>
                  <a:pt x="675434" y="87143"/>
                  <a:pt x="672970" y="82521"/>
                  <a:pt x="672970" y="77458"/>
                </a:cubicBezTo>
                <a:cubicBezTo>
                  <a:pt x="672970" y="71297"/>
                  <a:pt x="676116" y="65578"/>
                  <a:pt x="682406" y="60301"/>
                </a:cubicBezTo>
                <a:cubicBezTo>
                  <a:pt x="688697" y="55022"/>
                  <a:pt x="697392" y="52383"/>
                  <a:pt x="708490" y="52383"/>
                </a:cubicBezTo>
                <a:cubicBezTo>
                  <a:pt x="712939" y="52383"/>
                  <a:pt x="718082" y="52861"/>
                  <a:pt x="723918" y="53818"/>
                </a:cubicBezTo>
                <a:lnTo>
                  <a:pt x="723918" y="50324"/>
                </a:lnTo>
                <a:cubicBezTo>
                  <a:pt x="723918" y="48139"/>
                  <a:pt x="722973" y="46357"/>
                  <a:pt x="721084" y="44978"/>
                </a:cubicBezTo>
                <a:cubicBezTo>
                  <a:pt x="719194" y="43600"/>
                  <a:pt x="715594" y="42911"/>
                  <a:pt x="710284" y="42911"/>
                </a:cubicBezTo>
                <a:cubicBezTo>
                  <a:pt x="705931" y="42911"/>
                  <a:pt x="700286" y="43754"/>
                  <a:pt x="693349" y="45440"/>
                </a:cubicBezTo>
                <a:cubicBezTo>
                  <a:pt x="690766" y="46050"/>
                  <a:pt x="688757" y="46355"/>
                  <a:pt x="687322" y="46355"/>
                </a:cubicBezTo>
                <a:cubicBezTo>
                  <a:pt x="685360" y="46355"/>
                  <a:pt x="683698" y="45650"/>
                  <a:pt x="682335" y="44238"/>
                </a:cubicBezTo>
                <a:cubicBezTo>
                  <a:pt x="680971" y="42827"/>
                  <a:pt x="680290" y="41021"/>
                  <a:pt x="680290" y="38821"/>
                </a:cubicBezTo>
                <a:cubicBezTo>
                  <a:pt x="680290" y="37577"/>
                  <a:pt x="680529" y="36501"/>
                  <a:pt x="681007" y="35592"/>
                </a:cubicBezTo>
                <a:cubicBezTo>
                  <a:pt x="681486" y="34683"/>
                  <a:pt x="682155" y="33953"/>
                  <a:pt x="683016" y="33403"/>
                </a:cubicBezTo>
                <a:cubicBezTo>
                  <a:pt x="683878" y="32853"/>
                  <a:pt x="685671" y="32195"/>
                  <a:pt x="688398" y="31430"/>
                </a:cubicBezTo>
                <a:cubicBezTo>
                  <a:pt x="692034" y="30425"/>
                  <a:pt x="695741" y="29624"/>
                  <a:pt x="699521" y="29026"/>
                </a:cubicBezTo>
                <a:cubicBezTo>
                  <a:pt x="703300" y="28428"/>
                  <a:pt x="706720" y="28129"/>
                  <a:pt x="709782" y="28129"/>
                </a:cubicBezTo>
                <a:cubicBezTo>
                  <a:pt x="718919" y="28129"/>
                  <a:pt x="726011" y="30102"/>
                  <a:pt x="731058" y="34049"/>
                </a:cubicBezTo>
                <a:cubicBezTo>
                  <a:pt x="736105" y="37996"/>
                  <a:pt x="738628" y="43389"/>
                  <a:pt x="738628" y="50230"/>
                </a:cubicBezTo>
                <a:lnTo>
                  <a:pt x="738628" y="80512"/>
                </a:lnTo>
                <a:lnTo>
                  <a:pt x="741140" y="80512"/>
                </a:lnTo>
                <a:cubicBezTo>
                  <a:pt x="744680" y="80512"/>
                  <a:pt x="747203" y="81194"/>
                  <a:pt x="748710" y="82557"/>
                </a:cubicBezTo>
                <a:cubicBezTo>
                  <a:pt x="750217" y="83920"/>
                  <a:pt x="750971" y="85702"/>
                  <a:pt x="750971" y="87903"/>
                </a:cubicBezTo>
                <a:cubicBezTo>
                  <a:pt x="750971" y="90103"/>
                  <a:pt x="750217" y="91885"/>
                  <a:pt x="748710" y="93249"/>
                </a:cubicBezTo>
                <a:cubicBezTo>
                  <a:pt x="747203" y="94612"/>
                  <a:pt x="744680" y="95294"/>
                  <a:pt x="741140" y="95294"/>
                </a:cubicBezTo>
                <a:lnTo>
                  <a:pt x="723918" y="95294"/>
                </a:lnTo>
                <a:moveTo>
                  <a:pt x="723918" y="68871"/>
                </a:moveTo>
                <a:cubicBezTo>
                  <a:pt x="718034" y="67734"/>
                  <a:pt x="712604" y="67165"/>
                  <a:pt x="707629" y="67165"/>
                </a:cubicBezTo>
                <a:cubicBezTo>
                  <a:pt x="701649" y="67165"/>
                  <a:pt x="696507" y="68611"/>
                  <a:pt x="692201" y="71502"/>
                </a:cubicBezTo>
                <a:cubicBezTo>
                  <a:pt x="689522" y="73351"/>
                  <a:pt x="688183" y="75223"/>
                  <a:pt x="688183" y="77119"/>
                </a:cubicBezTo>
                <a:cubicBezTo>
                  <a:pt x="688183" y="78494"/>
                  <a:pt x="688829" y="79609"/>
                  <a:pt x="690120" y="80463"/>
                </a:cubicBezTo>
                <a:cubicBezTo>
                  <a:pt x="692512" y="82026"/>
                  <a:pt x="695789" y="82808"/>
                  <a:pt x="699951" y="82808"/>
                </a:cubicBezTo>
                <a:cubicBezTo>
                  <a:pt x="703491" y="82808"/>
                  <a:pt x="707498" y="82121"/>
                  <a:pt x="711971" y="80747"/>
                </a:cubicBezTo>
                <a:cubicBezTo>
                  <a:pt x="716443" y="79372"/>
                  <a:pt x="720426" y="77499"/>
                  <a:pt x="723918" y="75128"/>
                </a:cubicBezTo>
                <a:lnTo>
                  <a:pt x="723918" y="68871"/>
                </a:lnTo>
                <a:close/>
                <a:moveTo>
                  <a:pt x="806353" y="0"/>
                </a:moveTo>
                <a:lnTo>
                  <a:pt x="806353" y="80512"/>
                </a:lnTo>
                <a:lnTo>
                  <a:pt x="821207" y="80512"/>
                </a:lnTo>
                <a:cubicBezTo>
                  <a:pt x="824747" y="80512"/>
                  <a:pt x="827270" y="81194"/>
                  <a:pt x="828777" y="82557"/>
                </a:cubicBezTo>
                <a:cubicBezTo>
                  <a:pt x="830284" y="83920"/>
                  <a:pt x="831037" y="85702"/>
                  <a:pt x="831037" y="87903"/>
                </a:cubicBezTo>
                <a:cubicBezTo>
                  <a:pt x="831037" y="90103"/>
                  <a:pt x="830284" y="91885"/>
                  <a:pt x="828777" y="93249"/>
                </a:cubicBezTo>
                <a:cubicBezTo>
                  <a:pt x="827270" y="94612"/>
                  <a:pt x="824747" y="95294"/>
                  <a:pt x="821207" y="95294"/>
                </a:cubicBezTo>
                <a:lnTo>
                  <a:pt x="776789" y="95294"/>
                </a:lnTo>
                <a:cubicBezTo>
                  <a:pt x="773249" y="95294"/>
                  <a:pt x="770725" y="94600"/>
                  <a:pt x="769218" y="93213"/>
                </a:cubicBezTo>
                <a:cubicBezTo>
                  <a:pt x="767711" y="91826"/>
                  <a:pt x="766958" y="90032"/>
                  <a:pt x="766958" y="87831"/>
                </a:cubicBezTo>
                <a:cubicBezTo>
                  <a:pt x="766958" y="85631"/>
                  <a:pt x="767711" y="83861"/>
                  <a:pt x="769218" y="82521"/>
                </a:cubicBezTo>
                <a:cubicBezTo>
                  <a:pt x="770725" y="81182"/>
                  <a:pt x="773249" y="80512"/>
                  <a:pt x="776789" y="80512"/>
                </a:cubicBezTo>
                <a:lnTo>
                  <a:pt x="791643" y="80512"/>
                </a:lnTo>
                <a:lnTo>
                  <a:pt x="791643" y="19218"/>
                </a:lnTo>
                <a:lnTo>
                  <a:pt x="778511" y="22673"/>
                </a:lnTo>
                <a:cubicBezTo>
                  <a:pt x="776406" y="23249"/>
                  <a:pt x="774827" y="23536"/>
                  <a:pt x="773775" y="23536"/>
                </a:cubicBezTo>
                <a:cubicBezTo>
                  <a:pt x="771909" y="23536"/>
                  <a:pt x="770295" y="22793"/>
                  <a:pt x="768931" y="21305"/>
                </a:cubicBezTo>
                <a:cubicBezTo>
                  <a:pt x="767568" y="19818"/>
                  <a:pt x="766886" y="17995"/>
                  <a:pt x="766886" y="15836"/>
                </a:cubicBezTo>
                <a:cubicBezTo>
                  <a:pt x="766886" y="13869"/>
                  <a:pt x="767389" y="12321"/>
                  <a:pt x="768393" y="11194"/>
                </a:cubicBezTo>
                <a:cubicBezTo>
                  <a:pt x="769398" y="10065"/>
                  <a:pt x="771503" y="9069"/>
                  <a:pt x="774708" y="8205"/>
                </a:cubicBezTo>
                <a:lnTo>
                  <a:pt x="806353" y="0"/>
                </a:lnTo>
                <a:close/>
                <a:moveTo>
                  <a:pt x="982561" y="60850"/>
                </a:moveTo>
                <a:lnTo>
                  <a:pt x="982561" y="85463"/>
                </a:lnTo>
                <a:cubicBezTo>
                  <a:pt x="982561" y="89003"/>
                  <a:pt x="981891" y="91527"/>
                  <a:pt x="980552" y="93034"/>
                </a:cubicBezTo>
                <a:cubicBezTo>
                  <a:pt x="979212" y="94540"/>
                  <a:pt x="977442" y="95294"/>
                  <a:pt x="975242" y="95294"/>
                </a:cubicBezTo>
                <a:cubicBezTo>
                  <a:pt x="973041" y="95294"/>
                  <a:pt x="971259" y="94540"/>
                  <a:pt x="969896" y="93034"/>
                </a:cubicBezTo>
                <a:cubicBezTo>
                  <a:pt x="968533" y="91527"/>
                  <a:pt x="967851" y="89003"/>
                  <a:pt x="967851" y="85463"/>
                </a:cubicBezTo>
                <a:lnTo>
                  <a:pt x="967851" y="60850"/>
                </a:lnTo>
                <a:lnTo>
                  <a:pt x="946826" y="60850"/>
                </a:lnTo>
                <a:cubicBezTo>
                  <a:pt x="943286" y="60850"/>
                  <a:pt x="940762" y="60166"/>
                  <a:pt x="939255" y="58796"/>
                </a:cubicBezTo>
                <a:cubicBezTo>
                  <a:pt x="937749" y="57425"/>
                  <a:pt x="936995" y="55634"/>
                  <a:pt x="936995" y="53423"/>
                </a:cubicBezTo>
                <a:cubicBezTo>
                  <a:pt x="936995" y="51212"/>
                  <a:pt x="937749" y="49422"/>
                  <a:pt x="939255" y="48053"/>
                </a:cubicBezTo>
                <a:cubicBezTo>
                  <a:pt x="940762" y="46682"/>
                  <a:pt x="943286" y="46020"/>
                  <a:pt x="946826" y="46068"/>
                </a:cubicBezTo>
                <a:lnTo>
                  <a:pt x="967851" y="46068"/>
                </a:lnTo>
                <a:lnTo>
                  <a:pt x="967851" y="21476"/>
                </a:lnTo>
                <a:cubicBezTo>
                  <a:pt x="967851" y="17976"/>
                  <a:pt x="968533" y="15459"/>
                  <a:pt x="969896" y="13925"/>
                </a:cubicBezTo>
                <a:cubicBezTo>
                  <a:pt x="971259" y="12392"/>
                  <a:pt x="973041" y="11625"/>
                  <a:pt x="975242" y="11625"/>
                </a:cubicBezTo>
                <a:cubicBezTo>
                  <a:pt x="977442" y="11625"/>
                  <a:pt x="979224" y="12380"/>
                  <a:pt x="980588" y="13890"/>
                </a:cubicBezTo>
                <a:cubicBezTo>
                  <a:pt x="981951" y="15399"/>
                  <a:pt x="982633" y="17928"/>
                  <a:pt x="982633" y="21476"/>
                </a:cubicBezTo>
                <a:lnTo>
                  <a:pt x="982561" y="46068"/>
                </a:lnTo>
                <a:lnTo>
                  <a:pt x="1003586" y="46068"/>
                </a:lnTo>
                <a:cubicBezTo>
                  <a:pt x="1007126" y="46068"/>
                  <a:pt x="1009650" y="46742"/>
                  <a:pt x="1011156" y="48089"/>
                </a:cubicBezTo>
                <a:cubicBezTo>
                  <a:pt x="1012663" y="49434"/>
                  <a:pt x="1013417" y="51212"/>
                  <a:pt x="1013417" y="53423"/>
                </a:cubicBezTo>
                <a:cubicBezTo>
                  <a:pt x="1013417" y="55634"/>
                  <a:pt x="1012663" y="57425"/>
                  <a:pt x="1011156" y="58796"/>
                </a:cubicBezTo>
                <a:cubicBezTo>
                  <a:pt x="1009650" y="60166"/>
                  <a:pt x="1007126" y="60850"/>
                  <a:pt x="1003586" y="60850"/>
                </a:cubicBezTo>
                <a:lnTo>
                  <a:pt x="982561" y="60850"/>
                </a:lnTo>
                <a:close/>
                <a:moveTo>
                  <a:pt x="1137815" y="80512"/>
                </a:moveTo>
                <a:lnTo>
                  <a:pt x="1170034" y="80512"/>
                </a:lnTo>
                <a:cubicBezTo>
                  <a:pt x="1171804" y="79077"/>
                  <a:pt x="1173479" y="78359"/>
                  <a:pt x="1175057" y="78359"/>
                </a:cubicBezTo>
                <a:cubicBezTo>
                  <a:pt x="1177306" y="78359"/>
                  <a:pt x="1179088" y="79106"/>
                  <a:pt x="1180403" y="80599"/>
                </a:cubicBezTo>
                <a:cubicBezTo>
                  <a:pt x="1181719" y="82093"/>
                  <a:pt x="1182377" y="84647"/>
                  <a:pt x="1182377" y="88262"/>
                </a:cubicBezTo>
                <a:lnTo>
                  <a:pt x="1182377" y="95294"/>
                </a:lnTo>
                <a:lnTo>
                  <a:pt x="1115355" y="95294"/>
                </a:lnTo>
                <a:lnTo>
                  <a:pt x="1115355" y="79651"/>
                </a:lnTo>
                <a:cubicBezTo>
                  <a:pt x="1141858" y="57813"/>
                  <a:pt x="1157860" y="43764"/>
                  <a:pt x="1163361" y="37504"/>
                </a:cubicBezTo>
                <a:cubicBezTo>
                  <a:pt x="1166136" y="34302"/>
                  <a:pt x="1167523" y="31268"/>
                  <a:pt x="1167523" y="28400"/>
                </a:cubicBezTo>
                <a:cubicBezTo>
                  <a:pt x="1167523" y="24817"/>
                  <a:pt x="1165956" y="21651"/>
                  <a:pt x="1162823" y="18904"/>
                </a:cubicBezTo>
                <a:cubicBezTo>
                  <a:pt x="1159689" y="16156"/>
                  <a:pt x="1155515" y="14782"/>
                  <a:pt x="1150301" y="14782"/>
                </a:cubicBezTo>
                <a:cubicBezTo>
                  <a:pt x="1145039" y="14782"/>
                  <a:pt x="1140662" y="16307"/>
                  <a:pt x="1137170" y="19357"/>
                </a:cubicBezTo>
                <a:cubicBezTo>
                  <a:pt x="1135352" y="20976"/>
                  <a:pt x="1133893" y="23381"/>
                  <a:pt x="1132792" y="26573"/>
                </a:cubicBezTo>
                <a:cubicBezTo>
                  <a:pt x="1132123" y="28574"/>
                  <a:pt x="1131202" y="30004"/>
                  <a:pt x="1130030" y="30862"/>
                </a:cubicBezTo>
                <a:cubicBezTo>
                  <a:pt x="1128858" y="31719"/>
                  <a:pt x="1127410" y="32147"/>
                  <a:pt x="1125688" y="32147"/>
                </a:cubicBezTo>
                <a:cubicBezTo>
                  <a:pt x="1123679" y="32147"/>
                  <a:pt x="1121945" y="31430"/>
                  <a:pt x="1120486" y="29995"/>
                </a:cubicBezTo>
                <a:cubicBezTo>
                  <a:pt x="1119027" y="28559"/>
                  <a:pt x="1118297" y="26885"/>
                  <a:pt x="1118297" y="24972"/>
                </a:cubicBezTo>
                <a:cubicBezTo>
                  <a:pt x="1118297" y="22101"/>
                  <a:pt x="1119625" y="18513"/>
                  <a:pt x="1122280" y="14208"/>
                </a:cubicBezTo>
                <a:cubicBezTo>
                  <a:pt x="1124935" y="9903"/>
                  <a:pt x="1128810" y="6458"/>
                  <a:pt x="1133905" y="3875"/>
                </a:cubicBezTo>
                <a:cubicBezTo>
                  <a:pt x="1138999" y="1292"/>
                  <a:pt x="1144537" y="0"/>
                  <a:pt x="1150516" y="0"/>
                </a:cubicBezTo>
                <a:cubicBezTo>
                  <a:pt x="1159797" y="0"/>
                  <a:pt x="1167403" y="2810"/>
                  <a:pt x="1173335" y="8431"/>
                </a:cubicBezTo>
                <a:cubicBezTo>
                  <a:pt x="1179267" y="14052"/>
                  <a:pt x="1182233" y="20857"/>
                  <a:pt x="1182233" y="28846"/>
                </a:cubicBezTo>
                <a:cubicBezTo>
                  <a:pt x="1182233" y="32913"/>
                  <a:pt x="1181384" y="36680"/>
                  <a:pt x="1179686" y="40148"/>
                </a:cubicBezTo>
                <a:cubicBezTo>
                  <a:pt x="1177988" y="43617"/>
                  <a:pt x="1173909" y="48412"/>
                  <a:pt x="1167451" y="54536"/>
                </a:cubicBezTo>
                <a:cubicBezTo>
                  <a:pt x="1162380" y="59367"/>
                  <a:pt x="1152502" y="68026"/>
                  <a:pt x="1137815" y="80512"/>
                </a:cubicBezTo>
                <a:close/>
                <a:moveTo>
                  <a:pt x="1260578" y="48187"/>
                </a:moveTo>
                <a:cubicBezTo>
                  <a:pt x="1264357" y="51111"/>
                  <a:pt x="1267191" y="54432"/>
                  <a:pt x="1269081" y="58148"/>
                </a:cubicBezTo>
                <a:cubicBezTo>
                  <a:pt x="1270971" y="61863"/>
                  <a:pt x="1271915" y="65950"/>
                  <a:pt x="1271915" y="70407"/>
                </a:cubicBezTo>
                <a:cubicBezTo>
                  <a:pt x="1271915" y="75345"/>
                  <a:pt x="1270707" y="79888"/>
                  <a:pt x="1268292" y="84035"/>
                </a:cubicBezTo>
                <a:cubicBezTo>
                  <a:pt x="1265876" y="88182"/>
                  <a:pt x="1262085" y="91454"/>
                  <a:pt x="1256918" y="93852"/>
                </a:cubicBezTo>
                <a:cubicBezTo>
                  <a:pt x="1251752" y="96248"/>
                  <a:pt x="1246011" y="97447"/>
                  <a:pt x="1239696" y="97447"/>
                </a:cubicBezTo>
                <a:cubicBezTo>
                  <a:pt x="1233382" y="97447"/>
                  <a:pt x="1227689" y="96248"/>
                  <a:pt x="1222618" y="93852"/>
                </a:cubicBezTo>
                <a:cubicBezTo>
                  <a:pt x="1217547" y="91454"/>
                  <a:pt x="1213804" y="88170"/>
                  <a:pt x="1211388" y="83999"/>
                </a:cubicBezTo>
                <a:cubicBezTo>
                  <a:pt x="1208972" y="79828"/>
                  <a:pt x="1207764" y="75297"/>
                  <a:pt x="1207764" y="70407"/>
                </a:cubicBezTo>
                <a:cubicBezTo>
                  <a:pt x="1207764" y="65950"/>
                  <a:pt x="1208709" y="61863"/>
                  <a:pt x="1210599" y="58148"/>
                </a:cubicBezTo>
                <a:cubicBezTo>
                  <a:pt x="1212488" y="54432"/>
                  <a:pt x="1215323" y="51111"/>
                  <a:pt x="1219102" y="48187"/>
                </a:cubicBezTo>
                <a:cubicBezTo>
                  <a:pt x="1215801" y="45127"/>
                  <a:pt x="1213313" y="41876"/>
                  <a:pt x="1211639" y="38435"/>
                </a:cubicBezTo>
                <a:cubicBezTo>
                  <a:pt x="1209965" y="34994"/>
                  <a:pt x="1209128" y="31360"/>
                  <a:pt x="1209128" y="27535"/>
                </a:cubicBezTo>
                <a:cubicBezTo>
                  <a:pt x="1209128" y="20030"/>
                  <a:pt x="1211998" y="13565"/>
                  <a:pt x="1217739" y="8140"/>
                </a:cubicBezTo>
                <a:cubicBezTo>
                  <a:pt x="1223479" y="2713"/>
                  <a:pt x="1230846" y="0"/>
                  <a:pt x="1239840" y="0"/>
                </a:cubicBezTo>
                <a:cubicBezTo>
                  <a:pt x="1248833" y="0"/>
                  <a:pt x="1256201" y="2713"/>
                  <a:pt x="1261941" y="8140"/>
                </a:cubicBezTo>
                <a:cubicBezTo>
                  <a:pt x="1267682" y="13565"/>
                  <a:pt x="1270552" y="20030"/>
                  <a:pt x="1270552" y="27535"/>
                </a:cubicBezTo>
                <a:cubicBezTo>
                  <a:pt x="1270552" y="31408"/>
                  <a:pt x="1269727" y="35065"/>
                  <a:pt x="1268076" y="38507"/>
                </a:cubicBezTo>
                <a:cubicBezTo>
                  <a:pt x="1266426" y="41948"/>
                  <a:pt x="1263926" y="45175"/>
                  <a:pt x="1260578" y="48187"/>
                </a:cubicBezTo>
                <a:moveTo>
                  <a:pt x="1255483" y="27878"/>
                </a:moveTo>
                <a:cubicBezTo>
                  <a:pt x="1255483" y="24253"/>
                  <a:pt x="1254060" y="21164"/>
                  <a:pt x="1251213" y="18612"/>
                </a:cubicBezTo>
                <a:cubicBezTo>
                  <a:pt x="1248367" y="16059"/>
                  <a:pt x="1244528" y="14782"/>
                  <a:pt x="1239696" y="14782"/>
                </a:cubicBezTo>
                <a:cubicBezTo>
                  <a:pt x="1234817" y="14782"/>
                  <a:pt x="1230954" y="16059"/>
                  <a:pt x="1228107" y="18612"/>
                </a:cubicBezTo>
                <a:cubicBezTo>
                  <a:pt x="1225261" y="21164"/>
                  <a:pt x="1223838" y="24253"/>
                  <a:pt x="1223838" y="27878"/>
                </a:cubicBezTo>
                <a:cubicBezTo>
                  <a:pt x="1223838" y="31551"/>
                  <a:pt x="1225261" y="34664"/>
                  <a:pt x="1228107" y="37217"/>
                </a:cubicBezTo>
                <a:cubicBezTo>
                  <a:pt x="1230954" y="39769"/>
                  <a:pt x="1234817" y="41045"/>
                  <a:pt x="1239696" y="41045"/>
                </a:cubicBezTo>
                <a:cubicBezTo>
                  <a:pt x="1244528" y="41045"/>
                  <a:pt x="1248367" y="39769"/>
                  <a:pt x="1251213" y="37217"/>
                </a:cubicBezTo>
                <a:cubicBezTo>
                  <a:pt x="1254060" y="34664"/>
                  <a:pt x="1255483" y="31551"/>
                  <a:pt x="1255483" y="27878"/>
                </a:cubicBezTo>
                <a:moveTo>
                  <a:pt x="1257205" y="71080"/>
                </a:moveTo>
                <a:cubicBezTo>
                  <a:pt x="1257205" y="67195"/>
                  <a:pt x="1255543" y="63682"/>
                  <a:pt x="1252218" y="60541"/>
                </a:cubicBezTo>
                <a:cubicBezTo>
                  <a:pt x="1248893" y="57398"/>
                  <a:pt x="1244767" y="55827"/>
                  <a:pt x="1239840" y="55827"/>
                </a:cubicBezTo>
                <a:cubicBezTo>
                  <a:pt x="1234912" y="55827"/>
                  <a:pt x="1230786" y="57398"/>
                  <a:pt x="1227462" y="60541"/>
                </a:cubicBezTo>
                <a:cubicBezTo>
                  <a:pt x="1224137" y="63682"/>
                  <a:pt x="1222475" y="67243"/>
                  <a:pt x="1222475" y="71224"/>
                </a:cubicBezTo>
                <a:cubicBezTo>
                  <a:pt x="1222475" y="74294"/>
                  <a:pt x="1223910" y="76969"/>
                  <a:pt x="1226780" y="79247"/>
                </a:cubicBezTo>
                <a:cubicBezTo>
                  <a:pt x="1229650" y="81525"/>
                  <a:pt x="1234004" y="82665"/>
                  <a:pt x="1239840" y="82665"/>
                </a:cubicBezTo>
                <a:cubicBezTo>
                  <a:pt x="1245724" y="82665"/>
                  <a:pt x="1250089" y="81525"/>
                  <a:pt x="1252936" y="79247"/>
                </a:cubicBezTo>
                <a:cubicBezTo>
                  <a:pt x="1255782" y="76969"/>
                  <a:pt x="1257205" y="74247"/>
                  <a:pt x="1257205" y="71080"/>
                </a:cubicBezTo>
                <a:close/>
                <a:moveTo>
                  <a:pt x="1334187" y="59523"/>
                </a:moveTo>
                <a:cubicBezTo>
                  <a:pt x="1334187" y="67899"/>
                  <a:pt x="1332799" y="76396"/>
                  <a:pt x="1330025" y="85012"/>
                </a:cubicBezTo>
                <a:cubicBezTo>
                  <a:pt x="1327968" y="91332"/>
                  <a:pt x="1324786" y="98344"/>
                  <a:pt x="1320481" y="106051"/>
                </a:cubicBezTo>
                <a:cubicBezTo>
                  <a:pt x="1317371" y="111603"/>
                  <a:pt x="1315075" y="115025"/>
                  <a:pt x="1313592" y="116317"/>
                </a:cubicBezTo>
                <a:cubicBezTo>
                  <a:pt x="1312109" y="117610"/>
                  <a:pt x="1310459" y="118256"/>
                  <a:pt x="1308641" y="118256"/>
                </a:cubicBezTo>
                <a:cubicBezTo>
                  <a:pt x="1306536" y="118256"/>
                  <a:pt x="1304766" y="117538"/>
                  <a:pt x="1303331" y="116101"/>
                </a:cubicBezTo>
                <a:cubicBezTo>
                  <a:pt x="1301896" y="114666"/>
                  <a:pt x="1301178" y="112943"/>
                  <a:pt x="1301178" y="110933"/>
                </a:cubicBezTo>
                <a:cubicBezTo>
                  <a:pt x="1301178" y="109496"/>
                  <a:pt x="1301752" y="107845"/>
                  <a:pt x="1302900" y="105979"/>
                </a:cubicBezTo>
                <a:cubicBezTo>
                  <a:pt x="1308067" y="97506"/>
                  <a:pt x="1311834" y="89559"/>
                  <a:pt x="1314202" y="82140"/>
                </a:cubicBezTo>
                <a:cubicBezTo>
                  <a:pt x="1316570" y="74720"/>
                  <a:pt x="1317754" y="67181"/>
                  <a:pt x="1317754" y="59523"/>
                </a:cubicBezTo>
                <a:cubicBezTo>
                  <a:pt x="1317754" y="51912"/>
                  <a:pt x="1316570" y="44397"/>
                  <a:pt x="1314202" y="36978"/>
                </a:cubicBezTo>
                <a:cubicBezTo>
                  <a:pt x="1311834" y="29558"/>
                  <a:pt x="1308067" y="21612"/>
                  <a:pt x="1302900" y="13138"/>
                </a:cubicBezTo>
                <a:cubicBezTo>
                  <a:pt x="1301752" y="11225"/>
                  <a:pt x="1301178" y="9574"/>
                  <a:pt x="1301178" y="8185"/>
                </a:cubicBezTo>
                <a:cubicBezTo>
                  <a:pt x="1301178" y="6174"/>
                  <a:pt x="1301896" y="4451"/>
                  <a:pt x="1303331" y="3016"/>
                </a:cubicBezTo>
                <a:cubicBezTo>
                  <a:pt x="1304766" y="1579"/>
                  <a:pt x="1306536" y="861"/>
                  <a:pt x="1308641" y="861"/>
                </a:cubicBezTo>
                <a:cubicBezTo>
                  <a:pt x="1310411" y="861"/>
                  <a:pt x="1311966" y="1435"/>
                  <a:pt x="1313305" y="2583"/>
                </a:cubicBezTo>
                <a:cubicBezTo>
                  <a:pt x="1315219" y="4211"/>
                  <a:pt x="1317754" y="7970"/>
                  <a:pt x="1320911" y="13858"/>
                </a:cubicBezTo>
                <a:cubicBezTo>
                  <a:pt x="1325456" y="22330"/>
                  <a:pt x="1328566" y="29294"/>
                  <a:pt x="1330240" y="34751"/>
                </a:cubicBezTo>
                <a:cubicBezTo>
                  <a:pt x="1332871" y="43224"/>
                  <a:pt x="1334187" y="51481"/>
                  <a:pt x="1334187" y="59523"/>
                </a:cubicBezTo>
                <a:close/>
                <a:moveTo>
                  <a:pt x="1427170" y="39897"/>
                </a:moveTo>
                <a:cubicBezTo>
                  <a:pt x="1427170" y="42672"/>
                  <a:pt x="1426189" y="44992"/>
                  <a:pt x="1424228" y="46858"/>
                </a:cubicBezTo>
                <a:cubicBezTo>
                  <a:pt x="1422266" y="48723"/>
                  <a:pt x="1419563" y="49656"/>
                  <a:pt x="1416119" y="49656"/>
                </a:cubicBezTo>
                <a:cubicBezTo>
                  <a:pt x="1412675" y="49656"/>
                  <a:pt x="1409972" y="48723"/>
                  <a:pt x="1408010" y="46858"/>
                </a:cubicBezTo>
                <a:cubicBezTo>
                  <a:pt x="1406049" y="44992"/>
                  <a:pt x="1405068" y="42672"/>
                  <a:pt x="1405068" y="39897"/>
                </a:cubicBezTo>
                <a:cubicBezTo>
                  <a:pt x="1405068" y="37123"/>
                  <a:pt x="1406049" y="34802"/>
                  <a:pt x="1408010" y="32937"/>
                </a:cubicBezTo>
                <a:cubicBezTo>
                  <a:pt x="1409972" y="31071"/>
                  <a:pt x="1412675" y="30138"/>
                  <a:pt x="1416119" y="30138"/>
                </a:cubicBezTo>
                <a:cubicBezTo>
                  <a:pt x="1419563" y="30138"/>
                  <a:pt x="1422266" y="31071"/>
                  <a:pt x="1424228" y="32937"/>
                </a:cubicBezTo>
                <a:cubicBezTo>
                  <a:pt x="1426189" y="34802"/>
                  <a:pt x="1427170" y="37123"/>
                  <a:pt x="1427170" y="39897"/>
                </a:cubicBezTo>
                <a:moveTo>
                  <a:pt x="1427313" y="88118"/>
                </a:moveTo>
                <a:cubicBezTo>
                  <a:pt x="1427313" y="90893"/>
                  <a:pt x="1426332" y="93213"/>
                  <a:pt x="1424371" y="95079"/>
                </a:cubicBezTo>
                <a:cubicBezTo>
                  <a:pt x="1422410" y="96944"/>
                  <a:pt x="1419707" y="97877"/>
                  <a:pt x="1416262" y="97877"/>
                </a:cubicBezTo>
                <a:cubicBezTo>
                  <a:pt x="1412818" y="97877"/>
                  <a:pt x="1410115" y="96944"/>
                  <a:pt x="1408154" y="95079"/>
                </a:cubicBezTo>
                <a:cubicBezTo>
                  <a:pt x="1406193" y="93213"/>
                  <a:pt x="1405212" y="90893"/>
                  <a:pt x="1405212" y="88118"/>
                </a:cubicBezTo>
                <a:cubicBezTo>
                  <a:pt x="1405212" y="85344"/>
                  <a:pt x="1406193" y="83023"/>
                  <a:pt x="1408154" y="81158"/>
                </a:cubicBezTo>
                <a:cubicBezTo>
                  <a:pt x="1410115" y="79292"/>
                  <a:pt x="1412818" y="78359"/>
                  <a:pt x="1416262" y="78359"/>
                </a:cubicBezTo>
                <a:cubicBezTo>
                  <a:pt x="1419707" y="78359"/>
                  <a:pt x="1422410" y="79292"/>
                  <a:pt x="1424371" y="81158"/>
                </a:cubicBezTo>
                <a:cubicBezTo>
                  <a:pt x="1426332" y="83023"/>
                  <a:pt x="1427313" y="85344"/>
                  <a:pt x="1427313" y="881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Text context,Buffer*-&gt;type,uint32">
            <a:extLst xmlns:a="http://schemas.openxmlformats.org/drawingml/2006/main">
              <a:ext uri="{FF2B5EF4-FFF2-40B4-BE49-F238E27FC236}">
                <a16:creationId xmlns:a16="http://schemas.microsoft.com/office/drawing/2014/main" id="{BB853DBA-25CC-4324-8384-63065D4A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646" y="4941889"/>
            <a:ext cx="2800175" cy="126006"/>
          </a:xfrm>
          <a:custGeom xmlns:a="http://schemas.openxmlformats.org/drawingml/2006/main">
            <a:pathLst>
              <a:path w="2800175" h="126006">
                <a:moveTo>
                  <a:pt x="58841" y="32721"/>
                </a:moveTo>
                <a:cubicBezTo>
                  <a:pt x="60611" y="31095"/>
                  <a:pt x="62429" y="30282"/>
                  <a:pt x="64295" y="30282"/>
                </a:cubicBezTo>
                <a:cubicBezTo>
                  <a:pt x="66400" y="30282"/>
                  <a:pt x="68134" y="31035"/>
                  <a:pt x="69497" y="32542"/>
                </a:cubicBezTo>
                <a:cubicBezTo>
                  <a:pt x="70860" y="34049"/>
                  <a:pt x="71542" y="36548"/>
                  <a:pt x="71542" y="40041"/>
                </a:cubicBezTo>
                <a:lnTo>
                  <a:pt x="71542" y="49513"/>
                </a:lnTo>
                <a:cubicBezTo>
                  <a:pt x="71542" y="53053"/>
                  <a:pt x="70860" y="55564"/>
                  <a:pt x="69497" y="57047"/>
                </a:cubicBezTo>
                <a:cubicBezTo>
                  <a:pt x="68134" y="58530"/>
                  <a:pt x="66352" y="59272"/>
                  <a:pt x="64151" y="59272"/>
                </a:cubicBezTo>
                <a:cubicBezTo>
                  <a:pt x="62142" y="59272"/>
                  <a:pt x="60444" y="58698"/>
                  <a:pt x="59056" y="57549"/>
                </a:cubicBezTo>
                <a:cubicBezTo>
                  <a:pt x="58052" y="56688"/>
                  <a:pt x="57262" y="54930"/>
                  <a:pt x="56688" y="52275"/>
                </a:cubicBezTo>
                <a:cubicBezTo>
                  <a:pt x="56114" y="49620"/>
                  <a:pt x="54727" y="47647"/>
                  <a:pt x="52526" y="46355"/>
                </a:cubicBezTo>
                <a:cubicBezTo>
                  <a:pt x="48652" y="44059"/>
                  <a:pt x="43700" y="42911"/>
                  <a:pt x="37673" y="42911"/>
                </a:cubicBezTo>
                <a:cubicBezTo>
                  <a:pt x="30736" y="42911"/>
                  <a:pt x="25175" y="44934"/>
                  <a:pt x="20989" y="48979"/>
                </a:cubicBezTo>
                <a:cubicBezTo>
                  <a:pt x="16803" y="53023"/>
                  <a:pt x="14710" y="58137"/>
                  <a:pt x="14710" y="64322"/>
                </a:cubicBezTo>
                <a:cubicBezTo>
                  <a:pt x="14710" y="70032"/>
                  <a:pt x="16719" y="74541"/>
                  <a:pt x="20738" y="77848"/>
                </a:cubicBezTo>
                <a:cubicBezTo>
                  <a:pt x="24756" y="81155"/>
                  <a:pt x="31430" y="82808"/>
                  <a:pt x="40758" y="82808"/>
                </a:cubicBezTo>
                <a:cubicBezTo>
                  <a:pt x="46882" y="82808"/>
                  <a:pt x="51881" y="82191"/>
                  <a:pt x="55756" y="80958"/>
                </a:cubicBezTo>
                <a:cubicBezTo>
                  <a:pt x="58052" y="80199"/>
                  <a:pt x="60228" y="78906"/>
                  <a:pt x="62285" y="77081"/>
                </a:cubicBezTo>
                <a:cubicBezTo>
                  <a:pt x="64343" y="75254"/>
                  <a:pt x="66208" y="74341"/>
                  <a:pt x="67883" y="74341"/>
                </a:cubicBezTo>
                <a:cubicBezTo>
                  <a:pt x="69892" y="74341"/>
                  <a:pt x="71626" y="75082"/>
                  <a:pt x="73085" y="76565"/>
                </a:cubicBezTo>
                <a:cubicBezTo>
                  <a:pt x="74544" y="78048"/>
                  <a:pt x="75274" y="79794"/>
                  <a:pt x="75274" y="81803"/>
                </a:cubicBezTo>
                <a:cubicBezTo>
                  <a:pt x="75274" y="85056"/>
                  <a:pt x="73049" y="88142"/>
                  <a:pt x="68600" y="91060"/>
                </a:cubicBezTo>
                <a:cubicBezTo>
                  <a:pt x="61998" y="95413"/>
                  <a:pt x="52335" y="97590"/>
                  <a:pt x="39610" y="97590"/>
                </a:cubicBezTo>
                <a:cubicBezTo>
                  <a:pt x="28177" y="97590"/>
                  <a:pt x="19279" y="95224"/>
                  <a:pt x="12916" y="90493"/>
                </a:cubicBezTo>
                <a:cubicBezTo>
                  <a:pt x="4305" y="84138"/>
                  <a:pt x="0" y="75440"/>
                  <a:pt x="0" y="64400"/>
                </a:cubicBezTo>
                <a:cubicBezTo>
                  <a:pt x="0" y="53935"/>
                  <a:pt x="3492" y="45274"/>
                  <a:pt x="10477" y="38417"/>
                </a:cubicBezTo>
                <a:cubicBezTo>
                  <a:pt x="17461" y="31558"/>
                  <a:pt x="26574" y="28129"/>
                  <a:pt x="37816" y="28129"/>
                </a:cubicBezTo>
                <a:cubicBezTo>
                  <a:pt x="41882" y="28129"/>
                  <a:pt x="45662" y="28512"/>
                  <a:pt x="49154" y="29277"/>
                </a:cubicBezTo>
                <a:cubicBezTo>
                  <a:pt x="52646" y="30042"/>
                  <a:pt x="55875" y="31191"/>
                  <a:pt x="58841" y="32721"/>
                </a:cubicBezTo>
                <a:close/>
                <a:moveTo>
                  <a:pt x="162301" y="63864"/>
                </a:moveTo>
                <a:cubicBezTo>
                  <a:pt x="162301" y="69509"/>
                  <a:pt x="160735" y="74975"/>
                  <a:pt x="157601" y="80261"/>
                </a:cubicBezTo>
                <a:cubicBezTo>
                  <a:pt x="154468" y="85547"/>
                  <a:pt x="149804" y="89757"/>
                  <a:pt x="143608" y="92890"/>
                </a:cubicBezTo>
                <a:cubicBezTo>
                  <a:pt x="137413" y="96023"/>
                  <a:pt x="130943" y="97590"/>
                  <a:pt x="124198" y="97590"/>
                </a:cubicBezTo>
                <a:cubicBezTo>
                  <a:pt x="117501" y="97590"/>
                  <a:pt x="111090" y="96047"/>
                  <a:pt x="104967" y="92962"/>
                </a:cubicBezTo>
                <a:cubicBezTo>
                  <a:pt x="98844" y="89876"/>
                  <a:pt x="94180" y="85678"/>
                  <a:pt x="90974" y="80368"/>
                </a:cubicBezTo>
                <a:cubicBezTo>
                  <a:pt x="87769" y="75058"/>
                  <a:pt x="86167" y="69509"/>
                  <a:pt x="86167" y="63721"/>
                </a:cubicBezTo>
                <a:cubicBezTo>
                  <a:pt x="86167" y="57836"/>
                  <a:pt x="87793" y="52060"/>
                  <a:pt x="91046" y="46391"/>
                </a:cubicBezTo>
                <a:cubicBezTo>
                  <a:pt x="94299" y="40722"/>
                  <a:pt x="98975" y="36261"/>
                  <a:pt x="105075" y="33008"/>
                </a:cubicBezTo>
                <a:cubicBezTo>
                  <a:pt x="111174" y="29755"/>
                  <a:pt x="117549" y="28129"/>
                  <a:pt x="124198" y="28129"/>
                </a:cubicBezTo>
                <a:cubicBezTo>
                  <a:pt x="130895" y="28129"/>
                  <a:pt x="137342" y="29791"/>
                  <a:pt x="143537" y="33116"/>
                </a:cubicBezTo>
                <a:cubicBezTo>
                  <a:pt x="149732" y="36441"/>
                  <a:pt x="154408" y="40914"/>
                  <a:pt x="157565" y="46535"/>
                </a:cubicBezTo>
                <a:cubicBezTo>
                  <a:pt x="160723" y="52156"/>
                  <a:pt x="162301" y="57932"/>
                  <a:pt x="162301" y="63864"/>
                </a:cubicBezTo>
                <a:moveTo>
                  <a:pt x="147591" y="63931"/>
                </a:moveTo>
                <a:cubicBezTo>
                  <a:pt x="147591" y="59213"/>
                  <a:pt x="145893" y="54876"/>
                  <a:pt x="142496" y="50919"/>
                </a:cubicBezTo>
                <a:cubicBezTo>
                  <a:pt x="137856" y="45580"/>
                  <a:pt x="131757" y="42911"/>
                  <a:pt x="124198" y="42911"/>
                </a:cubicBezTo>
                <a:cubicBezTo>
                  <a:pt x="117549" y="42911"/>
                  <a:pt x="111999" y="45032"/>
                  <a:pt x="107550" y="49275"/>
                </a:cubicBezTo>
                <a:cubicBezTo>
                  <a:pt x="103101" y="53518"/>
                  <a:pt x="100877" y="58427"/>
                  <a:pt x="100877" y="64003"/>
                </a:cubicBezTo>
                <a:cubicBezTo>
                  <a:pt x="100877" y="68579"/>
                  <a:pt x="103125" y="72858"/>
                  <a:pt x="107622" y="76839"/>
                </a:cubicBezTo>
                <a:cubicBezTo>
                  <a:pt x="112119" y="80818"/>
                  <a:pt x="117644" y="82808"/>
                  <a:pt x="124198" y="82808"/>
                </a:cubicBezTo>
                <a:cubicBezTo>
                  <a:pt x="130800" y="82808"/>
                  <a:pt x="136349" y="80818"/>
                  <a:pt x="140846" y="76839"/>
                </a:cubicBezTo>
                <a:cubicBezTo>
                  <a:pt x="145343" y="72858"/>
                  <a:pt x="147591" y="68555"/>
                  <a:pt x="147591" y="63931"/>
                </a:cubicBezTo>
                <a:close/>
                <a:moveTo>
                  <a:pt x="197376" y="30138"/>
                </a:moveTo>
                <a:lnTo>
                  <a:pt x="197376" y="35018"/>
                </a:lnTo>
                <a:cubicBezTo>
                  <a:pt x="200054" y="32721"/>
                  <a:pt x="203008" y="30999"/>
                  <a:pt x="206238" y="29851"/>
                </a:cubicBezTo>
                <a:cubicBezTo>
                  <a:pt x="209467" y="28703"/>
                  <a:pt x="212971" y="28129"/>
                  <a:pt x="216750" y="28129"/>
                </a:cubicBezTo>
                <a:cubicBezTo>
                  <a:pt x="225457" y="28129"/>
                  <a:pt x="232345" y="30832"/>
                  <a:pt x="237416" y="36238"/>
                </a:cubicBezTo>
                <a:cubicBezTo>
                  <a:pt x="241435" y="40543"/>
                  <a:pt x="243444" y="46188"/>
                  <a:pt x="243444" y="53172"/>
                </a:cubicBezTo>
                <a:lnTo>
                  <a:pt x="243444" y="80512"/>
                </a:lnTo>
                <a:cubicBezTo>
                  <a:pt x="246553" y="80512"/>
                  <a:pt x="248850" y="81194"/>
                  <a:pt x="250333" y="82557"/>
                </a:cubicBezTo>
                <a:cubicBezTo>
                  <a:pt x="251816" y="83920"/>
                  <a:pt x="252557" y="85702"/>
                  <a:pt x="252557" y="87903"/>
                </a:cubicBezTo>
                <a:cubicBezTo>
                  <a:pt x="252557" y="90103"/>
                  <a:pt x="251804" y="91885"/>
                  <a:pt x="250297" y="93249"/>
                </a:cubicBezTo>
                <a:cubicBezTo>
                  <a:pt x="248790" y="94612"/>
                  <a:pt x="246266" y="95294"/>
                  <a:pt x="242726" y="95294"/>
                </a:cubicBezTo>
                <a:lnTo>
                  <a:pt x="229451" y="95294"/>
                </a:lnTo>
                <a:cubicBezTo>
                  <a:pt x="225911" y="95294"/>
                  <a:pt x="223388" y="94600"/>
                  <a:pt x="221881" y="93213"/>
                </a:cubicBezTo>
                <a:cubicBezTo>
                  <a:pt x="220374" y="91826"/>
                  <a:pt x="219620" y="90032"/>
                  <a:pt x="219620" y="87831"/>
                </a:cubicBezTo>
                <a:cubicBezTo>
                  <a:pt x="219620" y="85631"/>
                  <a:pt x="220362" y="83861"/>
                  <a:pt x="221845" y="82521"/>
                </a:cubicBezTo>
                <a:cubicBezTo>
                  <a:pt x="223328" y="81182"/>
                  <a:pt x="225624" y="80512"/>
                  <a:pt x="228734" y="80512"/>
                </a:cubicBezTo>
                <a:lnTo>
                  <a:pt x="228734" y="52796"/>
                </a:lnTo>
                <a:cubicBezTo>
                  <a:pt x="228734" y="49596"/>
                  <a:pt x="227872" y="47257"/>
                  <a:pt x="226150" y="45777"/>
                </a:cubicBezTo>
                <a:cubicBezTo>
                  <a:pt x="223902" y="43866"/>
                  <a:pt x="220529" y="42911"/>
                  <a:pt x="216032" y="42911"/>
                </a:cubicBezTo>
                <a:cubicBezTo>
                  <a:pt x="212636" y="42911"/>
                  <a:pt x="209658" y="43569"/>
                  <a:pt x="207099" y="44884"/>
                </a:cubicBezTo>
                <a:cubicBezTo>
                  <a:pt x="204539" y="46200"/>
                  <a:pt x="201298" y="48986"/>
                  <a:pt x="197376" y="53244"/>
                </a:cubicBezTo>
                <a:lnTo>
                  <a:pt x="197376" y="80512"/>
                </a:lnTo>
                <a:cubicBezTo>
                  <a:pt x="201155" y="80512"/>
                  <a:pt x="203595" y="80966"/>
                  <a:pt x="204695" y="81875"/>
                </a:cubicBezTo>
                <a:cubicBezTo>
                  <a:pt x="207039" y="83693"/>
                  <a:pt x="208211" y="85702"/>
                  <a:pt x="208211" y="87903"/>
                </a:cubicBezTo>
                <a:cubicBezTo>
                  <a:pt x="208211" y="90103"/>
                  <a:pt x="207457" y="91885"/>
                  <a:pt x="205951" y="93249"/>
                </a:cubicBezTo>
                <a:cubicBezTo>
                  <a:pt x="204444" y="94612"/>
                  <a:pt x="201920" y="95294"/>
                  <a:pt x="198380" y="95294"/>
                </a:cubicBezTo>
                <a:lnTo>
                  <a:pt x="181661" y="95294"/>
                </a:lnTo>
                <a:cubicBezTo>
                  <a:pt x="178121" y="95294"/>
                  <a:pt x="175597" y="94600"/>
                  <a:pt x="174090" y="93213"/>
                </a:cubicBezTo>
                <a:cubicBezTo>
                  <a:pt x="172583" y="91826"/>
                  <a:pt x="171830" y="90032"/>
                  <a:pt x="171830" y="87831"/>
                </a:cubicBezTo>
                <a:cubicBezTo>
                  <a:pt x="171830" y="85631"/>
                  <a:pt x="172978" y="83627"/>
                  <a:pt x="175274" y="81821"/>
                </a:cubicBezTo>
                <a:cubicBezTo>
                  <a:pt x="176422" y="80948"/>
                  <a:pt x="178886" y="80512"/>
                  <a:pt x="182665" y="80512"/>
                </a:cubicBezTo>
                <a:lnTo>
                  <a:pt x="182665" y="44920"/>
                </a:lnTo>
                <a:cubicBezTo>
                  <a:pt x="179556" y="44920"/>
                  <a:pt x="177260" y="44226"/>
                  <a:pt x="175777" y="42839"/>
                </a:cubicBezTo>
                <a:cubicBezTo>
                  <a:pt x="174294" y="41452"/>
                  <a:pt x="173552" y="39658"/>
                  <a:pt x="173552" y="37457"/>
                </a:cubicBezTo>
                <a:cubicBezTo>
                  <a:pt x="173552" y="35257"/>
                  <a:pt x="174306" y="33487"/>
                  <a:pt x="175812" y="32147"/>
                </a:cubicBezTo>
                <a:cubicBezTo>
                  <a:pt x="177319" y="30808"/>
                  <a:pt x="179843" y="30138"/>
                  <a:pt x="183383" y="30138"/>
                </a:cubicBezTo>
                <a:lnTo>
                  <a:pt x="197376" y="30138"/>
                </a:lnTo>
                <a:close/>
                <a:moveTo>
                  <a:pt x="296818" y="44920"/>
                </a:moveTo>
                <a:lnTo>
                  <a:pt x="296818" y="74247"/>
                </a:lnTo>
                <a:cubicBezTo>
                  <a:pt x="296818" y="77386"/>
                  <a:pt x="297463" y="79455"/>
                  <a:pt x="298755" y="80454"/>
                </a:cubicBezTo>
                <a:cubicBezTo>
                  <a:pt x="300764" y="82023"/>
                  <a:pt x="304352" y="82808"/>
                  <a:pt x="309519" y="82808"/>
                </a:cubicBezTo>
                <a:cubicBezTo>
                  <a:pt x="317029" y="82808"/>
                  <a:pt x="323966" y="81188"/>
                  <a:pt x="330328" y="77949"/>
                </a:cubicBezTo>
                <a:cubicBezTo>
                  <a:pt x="332768" y="76692"/>
                  <a:pt x="334682" y="76063"/>
                  <a:pt x="336069" y="76063"/>
                </a:cubicBezTo>
                <a:cubicBezTo>
                  <a:pt x="337982" y="76063"/>
                  <a:pt x="339645" y="76786"/>
                  <a:pt x="341056" y="78231"/>
                </a:cubicBezTo>
                <a:cubicBezTo>
                  <a:pt x="342467" y="79675"/>
                  <a:pt x="343173" y="81433"/>
                  <a:pt x="343173" y="83503"/>
                </a:cubicBezTo>
                <a:cubicBezTo>
                  <a:pt x="343173" y="85430"/>
                  <a:pt x="342408" y="87092"/>
                  <a:pt x="340877" y="88488"/>
                </a:cubicBezTo>
                <a:cubicBezTo>
                  <a:pt x="338533" y="90751"/>
                  <a:pt x="333904" y="92835"/>
                  <a:pt x="326992" y="94738"/>
                </a:cubicBezTo>
                <a:cubicBezTo>
                  <a:pt x="320079" y="96639"/>
                  <a:pt x="314255" y="97590"/>
                  <a:pt x="309519" y="97590"/>
                </a:cubicBezTo>
                <a:cubicBezTo>
                  <a:pt x="300382" y="97590"/>
                  <a:pt x="293529" y="95622"/>
                  <a:pt x="288960" y="91686"/>
                </a:cubicBezTo>
                <a:cubicBezTo>
                  <a:pt x="284392" y="87750"/>
                  <a:pt x="282107" y="82919"/>
                  <a:pt x="282107" y="77195"/>
                </a:cubicBezTo>
                <a:lnTo>
                  <a:pt x="282107" y="44920"/>
                </a:lnTo>
                <a:lnTo>
                  <a:pt x="276797" y="44920"/>
                </a:lnTo>
                <a:cubicBezTo>
                  <a:pt x="273257" y="44920"/>
                  <a:pt x="270734" y="44235"/>
                  <a:pt x="269227" y="42866"/>
                </a:cubicBezTo>
                <a:cubicBezTo>
                  <a:pt x="267720" y="41495"/>
                  <a:pt x="266967" y="39704"/>
                  <a:pt x="266967" y="37493"/>
                </a:cubicBezTo>
                <a:cubicBezTo>
                  <a:pt x="266967" y="35330"/>
                  <a:pt x="267720" y="33564"/>
                  <a:pt x="269227" y="32194"/>
                </a:cubicBezTo>
                <a:cubicBezTo>
                  <a:pt x="270734" y="30824"/>
                  <a:pt x="273257" y="30138"/>
                  <a:pt x="276797" y="30138"/>
                </a:cubicBezTo>
                <a:lnTo>
                  <a:pt x="282107" y="30138"/>
                </a:lnTo>
                <a:lnTo>
                  <a:pt x="282107" y="16863"/>
                </a:lnTo>
                <a:cubicBezTo>
                  <a:pt x="282107" y="13323"/>
                  <a:pt x="282789" y="10799"/>
                  <a:pt x="284152" y="9293"/>
                </a:cubicBezTo>
                <a:cubicBezTo>
                  <a:pt x="285516" y="7786"/>
                  <a:pt x="287298" y="7032"/>
                  <a:pt x="289498" y="7032"/>
                </a:cubicBezTo>
                <a:cubicBezTo>
                  <a:pt x="291651" y="7032"/>
                  <a:pt x="293409" y="7786"/>
                  <a:pt x="294773" y="9293"/>
                </a:cubicBezTo>
                <a:cubicBezTo>
                  <a:pt x="296136" y="10799"/>
                  <a:pt x="296818" y="13323"/>
                  <a:pt x="296818" y="16863"/>
                </a:cubicBezTo>
                <a:lnTo>
                  <a:pt x="296818" y="30138"/>
                </a:lnTo>
                <a:lnTo>
                  <a:pt x="324014" y="30138"/>
                </a:lnTo>
                <a:cubicBezTo>
                  <a:pt x="327554" y="30138"/>
                  <a:pt x="330077" y="30824"/>
                  <a:pt x="331584" y="32194"/>
                </a:cubicBezTo>
                <a:cubicBezTo>
                  <a:pt x="333091" y="33564"/>
                  <a:pt x="333844" y="35354"/>
                  <a:pt x="333844" y="37565"/>
                </a:cubicBezTo>
                <a:cubicBezTo>
                  <a:pt x="333844" y="39728"/>
                  <a:pt x="333091" y="41495"/>
                  <a:pt x="331584" y="42866"/>
                </a:cubicBezTo>
                <a:cubicBezTo>
                  <a:pt x="330077" y="44235"/>
                  <a:pt x="327554" y="44920"/>
                  <a:pt x="324014" y="44920"/>
                </a:cubicBezTo>
                <a:lnTo>
                  <a:pt x="296818" y="44920"/>
                </a:lnTo>
                <a:close/>
                <a:moveTo>
                  <a:pt x="425536" y="70035"/>
                </a:moveTo>
                <a:lnTo>
                  <a:pt x="365188" y="70035"/>
                </a:lnTo>
                <a:cubicBezTo>
                  <a:pt x="366719" y="73862"/>
                  <a:pt x="369434" y="76948"/>
                  <a:pt x="373332" y="79292"/>
                </a:cubicBezTo>
                <a:cubicBezTo>
                  <a:pt x="377231" y="81636"/>
                  <a:pt x="382505" y="82808"/>
                  <a:pt x="389155" y="82808"/>
                </a:cubicBezTo>
                <a:cubicBezTo>
                  <a:pt x="394608" y="82808"/>
                  <a:pt x="401856" y="81653"/>
                  <a:pt x="410897" y="79344"/>
                </a:cubicBezTo>
                <a:cubicBezTo>
                  <a:pt x="414629" y="78400"/>
                  <a:pt x="417212" y="77929"/>
                  <a:pt x="418647" y="77929"/>
                </a:cubicBezTo>
                <a:cubicBezTo>
                  <a:pt x="420609" y="77929"/>
                  <a:pt x="422259" y="78622"/>
                  <a:pt x="423598" y="80010"/>
                </a:cubicBezTo>
                <a:cubicBezTo>
                  <a:pt x="424938" y="81397"/>
                  <a:pt x="425608" y="83143"/>
                  <a:pt x="425608" y="85248"/>
                </a:cubicBezTo>
                <a:cubicBezTo>
                  <a:pt x="425608" y="87161"/>
                  <a:pt x="424890" y="88788"/>
                  <a:pt x="423455" y="90127"/>
                </a:cubicBezTo>
                <a:cubicBezTo>
                  <a:pt x="421541" y="91897"/>
                  <a:pt x="416877" y="93584"/>
                  <a:pt x="409462" y="95186"/>
                </a:cubicBezTo>
                <a:cubicBezTo>
                  <a:pt x="402047" y="96789"/>
                  <a:pt x="394919" y="97590"/>
                  <a:pt x="388078" y="97590"/>
                </a:cubicBezTo>
                <a:cubicBezTo>
                  <a:pt x="376310" y="97590"/>
                  <a:pt x="366898" y="94265"/>
                  <a:pt x="359842" y="87616"/>
                </a:cubicBezTo>
                <a:cubicBezTo>
                  <a:pt x="352786" y="80966"/>
                  <a:pt x="349258" y="72786"/>
                  <a:pt x="349258" y="63075"/>
                </a:cubicBezTo>
                <a:cubicBezTo>
                  <a:pt x="349258" y="52742"/>
                  <a:pt x="353073" y="44334"/>
                  <a:pt x="360703" y="37852"/>
                </a:cubicBezTo>
                <a:cubicBezTo>
                  <a:pt x="368333" y="31370"/>
                  <a:pt x="377124" y="28129"/>
                  <a:pt x="387074" y="28129"/>
                </a:cubicBezTo>
                <a:cubicBezTo>
                  <a:pt x="393054" y="28129"/>
                  <a:pt x="398543" y="29180"/>
                  <a:pt x="403542" y="31282"/>
                </a:cubicBezTo>
                <a:cubicBezTo>
                  <a:pt x="408541" y="33382"/>
                  <a:pt x="412261" y="35650"/>
                  <a:pt x="414701" y="38085"/>
                </a:cubicBezTo>
                <a:cubicBezTo>
                  <a:pt x="418145" y="41619"/>
                  <a:pt x="420991" y="45989"/>
                  <a:pt x="423240" y="51194"/>
                </a:cubicBezTo>
                <a:cubicBezTo>
                  <a:pt x="424770" y="54824"/>
                  <a:pt x="425536" y="59027"/>
                  <a:pt x="425536" y="63804"/>
                </a:cubicBezTo>
                <a:lnTo>
                  <a:pt x="425536" y="70035"/>
                </a:lnTo>
                <a:moveTo>
                  <a:pt x="409247" y="55253"/>
                </a:moveTo>
                <a:cubicBezTo>
                  <a:pt x="406999" y="51115"/>
                  <a:pt x="404056" y="48024"/>
                  <a:pt x="400421" y="45979"/>
                </a:cubicBezTo>
                <a:cubicBezTo>
                  <a:pt x="396785" y="43933"/>
                  <a:pt x="392456" y="42911"/>
                  <a:pt x="387433" y="42911"/>
                </a:cubicBezTo>
                <a:cubicBezTo>
                  <a:pt x="382458" y="42911"/>
                  <a:pt x="378152" y="43933"/>
                  <a:pt x="374516" y="45979"/>
                </a:cubicBezTo>
                <a:cubicBezTo>
                  <a:pt x="370881" y="48024"/>
                  <a:pt x="367915" y="51115"/>
                  <a:pt x="365618" y="55253"/>
                </a:cubicBezTo>
                <a:lnTo>
                  <a:pt x="409247" y="55253"/>
                </a:lnTo>
                <a:close/>
                <a:moveTo>
                  <a:pt x="487903" y="61433"/>
                </a:moveTo>
                <a:lnTo>
                  <a:pt x="510123" y="80512"/>
                </a:lnTo>
                <a:cubicBezTo>
                  <a:pt x="512802" y="80655"/>
                  <a:pt x="514811" y="81413"/>
                  <a:pt x="516151" y="82783"/>
                </a:cubicBezTo>
                <a:cubicBezTo>
                  <a:pt x="517490" y="84153"/>
                  <a:pt x="518160" y="85871"/>
                  <a:pt x="518160" y="87939"/>
                </a:cubicBezTo>
                <a:cubicBezTo>
                  <a:pt x="518160" y="90102"/>
                  <a:pt x="517407" y="91869"/>
                  <a:pt x="515900" y="93240"/>
                </a:cubicBezTo>
                <a:cubicBezTo>
                  <a:pt x="514393" y="94609"/>
                  <a:pt x="511869" y="95294"/>
                  <a:pt x="508329" y="95294"/>
                </a:cubicBezTo>
                <a:lnTo>
                  <a:pt x="491610" y="95294"/>
                </a:lnTo>
                <a:cubicBezTo>
                  <a:pt x="488070" y="95294"/>
                  <a:pt x="485546" y="94609"/>
                  <a:pt x="484039" y="93240"/>
                </a:cubicBezTo>
                <a:cubicBezTo>
                  <a:pt x="482533" y="91869"/>
                  <a:pt x="481779" y="90054"/>
                  <a:pt x="481779" y="87795"/>
                </a:cubicBezTo>
                <a:cubicBezTo>
                  <a:pt x="481779" y="86064"/>
                  <a:pt x="482317" y="84538"/>
                  <a:pt x="483394" y="83216"/>
                </a:cubicBezTo>
                <a:cubicBezTo>
                  <a:pt x="484470" y="81895"/>
                  <a:pt x="485941" y="80993"/>
                  <a:pt x="487807" y="80512"/>
                </a:cubicBezTo>
                <a:lnTo>
                  <a:pt x="476729" y="71006"/>
                </a:lnTo>
                <a:lnTo>
                  <a:pt x="465634" y="80512"/>
                </a:lnTo>
                <a:cubicBezTo>
                  <a:pt x="467882" y="81089"/>
                  <a:pt x="469497" y="81978"/>
                  <a:pt x="470477" y="83180"/>
                </a:cubicBezTo>
                <a:cubicBezTo>
                  <a:pt x="471458" y="84382"/>
                  <a:pt x="471948" y="85921"/>
                  <a:pt x="471948" y="87795"/>
                </a:cubicBezTo>
                <a:cubicBezTo>
                  <a:pt x="471948" y="90054"/>
                  <a:pt x="471207" y="91869"/>
                  <a:pt x="469724" y="93240"/>
                </a:cubicBezTo>
                <a:cubicBezTo>
                  <a:pt x="468241" y="94609"/>
                  <a:pt x="465729" y="95294"/>
                  <a:pt x="462189" y="95294"/>
                </a:cubicBezTo>
                <a:lnTo>
                  <a:pt x="445613" y="95294"/>
                </a:lnTo>
                <a:cubicBezTo>
                  <a:pt x="442073" y="95294"/>
                  <a:pt x="439550" y="94609"/>
                  <a:pt x="438043" y="93240"/>
                </a:cubicBezTo>
                <a:cubicBezTo>
                  <a:pt x="436536" y="91869"/>
                  <a:pt x="435783" y="90078"/>
                  <a:pt x="435783" y="87867"/>
                </a:cubicBezTo>
                <a:cubicBezTo>
                  <a:pt x="435783" y="85847"/>
                  <a:pt x="436452" y="84153"/>
                  <a:pt x="437792" y="82783"/>
                </a:cubicBezTo>
                <a:cubicBezTo>
                  <a:pt x="439131" y="81413"/>
                  <a:pt x="441140" y="80655"/>
                  <a:pt x="443819" y="80512"/>
                </a:cubicBezTo>
                <a:lnTo>
                  <a:pt x="465688" y="61532"/>
                </a:lnTo>
                <a:lnTo>
                  <a:pt x="446331" y="44920"/>
                </a:lnTo>
                <a:cubicBezTo>
                  <a:pt x="443796" y="44727"/>
                  <a:pt x="441870" y="43946"/>
                  <a:pt x="440554" y="42577"/>
                </a:cubicBezTo>
                <a:cubicBezTo>
                  <a:pt x="439239" y="41206"/>
                  <a:pt x="438581" y="39511"/>
                  <a:pt x="438581" y="37493"/>
                </a:cubicBezTo>
                <a:cubicBezTo>
                  <a:pt x="438581" y="35330"/>
                  <a:pt x="439335" y="33564"/>
                  <a:pt x="440842" y="32194"/>
                </a:cubicBezTo>
                <a:cubicBezTo>
                  <a:pt x="442348" y="30824"/>
                  <a:pt x="444872" y="30138"/>
                  <a:pt x="448412" y="30138"/>
                </a:cubicBezTo>
                <a:lnTo>
                  <a:pt x="462189" y="30138"/>
                </a:lnTo>
                <a:cubicBezTo>
                  <a:pt x="465729" y="30138"/>
                  <a:pt x="468253" y="30824"/>
                  <a:pt x="469760" y="32194"/>
                </a:cubicBezTo>
                <a:cubicBezTo>
                  <a:pt x="471267" y="33564"/>
                  <a:pt x="472020" y="35306"/>
                  <a:pt x="472020" y="37422"/>
                </a:cubicBezTo>
                <a:cubicBezTo>
                  <a:pt x="472020" y="40259"/>
                  <a:pt x="470681" y="42567"/>
                  <a:pt x="468002" y="44346"/>
                </a:cubicBezTo>
                <a:lnTo>
                  <a:pt x="476792" y="51894"/>
                </a:lnTo>
                <a:lnTo>
                  <a:pt x="485654" y="44203"/>
                </a:lnTo>
                <a:cubicBezTo>
                  <a:pt x="483023" y="42328"/>
                  <a:pt x="481707" y="40164"/>
                  <a:pt x="481707" y="37711"/>
                </a:cubicBezTo>
                <a:cubicBezTo>
                  <a:pt x="481707" y="35403"/>
                  <a:pt x="482461" y="33564"/>
                  <a:pt x="483968" y="32194"/>
                </a:cubicBezTo>
                <a:cubicBezTo>
                  <a:pt x="485475" y="30824"/>
                  <a:pt x="487998" y="30138"/>
                  <a:pt x="491538" y="30138"/>
                </a:cubicBezTo>
                <a:lnTo>
                  <a:pt x="505172" y="30138"/>
                </a:lnTo>
                <a:cubicBezTo>
                  <a:pt x="508712" y="30138"/>
                  <a:pt x="511236" y="30824"/>
                  <a:pt x="512742" y="32194"/>
                </a:cubicBezTo>
                <a:cubicBezTo>
                  <a:pt x="514249" y="33564"/>
                  <a:pt x="515003" y="35354"/>
                  <a:pt x="515003" y="37565"/>
                </a:cubicBezTo>
                <a:cubicBezTo>
                  <a:pt x="515003" y="39535"/>
                  <a:pt x="514345" y="41206"/>
                  <a:pt x="513029" y="42577"/>
                </a:cubicBezTo>
                <a:cubicBezTo>
                  <a:pt x="511714" y="43946"/>
                  <a:pt x="509765" y="44727"/>
                  <a:pt x="507181" y="44920"/>
                </a:cubicBezTo>
                <a:lnTo>
                  <a:pt x="487903" y="61433"/>
                </a:lnTo>
                <a:close/>
                <a:moveTo>
                  <a:pt x="561344" y="44920"/>
                </a:moveTo>
                <a:lnTo>
                  <a:pt x="561344" y="74247"/>
                </a:lnTo>
                <a:cubicBezTo>
                  <a:pt x="561344" y="77386"/>
                  <a:pt x="561990" y="79455"/>
                  <a:pt x="563281" y="80454"/>
                </a:cubicBezTo>
                <a:cubicBezTo>
                  <a:pt x="565290" y="82023"/>
                  <a:pt x="568878" y="82808"/>
                  <a:pt x="574045" y="82808"/>
                </a:cubicBezTo>
                <a:cubicBezTo>
                  <a:pt x="581556" y="82808"/>
                  <a:pt x="588492" y="81188"/>
                  <a:pt x="594855" y="77949"/>
                </a:cubicBezTo>
                <a:cubicBezTo>
                  <a:pt x="597294" y="76692"/>
                  <a:pt x="599208" y="76063"/>
                  <a:pt x="600595" y="76063"/>
                </a:cubicBezTo>
                <a:cubicBezTo>
                  <a:pt x="602509" y="76063"/>
                  <a:pt x="604171" y="76786"/>
                  <a:pt x="605582" y="78231"/>
                </a:cubicBezTo>
                <a:cubicBezTo>
                  <a:pt x="606994" y="79675"/>
                  <a:pt x="607699" y="81433"/>
                  <a:pt x="607699" y="83503"/>
                </a:cubicBezTo>
                <a:cubicBezTo>
                  <a:pt x="607699" y="85430"/>
                  <a:pt x="606934" y="87092"/>
                  <a:pt x="605403" y="88488"/>
                </a:cubicBezTo>
                <a:cubicBezTo>
                  <a:pt x="603059" y="90751"/>
                  <a:pt x="598430" y="92835"/>
                  <a:pt x="591518" y="94738"/>
                </a:cubicBezTo>
                <a:cubicBezTo>
                  <a:pt x="584605" y="96639"/>
                  <a:pt x="578781" y="97590"/>
                  <a:pt x="574045" y="97590"/>
                </a:cubicBezTo>
                <a:cubicBezTo>
                  <a:pt x="564908" y="97590"/>
                  <a:pt x="558055" y="95622"/>
                  <a:pt x="553486" y="91686"/>
                </a:cubicBezTo>
                <a:cubicBezTo>
                  <a:pt x="548918" y="87750"/>
                  <a:pt x="546634" y="82919"/>
                  <a:pt x="546634" y="77195"/>
                </a:cubicBezTo>
                <a:lnTo>
                  <a:pt x="546634" y="44920"/>
                </a:lnTo>
                <a:lnTo>
                  <a:pt x="541324" y="44920"/>
                </a:lnTo>
                <a:cubicBezTo>
                  <a:pt x="537783" y="44920"/>
                  <a:pt x="535260" y="44235"/>
                  <a:pt x="533753" y="42866"/>
                </a:cubicBezTo>
                <a:cubicBezTo>
                  <a:pt x="532246" y="41495"/>
                  <a:pt x="531493" y="39704"/>
                  <a:pt x="531493" y="37493"/>
                </a:cubicBezTo>
                <a:cubicBezTo>
                  <a:pt x="531493" y="35330"/>
                  <a:pt x="532246" y="33564"/>
                  <a:pt x="533753" y="32194"/>
                </a:cubicBezTo>
                <a:cubicBezTo>
                  <a:pt x="535260" y="30824"/>
                  <a:pt x="537783" y="30138"/>
                  <a:pt x="541324" y="30138"/>
                </a:cubicBezTo>
                <a:lnTo>
                  <a:pt x="546634" y="30138"/>
                </a:lnTo>
                <a:lnTo>
                  <a:pt x="546634" y="16863"/>
                </a:lnTo>
                <a:cubicBezTo>
                  <a:pt x="546634" y="13323"/>
                  <a:pt x="547315" y="10799"/>
                  <a:pt x="548679" y="9293"/>
                </a:cubicBezTo>
                <a:cubicBezTo>
                  <a:pt x="550042" y="7786"/>
                  <a:pt x="551824" y="7032"/>
                  <a:pt x="554025" y="7032"/>
                </a:cubicBezTo>
                <a:cubicBezTo>
                  <a:pt x="556177" y="7032"/>
                  <a:pt x="557935" y="7786"/>
                  <a:pt x="559299" y="9293"/>
                </a:cubicBezTo>
                <a:cubicBezTo>
                  <a:pt x="560662" y="10799"/>
                  <a:pt x="561344" y="13323"/>
                  <a:pt x="561344" y="16863"/>
                </a:cubicBezTo>
                <a:lnTo>
                  <a:pt x="561344" y="30138"/>
                </a:lnTo>
                <a:lnTo>
                  <a:pt x="588540" y="30138"/>
                </a:lnTo>
                <a:cubicBezTo>
                  <a:pt x="592080" y="30138"/>
                  <a:pt x="594603" y="30824"/>
                  <a:pt x="596110" y="32194"/>
                </a:cubicBezTo>
                <a:cubicBezTo>
                  <a:pt x="597617" y="33564"/>
                  <a:pt x="598371" y="35354"/>
                  <a:pt x="598371" y="37565"/>
                </a:cubicBezTo>
                <a:cubicBezTo>
                  <a:pt x="598371" y="39728"/>
                  <a:pt x="597617" y="41495"/>
                  <a:pt x="596110" y="42866"/>
                </a:cubicBezTo>
                <a:cubicBezTo>
                  <a:pt x="594603" y="44235"/>
                  <a:pt x="592080" y="44920"/>
                  <a:pt x="588540" y="44920"/>
                </a:cubicBezTo>
                <a:lnTo>
                  <a:pt x="561344" y="44920"/>
                </a:lnTo>
                <a:close/>
                <a:moveTo>
                  <a:pt x="649663" y="75489"/>
                </a:moveTo>
                <a:lnTo>
                  <a:pt x="669324" y="75489"/>
                </a:lnTo>
                <a:lnTo>
                  <a:pt x="648156" y="115451"/>
                </a:lnTo>
                <a:cubicBezTo>
                  <a:pt x="646912" y="117800"/>
                  <a:pt x="645357" y="118974"/>
                  <a:pt x="643492" y="118974"/>
                </a:cubicBezTo>
                <a:cubicBezTo>
                  <a:pt x="642248" y="118974"/>
                  <a:pt x="641183" y="118566"/>
                  <a:pt x="640298" y="117752"/>
                </a:cubicBezTo>
                <a:cubicBezTo>
                  <a:pt x="639413" y="116937"/>
                  <a:pt x="638971" y="116027"/>
                  <a:pt x="638971" y="115020"/>
                </a:cubicBezTo>
                <a:cubicBezTo>
                  <a:pt x="638971" y="114301"/>
                  <a:pt x="639138" y="113319"/>
                  <a:pt x="639473" y="112074"/>
                </a:cubicBezTo>
                <a:lnTo>
                  <a:pt x="649663" y="75489"/>
                </a:lnTo>
                <a:close/>
                <a:moveTo>
                  <a:pt x="799463" y="80512"/>
                </a:moveTo>
                <a:lnTo>
                  <a:pt x="799463" y="22962"/>
                </a:lnTo>
                <a:lnTo>
                  <a:pt x="797167" y="22962"/>
                </a:lnTo>
                <a:cubicBezTo>
                  <a:pt x="793627" y="22962"/>
                  <a:pt x="791104" y="22281"/>
                  <a:pt x="789597" y="20917"/>
                </a:cubicBezTo>
                <a:cubicBezTo>
                  <a:pt x="788090" y="19554"/>
                  <a:pt x="787336" y="17772"/>
                  <a:pt x="787336" y="15571"/>
                </a:cubicBezTo>
                <a:cubicBezTo>
                  <a:pt x="787336" y="13371"/>
                  <a:pt x="788090" y="11589"/>
                  <a:pt x="789597" y="10225"/>
                </a:cubicBezTo>
                <a:cubicBezTo>
                  <a:pt x="791104" y="8862"/>
                  <a:pt x="793627" y="8180"/>
                  <a:pt x="797167" y="8180"/>
                </a:cubicBezTo>
                <a:lnTo>
                  <a:pt x="834050" y="8180"/>
                </a:lnTo>
                <a:cubicBezTo>
                  <a:pt x="842853" y="8180"/>
                  <a:pt x="849933" y="10634"/>
                  <a:pt x="855291" y="15540"/>
                </a:cubicBezTo>
                <a:cubicBezTo>
                  <a:pt x="860648" y="20446"/>
                  <a:pt x="863327" y="26274"/>
                  <a:pt x="863327" y="33024"/>
                </a:cubicBezTo>
                <a:cubicBezTo>
                  <a:pt x="863327" y="36232"/>
                  <a:pt x="862706" y="39248"/>
                  <a:pt x="861462" y="42072"/>
                </a:cubicBezTo>
                <a:cubicBezTo>
                  <a:pt x="860218" y="44896"/>
                  <a:pt x="858328" y="47505"/>
                  <a:pt x="855793" y="49898"/>
                </a:cubicBezTo>
                <a:cubicBezTo>
                  <a:pt x="860433" y="52676"/>
                  <a:pt x="863913" y="55921"/>
                  <a:pt x="866234" y="59633"/>
                </a:cubicBezTo>
                <a:cubicBezTo>
                  <a:pt x="868554" y="63343"/>
                  <a:pt x="869714" y="67545"/>
                  <a:pt x="869714" y="72237"/>
                </a:cubicBezTo>
                <a:cubicBezTo>
                  <a:pt x="869714" y="75972"/>
                  <a:pt x="868877" y="79443"/>
                  <a:pt x="867202" y="82651"/>
                </a:cubicBezTo>
                <a:cubicBezTo>
                  <a:pt x="865959" y="85094"/>
                  <a:pt x="864428" y="87034"/>
                  <a:pt x="862610" y="88470"/>
                </a:cubicBezTo>
                <a:cubicBezTo>
                  <a:pt x="860170" y="90481"/>
                  <a:pt x="857180" y="92121"/>
                  <a:pt x="853640" y="93390"/>
                </a:cubicBezTo>
                <a:cubicBezTo>
                  <a:pt x="850100" y="94659"/>
                  <a:pt x="845675" y="95294"/>
                  <a:pt x="840365" y="95294"/>
                </a:cubicBezTo>
                <a:lnTo>
                  <a:pt x="797167" y="95294"/>
                </a:lnTo>
                <a:cubicBezTo>
                  <a:pt x="793627" y="95294"/>
                  <a:pt x="791104" y="94600"/>
                  <a:pt x="789597" y="93213"/>
                </a:cubicBezTo>
                <a:cubicBezTo>
                  <a:pt x="788090" y="91826"/>
                  <a:pt x="787336" y="90032"/>
                  <a:pt x="787336" y="87831"/>
                </a:cubicBezTo>
                <a:cubicBezTo>
                  <a:pt x="787336" y="85631"/>
                  <a:pt x="788102" y="83861"/>
                  <a:pt x="789633" y="82521"/>
                </a:cubicBezTo>
                <a:cubicBezTo>
                  <a:pt x="791163" y="81182"/>
                  <a:pt x="793675" y="80512"/>
                  <a:pt x="797167" y="80512"/>
                </a:cubicBezTo>
                <a:lnTo>
                  <a:pt x="799463" y="80512"/>
                </a:lnTo>
                <a:moveTo>
                  <a:pt x="814174" y="44346"/>
                </a:moveTo>
                <a:lnTo>
                  <a:pt x="830319" y="44346"/>
                </a:lnTo>
                <a:cubicBezTo>
                  <a:pt x="836107" y="44346"/>
                  <a:pt x="840915" y="42887"/>
                  <a:pt x="844742" y="39969"/>
                </a:cubicBezTo>
                <a:cubicBezTo>
                  <a:pt x="847326" y="38008"/>
                  <a:pt x="848617" y="35568"/>
                  <a:pt x="848617" y="32650"/>
                </a:cubicBezTo>
                <a:cubicBezTo>
                  <a:pt x="848617" y="30066"/>
                  <a:pt x="847397" y="27806"/>
                  <a:pt x="844958" y="25869"/>
                </a:cubicBezTo>
                <a:cubicBezTo>
                  <a:pt x="842518" y="23931"/>
                  <a:pt x="838643" y="22962"/>
                  <a:pt x="833333" y="22962"/>
                </a:cubicBezTo>
                <a:lnTo>
                  <a:pt x="814174" y="22962"/>
                </a:lnTo>
                <a:lnTo>
                  <a:pt x="814174" y="44346"/>
                </a:lnTo>
                <a:moveTo>
                  <a:pt x="814174" y="80512"/>
                </a:moveTo>
                <a:lnTo>
                  <a:pt x="839576" y="80512"/>
                </a:lnTo>
                <a:cubicBezTo>
                  <a:pt x="845555" y="80512"/>
                  <a:pt x="849765" y="79630"/>
                  <a:pt x="852205" y="77866"/>
                </a:cubicBezTo>
                <a:cubicBezTo>
                  <a:pt x="854071" y="76531"/>
                  <a:pt x="855004" y="74624"/>
                  <a:pt x="855004" y="72145"/>
                </a:cubicBezTo>
                <a:cubicBezTo>
                  <a:pt x="855004" y="69188"/>
                  <a:pt x="853162" y="66280"/>
                  <a:pt x="849478" y="63420"/>
                </a:cubicBezTo>
                <a:cubicBezTo>
                  <a:pt x="845795" y="60559"/>
                  <a:pt x="840509" y="59128"/>
                  <a:pt x="833620" y="59128"/>
                </a:cubicBezTo>
                <a:lnTo>
                  <a:pt x="814174" y="59128"/>
                </a:lnTo>
                <a:lnTo>
                  <a:pt x="814174" y="80512"/>
                </a:lnTo>
                <a:close/>
                <a:moveTo>
                  <a:pt x="948920" y="30138"/>
                </a:moveTo>
                <a:lnTo>
                  <a:pt x="948920" y="80512"/>
                </a:lnTo>
                <a:cubicBezTo>
                  <a:pt x="952029" y="80512"/>
                  <a:pt x="954325" y="81194"/>
                  <a:pt x="955808" y="82557"/>
                </a:cubicBezTo>
                <a:cubicBezTo>
                  <a:pt x="957291" y="83920"/>
                  <a:pt x="958033" y="85702"/>
                  <a:pt x="958033" y="87903"/>
                </a:cubicBezTo>
                <a:cubicBezTo>
                  <a:pt x="958033" y="90103"/>
                  <a:pt x="957279" y="91885"/>
                  <a:pt x="955773" y="93249"/>
                </a:cubicBezTo>
                <a:cubicBezTo>
                  <a:pt x="954266" y="94612"/>
                  <a:pt x="951742" y="95294"/>
                  <a:pt x="948202" y="95294"/>
                </a:cubicBezTo>
                <a:lnTo>
                  <a:pt x="934209" y="95294"/>
                </a:lnTo>
                <a:lnTo>
                  <a:pt x="934209" y="91850"/>
                </a:lnTo>
                <a:cubicBezTo>
                  <a:pt x="930000" y="93763"/>
                  <a:pt x="925981" y="95198"/>
                  <a:pt x="922154" y="96155"/>
                </a:cubicBezTo>
                <a:cubicBezTo>
                  <a:pt x="918327" y="97112"/>
                  <a:pt x="914691" y="97590"/>
                  <a:pt x="911247" y="97590"/>
                </a:cubicBezTo>
                <a:cubicBezTo>
                  <a:pt x="906415" y="97590"/>
                  <a:pt x="902230" y="96577"/>
                  <a:pt x="898690" y="94549"/>
                </a:cubicBezTo>
                <a:cubicBezTo>
                  <a:pt x="895149" y="92521"/>
                  <a:pt x="892351" y="89718"/>
                  <a:pt x="890294" y="86140"/>
                </a:cubicBezTo>
                <a:cubicBezTo>
                  <a:pt x="888811" y="83565"/>
                  <a:pt x="888069" y="80344"/>
                  <a:pt x="888069" y="76480"/>
                </a:cubicBezTo>
                <a:lnTo>
                  <a:pt x="888069" y="44920"/>
                </a:lnTo>
                <a:lnTo>
                  <a:pt x="885558" y="44920"/>
                </a:lnTo>
                <a:cubicBezTo>
                  <a:pt x="882018" y="44920"/>
                  <a:pt x="879494" y="44226"/>
                  <a:pt x="877988" y="42839"/>
                </a:cubicBezTo>
                <a:cubicBezTo>
                  <a:pt x="876481" y="41452"/>
                  <a:pt x="875727" y="39658"/>
                  <a:pt x="875727" y="37457"/>
                </a:cubicBezTo>
                <a:cubicBezTo>
                  <a:pt x="875727" y="35257"/>
                  <a:pt x="876481" y="33487"/>
                  <a:pt x="877988" y="32147"/>
                </a:cubicBezTo>
                <a:cubicBezTo>
                  <a:pt x="879494" y="30808"/>
                  <a:pt x="882018" y="30138"/>
                  <a:pt x="885558" y="30138"/>
                </a:cubicBezTo>
                <a:lnTo>
                  <a:pt x="902780" y="30138"/>
                </a:lnTo>
                <a:lnTo>
                  <a:pt x="902780" y="73791"/>
                </a:lnTo>
                <a:cubicBezTo>
                  <a:pt x="902780" y="76892"/>
                  <a:pt x="903533" y="79170"/>
                  <a:pt x="905040" y="80626"/>
                </a:cubicBezTo>
                <a:cubicBezTo>
                  <a:pt x="906547" y="82081"/>
                  <a:pt x="908855" y="82808"/>
                  <a:pt x="911965" y="82808"/>
                </a:cubicBezTo>
                <a:cubicBezTo>
                  <a:pt x="914931" y="82808"/>
                  <a:pt x="918124" y="82224"/>
                  <a:pt x="921544" y="81055"/>
                </a:cubicBezTo>
                <a:cubicBezTo>
                  <a:pt x="924965" y="79885"/>
                  <a:pt x="929186" y="77775"/>
                  <a:pt x="934209" y="74722"/>
                </a:cubicBezTo>
                <a:lnTo>
                  <a:pt x="934209" y="44920"/>
                </a:lnTo>
                <a:lnTo>
                  <a:pt x="928899" y="44920"/>
                </a:lnTo>
                <a:cubicBezTo>
                  <a:pt x="925359" y="44920"/>
                  <a:pt x="922836" y="44226"/>
                  <a:pt x="921329" y="42839"/>
                </a:cubicBezTo>
                <a:cubicBezTo>
                  <a:pt x="919822" y="41452"/>
                  <a:pt x="919069" y="39658"/>
                  <a:pt x="919069" y="37457"/>
                </a:cubicBezTo>
                <a:cubicBezTo>
                  <a:pt x="919069" y="35257"/>
                  <a:pt x="919822" y="33487"/>
                  <a:pt x="921329" y="32147"/>
                </a:cubicBezTo>
                <a:cubicBezTo>
                  <a:pt x="922836" y="30808"/>
                  <a:pt x="925359" y="30138"/>
                  <a:pt x="928899" y="30138"/>
                </a:cubicBezTo>
                <a:lnTo>
                  <a:pt x="948920" y="30138"/>
                </a:lnTo>
                <a:close/>
                <a:moveTo>
                  <a:pt x="1005738" y="44920"/>
                </a:moveTo>
                <a:lnTo>
                  <a:pt x="1005738" y="80512"/>
                </a:lnTo>
                <a:lnTo>
                  <a:pt x="1026691" y="80512"/>
                </a:lnTo>
                <a:cubicBezTo>
                  <a:pt x="1030231" y="80512"/>
                  <a:pt x="1032755" y="81194"/>
                  <a:pt x="1034261" y="82557"/>
                </a:cubicBezTo>
                <a:cubicBezTo>
                  <a:pt x="1035768" y="83920"/>
                  <a:pt x="1036522" y="85702"/>
                  <a:pt x="1036522" y="87903"/>
                </a:cubicBezTo>
                <a:cubicBezTo>
                  <a:pt x="1036522" y="90103"/>
                  <a:pt x="1035768" y="91885"/>
                  <a:pt x="1034261" y="93249"/>
                </a:cubicBezTo>
                <a:cubicBezTo>
                  <a:pt x="1032755" y="94612"/>
                  <a:pt x="1030231" y="95294"/>
                  <a:pt x="1026691" y="95294"/>
                </a:cubicBezTo>
                <a:lnTo>
                  <a:pt x="982273" y="95294"/>
                </a:lnTo>
                <a:cubicBezTo>
                  <a:pt x="978733" y="95294"/>
                  <a:pt x="976210" y="94600"/>
                  <a:pt x="974703" y="93213"/>
                </a:cubicBezTo>
                <a:cubicBezTo>
                  <a:pt x="973196" y="91826"/>
                  <a:pt x="972442" y="90032"/>
                  <a:pt x="972442" y="87831"/>
                </a:cubicBezTo>
                <a:cubicBezTo>
                  <a:pt x="972442" y="85631"/>
                  <a:pt x="973196" y="83861"/>
                  <a:pt x="974703" y="82521"/>
                </a:cubicBezTo>
                <a:cubicBezTo>
                  <a:pt x="976210" y="81182"/>
                  <a:pt x="978733" y="80512"/>
                  <a:pt x="982273" y="80512"/>
                </a:cubicBezTo>
                <a:lnTo>
                  <a:pt x="991028" y="80512"/>
                </a:lnTo>
                <a:lnTo>
                  <a:pt x="991028" y="44920"/>
                </a:lnTo>
                <a:lnTo>
                  <a:pt x="983995" y="44920"/>
                </a:lnTo>
                <a:cubicBezTo>
                  <a:pt x="980455" y="44920"/>
                  <a:pt x="977932" y="44226"/>
                  <a:pt x="976425" y="42839"/>
                </a:cubicBezTo>
                <a:cubicBezTo>
                  <a:pt x="974918" y="41452"/>
                  <a:pt x="974165" y="39658"/>
                  <a:pt x="974165" y="37457"/>
                </a:cubicBezTo>
                <a:cubicBezTo>
                  <a:pt x="974165" y="35257"/>
                  <a:pt x="974918" y="33487"/>
                  <a:pt x="976425" y="32147"/>
                </a:cubicBezTo>
                <a:cubicBezTo>
                  <a:pt x="977932" y="30808"/>
                  <a:pt x="980455" y="30138"/>
                  <a:pt x="983995" y="30138"/>
                </a:cubicBezTo>
                <a:lnTo>
                  <a:pt x="991028" y="30138"/>
                </a:lnTo>
                <a:lnTo>
                  <a:pt x="991028" y="24528"/>
                </a:lnTo>
                <a:cubicBezTo>
                  <a:pt x="991028" y="18101"/>
                  <a:pt x="993431" y="12765"/>
                  <a:pt x="998239" y="8521"/>
                </a:cubicBezTo>
                <a:cubicBezTo>
                  <a:pt x="1003047" y="4276"/>
                  <a:pt x="1010019" y="2153"/>
                  <a:pt x="1019157" y="2153"/>
                </a:cubicBezTo>
                <a:cubicBezTo>
                  <a:pt x="1023223" y="2153"/>
                  <a:pt x="1027923" y="2525"/>
                  <a:pt x="1033257" y="3269"/>
                </a:cubicBezTo>
                <a:cubicBezTo>
                  <a:pt x="1038591" y="4014"/>
                  <a:pt x="1042011" y="5059"/>
                  <a:pt x="1043518" y="6404"/>
                </a:cubicBezTo>
                <a:cubicBezTo>
                  <a:pt x="1045025" y="7750"/>
                  <a:pt x="1045779" y="9479"/>
                  <a:pt x="1045779" y="11593"/>
                </a:cubicBezTo>
                <a:cubicBezTo>
                  <a:pt x="1045779" y="13851"/>
                  <a:pt x="1045109" y="15688"/>
                  <a:pt x="1043769" y="17105"/>
                </a:cubicBezTo>
                <a:cubicBezTo>
                  <a:pt x="1042430" y="18522"/>
                  <a:pt x="1040779" y="19231"/>
                  <a:pt x="1038818" y="19231"/>
                </a:cubicBezTo>
                <a:cubicBezTo>
                  <a:pt x="1037909" y="19231"/>
                  <a:pt x="1036546" y="19064"/>
                  <a:pt x="1034728" y="18729"/>
                </a:cubicBezTo>
                <a:cubicBezTo>
                  <a:pt x="1028652" y="17533"/>
                  <a:pt x="1023271" y="16935"/>
                  <a:pt x="1018582" y="16935"/>
                </a:cubicBezTo>
                <a:cubicBezTo>
                  <a:pt x="1013703" y="16935"/>
                  <a:pt x="1010342" y="17664"/>
                  <a:pt x="1008501" y="19123"/>
                </a:cubicBezTo>
                <a:cubicBezTo>
                  <a:pt x="1006659" y="20582"/>
                  <a:pt x="1005738" y="22388"/>
                  <a:pt x="1005738" y="24541"/>
                </a:cubicBezTo>
                <a:lnTo>
                  <a:pt x="1005738" y="30138"/>
                </a:lnTo>
                <a:lnTo>
                  <a:pt x="1028413" y="30138"/>
                </a:lnTo>
                <a:cubicBezTo>
                  <a:pt x="1031953" y="30138"/>
                  <a:pt x="1034477" y="30820"/>
                  <a:pt x="1035984" y="32183"/>
                </a:cubicBezTo>
                <a:cubicBezTo>
                  <a:pt x="1037491" y="33547"/>
                  <a:pt x="1038244" y="35329"/>
                  <a:pt x="1038244" y="37529"/>
                </a:cubicBezTo>
                <a:cubicBezTo>
                  <a:pt x="1038244" y="39730"/>
                  <a:pt x="1037491" y="41512"/>
                  <a:pt x="1035984" y="42875"/>
                </a:cubicBezTo>
                <a:cubicBezTo>
                  <a:pt x="1034477" y="44238"/>
                  <a:pt x="1031953" y="44920"/>
                  <a:pt x="1028413" y="44920"/>
                </a:cubicBezTo>
                <a:lnTo>
                  <a:pt x="1005738" y="44920"/>
                </a:lnTo>
                <a:close/>
                <a:moveTo>
                  <a:pt x="1093913" y="44920"/>
                </a:moveTo>
                <a:lnTo>
                  <a:pt x="1093913" y="80512"/>
                </a:lnTo>
                <a:lnTo>
                  <a:pt x="1114867" y="80512"/>
                </a:lnTo>
                <a:cubicBezTo>
                  <a:pt x="1118407" y="80512"/>
                  <a:pt x="1120930" y="81194"/>
                  <a:pt x="1122437" y="82557"/>
                </a:cubicBezTo>
                <a:cubicBezTo>
                  <a:pt x="1123944" y="83920"/>
                  <a:pt x="1124697" y="85702"/>
                  <a:pt x="1124697" y="87903"/>
                </a:cubicBezTo>
                <a:cubicBezTo>
                  <a:pt x="1124697" y="90103"/>
                  <a:pt x="1123944" y="91885"/>
                  <a:pt x="1122437" y="93249"/>
                </a:cubicBezTo>
                <a:cubicBezTo>
                  <a:pt x="1120930" y="94612"/>
                  <a:pt x="1118407" y="95294"/>
                  <a:pt x="1114867" y="95294"/>
                </a:cubicBezTo>
                <a:lnTo>
                  <a:pt x="1070449" y="95294"/>
                </a:lnTo>
                <a:cubicBezTo>
                  <a:pt x="1066909" y="95294"/>
                  <a:pt x="1064385" y="94600"/>
                  <a:pt x="1062878" y="93213"/>
                </a:cubicBezTo>
                <a:cubicBezTo>
                  <a:pt x="1061371" y="91826"/>
                  <a:pt x="1060618" y="90032"/>
                  <a:pt x="1060618" y="87831"/>
                </a:cubicBezTo>
                <a:cubicBezTo>
                  <a:pt x="1060618" y="85631"/>
                  <a:pt x="1061371" y="83861"/>
                  <a:pt x="1062878" y="82521"/>
                </a:cubicBezTo>
                <a:cubicBezTo>
                  <a:pt x="1064385" y="81182"/>
                  <a:pt x="1066909" y="80512"/>
                  <a:pt x="1070449" y="80512"/>
                </a:cubicBezTo>
                <a:lnTo>
                  <a:pt x="1079203" y="80512"/>
                </a:lnTo>
                <a:lnTo>
                  <a:pt x="1079203" y="44920"/>
                </a:lnTo>
                <a:lnTo>
                  <a:pt x="1072171" y="44920"/>
                </a:lnTo>
                <a:cubicBezTo>
                  <a:pt x="1068631" y="44920"/>
                  <a:pt x="1066107" y="44226"/>
                  <a:pt x="1064601" y="42839"/>
                </a:cubicBezTo>
                <a:cubicBezTo>
                  <a:pt x="1063094" y="41452"/>
                  <a:pt x="1062340" y="39658"/>
                  <a:pt x="1062340" y="37457"/>
                </a:cubicBezTo>
                <a:cubicBezTo>
                  <a:pt x="1062340" y="35257"/>
                  <a:pt x="1063094" y="33487"/>
                  <a:pt x="1064601" y="32147"/>
                </a:cubicBezTo>
                <a:cubicBezTo>
                  <a:pt x="1066107" y="30808"/>
                  <a:pt x="1068631" y="30138"/>
                  <a:pt x="1072171" y="30138"/>
                </a:cubicBezTo>
                <a:lnTo>
                  <a:pt x="1079203" y="30138"/>
                </a:lnTo>
                <a:lnTo>
                  <a:pt x="1079203" y="24528"/>
                </a:lnTo>
                <a:cubicBezTo>
                  <a:pt x="1079203" y="18101"/>
                  <a:pt x="1081607" y="12765"/>
                  <a:pt x="1086415" y="8521"/>
                </a:cubicBezTo>
                <a:cubicBezTo>
                  <a:pt x="1091223" y="4276"/>
                  <a:pt x="1098195" y="2153"/>
                  <a:pt x="1107332" y="2153"/>
                </a:cubicBezTo>
                <a:cubicBezTo>
                  <a:pt x="1111398" y="2153"/>
                  <a:pt x="1116098" y="2525"/>
                  <a:pt x="1121432" y="3269"/>
                </a:cubicBezTo>
                <a:cubicBezTo>
                  <a:pt x="1126766" y="4014"/>
                  <a:pt x="1130187" y="5059"/>
                  <a:pt x="1131694" y="6404"/>
                </a:cubicBezTo>
                <a:cubicBezTo>
                  <a:pt x="1133201" y="7750"/>
                  <a:pt x="1133954" y="9479"/>
                  <a:pt x="1133954" y="11593"/>
                </a:cubicBezTo>
                <a:cubicBezTo>
                  <a:pt x="1133954" y="13851"/>
                  <a:pt x="1133284" y="15688"/>
                  <a:pt x="1131945" y="17105"/>
                </a:cubicBezTo>
                <a:cubicBezTo>
                  <a:pt x="1130605" y="18522"/>
                  <a:pt x="1128955" y="19231"/>
                  <a:pt x="1126994" y="19231"/>
                </a:cubicBezTo>
                <a:cubicBezTo>
                  <a:pt x="1126085" y="19231"/>
                  <a:pt x="1124721" y="19064"/>
                  <a:pt x="1122903" y="18729"/>
                </a:cubicBezTo>
                <a:cubicBezTo>
                  <a:pt x="1116828" y="17533"/>
                  <a:pt x="1111446" y="16935"/>
                  <a:pt x="1106758" y="16935"/>
                </a:cubicBezTo>
                <a:cubicBezTo>
                  <a:pt x="1101879" y="16935"/>
                  <a:pt x="1098518" y="17664"/>
                  <a:pt x="1096676" y="19123"/>
                </a:cubicBezTo>
                <a:cubicBezTo>
                  <a:pt x="1094834" y="20582"/>
                  <a:pt x="1093913" y="22388"/>
                  <a:pt x="1093913" y="24541"/>
                </a:cubicBezTo>
                <a:lnTo>
                  <a:pt x="1093913" y="30138"/>
                </a:lnTo>
                <a:lnTo>
                  <a:pt x="1116589" y="30138"/>
                </a:lnTo>
                <a:cubicBezTo>
                  <a:pt x="1120129" y="30138"/>
                  <a:pt x="1122652" y="30820"/>
                  <a:pt x="1124159" y="32183"/>
                </a:cubicBezTo>
                <a:cubicBezTo>
                  <a:pt x="1125666" y="33547"/>
                  <a:pt x="1126420" y="35329"/>
                  <a:pt x="1126420" y="37529"/>
                </a:cubicBezTo>
                <a:cubicBezTo>
                  <a:pt x="1126420" y="39730"/>
                  <a:pt x="1125666" y="41512"/>
                  <a:pt x="1124159" y="42875"/>
                </a:cubicBezTo>
                <a:cubicBezTo>
                  <a:pt x="1122652" y="44238"/>
                  <a:pt x="1120129" y="44920"/>
                  <a:pt x="1116589" y="44920"/>
                </a:cubicBezTo>
                <a:lnTo>
                  <a:pt x="1093913" y="44920"/>
                </a:lnTo>
                <a:close/>
                <a:moveTo>
                  <a:pt x="1219116" y="70035"/>
                </a:moveTo>
                <a:lnTo>
                  <a:pt x="1158768" y="70035"/>
                </a:lnTo>
                <a:cubicBezTo>
                  <a:pt x="1160298" y="73862"/>
                  <a:pt x="1163013" y="76948"/>
                  <a:pt x="1166912" y="79292"/>
                </a:cubicBezTo>
                <a:cubicBezTo>
                  <a:pt x="1170811" y="81636"/>
                  <a:pt x="1176085" y="82808"/>
                  <a:pt x="1182735" y="82808"/>
                </a:cubicBezTo>
                <a:cubicBezTo>
                  <a:pt x="1188188" y="82808"/>
                  <a:pt x="1195436" y="81653"/>
                  <a:pt x="1204477" y="79344"/>
                </a:cubicBezTo>
                <a:cubicBezTo>
                  <a:pt x="1208209" y="78400"/>
                  <a:pt x="1210792" y="77929"/>
                  <a:pt x="1212227" y="77929"/>
                </a:cubicBezTo>
                <a:cubicBezTo>
                  <a:pt x="1214188" y="77929"/>
                  <a:pt x="1215839" y="78622"/>
                  <a:pt x="1217178" y="80010"/>
                </a:cubicBezTo>
                <a:cubicBezTo>
                  <a:pt x="1218518" y="81397"/>
                  <a:pt x="1219187" y="83143"/>
                  <a:pt x="1219187" y="85248"/>
                </a:cubicBezTo>
                <a:cubicBezTo>
                  <a:pt x="1219187" y="87161"/>
                  <a:pt x="1218470" y="88788"/>
                  <a:pt x="1217035" y="90127"/>
                </a:cubicBezTo>
                <a:cubicBezTo>
                  <a:pt x="1215121" y="91897"/>
                  <a:pt x="1210457" y="93584"/>
                  <a:pt x="1203042" y="95186"/>
                </a:cubicBezTo>
                <a:cubicBezTo>
                  <a:pt x="1195627" y="96789"/>
                  <a:pt x="1188499" y="97590"/>
                  <a:pt x="1181658" y="97590"/>
                </a:cubicBezTo>
                <a:cubicBezTo>
                  <a:pt x="1169890" y="97590"/>
                  <a:pt x="1160478" y="94265"/>
                  <a:pt x="1153422" y="87616"/>
                </a:cubicBezTo>
                <a:cubicBezTo>
                  <a:pt x="1146366" y="80966"/>
                  <a:pt x="1142837" y="72786"/>
                  <a:pt x="1142837" y="63075"/>
                </a:cubicBezTo>
                <a:cubicBezTo>
                  <a:pt x="1142837" y="52742"/>
                  <a:pt x="1146653" y="44334"/>
                  <a:pt x="1154283" y="37852"/>
                </a:cubicBezTo>
                <a:cubicBezTo>
                  <a:pt x="1161913" y="31370"/>
                  <a:pt x="1170703" y="28129"/>
                  <a:pt x="1180654" y="28129"/>
                </a:cubicBezTo>
                <a:cubicBezTo>
                  <a:pt x="1186633" y="28129"/>
                  <a:pt x="1192123" y="29180"/>
                  <a:pt x="1197122" y="31282"/>
                </a:cubicBezTo>
                <a:cubicBezTo>
                  <a:pt x="1202121" y="33382"/>
                  <a:pt x="1205841" y="35650"/>
                  <a:pt x="1208280" y="38085"/>
                </a:cubicBezTo>
                <a:cubicBezTo>
                  <a:pt x="1211725" y="41619"/>
                  <a:pt x="1214571" y="45989"/>
                  <a:pt x="1216819" y="51194"/>
                </a:cubicBezTo>
                <a:cubicBezTo>
                  <a:pt x="1218350" y="54824"/>
                  <a:pt x="1219116" y="59027"/>
                  <a:pt x="1219116" y="63804"/>
                </a:cubicBezTo>
                <a:lnTo>
                  <a:pt x="1219116" y="70035"/>
                </a:lnTo>
                <a:moveTo>
                  <a:pt x="1202827" y="55253"/>
                </a:moveTo>
                <a:cubicBezTo>
                  <a:pt x="1200578" y="51115"/>
                  <a:pt x="1197636" y="48024"/>
                  <a:pt x="1194001" y="45979"/>
                </a:cubicBezTo>
                <a:cubicBezTo>
                  <a:pt x="1190365" y="43933"/>
                  <a:pt x="1186035" y="42911"/>
                  <a:pt x="1181012" y="42911"/>
                </a:cubicBezTo>
                <a:cubicBezTo>
                  <a:pt x="1176037" y="42911"/>
                  <a:pt x="1171732" y="43933"/>
                  <a:pt x="1168096" y="45979"/>
                </a:cubicBezTo>
                <a:cubicBezTo>
                  <a:pt x="1164460" y="48024"/>
                  <a:pt x="1161494" y="51115"/>
                  <a:pt x="1159198" y="55253"/>
                </a:cubicBezTo>
                <a:lnTo>
                  <a:pt x="1202827" y="55253"/>
                </a:lnTo>
                <a:close/>
                <a:moveTo>
                  <a:pt x="1267322" y="30138"/>
                </a:moveTo>
                <a:lnTo>
                  <a:pt x="1267322" y="39323"/>
                </a:lnTo>
                <a:cubicBezTo>
                  <a:pt x="1273493" y="34846"/>
                  <a:pt x="1278361" y="31861"/>
                  <a:pt x="1281925" y="30369"/>
                </a:cubicBezTo>
                <a:cubicBezTo>
                  <a:pt x="1285489" y="28876"/>
                  <a:pt x="1288825" y="28129"/>
                  <a:pt x="1291935" y="28129"/>
                </a:cubicBezTo>
                <a:cubicBezTo>
                  <a:pt x="1296719" y="28129"/>
                  <a:pt x="1301359" y="29905"/>
                  <a:pt x="1305856" y="33457"/>
                </a:cubicBezTo>
                <a:cubicBezTo>
                  <a:pt x="1308917" y="35858"/>
                  <a:pt x="1310448" y="38307"/>
                  <a:pt x="1310448" y="40803"/>
                </a:cubicBezTo>
                <a:cubicBezTo>
                  <a:pt x="1310448" y="42915"/>
                  <a:pt x="1309719" y="44704"/>
                  <a:pt x="1308260" y="46169"/>
                </a:cubicBezTo>
                <a:cubicBezTo>
                  <a:pt x="1306801" y="47633"/>
                  <a:pt x="1305043" y="48365"/>
                  <a:pt x="1302985" y="48365"/>
                </a:cubicBezTo>
                <a:cubicBezTo>
                  <a:pt x="1301168" y="48365"/>
                  <a:pt x="1299254" y="47456"/>
                  <a:pt x="1297245" y="45638"/>
                </a:cubicBezTo>
                <a:cubicBezTo>
                  <a:pt x="1295236" y="43820"/>
                  <a:pt x="1293442" y="42911"/>
                  <a:pt x="1291863" y="42911"/>
                </a:cubicBezTo>
                <a:cubicBezTo>
                  <a:pt x="1289806" y="42911"/>
                  <a:pt x="1286732" y="44203"/>
                  <a:pt x="1282642" y="46786"/>
                </a:cubicBezTo>
                <a:cubicBezTo>
                  <a:pt x="1278552" y="49369"/>
                  <a:pt x="1273445" y="53244"/>
                  <a:pt x="1267322" y="58411"/>
                </a:cubicBezTo>
                <a:lnTo>
                  <a:pt x="1267322" y="80512"/>
                </a:lnTo>
                <a:lnTo>
                  <a:pt x="1288275" y="80512"/>
                </a:lnTo>
                <a:cubicBezTo>
                  <a:pt x="1291815" y="80512"/>
                  <a:pt x="1294339" y="81194"/>
                  <a:pt x="1295846" y="82557"/>
                </a:cubicBezTo>
                <a:cubicBezTo>
                  <a:pt x="1297353" y="83920"/>
                  <a:pt x="1298106" y="85702"/>
                  <a:pt x="1298106" y="87903"/>
                </a:cubicBezTo>
                <a:cubicBezTo>
                  <a:pt x="1298106" y="90103"/>
                  <a:pt x="1297353" y="91885"/>
                  <a:pt x="1295846" y="93249"/>
                </a:cubicBezTo>
                <a:cubicBezTo>
                  <a:pt x="1294339" y="94612"/>
                  <a:pt x="1291815" y="95294"/>
                  <a:pt x="1288275" y="95294"/>
                </a:cubicBezTo>
                <a:lnTo>
                  <a:pt x="1243857" y="95294"/>
                </a:lnTo>
                <a:cubicBezTo>
                  <a:pt x="1240317" y="95294"/>
                  <a:pt x="1237794" y="94600"/>
                  <a:pt x="1236287" y="93213"/>
                </a:cubicBezTo>
                <a:cubicBezTo>
                  <a:pt x="1234780" y="91826"/>
                  <a:pt x="1234027" y="90032"/>
                  <a:pt x="1234027" y="87831"/>
                </a:cubicBezTo>
                <a:cubicBezTo>
                  <a:pt x="1234027" y="85631"/>
                  <a:pt x="1234780" y="83861"/>
                  <a:pt x="1236287" y="82521"/>
                </a:cubicBezTo>
                <a:cubicBezTo>
                  <a:pt x="1237794" y="81182"/>
                  <a:pt x="1240317" y="80512"/>
                  <a:pt x="1243857" y="80512"/>
                </a:cubicBezTo>
                <a:lnTo>
                  <a:pt x="1252612" y="80512"/>
                </a:lnTo>
                <a:lnTo>
                  <a:pt x="1252612" y="44920"/>
                </a:lnTo>
                <a:lnTo>
                  <a:pt x="1247302" y="44920"/>
                </a:lnTo>
                <a:cubicBezTo>
                  <a:pt x="1243762" y="44920"/>
                  <a:pt x="1241238" y="44226"/>
                  <a:pt x="1239731" y="42839"/>
                </a:cubicBezTo>
                <a:cubicBezTo>
                  <a:pt x="1238224" y="41452"/>
                  <a:pt x="1237471" y="39658"/>
                  <a:pt x="1237471" y="37457"/>
                </a:cubicBezTo>
                <a:cubicBezTo>
                  <a:pt x="1237471" y="35257"/>
                  <a:pt x="1238224" y="33487"/>
                  <a:pt x="1239731" y="32147"/>
                </a:cubicBezTo>
                <a:cubicBezTo>
                  <a:pt x="1241238" y="30808"/>
                  <a:pt x="1243762" y="30138"/>
                  <a:pt x="1247302" y="30138"/>
                </a:cubicBezTo>
                <a:lnTo>
                  <a:pt x="1267322" y="30138"/>
                </a:lnTo>
                <a:close/>
                <a:moveTo>
                  <a:pt x="1346528" y="39641"/>
                </a:moveTo>
                <a:lnTo>
                  <a:pt x="1333827" y="35545"/>
                </a:lnTo>
                <a:cubicBezTo>
                  <a:pt x="1330813" y="34586"/>
                  <a:pt x="1328900" y="33556"/>
                  <a:pt x="1328086" y="32455"/>
                </a:cubicBezTo>
                <a:cubicBezTo>
                  <a:pt x="1326938" y="31064"/>
                  <a:pt x="1326364" y="29507"/>
                  <a:pt x="1326364" y="27781"/>
                </a:cubicBezTo>
                <a:cubicBezTo>
                  <a:pt x="1326364" y="25769"/>
                  <a:pt x="1327070" y="24033"/>
                  <a:pt x="1328481" y="22572"/>
                </a:cubicBezTo>
                <a:cubicBezTo>
                  <a:pt x="1329892" y="21110"/>
                  <a:pt x="1331483" y="20379"/>
                  <a:pt x="1333253" y="20379"/>
                </a:cubicBezTo>
                <a:cubicBezTo>
                  <a:pt x="1334401" y="20379"/>
                  <a:pt x="1336099" y="20763"/>
                  <a:pt x="1338348" y="21529"/>
                </a:cubicBezTo>
                <a:lnTo>
                  <a:pt x="1351049" y="25626"/>
                </a:lnTo>
                <a:lnTo>
                  <a:pt x="1351049" y="12275"/>
                </a:lnTo>
                <a:cubicBezTo>
                  <a:pt x="1351049" y="8733"/>
                  <a:pt x="1351730" y="6209"/>
                  <a:pt x="1353094" y="4702"/>
                </a:cubicBezTo>
                <a:cubicBezTo>
                  <a:pt x="1354457" y="3194"/>
                  <a:pt x="1356239" y="2440"/>
                  <a:pt x="1358440" y="2440"/>
                </a:cubicBezTo>
                <a:cubicBezTo>
                  <a:pt x="1360640" y="2440"/>
                  <a:pt x="1362410" y="3194"/>
                  <a:pt x="1363750" y="4702"/>
                </a:cubicBezTo>
                <a:cubicBezTo>
                  <a:pt x="1365089" y="6209"/>
                  <a:pt x="1365759" y="8733"/>
                  <a:pt x="1365759" y="12275"/>
                </a:cubicBezTo>
                <a:lnTo>
                  <a:pt x="1365759" y="25626"/>
                </a:lnTo>
                <a:lnTo>
                  <a:pt x="1378460" y="21529"/>
                </a:lnTo>
                <a:cubicBezTo>
                  <a:pt x="1380756" y="20763"/>
                  <a:pt x="1382431" y="20379"/>
                  <a:pt x="1383483" y="20379"/>
                </a:cubicBezTo>
                <a:cubicBezTo>
                  <a:pt x="1385301" y="20379"/>
                  <a:pt x="1386915" y="21098"/>
                  <a:pt x="1388327" y="22536"/>
                </a:cubicBezTo>
                <a:cubicBezTo>
                  <a:pt x="1389738" y="23973"/>
                  <a:pt x="1390444" y="25697"/>
                  <a:pt x="1390444" y="27710"/>
                </a:cubicBezTo>
                <a:cubicBezTo>
                  <a:pt x="1390444" y="29483"/>
                  <a:pt x="1389953" y="30981"/>
                  <a:pt x="1388972" y="32203"/>
                </a:cubicBezTo>
                <a:cubicBezTo>
                  <a:pt x="1387992" y="33425"/>
                  <a:pt x="1386018" y="34538"/>
                  <a:pt x="1383052" y="35545"/>
                </a:cubicBezTo>
                <a:lnTo>
                  <a:pt x="1370351" y="39641"/>
                </a:lnTo>
                <a:lnTo>
                  <a:pt x="1378173" y="50495"/>
                </a:lnTo>
                <a:cubicBezTo>
                  <a:pt x="1380087" y="53130"/>
                  <a:pt x="1381043" y="55215"/>
                  <a:pt x="1381043" y="56749"/>
                </a:cubicBezTo>
                <a:cubicBezTo>
                  <a:pt x="1381043" y="58809"/>
                  <a:pt x="1380326" y="60558"/>
                  <a:pt x="1378891" y="61996"/>
                </a:cubicBezTo>
                <a:cubicBezTo>
                  <a:pt x="1377455" y="63433"/>
                  <a:pt x="1375733" y="64151"/>
                  <a:pt x="1373724" y="64151"/>
                </a:cubicBezTo>
                <a:cubicBezTo>
                  <a:pt x="1372241" y="64151"/>
                  <a:pt x="1371009" y="63840"/>
                  <a:pt x="1370029" y="63218"/>
                </a:cubicBezTo>
                <a:cubicBezTo>
                  <a:pt x="1369048" y="62595"/>
                  <a:pt x="1367792" y="61229"/>
                  <a:pt x="1366261" y="59119"/>
                </a:cubicBezTo>
                <a:lnTo>
                  <a:pt x="1358440" y="48338"/>
                </a:lnTo>
                <a:lnTo>
                  <a:pt x="1350546" y="59265"/>
                </a:lnTo>
                <a:cubicBezTo>
                  <a:pt x="1349063" y="61403"/>
                  <a:pt x="1347820" y="62800"/>
                  <a:pt x="1346815" y="63456"/>
                </a:cubicBezTo>
                <a:cubicBezTo>
                  <a:pt x="1345810" y="64111"/>
                  <a:pt x="1344591" y="64438"/>
                  <a:pt x="1343155" y="64438"/>
                </a:cubicBezTo>
                <a:cubicBezTo>
                  <a:pt x="1341146" y="64438"/>
                  <a:pt x="1339412" y="63701"/>
                  <a:pt x="1337953" y="62227"/>
                </a:cubicBezTo>
                <a:cubicBezTo>
                  <a:pt x="1336494" y="60753"/>
                  <a:pt x="1335764" y="58952"/>
                  <a:pt x="1335764" y="56825"/>
                </a:cubicBezTo>
                <a:cubicBezTo>
                  <a:pt x="1335764" y="55327"/>
                  <a:pt x="1336721" y="53249"/>
                  <a:pt x="1338635" y="50589"/>
                </a:cubicBezTo>
                <a:lnTo>
                  <a:pt x="1346528" y="39641"/>
                </a:lnTo>
                <a:close/>
                <a:moveTo>
                  <a:pt x="1565718" y="60276"/>
                </a:moveTo>
                <a:lnTo>
                  <a:pt x="1504294" y="60276"/>
                </a:lnTo>
                <a:lnTo>
                  <a:pt x="1504294" y="46786"/>
                </a:lnTo>
                <a:lnTo>
                  <a:pt x="1565718" y="46786"/>
                </a:lnTo>
                <a:lnTo>
                  <a:pt x="1565718" y="60276"/>
                </a:lnTo>
                <a:close/>
                <a:moveTo>
                  <a:pt x="1638608" y="53296"/>
                </a:moveTo>
                <a:lnTo>
                  <a:pt x="1590962" y="26824"/>
                </a:lnTo>
                <a:cubicBezTo>
                  <a:pt x="1588570" y="25492"/>
                  <a:pt x="1586979" y="24303"/>
                  <a:pt x="1586190" y="23256"/>
                </a:cubicBezTo>
                <a:cubicBezTo>
                  <a:pt x="1585400" y="22210"/>
                  <a:pt x="1585006" y="20878"/>
                  <a:pt x="1585006" y="19260"/>
                </a:cubicBezTo>
                <a:cubicBezTo>
                  <a:pt x="1585006" y="17215"/>
                  <a:pt x="1585747" y="15455"/>
                  <a:pt x="1587230" y="13981"/>
                </a:cubicBezTo>
                <a:cubicBezTo>
                  <a:pt x="1588713" y="12506"/>
                  <a:pt x="1590459" y="11768"/>
                  <a:pt x="1592468" y="11768"/>
                </a:cubicBezTo>
                <a:cubicBezTo>
                  <a:pt x="1593712" y="11768"/>
                  <a:pt x="1595626" y="12462"/>
                  <a:pt x="1598209" y="13849"/>
                </a:cubicBezTo>
                <a:lnTo>
                  <a:pt x="1669177" y="53316"/>
                </a:lnTo>
                <a:lnTo>
                  <a:pt x="1598209" y="92850"/>
                </a:lnTo>
                <a:cubicBezTo>
                  <a:pt x="1595626" y="94288"/>
                  <a:pt x="1593712" y="95007"/>
                  <a:pt x="1592468" y="95007"/>
                </a:cubicBezTo>
                <a:cubicBezTo>
                  <a:pt x="1590459" y="95007"/>
                  <a:pt x="1588713" y="94270"/>
                  <a:pt x="1587230" y="92796"/>
                </a:cubicBezTo>
                <a:cubicBezTo>
                  <a:pt x="1585747" y="91322"/>
                  <a:pt x="1585006" y="89538"/>
                  <a:pt x="1585006" y="87445"/>
                </a:cubicBezTo>
                <a:cubicBezTo>
                  <a:pt x="1585006" y="85829"/>
                  <a:pt x="1585400" y="84499"/>
                  <a:pt x="1586190" y="83454"/>
                </a:cubicBezTo>
                <a:cubicBezTo>
                  <a:pt x="1586979" y="82407"/>
                  <a:pt x="1588570" y="81218"/>
                  <a:pt x="1590962" y="79886"/>
                </a:cubicBezTo>
                <a:lnTo>
                  <a:pt x="1638608" y="53296"/>
                </a:lnTo>
                <a:close/>
                <a:moveTo>
                  <a:pt x="1795801" y="44920"/>
                </a:moveTo>
                <a:lnTo>
                  <a:pt x="1795801" y="74247"/>
                </a:lnTo>
                <a:cubicBezTo>
                  <a:pt x="1795801" y="77386"/>
                  <a:pt x="1796447" y="79455"/>
                  <a:pt x="1797738" y="80454"/>
                </a:cubicBezTo>
                <a:cubicBezTo>
                  <a:pt x="1799747" y="82023"/>
                  <a:pt x="1803335" y="82808"/>
                  <a:pt x="1808502" y="82808"/>
                </a:cubicBezTo>
                <a:cubicBezTo>
                  <a:pt x="1816012" y="82808"/>
                  <a:pt x="1822949" y="81188"/>
                  <a:pt x="1829311" y="77949"/>
                </a:cubicBezTo>
                <a:cubicBezTo>
                  <a:pt x="1831751" y="76692"/>
                  <a:pt x="1833665" y="76063"/>
                  <a:pt x="1835052" y="76063"/>
                </a:cubicBezTo>
                <a:cubicBezTo>
                  <a:pt x="1836966" y="76063"/>
                  <a:pt x="1838628" y="76786"/>
                  <a:pt x="1840039" y="78231"/>
                </a:cubicBezTo>
                <a:cubicBezTo>
                  <a:pt x="1841450" y="79675"/>
                  <a:pt x="1842156" y="81433"/>
                  <a:pt x="1842156" y="83503"/>
                </a:cubicBezTo>
                <a:cubicBezTo>
                  <a:pt x="1842156" y="85430"/>
                  <a:pt x="1841391" y="87092"/>
                  <a:pt x="1839860" y="88488"/>
                </a:cubicBezTo>
                <a:cubicBezTo>
                  <a:pt x="1837516" y="90751"/>
                  <a:pt x="1832887" y="92835"/>
                  <a:pt x="1825975" y="94738"/>
                </a:cubicBezTo>
                <a:cubicBezTo>
                  <a:pt x="1819062" y="96639"/>
                  <a:pt x="1813238" y="97590"/>
                  <a:pt x="1808502" y="97590"/>
                </a:cubicBezTo>
                <a:cubicBezTo>
                  <a:pt x="1799365" y="97590"/>
                  <a:pt x="1792512" y="95622"/>
                  <a:pt x="1787943" y="91686"/>
                </a:cubicBezTo>
                <a:cubicBezTo>
                  <a:pt x="1783375" y="87750"/>
                  <a:pt x="1781090" y="82919"/>
                  <a:pt x="1781090" y="77195"/>
                </a:cubicBezTo>
                <a:lnTo>
                  <a:pt x="1781090" y="44920"/>
                </a:lnTo>
                <a:lnTo>
                  <a:pt x="1775780" y="44920"/>
                </a:lnTo>
                <a:cubicBezTo>
                  <a:pt x="1772240" y="44920"/>
                  <a:pt x="1769717" y="44235"/>
                  <a:pt x="1768210" y="42866"/>
                </a:cubicBezTo>
                <a:cubicBezTo>
                  <a:pt x="1766703" y="41495"/>
                  <a:pt x="1765950" y="39704"/>
                  <a:pt x="1765950" y="37493"/>
                </a:cubicBezTo>
                <a:cubicBezTo>
                  <a:pt x="1765950" y="35330"/>
                  <a:pt x="1766703" y="33564"/>
                  <a:pt x="1768210" y="32194"/>
                </a:cubicBezTo>
                <a:cubicBezTo>
                  <a:pt x="1769717" y="30824"/>
                  <a:pt x="1772240" y="30138"/>
                  <a:pt x="1775780" y="30138"/>
                </a:cubicBezTo>
                <a:lnTo>
                  <a:pt x="1781090" y="30138"/>
                </a:lnTo>
                <a:lnTo>
                  <a:pt x="1781090" y="16863"/>
                </a:lnTo>
                <a:cubicBezTo>
                  <a:pt x="1781090" y="13323"/>
                  <a:pt x="1781772" y="10799"/>
                  <a:pt x="1783135" y="9293"/>
                </a:cubicBezTo>
                <a:cubicBezTo>
                  <a:pt x="1784499" y="7786"/>
                  <a:pt x="1786281" y="7032"/>
                  <a:pt x="1788481" y="7032"/>
                </a:cubicBezTo>
                <a:cubicBezTo>
                  <a:pt x="1790634" y="7032"/>
                  <a:pt x="1792392" y="7786"/>
                  <a:pt x="1793756" y="9293"/>
                </a:cubicBezTo>
                <a:cubicBezTo>
                  <a:pt x="1795119" y="10799"/>
                  <a:pt x="1795801" y="13323"/>
                  <a:pt x="1795801" y="16863"/>
                </a:cubicBezTo>
                <a:lnTo>
                  <a:pt x="1795801" y="30138"/>
                </a:lnTo>
                <a:lnTo>
                  <a:pt x="1822997" y="30138"/>
                </a:lnTo>
                <a:cubicBezTo>
                  <a:pt x="1826537" y="30138"/>
                  <a:pt x="1829060" y="30824"/>
                  <a:pt x="1830567" y="32194"/>
                </a:cubicBezTo>
                <a:cubicBezTo>
                  <a:pt x="1832074" y="33564"/>
                  <a:pt x="1832828" y="35354"/>
                  <a:pt x="1832828" y="37565"/>
                </a:cubicBezTo>
                <a:cubicBezTo>
                  <a:pt x="1832828" y="39728"/>
                  <a:pt x="1832074" y="41495"/>
                  <a:pt x="1830567" y="42866"/>
                </a:cubicBezTo>
                <a:cubicBezTo>
                  <a:pt x="1829060" y="44235"/>
                  <a:pt x="1826537" y="44920"/>
                  <a:pt x="1822997" y="44920"/>
                </a:cubicBezTo>
                <a:lnTo>
                  <a:pt x="1795801" y="44920"/>
                </a:lnTo>
                <a:close/>
                <a:moveTo>
                  <a:pt x="1879384" y="94843"/>
                </a:moveTo>
                <a:lnTo>
                  <a:pt x="1853910" y="44920"/>
                </a:lnTo>
                <a:cubicBezTo>
                  <a:pt x="1851518" y="44920"/>
                  <a:pt x="1849700" y="44238"/>
                  <a:pt x="1848456" y="42875"/>
                </a:cubicBezTo>
                <a:cubicBezTo>
                  <a:pt x="1847213" y="41512"/>
                  <a:pt x="1846591" y="39730"/>
                  <a:pt x="1846591" y="37529"/>
                </a:cubicBezTo>
                <a:cubicBezTo>
                  <a:pt x="1846591" y="35329"/>
                  <a:pt x="1847344" y="33547"/>
                  <a:pt x="1848851" y="32183"/>
                </a:cubicBezTo>
                <a:cubicBezTo>
                  <a:pt x="1850358" y="30820"/>
                  <a:pt x="1852881" y="30138"/>
                  <a:pt x="1856421" y="30138"/>
                </a:cubicBezTo>
                <a:lnTo>
                  <a:pt x="1869840" y="30138"/>
                </a:lnTo>
                <a:cubicBezTo>
                  <a:pt x="1873380" y="30138"/>
                  <a:pt x="1875904" y="30820"/>
                  <a:pt x="1877410" y="32183"/>
                </a:cubicBezTo>
                <a:cubicBezTo>
                  <a:pt x="1878917" y="33547"/>
                  <a:pt x="1879671" y="35329"/>
                  <a:pt x="1879671" y="37529"/>
                </a:cubicBezTo>
                <a:cubicBezTo>
                  <a:pt x="1879671" y="39730"/>
                  <a:pt x="1878917" y="41512"/>
                  <a:pt x="1877410" y="42875"/>
                </a:cubicBezTo>
                <a:cubicBezTo>
                  <a:pt x="1875904" y="44238"/>
                  <a:pt x="1873524" y="44920"/>
                  <a:pt x="1870271" y="44920"/>
                </a:cubicBezTo>
                <a:lnTo>
                  <a:pt x="1887636" y="78673"/>
                </a:lnTo>
                <a:lnTo>
                  <a:pt x="1904858" y="44920"/>
                </a:lnTo>
                <a:cubicBezTo>
                  <a:pt x="1901700" y="44920"/>
                  <a:pt x="1899368" y="44226"/>
                  <a:pt x="1897861" y="42839"/>
                </a:cubicBezTo>
                <a:cubicBezTo>
                  <a:pt x="1896354" y="41452"/>
                  <a:pt x="1895601" y="39658"/>
                  <a:pt x="1895601" y="37457"/>
                </a:cubicBezTo>
                <a:cubicBezTo>
                  <a:pt x="1895601" y="35257"/>
                  <a:pt x="1896354" y="33487"/>
                  <a:pt x="1897861" y="32147"/>
                </a:cubicBezTo>
                <a:cubicBezTo>
                  <a:pt x="1899368" y="30808"/>
                  <a:pt x="1901892" y="30138"/>
                  <a:pt x="1905432" y="30138"/>
                </a:cubicBezTo>
                <a:lnTo>
                  <a:pt x="1919281" y="30138"/>
                </a:lnTo>
                <a:cubicBezTo>
                  <a:pt x="1922773" y="30138"/>
                  <a:pt x="1925273" y="30820"/>
                  <a:pt x="1926780" y="32183"/>
                </a:cubicBezTo>
                <a:cubicBezTo>
                  <a:pt x="1928286" y="33547"/>
                  <a:pt x="1929040" y="35329"/>
                  <a:pt x="1929040" y="37529"/>
                </a:cubicBezTo>
                <a:cubicBezTo>
                  <a:pt x="1929040" y="39730"/>
                  <a:pt x="1928394" y="41512"/>
                  <a:pt x="1927102" y="42875"/>
                </a:cubicBezTo>
                <a:cubicBezTo>
                  <a:pt x="1925811" y="44238"/>
                  <a:pt x="1923897" y="44920"/>
                  <a:pt x="1921362" y="44920"/>
                </a:cubicBezTo>
                <a:lnTo>
                  <a:pt x="1887636" y="111224"/>
                </a:lnTo>
                <a:cubicBezTo>
                  <a:pt x="1891319" y="111224"/>
                  <a:pt x="1893735" y="111224"/>
                  <a:pt x="1894883" y="111224"/>
                </a:cubicBezTo>
                <a:cubicBezTo>
                  <a:pt x="1897180" y="113999"/>
                  <a:pt x="1898328" y="116486"/>
                  <a:pt x="1898328" y="118687"/>
                </a:cubicBezTo>
                <a:cubicBezTo>
                  <a:pt x="1898328" y="120887"/>
                  <a:pt x="1897574" y="122657"/>
                  <a:pt x="1896067" y="123997"/>
                </a:cubicBezTo>
                <a:cubicBezTo>
                  <a:pt x="1894560" y="125336"/>
                  <a:pt x="1892037" y="126006"/>
                  <a:pt x="1888497" y="126006"/>
                </a:cubicBezTo>
                <a:lnTo>
                  <a:pt x="1856421" y="126006"/>
                </a:lnTo>
                <a:cubicBezTo>
                  <a:pt x="1852881" y="126006"/>
                  <a:pt x="1850358" y="125336"/>
                  <a:pt x="1848851" y="123997"/>
                </a:cubicBezTo>
                <a:cubicBezTo>
                  <a:pt x="1847344" y="122657"/>
                  <a:pt x="1846591" y="120887"/>
                  <a:pt x="1846591" y="118687"/>
                </a:cubicBezTo>
                <a:cubicBezTo>
                  <a:pt x="1846591" y="116486"/>
                  <a:pt x="1847344" y="114692"/>
                  <a:pt x="1848851" y="113305"/>
                </a:cubicBezTo>
                <a:cubicBezTo>
                  <a:pt x="1850358" y="111918"/>
                  <a:pt x="1852881" y="111224"/>
                  <a:pt x="1856421" y="111224"/>
                </a:cubicBezTo>
                <a:lnTo>
                  <a:pt x="1871060" y="111224"/>
                </a:lnTo>
                <a:lnTo>
                  <a:pt x="1879384" y="94843"/>
                </a:lnTo>
                <a:close/>
                <a:moveTo>
                  <a:pt x="1957513" y="87114"/>
                </a:moveTo>
                <a:lnTo>
                  <a:pt x="1957513" y="111224"/>
                </a:lnTo>
                <a:lnTo>
                  <a:pt x="1966339" y="111224"/>
                </a:lnTo>
                <a:cubicBezTo>
                  <a:pt x="1969879" y="111224"/>
                  <a:pt x="1972403" y="111918"/>
                  <a:pt x="1973910" y="113305"/>
                </a:cubicBezTo>
                <a:cubicBezTo>
                  <a:pt x="1975417" y="114692"/>
                  <a:pt x="1976170" y="116486"/>
                  <a:pt x="1976170" y="118687"/>
                </a:cubicBezTo>
                <a:cubicBezTo>
                  <a:pt x="1976170" y="120887"/>
                  <a:pt x="1975417" y="122657"/>
                  <a:pt x="1973910" y="123997"/>
                </a:cubicBezTo>
                <a:cubicBezTo>
                  <a:pt x="1972403" y="125336"/>
                  <a:pt x="1969879" y="126006"/>
                  <a:pt x="1966339" y="126006"/>
                </a:cubicBezTo>
                <a:lnTo>
                  <a:pt x="1940291" y="126006"/>
                </a:lnTo>
                <a:cubicBezTo>
                  <a:pt x="1936751" y="126006"/>
                  <a:pt x="1934228" y="125336"/>
                  <a:pt x="1932721" y="123997"/>
                </a:cubicBezTo>
                <a:cubicBezTo>
                  <a:pt x="1931214" y="122657"/>
                  <a:pt x="1930461" y="120887"/>
                  <a:pt x="1930461" y="118687"/>
                </a:cubicBezTo>
                <a:cubicBezTo>
                  <a:pt x="1930461" y="116486"/>
                  <a:pt x="1931226" y="114692"/>
                  <a:pt x="1932757" y="113305"/>
                </a:cubicBezTo>
                <a:cubicBezTo>
                  <a:pt x="1934288" y="111918"/>
                  <a:pt x="1936799" y="111224"/>
                  <a:pt x="1940291" y="111224"/>
                </a:cubicBezTo>
                <a:lnTo>
                  <a:pt x="1942803" y="111224"/>
                </a:lnTo>
                <a:lnTo>
                  <a:pt x="1942803" y="44920"/>
                </a:lnTo>
                <a:lnTo>
                  <a:pt x="1940291" y="44920"/>
                </a:lnTo>
                <a:cubicBezTo>
                  <a:pt x="1936751" y="44920"/>
                  <a:pt x="1934228" y="44226"/>
                  <a:pt x="1932721" y="42839"/>
                </a:cubicBezTo>
                <a:cubicBezTo>
                  <a:pt x="1931214" y="41452"/>
                  <a:pt x="1930461" y="39658"/>
                  <a:pt x="1930461" y="37457"/>
                </a:cubicBezTo>
                <a:cubicBezTo>
                  <a:pt x="1930461" y="35257"/>
                  <a:pt x="1931214" y="33487"/>
                  <a:pt x="1932721" y="32147"/>
                </a:cubicBezTo>
                <a:cubicBezTo>
                  <a:pt x="1934228" y="30808"/>
                  <a:pt x="1936751" y="30138"/>
                  <a:pt x="1940291" y="30138"/>
                </a:cubicBezTo>
                <a:lnTo>
                  <a:pt x="1957513" y="30138"/>
                </a:lnTo>
                <a:lnTo>
                  <a:pt x="1957513" y="35161"/>
                </a:lnTo>
                <a:cubicBezTo>
                  <a:pt x="1960957" y="32793"/>
                  <a:pt x="1964521" y="31029"/>
                  <a:pt x="1968205" y="29869"/>
                </a:cubicBezTo>
                <a:cubicBezTo>
                  <a:pt x="1971888" y="28709"/>
                  <a:pt x="1975668" y="28129"/>
                  <a:pt x="1979543" y="28129"/>
                </a:cubicBezTo>
                <a:cubicBezTo>
                  <a:pt x="1989589" y="28129"/>
                  <a:pt x="1998152" y="31537"/>
                  <a:pt x="2005232" y="38354"/>
                </a:cubicBezTo>
                <a:cubicBezTo>
                  <a:pt x="2012312" y="45171"/>
                  <a:pt x="2015852" y="52981"/>
                  <a:pt x="2015852" y="61783"/>
                </a:cubicBezTo>
                <a:cubicBezTo>
                  <a:pt x="2015852" y="71494"/>
                  <a:pt x="2011666" y="79507"/>
                  <a:pt x="2003294" y="85822"/>
                </a:cubicBezTo>
                <a:cubicBezTo>
                  <a:pt x="1996310" y="91084"/>
                  <a:pt x="1988441" y="93715"/>
                  <a:pt x="1979686" y="93715"/>
                </a:cubicBezTo>
                <a:cubicBezTo>
                  <a:pt x="1975907" y="93715"/>
                  <a:pt x="1972176" y="93165"/>
                  <a:pt x="1968492" y="92065"/>
                </a:cubicBezTo>
                <a:cubicBezTo>
                  <a:pt x="1964808" y="90965"/>
                  <a:pt x="1961149" y="89314"/>
                  <a:pt x="1957513" y="87114"/>
                </a:cubicBezTo>
                <a:moveTo>
                  <a:pt x="2001142" y="61850"/>
                </a:moveTo>
                <a:cubicBezTo>
                  <a:pt x="2001142" y="59802"/>
                  <a:pt x="2000328" y="57194"/>
                  <a:pt x="1998702" y="54027"/>
                </a:cubicBezTo>
                <a:cubicBezTo>
                  <a:pt x="1997075" y="50857"/>
                  <a:pt x="1994576" y="48213"/>
                  <a:pt x="1991203" y="46093"/>
                </a:cubicBezTo>
                <a:cubicBezTo>
                  <a:pt x="1987831" y="43972"/>
                  <a:pt x="1983872" y="42911"/>
                  <a:pt x="1979327" y="42911"/>
                </a:cubicBezTo>
                <a:cubicBezTo>
                  <a:pt x="1972008" y="42911"/>
                  <a:pt x="1966196" y="45650"/>
                  <a:pt x="1961890" y="51129"/>
                </a:cubicBezTo>
                <a:cubicBezTo>
                  <a:pt x="1958972" y="54894"/>
                  <a:pt x="1957513" y="58515"/>
                  <a:pt x="1957513" y="61994"/>
                </a:cubicBezTo>
                <a:cubicBezTo>
                  <a:pt x="1957513" y="65902"/>
                  <a:pt x="1959606" y="69702"/>
                  <a:pt x="1963792" y="73394"/>
                </a:cubicBezTo>
                <a:cubicBezTo>
                  <a:pt x="1967978" y="77087"/>
                  <a:pt x="1973156" y="78933"/>
                  <a:pt x="1979327" y="78933"/>
                </a:cubicBezTo>
                <a:cubicBezTo>
                  <a:pt x="1985546" y="78933"/>
                  <a:pt x="1990737" y="77099"/>
                  <a:pt x="1994899" y="73430"/>
                </a:cubicBezTo>
                <a:cubicBezTo>
                  <a:pt x="1999061" y="69762"/>
                  <a:pt x="2001142" y="65902"/>
                  <a:pt x="2001142" y="61850"/>
                </a:cubicBezTo>
                <a:close/>
                <a:moveTo>
                  <a:pt x="2100870" y="70035"/>
                </a:moveTo>
                <a:lnTo>
                  <a:pt x="2040522" y="70035"/>
                </a:lnTo>
                <a:cubicBezTo>
                  <a:pt x="2042053" y="73862"/>
                  <a:pt x="2044768" y="76948"/>
                  <a:pt x="2048667" y="79292"/>
                </a:cubicBezTo>
                <a:cubicBezTo>
                  <a:pt x="2052565" y="81636"/>
                  <a:pt x="2057840" y="82808"/>
                  <a:pt x="2064489" y="82808"/>
                </a:cubicBezTo>
                <a:cubicBezTo>
                  <a:pt x="2069943" y="82808"/>
                  <a:pt x="2077190" y="81653"/>
                  <a:pt x="2086232" y="79344"/>
                </a:cubicBezTo>
                <a:cubicBezTo>
                  <a:pt x="2089963" y="78400"/>
                  <a:pt x="2092546" y="77929"/>
                  <a:pt x="2093981" y="77929"/>
                </a:cubicBezTo>
                <a:cubicBezTo>
                  <a:pt x="2095943" y="77929"/>
                  <a:pt x="2097593" y="78622"/>
                  <a:pt x="2098933" y="80010"/>
                </a:cubicBezTo>
                <a:cubicBezTo>
                  <a:pt x="2100272" y="81397"/>
                  <a:pt x="2100942" y="83143"/>
                  <a:pt x="2100942" y="85248"/>
                </a:cubicBezTo>
                <a:cubicBezTo>
                  <a:pt x="2100942" y="87161"/>
                  <a:pt x="2100224" y="88788"/>
                  <a:pt x="2098789" y="90127"/>
                </a:cubicBezTo>
                <a:cubicBezTo>
                  <a:pt x="2096876" y="91897"/>
                  <a:pt x="2092211" y="93584"/>
                  <a:pt x="2084796" y="95186"/>
                </a:cubicBezTo>
                <a:cubicBezTo>
                  <a:pt x="2077382" y="96789"/>
                  <a:pt x="2070254" y="97590"/>
                  <a:pt x="2063413" y="97590"/>
                </a:cubicBezTo>
                <a:cubicBezTo>
                  <a:pt x="2051645" y="97590"/>
                  <a:pt x="2042232" y="94265"/>
                  <a:pt x="2035176" y="87616"/>
                </a:cubicBezTo>
                <a:cubicBezTo>
                  <a:pt x="2028120" y="80966"/>
                  <a:pt x="2024592" y="72786"/>
                  <a:pt x="2024592" y="63075"/>
                </a:cubicBezTo>
                <a:cubicBezTo>
                  <a:pt x="2024592" y="52742"/>
                  <a:pt x="2028407" y="44334"/>
                  <a:pt x="2036037" y="37852"/>
                </a:cubicBezTo>
                <a:cubicBezTo>
                  <a:pt x="2043667" y="31370"/>
                  <a:pt x="2052458" y="28129"/>
                  <a:pt x="2062408" y="28129"/>
                </a:cubicBezTo>
                <a:cubicBezTo>
                  <a:pt x="2068388" y="28129"/>
                  <a:pt x="2073877" y="29180"/>
                  <a:pt x="2078876" y="31282"/>
                </a:cubicBezTo>
                <a:cubicBezTo>
                  <a:pt x="2083876" y="33382"/>
                  <a:pt x="2087595" y="35650"/>
                  <a:pt x="2090035" y="38085"/>
                </a:cubicBezTo>
                <a:cubicBezTo>
                  <a:pt x="2093479" y="41619"/>
                  <a:pt x="2096325" y="45989"/>
                  <a:pt x="2098574" y="51194"/>
                </a:cubicBezTo>
                <a:cubicBezTo>
                  <a:pt x="2100105" y="54824"/>
                  <a:pt x="2100870" y="59027"/>
                  <a:pt x="2100870" y="63804"/>
                </a:cubicBezTo>
                <a:lnTo>
                  <a:pt x="2100870" y="70035"/>
                </a:lnTo>
                <a:moveTo>
                  <a:pt x="2084581" y="55253"/>
                </a:moveTo>
                <a:cubicBezTo>
                  <a:pt x="2082333" y="51115"/>
                  <a:pt x="2079391" y="48024"/>
                  <a:pt x="2075755" y="45979"/>
                </a:cubicBezTo>
                <a:cubicBezTo>
                  <a:pt x="2072119" y="43933"/>
                  <a:pt x="2067790" y="42911"/>
                  <a:pt x="2062767" y="42911"/>
                </a:cubicBezTo>
                <a:cubicBezTo>
                  <a:pt x="2057792" y="42911"/>
                  <a:pt x="2053486" y="43933"/>
                  <a:pt x="2049851" y="45979"/>
                </a:cubicBezTo>
                <a:cubicBezTo>
                  <a:pt x="2046215" y="48024"/>
                  <a:pt x="2043249" y="51115"/>
                  <a:pt x="2040953" y="55253"/>
                </a:cubicBezTo>
                <a:lnTo>
                  <a:pt x="2084581" y="55253"/>
                </a:lnTo>
                <a:close/>
                <a:moveTo>
                  <a:pt x="2148647" y="75489"/>
                </a:moveTo>
                <a:lnTo>
                  <a:pt x="2168308" y="75489"/>
                </a:lnTo>
                <a:lnTo>
                  <a:pt x="2147140" y="115451"/>
                </a:lnTo>
                <a:cubicBezTo>
                  <a:pt x="2145896" y="117800"/>
                  <a:pt x="2144341" y="118974"/>
                  <a:pt x="2142476" y="118974"/>
                </a:cubicBezTo>
                <a:cubicBezTo>
                  <a:pt x="2141232" y="118974"/>
                  <a:pt x="2140168" y="118566"/>
                  <a:pt x="2139283" y="117752"/>
                </a:cubicBezTo>
                <a:cubicBezTo>
                  <a:pt x="2138398" y="116937"/>
                  <a:pt x="2137955" y="116027"/>
                  <a:pt x="2137955" y="115020"/>
                </a:cubicBezTo>
                <a:cubicBezTo>
                  <a:pt x="2137955" y="114301"/>
                  <a:pt x="2138122" y="113319"/>
                  <a:pt x="2138457" y="112074"/>
                </a:cubicBezTo>
                <a:lnTo>
                  <a:pt x="2148647" y="75489"/>
                </a:lnTo>
                <a:close/>
                <a:moveTo>
                  <a:pt x="2359728" y="30138"/>
                </a:moveTo>
                <a:lnTo>
                  <a:pt x="2359728" y="80512"/>
                </a:lnTo>
                <a:cubicBezTo>
                  <a:pt x="2362838" y="80512"/>
                  <a:pt x="2365134" y="81194"/>
                  <a:pt x="2366617" y="82557"/>
                </a:cubicBezTo>
                <a:cubicBezTo>
                  <a:pt x="2368100" y="83920"/>
                  <a:pt x="2368842" y="85702"/>
                  <a:pt x="2368842" y="87903"/>
                </a:cubicBezTo>
                <a:cubicBezTo>
                  <a:pt x="2368842" y="90103"/>
                  <a:pt x="2368088" y="91885"/>
                  <a:pt x="2366581" y="93249"/>
                </a:cubicBezTo>
                <a:cubicBezTo>
                  <a:pt x="2365074" y="94612"/>
                  <a:pt x="2362551" y="95294"/>
                  <a:pt x="2359011" y="95294"/>
                </a:cubicBezTo>
                <a:lnTo>
                  <a:pt x="2345018" y="95294"/>
                </a:lnTo>
                <a:lnTo>
                  <a:pt x="2345018" y="91850"/>
                </a:lnTo>
                <a:cubicBezTo>
                  <a:pt x="2340808" y="93763"/>
                  <a:pt x="2336790" y="95198"/>
                  <a:pt x="2332963" y="96155"/>
                </a:cubicBezTo>
                <a:cubicBezTo>
                  <a:pt x="2329136" y="97112"/>
                  <a:pt x="2325500" y="97590"/>
                  <a:pt x="2322056" y="97590"/>
                </a:cubicBezTo>
                <a:cubicBezTo>
                  <a:pt x="2317224" y="97590"/>
                  <a:pt x="2313038" y="96577"/>
                  <a:pt x="2309498" y="94549"/>
                </a:cubicBezTo>
                <a:cubicBezTo>
                  <a:pt x="2305958" y="92521"/>
                  <a:pt x="2303160" y="89718"/>
                  <a:pt x="2301103" y="86140"/>
                </a:cubicBezTo>
                <a:cubicBezTo>
                  <a:pt x="2299620" y="83565"/>
                  <a:pt x="2298878" y="80344"/>
                  <a:pt x="2298878" y="76480"/>
                </a:cubicBezTo>
                <a:lnTo>
                  <a:pt x="2298878" y="44920"/>
                </a:lnTo>
                <a:lnTo>
                  <a:pt x="2296367" y="44920"/>
                </a:lnTo>
                <a:cubicBezTo>
                  <a:pt x="2292827" y="44920"/>
                  <a:pt x="2290303" y="44226"/>
                  <a:pt x="2288796" y="42839"/>
                </a:cubicBezTo>
                <a:cubicBezTo>
                  <a:pt x="2287289" y="41452"/>
                  <a:pt x="2286536" y="39658"/>
                  <a:pt x="2286536" y="37457"/>
                </a:cubicBezTo>
                <a:cubicBezTo>
                  <a:pt x="2286536" y="35257"/>
                  <a:pt x="2287289" y="33487"/>
                  <a:pt x="2288796" y="32147"/>
                </a:cubicBezTo>
                <a:cubicBezTo>
                  <a:pt x="2290303" y="30808"/>
                  <a:pt x="2292827" y="30138"/>
                  <a:pt x="2296367" y="30138"/>
                </a:cubicBezTo>
                <a:lnTo>
                  <a:pt x="2313588" y="30138"/>
                </a:lnTo>
                <a:lnTo>
                  <a:pt x="2313588" y="73791"/>
                </a:lnTo>
                <a:cubicBezTo>
                  <a:pt x="2313588" y="76892"/>
                  <a:pt x="2314342" y="79170"/>
                  <a:pt x="2315849" y="80626"/>
                </a:cubicBezTo>
                <a:cubicBezTo>
                  <a:pt x="2317356" y="82081"/>
                  <a:pt x="2319664" y="82808"/>
                  <a:pt x="2322773" y="82808"/>
                </a:cubicBezTo>
                <a:cubicBezTo>
                  <a:pt x="2325739" y="82808"/>
                  <a:pt x="2328932" y="82224"/>
                  <a:pt x="2332353" y="81055"/>
                </a:cubicBezTo>
                <a:cubicBezTo>
                  <a:pt x="2335773" y="79885"/>
                  <a:pt x="2339995" y="77775"/>
                  <a:pt x="2345018" y="74722"/>
                </a:cubicBezTo>
                <a:lnTo>
                  <a:pt x="2345018" y="44920"/>
                </a:lnTo>
                <a:lnTo>
                  <a:pt x="2339708" y="44920"/>
                </a:lnTo>
                <a:cubicBezTo>
                  <a:pt x="2336168" y="44920"/>
                  <a:pt x="2333645" y="44226"/>
                  <a:pt x="2332138" y="42839"/>
                </a:cubicBezTo>
                <a:cubicBezTo>
                  <a:pt x="2330631" y="41452"/>
                  <a:pt x="2329877" y="39658"/>
                  <a:pt x="2329877" y="37457"/>
                </a:cubicBezTo>
                <a:cubicBezTo>
                  <a:pt x="2329877" y="35257"/>
                  <a:pt x="2330631" y="33487"/>
                  <a:pt x="2332138" y="32147"/>
                </a:cubicBezTo>
                <a:cubicBezTo>
                  <a:pt x="2333645" y="30808"/>
                  <a:pt x="2336168" y="30138"/>
                  <a:pt x="2339708" y="30138"/>
                </a:cubicBezTo>
                <a:lnTo>
                  <a:pt x="2359728" y="30138"/>
                </a:lnTo>
                <a:close/>
                <a:moveTo>
                  <a:pt x="2421927" y="2153"/>
                </a:moveTo>
                <a:lnTo>
                  <a:pt x="2421927" y="17796"/>
                </a:lnTo>
                <a:lnTo>
                  <a:pt x="2404419" y="17796"/>
                </a:lnTo>
                <a:lnTo>
                  <a:pt x="2404419" y="2153"/>
                </a:lnTo>
                <a:lnTo>
                  <a:pt x="2421927" y="2153"/>
                </a:lnTo>
                <a:moveTo>
                  <a:pt x="2423937" y="30138"/>
                </a:moveTo>
                <a:lnTo>
                  <a:pt x="2423937" y="80512"/>
                </a:lnTo>
                <a:lnTo>
                  <a:pt x="2441589" y="80512"/>
                </a:lnTo>
                <a:cubicBezTo>
                  <a:pt x="2445129" y="80512"/>
                  <a:pt x="2447653" y="81194"/>
                  <a:pt x="2449159" y="82557"/>
                </a:cubicBezTo>
                <a:cubicBezTo>
                  <a:pt x="2450666" y="83920"/>
                  <a:pt x="2451420" y="85702"/>
                  <a:pt x="2451420" y="87903"/>
                </a:cubicBezTo>
                <a:cubicBezTo>
                  <a:pt x="2451420" y="90103"/>
                  <a:pt x="2450666" y="91885"/>
                  <a:pt x="2449159" y="93249"/>
                </a:cubicBezTo>
                <a:cubicBezTo>
                  <a:pt x="2447653" y="94612"/>
                  <a:pt x="2445129" y="95294"/>
                  <a:pt x="2441589" y="95294"/>
                </a:cubicBezTo>
                <a:lnTo>
                  <a:pt x="2391574" y="95294"/>
                </a:lnTo>
                <a:cubicBezTo>
                  <a:pt x="2388034" y="95294"/>
                  <a:pt x="2385511" y="94600"/>
                  <a:pt x="2384004" y="93213"/>
                </a:cubicBezTo>
                <a:cubicBezTo>
                  <a:pt x="2382497" y="91826"/>
                  <a:pt x="2381743" y="90032"/>
                  <a:pt x="2381743" y="87831"/>
                </a:cubicBezTo>
                <a:cubicBezTo>
                  <a:pt x="2381743" y="85631"/>
                  <a:pt x="2382497" y="83861"/>
                  <a:pt x="2384004" y="82521"/>
                </a:cubicBezTo>
                <a:cubicBezTo>
                  <a:pt x="2385511" y="81182"/>
                  <a:pt x="2388034" y="80512"/>
                  <a:pt x="2391574" y="80512"/>
                </a:cubicBezTo>
                <a:lnTo>
                  <a:pt x="2409226" y="80512"/>
                </a:lnTo>
                <a:lnTo>
                  <a:pt x="2409226" y="44920"/>
                </a:lnTo>
                <a:lnTo>
                  <a:pt x="2397386" y="44920"/>
                </a:lnTo>
                <a:cubicBezTo>
                  <a:pt x="2393894" y="44920"/>
                  <a:pt x="2391383" y="44226"/>
                  <a:pt x="2389852" y="42839"/>
                </a:cubicBezTo>
                <a:cubicBezTo>
                  <a:pt x="2388321" y="41452"/>
                  <a:pt x="2387556" y="39658"/>
                  <a:pt x="2387556" y="37457"/>
                </a:cubicBezTo>
                <a:cubicBezTo>
                  <a:pt x="2387556" y="35257"/>
                  <a:pt x="2388309" y="33487"/>
                  <a:pt x="2389816" y="32147"/>
                </a:cubicBezTo>
                <a:cubicBezTo>
                  <a:pt x="2391323" y="30808"/>
                  <a:pt x="2393846" y="30138"/>
                  <a:pt x="2397386" y="30138"/>
                </a:cubicBezTo>
                <a:lnTo>
                  <a:pt x="2423937" y="30138"/>
                </a:lnTo>
                <a:close/>
                <a:moveTo>
                  <a:pt x="2489939" y="30138"/>
                </a:moveTo>
                <a:lnTo>
                  <a:pt x="2489939" y="35018"/>
                </a:lnTo>
                <a:cubicBezTo>
                  <a:pt x="2492618" y="32721"/>
                  <a:pt x="2495572" y="30999"/>
                  <a:pt x="2498801" y="29851"/>
                </a:cubicBezTo>
                <a:cubicBezTo>
                  <a:pt x="2502030" y="28703"/>
                  <a:pt x="2505535" y="28129"/>
                  <a:pt x="2509314" y="28129"/>
                </a:cubicBezTo>
                <a:cubicBezTo>
                  <a:pt x="2518020" y="28129"/>
                  <a:pt x="2524909" y="30832"/>
                  <a:pt x="2529980" y="36238"/>
                </a:cubicBezTo>
                <a:cubicBezTo>
                  <a:pt x="2533998" y="40543"/>
                  <a:pt x="2536007" y="46188"/>
                  <a:pt x="2536007" y="53172"/>
                </a:cubicBezTo>
                <a:lnTo>
                  <a:pt x="2536007" y="80512"/>
                </a:lnTo>
                <a:cubicBezTo>
                  <a:pt x="2539117" y="80512"/>
                  <a:pt x="2541413" y="81194"/>
                  <a:pt x="2542896" y="82557"/>
                </a:cubicBezTo>
                <a:cubicBezTo>
                  <a:pt x="2544379" y="83920"/>
                  <a:pt x="2545121" y="85702"/>
                  <a:pt x="2545121" y="87903"/>
                </a:cubicBezTo>
                <a:cubicBezTo>
                  <a:pt x="2545121" y="90103"/>
                  <a:pt x="2544367" y="91885"/>
                  <a:pt x="2542860" y="93249"/>
                </a:cubicBezTo>
                <a:cubicBezTo>
                  <a:pt x="2541353" y="94612"/>
                  <a:pt x="2538830" y="95294"/>
                  <a:pt x="2535290" y="95294"/>
                </a:cubicBezTo>
                <a:lnTo>
                  <a:pt x="2522015" y="95294"/>
                </a:lnTo>
                <a:cubicBezTo>
                  <a:pt x="2518475" y="95294"/>
                  <a:pt x="2515951" y="94600"/>
                  <a:pt x="2514444" y="93213"/>
                </a:cubicBezTo>
                <a:cubicBezTo>
                  <a:pt x="2512937" y="91826"/>
                  <a:pt x="2512184" y="90032"/>
                  <a:pt x="2512184" y="87831"/>
                </a:cubicBezTo>
                <a:cubicBezTo>
                  <a:pt x="2512184" y="85631"/>
                  <a:pt x="2512926" y="83861"/>
                  <a:pt x="2514409" y="82521"/>
                </a:cubicBezTo>
                <a:cubicBezTo>
                  <a:pt x="2515891" y="81182"/>
                  <a:pt x="2518188" y="80512"/>
                  <a:pt x="2521297" y="80512"/>
                </a:cubicBezTo>
                <a:lnTo>
                  <a:pt x="2521297" y="52796"/>
                </a:lnTo>
                <a:cubicBezTo>
                  <a:pt x="2521297" y="49596"/>
                  <a:pt x="2520436" y="47257"/>
                  <a:pt x="2518714" y="45777"/>
                </a:cubicBezTo>
                <a:cubicBezTo>
                  <a:pt x="2516466" y="43866"/>
                  <a:pt x="2513093" y="42911"/>
                  <a:pt x="2508596" y="42911"/>
                </a:cubicBezTo>
                <a:cubicBezTo>
                  <a:pt x="2505200" y="42911"/>
                  <a:pt x="2502222" y="43569"/>
                  <a:pt x="2499662" y="44884"/>
                </a:cubicBezTo>
                <a:cubicBezTo>
                  <a:pt x="2497103" y="46200"/>
                  <a:pt x="2493862" y="48986"/>
                  <a:pt x="2489939" y="53244"/>
                </a:cubicBezTo>
                <a:lnTo>
                  <a:pt x="2489939" y="80512"/>
                </a:lnTo>
                <a:cubicBezTo>
                  <a:pt x="2493718" y="80512"/>
                  <a:pt x="2496158" y="80966"/>
                  <a:pt x="2497258" y="81875"/>
                </a:cubicBezTo>
                <a:cubicBezTo>
                  <a:pt x="2499603" y="83693"/>
                  <a:pt x="2500775" y="85702"/>
                  <a:pt x="2500775" y="87903"/>
                </a:cubicBezTo>
                <a:cubicBezTo>
                  <a:pt x="2500775" y="90103"/>
                  <a:pt x="2500021" y="91885"/>
                  <a:pt x="2498514" y="93249"/>
                </a:cubicBezTo>
                <a:cubicBezTo>
                  <a:pt x="2497007" y="94612"/>
                  <a:pt x="2494484" y="95294"/>
                  <a:pt x="2490944" y="95294"/>
                </a:cubicBezTo>
                <a:lnTo>
                  <a:pt x="2474224" y="95294"/>
                </a:lnTo>
                <a:cubicBezTo>
                  <a:pt x="2470684" y="95294"/>
                  <a:pt x="2468161" y="94600"/>
                  <a:pt x="2466654" y="93213"/>
                </a:cubicBezTo>
                <a:cubicBezTo>
                  <a:pt x="2465147" y="91826"/>
                  <a:pt x="2464394" y="90032"/>
                  <a:pt x="2464394" y="87831"/>
                </a:cubicBezTo>
                <a:cubicBezTo>
                  <a:pt x="2464394" y="85631"/>
                  <a:pt x="2465542" y="83627"/>
                  <a:pt x="2467838" y="81821"/>
                </a:cubicBezTo>
                <a:cubicBezTo>
                  <a:pt x="2468986" y="80948"/>
                  <a:pt x="2471450" y="80512"/>
                  <a:pt x="2475229" y="80512"/>
                </a:cubicBezTo>
                <a:lnTo>
                  <a:pt x="2475229" y="44920"/>
                </a:lnTo>
                <a:cubicBezTo>
                  <a:pt x="2472119" y="44920"/>
                  <a:pt x="2469823" y="44226"/>
                  <a:pt x="2468340" y="42839"/>
                </a:cubicBezTo>
                <a:cubicBezTo>
                  <a:pt x="2466857" y="41452"/>
                  <a:pt x="2466116" y="39658"/>
                  <a:pt x="2466116" y="37457"/>
                </a:cubicBezTo>
                <a:cubicBezTo>
                  <a:pt x="2466116" y="35257"/>
                  <a:pt x="2466869" y="33487"/>
                  <a:pt x="2468376" y="32147"/>
                </a:cubicBezTo>
                <a:cubicBezTo>
                  <a:pt x="2469883" y="30808"/>
                  <a:pt x="2472406" y="30138"/>
                  <a:pt x="2475947" y="30138"/>
                </a:cubicBezTo>
                <a:lnTo>
                  <a:pt x="2489939" y="30138"/>
                </a:lnTo>
                <a:close/>
                <a:moveTo>
                  <a:pt x="2589380" y="44920"/>
                </a:moveTo>
                <a:lnTo>
                  <a:pt x="2589380" y="74247"/>
                </a:lnTo>
                <a:cubicBezTo>
                  <a:pt x="2589380" y="77386"/>
                  <a:pt x="2590026" y="79455"/>
                  <a:pt x="2591318" y="80454"/>
                </a:cubicBezTo>
                <a:cubicBezTo>
                  <a:pt x="2593327" y="82023"/>
                  <a:pt x="2596915" y="82808"/>
                  <a:pt x="2602082" y="82808"/>
                </a:cubicBezTo>
                <a:cubicBezTo>
                  <a:pt x="2609592" y="82808"/>
                  <a:pt x="2616529" y="81188"/>
                  <a:pt x="2622891" y="77949"/>
                </a:cubicBezTo>
                <a:cubicBezTo>
                  <a:pt x="2625331" y="76692"/>
                  <a:pt x="2627244" y="76063"/>
                  <a:pt x="2628632" y="76063"/>
                </a:cubicBezTo>
                <a:cubicBezTo>
                  <a:pt x="2630545" y="76063"/>
                  <a:pt x="2632208" y="76786"/>
                  <a:pt x="2633619" y="78231"/>
                </a:cubicBezTo>
                <a:cubicBezTo>
                  <a:pt x="2635030" y="79675"/>
                  <a:pt x="2635736" y="81433"/>
                  <a:pt x="2635736" y="83503"/>
                </a:cubicBezTo>
                <a:cubicBezTo>
                  <a:pt x="2635736" y="85430"/>
                  <a:pt x="2634970" y="87092"/>
                  <a:pt x="2633440" y="88488"/>
                </a:cubicBezTo>
                <a:cubicBezTo>
                  <a:pt x="2631095" y="90751"/>
                  <a:pt x="2626467" y="92835"/>
                  <a:pt x="2619554" y="94738"/>
                </a:cubicBezTo>
                <a:cubicBezTo>
                  <a:pt x="2612642" y="96639"/>
                  <a:pt x="2606817" y="97590"/>
                  <a:pt x="2602082" y="97590"/>
                </a:cubicBezTo>
                <a:cubicBezTo>
                  <a:pt x="2592944" y="97590"/>
                  <a:pt x="2586092" y="95622"/>
                  <a:pt x="2581523" y="91686"/>
                </a:cubicBezTo>
                <a:cubicBezTo>
                  <a:pt x="2576954" y="87750"/>
                  <a:pt x="2574670" y="82919"/>
                  <a:pt x="2574670" y="77195"/>
                </a:cubicBezTo>
                <a:lnTo>
                  <a:pt x="2574670" y="44920"/>
                </a:lnTo>
                <a:lnTo>
                  <a:pt x="2569360" y="44920"/>
                </a:lnTo>
                <a:cubicBezTo>
                  <a:pt x="2565820" y="44920"/>
                  <a:pt x="2563297" y="44235"/>
                  <a:pt x="2561790" y="42866"/>
                </a:cubicBezTo>
                <a:cubicBezTo>
                  <a:pt x="2560283" y="41495"/>
                  <a:pt x="2559529" y="39704"/>
                  <a:pt x="2559529" y="37493"/>
                </a:cubicBezTo>
                <a:cubicBezTo>
                  <a:pt x="2559529" y="35330"/>
                  <a:pt x="2560283" y="33564"/>
                  <a:pt x="2561790" y="32194"/>
                </a:cubicBezTo>
                <a:cubicBezTo>
                  <a:pt x="2563297" y="30824"/>
                  <a:pt x="2565820" y="30138"/>
                  <a:pt x="2569360" y="30138"/>
                </a:cubicBezTo>
                <a:lnTo>
                  <a:pt x="2574670" y="30138"/>
                </a:lnTo>
                <a:lnTo>
                  <a:pt x="2574670" y="16863"/>
                </a:lnTo>
                <a:cubicBezTo>
                  <a:pt x="2574670" y="13323"/>
                  <a:pt x="2575352" y="10799"/>
                  <a:pt x="2576715" y="9293"/>
                </a:cubicBezTo>
                <a:cubicBezTo>
                  <a:pt x="2578079" y="7786"/>
                  <a:pt x="2579861" y="7032"/>
                  <a:pt x="2582061" y="7032"/>
                </a:cubicBezTo>
                <a:cubicBezTo>
                  <a:pt x="2584214" y="7032"/>
                  <a:pt x="2585972" y="7786"/>
                  <a:pt x="2587335" y="9293"/>
                </a:cubicBezTo>
                <a:cubicBezTo>
                  <a:pt x="2588699" y="10799"/>
                  <a:pt x="2589380" y="13323"/>
                  <a:pt x="2589380" y="16863"/>
                </a:cubicBezTo>
                <a:lnTo>
                  <a:pt x="2589380" y="30138"/>
                </a:lnTo>
                <a:lnTo>
                  <a:pt x="2616577" y="30138"/>
                </a:lnTo>
                <a:cubicBezTo>
                  <a:pt x="2620117" y="30138"/>
                  <a:pt x="2622640" y="30824"/>
                  <a:pt x="2624147" y="32194"/>
                </a:cubicBezTo>
                <a:cubicBezTo>
                  <a:pt x="2625654" y="33564"/>
                  <a:pt x="2626407" y="35354"/>
                  <a:pt x="2626407" y="37565"/>
                </a:cubicBezTo>
                <a:cubicBezTo>
                  <a:pt x="2626407" y="39728"/>
                  <a:pt x="2625654" y="41495"/>
                  <a:pt x="2624147" y="42866"/>
                </a:cubicBezTo>
                <a:cubicBezTo>
                  <a:pt x="2622640" y="44235"/>
                  <a:pt x="2620117" y="44920"/>
                  <a:pt x="2616577" y="44920"/>
                </a:cubicBezTo>
                <a:lnTo>
                  <a:pt x="2589380" y="44920"/>
                </a:lnTo>
                <a:close/>
                <a:moveTo>
                  <a:pt x="2702169" y="46140"/>
                </a:moveTo>
                <a:cubicBezTo>
                  <a:pt x="2706522" y="49106"/>
                  <a:pt x="2709775" y="52538"/>
                  <a:pt x="2711928" y="56437"/>
                </a:cubicBezTo>
                <a:cubicBezTo>
                  <a:pt x="2714080" y="60336"/>
                  <a:pt x="2715157" y="64701"/>
                  <a:pt x="2715157" y="69533"/>
                </a:cubicBezTo>
                <a:cubicBezTo>
                  <a:pt x="2715157" y="74747"/>
                  <a:pt x="2713733" y="79567"/>
                  <a:pt x="2710887" y="83992"/>
                </a:cubicBezTo>
                <a:cubicBezTo>
                  <a:pt x="2708041" y="88417"/>
                  <a:pt x="2703915" y="91766"/>
                  <a:pt x="2698509" y="94038"/>
                </a:cubicBezTo>
                <a:cubicBezTo>
                  <a:pt x="2693103" y="96310"/>
                  <a:pt x="2686023" y="97447"/>
                  <a:pt x="2677269" y="97447"/>
                </a:cubicBezTo>
                <a:cubicBezTo>
                  <a:pt x="2665883" y="97447"/>
                  <a:pt x="2657320" y="95671"/>
                  <a:pt x="2651580" y="92119"/>
                </a:cubicBezTo>
                <a:cubicBezTo>
                  <a:pt x="2648374" y="90102"/>
                  <a:pt x="2646772" y="87701"/>
                  <a:pt x="2646772" y="84916"/>
                </a:cubicBezTo>
                <a:cubicBezTo>
                  <a:pt x="2646772" y="82804"/>
                  <a:pt x="2647477" y="81016"/>
                  <a:pt x="2648889" y="79552"/>
                </a:cubicBezTo>
                <a:cubicBezTo>
                  <a:pt x="2650300" y="78087"/>
                  <a:pt x="2652010" y="77355"/>
                  <a:pt x="2654019" y="77355"/>
                </a:cubicBezTo>
                <a:cubicBezTo>
                  <a:pt x="2655407" y="77355"/>
                  <a:pt x="2656842" y="77833"/>
                  <a:pt x="2658325" y="78790"/>
                </a:cubicBezTo>
                <a:cubicBezTo>
                  <a:pt x="2660430" y="80225"/>
                  <a:pt x="2662415" y="81182"/>
                  <a:pt x="2664281" y="81660"/>
                </a:cubicBezTo>
                <a:cubicBezTo>
                  <a:pt x="2667151" y="82330"/>
                  <a:pt x="2671098" y="82665"/>
                  <a:pt x="2676121" y="82665"/>
                </a:cubicBezTo>
                <a:cubicBezTo>
                  <a:pt x="2684684" y="82665"/>
                  <a:pt x="2690879" y="81555"/>
                  <a:pt x="2694706" y="79337"/>
                </a:cubicBezTo>
                <a:cubicBezTo>
                  <a:pt x="2698533" y="77117"/>
                  <a:pt x="2700446" y="73979"/>
                  <a:pt x="2700446" y="69923"/>
                </a:cubicBezTo>
                <a:cubicBezTo>
                  <a:pt x="2700446" y="66917"/>
                  <a:pt x="2699334" y="64018"/>
                  <a:pt x="2697110" y="61227"/>
                </a:cubicBezTo>
                <a:cubicBezTo>
                  <a:pt x="2694885" y="58434"/>
                  <a:pt x="2691907" y="56274"/>
                  <a:pt x="2688176" y="54746"/>
                </a:cubicBezTo>
                <a:cubicBezTo>
                  <a:pt x="2686023" y="53887"/>
                  <a:pt x="2682387" y="53290"/>
                  <a:pt x="2677269" y="52957"/>
                </a:cubicBezTo>
                <a:cubicBezTo>
                  <a:pt x="2674829" y="52813"/>
                  <a:pt x="2672951" y="52060"/>
                  <a:pt x="2671636" y="50697"/>
                </a:cubicBezTo>
                <a:cubicBezTo>
                  <a:pt x="2670320" y="49333"/>
                  <a:pt x="2669662" y="47647"/>
                  <a:pt x="2669662" y="45638"/>
                </a:cubicBezTo>
                <a:cubicBezTo>
                  <a:pt x="2669662" y="43533"/>
                  <a:pt x="2670380" y="41763"/>
                  <a:pt x="2671815" y="40328"/>
                </a:cubicBezTo>
                <a:cubicBezTo>
                  <a:pt x="2673250" y="38893"/>
                  <a:pt x="2675068" y="38175"/>
                  <a:pt x="2677269" y="38175"/>
                </a:cubicBezTo>
                <a:cubicBezTo>
                  <a:pt x="2682148" y="38175"/>
                  <a:pt x="2684755" y="38151"/>
                  <a:pt x="2685090" y="38103"/>
                </a:cubicBezTo>
                <a:cubicBezTo>
                  <a:pt x="2687004" y="37912"/>
                  <a:pt x="2688917" y="37292"/>
                  <a:pt x="2690831" y="36244"/>
                </a:cubicBezTo>
                <a:cubicBezTo>
                  <a:pt x="2692744" y="35195"/>
                  <a:pt x="2694287" y="33752"/>
                  <a:pt x="2695459" y="31916"/>
                </a:cubicBezTo>
                <a:cubicBezTo>
                  <a:pt x="2696631" y="30079"/>
                  <a:pt x="2697217" y="28183"/>
                  <a:pt x="2697217" y="26227"/>
                </a:cubicBezTo>
                <a:cubicBezTo>
                  <a:pt x="2697217" y="23128"/>
                  <a:pt x="2695842" y="20446"/>
                  <a:pt x="2693091" y="18182"/>
                </a:cubicBezTo>
                <a:cubicBezTo>
                  <a:pt x="2690341" y="15915"/>
                  <a:pt x="2686214" y="14782"/>
                  <a:pt x="2680713" y="14782"/>
                </a:cubicBezTo>
                <a:cubicBezTo>
                  <a:pt x="2673633" y="14782"/>
                  <a:pt x="2668227" y="16823"/>
                  <a:pt x="2664496" y="20906"/>
                </a:cubicBezTo>
                <a:cubicBezTo>
                  <a:pt x="2663396" y="22092"/>
                  <a:pt x="2662511" y="22851"/>
                  <a:pt x="2661841" y="23184"/>
                </a:cubicBezTo>
                <a:cubicBezTo>
                  <a:pt x="2660836" y="23706"/>
                  <a:pt x="2659712" y="23967"/>
                  <a:pt x="2658468" y="23967"/>
                </a:cubicBezTo>
                <a:cubicBezTo>
                  <a:pt x="2656459" y="23967"/>
                  <a:pt x="2654737" y="23247"/>
                  <a:pt x="2653302" y="21808"/>
                </a:cubicBezTo>
                <a:cubicBezTo>
                  <a:pt x="2651867" y="20368"/>
                  <a:pt x="2651149" y="18593"/>
                  <a:pt x="2651149" y="16482"/>
                </a:cubicBezTo>
                <a:cubicBezTo>
                  <a:pt x="2651149" y="13170"/>
                  <a:pt x="2653350" y="9956"/>
                  <a:pt x="2657751" y="6837"/>
                </a:cubicBezTo>
                <a:cubicBezTo>
                  <a:pt x="2664161" y="2279"/>
                  <a:pt x="2672174" y="0"/>
                  <a:pt x="2681789" y="0"/>
                </a:cubicBezTo>
                <a:cubicBezTo>
                  <a:pt x="2690879" y="0"/>
                  <a:pt x="2698174" y="2588"/>
                  <a:pt x="2703675" y="7763"/>
                </a:cubicBezTo>
                <a:cubicBezTo>
                  <a:pt x="2709177" y="12937"/>
                  <a:pt x="2711928" y="19165"/>
                  <a:pt x="2711928" y="26447"/>
                </a:cubicBezTo>
                <a:cubicBezTo>
                  <a:pt x="2711928" y="30232"/>
                  <a:pt x="2711114" y="33766"/>
                  <a:pt x="2709488" y="37049"/>
                </a:cubicBezTo>
                <a:cubicBezTo>
                  <a:pt x="2707861" y="40331"/>
                  <a:pt x="2705422" y="43361"/>
                  <a:pt x="2702169" y="46140"/>
                </a:cubicBezTo>
                <a:close/>
                <a:moveTo>
                  <a:pt x="2755614" y="80512"/>
                </a:moveTo>
                <a:lnTo>
                  <a:pt x="2787833" y="80512"/>
                </a:lnTo>
                <a:cubicBezTo>
                  <a:pt x="2789603" y="79077"/>
                  <a:pt x="2791277" y="78359"/>
                  <a:pt x="2792856" y="78359"/>
                </a:cubicBezTo>
                <a:cubicBezTo>
                  <a:pt x="2795104" y="78359"/>
                  <a:pt x="2796886" y="79106"/>
                  <a:pt x="2798202" y="80599"/>
                </a:cubicBezTo>
                <a:cubicBezTo>
                  <a:pt x="2799517" y="82093"/>
                  <a:pt x="2800175" y="84647"/>
                  <a:pt x="2800175" y="88262"/>
                </a:cubicBezTo>
                <a:lnTo>
                  <a:pt x="2800175" y="95294"/>
                </a:lnTo>
                <a:lnTo>
                  <a:pt x="2733153" y="95294"/>
                </a:lnTo>
                <a:lnTo>
                  <a:pt x="2733153" y="79651"/>
                </a:lnTo>
                <a:cubicBezTo>
                  <a:pt x="2759656" y="57813"/>
                  <a:pt x="2775658" y="43764"/>
                  <a:pt x="2781159" y="37504"/>
                </a:cubicBezTo>
                <a:cubicBezTo>
                  <a:pt x="2783934" y="34302"/>
                  <a:pt x="2785321" y="31268"/>
                  <a:pt x="2785321" y="28400"/>
                </a:cubicBezTo>
                <a:cubicBezTo>
                  <a:pt x="2785321" y="24817"/>
                  <a:pt x="2783754" y="21651"/>
                  <a:pt x="2780621" y="18904"/>
                </a:cubicBezTo>
                <a:cubicBezTo>
                  <a:pt x="2777488" y="16156"/>
                  <a:pt x="2773314" y="14782"/>
                  <a:pt x="2768099" y="14782"/>
                </a:cubicBezTo>
                <a:cubicBezTo>
                  <a:pt x="2762837" y="14782"/>
                  <a:pt x="2758460" y="16307"/>
                  <a:pt x="2754968" y="19357"/>
                </a:cubicBezTo>
                <a:cubicBezTo>
                  <a:pt x="2753150" y="20976"/>
                  <a:pt x="2751691" y="23381"/>
                  <a:pt x="2750591" y="26573"/>
                </a:cubicBezTo>
                <a:cubicBezTo>
                  <a:pt x="2749921" y="28574"/>
                  <a:pt x="2749000" y="30004"/>
                  <a:pt x="2747828" y="30862"/>
                </a:cubicBezTo>
                <a:cubicBezTo>
                  <a:pt x="2746656" y="31719"/>
                  <a:pt x="2745209" y="32147"/>
                  <a:pt x="2743487" y="32147"/>
                </a:cubicBezTo>
                <a:cubicBezTo>
                  <a:pt x="2741477" y="32147"/>
                  <a:pt x="2739743" y="31430"/>
                  <a:pt x="2738284" y="29995"/>
                </a:cubicBezTo>
                <a:cubicBezTo>
                  <a:pt x="2736825" y="28559"/>
                  <a:pt x="2736096" y="26885"/>
                  <a:pt x="2736096" y="24972"/>
                </a:cubicBezTo>
                <a:cubicBezTo>
                  <a:pt x="2736096" y="22101"/>
                  <a:pt x="2737423" y="18513"/>
                  <a:pt x="2740078" y="14208"/>
                </a:cubicBezTo>
                <a:cubicBezTo>
                  <a:pt x="2742733" y="9903"/>
                  <a:pt x="2746608" y="6458"/>
                  <a:pt x="2751703" y="3875"/>
                </a:cubicBezTo>
                <a:cubicBezTo>
                  <a:pt x="2756798" y="1292"/>
                  <a:pt x="2762335" y="0"/>
                  <a:pt x="2768315" y="0"/>
                </a:cubicBezTo>
                <a:cubicBezTo>
                  <a:pt x="2777595" y="0"/>
                  <a:pt x="2785202" y="2810"/>
                  <a:pt x="2791133" y="8431"/>
                </a:cubicBezTo>
                <a:cubicBezTo>
                  <a:pt x="2797065" y="14052"/>
                  <a:pt x="2800031" y="20857"/>
                  <a:pt x="2800031" y="28846"/>
                </a:cubicBezTo>
                <a:cubicBezTo>
                  <a:pt x="2800031" y="32913"/>
                  <a:pt x="2799182" y="36680"/>
                  <a:pt x="2797484" y="40148"/>
                </a:cubicBezTo>
                <a:cubicBezTo>
                  <a:pt x="2795786" y="43617"/>
                  <a:pt x="2791708" y="48412"/>
                  <a:pt x="2785249" y="54536"/>
                </a:cubicBezTo>
                <a:cubicBezTo>
                  <a:pt x="2780179" y="59367"/>
                  <a:pt x="2770300" y="68026"/>
                  <a:pt x="2755614" y="805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Text (void**)(a1+8):">
            <a:extLst xmlns:a="http://schemas.openxmlformats.org/drawingml/2006/main">
              <a:ext uri="{FF2B5EF4-FFF2-40B4-BE49-F238E27FC236}">
                <a16:creationId xmlns:a16="http://schemas.microsoft.com/office/drawing/2014/main" id="{C24953C5-89AC-42C4-AC20-54D7579D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2600" y="5118241"/>
            <a:ext cx="1515489" cy="118256"/>
          </a:xfrm>
          <a:custGeom xmlns:a="http://schemas.openxmlformats.org/drawingml/2006/main">
            <a:pathLst>
              <a:path w="1515489" h="118256">
                <a:moveTo>
                  <a:pt x="0" y="59523"/>
                </a:moveTo>
                <a:cubicBezTo>
                  <a:pt x="0" y="51147"/>
                  <a:pt x="1387" y="42674"/>
                  <a:pt x="4162" y="34105"/>
                </a:cubicBezTo>
                <a:cubicBezTo>
                  <a:pt x="6219" y="27786"/>
                  <a:pt x="9400" y="20749"/>
                  <a:pt x="13706" y="12995"/>
                </a:cubicBezTo>
                <a:cubicBezTo>
                  <a:pt x="16815" y="7443"/>
                  <a:pt x="19111" y="4033"/>
                  <a:pt x="20594" y="2765"/>
                </a:cubicBezTo>
                <a:cubicBezTo>
                  <a:pt x="22077" y="1496"/>
                  <a:pt x="23728" y="861"/>
                  <a:pt x="25546" y="861"/>
                </a:cubicBezTo>
                <a:cubicBezTo>
                  <a:pt x="27651" y="861"/>
                  <a:pt x="29421" y="1579"/>
                  <a:pt x="30856" y="3016"/>
                </a:cubicBezTo>
                <a:cubicBezTo>
                  <a:pt x="32291" y="4451"/>
                  <a:pt x="33008" y="6174"/>
                  <a:pt x="33008" y="8185"/>
                </a:cubicBezTo>
                <a:cubicBezTo>
                  <a:pt x="33008" y="9574"/>
                  <a:pt x="32434" y="11225"/>
                  <a:pt x="31286" y="13138"/>
                </a:cubicBezTo>
                <a:cubicBezTo>
                  <a:pt x="26120" y="21612"/>
                  <a:pt x="22352" y="29558"/>
                  <a:pt x="19984" y="36978"/>
                </a:cubicBezTo>
                <a:cubicBezTo>
                  <a:pt x="17616" y="44397"/>
                  <a:pt x="16432" y="51912"/>
                  <a:pt x="16432" y="59523"/>
                </a:cubicBezTo>
                <a:cubicBezTo>
                  <a:pt x="16432" y="67181"/>
                  <a:pt x="17616" y="74720"/>
                  <a:pt x="19984" y="82140"/>
                </a:cubicBezTo>
                <a:cubicBezTo>
                  <a:pt x="22352" y="89559"/>
                  <a:pt x="26120" y="97506"/>
                  <a:pt x="31286" y="105979"/>
                </a:cubicBezTo>
                <a:cubicBezTo>
                  <a:pt x="32434" y="107845"/>
                  <a:pt x="33008" y="109496"/>
                  <a:pt x="33008" y="110933"/>
                </a:cubicBezTo>
                <a:cubicBezTo>
                  <a:pt x="33008" y="112943"/>
                  <a:pt x="32291" y="114666"/>
                  <a:pt x="30856" y="116101"/>
                </a:cubicBezTo>
                <a:cubicBezTo>
                  <a:pt x="29421" y="117538"/>
                  <a:pt x="27651" y="118256"/>
                  <a:pt x="25546" y="118256"/>
                </a:cubicBezTo>
                <a:cubicBezTo>
                  <a:pt x="23776" y="118256"/>
                  <a:pt x="22221" y="117682"/>
                  <a:pt x="20881" y="116534"/>
                </a:cubicBezTo>
                <a:cubicBezTo>
                  <a:pt x="18968" y="114858"/>
                  <a:pt x="16432" y="111100"/>
                  <a:pt x="13275" y="105259"/>
                </a:cubicBezTo>
                <a:cubicBezTo>
                  <a:pt x="8730" y="96787"/>
                  <a:pt x="5621" y="89799"/>
                  <a:pt x="3947" y="84295"/>
                </a:cubicBezTo>
                <a:cubicBezTo>
                  <a:pt x="1316" y="75869"/>
                  <a:pt x="0" y="67612"/>
                  <a:pt x="0" y="59523"/>
                </a:cubicBezTo>
                <a:close/>
                <a:moveTo>
                  <a:pt x="93557" y="77372"/>
                </a:moveTo>
                <a:lnTo>
                  <a:pt x="109416" y="44920"/>
                </a:lnTo>
                <a:cubicBezTo>
                  <a:pt x="105493" y="44920"/>
                  <a:pt x="102982" y="44489"/>
                  <a:pt x="101881" y="43626"/>
                </a:cubicBezTo>
                <a:cubicBezTo>
                  <a:pt x="99489" y="41714"/>
                  <a:pt x="98293" y="39658"/>
                  <a:pt x="98293" y="37457"/>
                </a:cubicBezTo>
                <a:cubicBezTo>
                  <a:pt x="98293" y="35257"/>
                  <a:pt x="99047" y="33487"/>
                  <a:pt x="100554" y="32147"/>
                </a:cubicBezTo>
                <a:cubicBezTo>
                  <a:pt x="102061" y="30808"/>
                  <a:pt x="104584" y="30138"/>
                  <a:pt x="108124" y="30138"/>
                </a:cubicBezTo>
                <a:lnTo>
                  <a:pt x="128288" y="30138"/>
                </a:lnTo>
                <a:cubicBezTo>
                  <a:pt x="131828" y="30138"/>
                  <a:pt x="134352" y="30820"/>
                  <a:pt x="135858" y="32183"/>
                </a:cubicBezTo>
                <a:cubicBezTo>
                  <a:pt x="137365" y="33547"/>
                  <a:pt x="138119" y="35329"/>
                  <a:pt x="138119" y="37529"/>
                </a:cubicBezTo>
                <a:cubicBezTo>
                  <a:pt x="138119" y="39730"/>
                  <a:pt x="137365" y="41512"/>
                  <a:pt x="135858" y="42875"/>
                </a:cubicBezTo>
                <a:cubicBezTo>
                  <a:pt x="134352" y="44238"/>
                  <a:pt x="131828" y="44920"/>
                  <a:pt x="128288" y="44920"/>
                </a:cubicBezTo>
                <a:lnTo>
                  <a:pt x="125848" y="44920"/>
                </a:lnTo>
                <a:lnTo>
                  <a:pt x="101235" y="95294"/>
                </a:lnTo>
                <a:lnTo>
                  <a:pt x="85879" y="95294"/>
                </a:lnTo>
                <a:lnTo>
                  <a:pt x="61267" y="44920"/>
                </a:lnTo>
                <a:lnTo>
                  <a:pt x="59186" y="44920"/>
                </a:lnTo>
                <a:cubicBezTo>
                  <a:pt x="55646" y="44920"/>
                  <a:pt x="53122" y="44226"/>
                  <a:pt x="51615" y="42839"/>
                </a:cubicBezTo>
                <a:cubicBezTo>
                  <a:pt x="50108" y="41452"/>
                  <a:pt x="49355" y="39658"/>
                  <a:pt x="49355" y="37457"/>
                </a:cubicBezTo>
                <a:cubicBezTo>
                  <a:pt x="49355" y="35257"/>
                  <a:pt x="50108" y="33487"/>
                  <a:pt x="51615" y="32147"/>
                </a:cubicBezTo>
                <a:cubicBezTo>
                  <a:pt x="53122" y="30808"/>
                  <a:pt x="55646" y="30138"/>
                  <a:pt x="59186" y="30138"/>
                </a:cubicBezTo>
                <a:lnTo>
                  <a:pt x="78919" y="30138"/>
                </a:lnTo>
                <a:cubicBezTo>
                  <a:pt x="82411" y="30138"/>
                  <a:pt x="84911" y="30820"/>
                  <a:pt x="86418" y="32183"/>
                </a:cubicBezTo>
                <a:cubicBezTo>
                  <a:pt x="87924" y="33547"/>
                  <a:pt x="88678" y="35329"/>
                  <a:pt x="88678" y="37529"/>
                </a:cubicBezTo>
                <a:cubicBezTo>
                  <a:pt x="88678" y="39730"/>
                  <a:pt x="87530" y="41739"/>
                  <a:pt x="85234" y="43557"/>
                </a:cubicBezTo>
                <a:cubicBezTo>
                  <a:pt x="84085" y="44466"/>
                  <a:pt x="81526" y="44920"/>
                  <a:pt x="77555" y="44920"/>
                </a:cubicBezTo>
                <a:lnTo>
                  <a:pt x="93557" y="77372"/>
                </a:lnTo>
                <a:close/>
                <a:moveTo>
                  <a:pt x="219836" y="63864"/>
                </a:moveTo>
                <a:cubicBezTo>
                  <a:pt x="219836" y="69509"/>
                  <a:pt x="218270" y="74975"/>
                  <a:pt x="215136" y="80261"/>
                </a:cubicBezTo>
                <a:cubicBezTo>
                  <a:pt x="212003" y="85547"/>
                  <a:pt x="207339" y="89757"/>
                  <a:pt x="201144" y="92890"/>
                </a:cubicBezTo>
                <a:cubicBezTo>
                  <a:pt x="194949" y="96023"/>
                  <a:pt x="188478" y="97590"/>
                  <a:pt x="181733" y="97590"/>
                </a:cubicBezTo>
                <a:cubicBezTo>
                  <a:pt x="175036" y="97590"/>
                  <a:pt x="168626" y="96047"/>
                  <a:pt x="162502" y="92962"/>
                </a:cubicBezTo>
                <a:cubicBezTo>
                  <a:pt x="156379" y="89876"/>
                  <a:pt x="151715" y="85678"/>
                  <a:pt x="148510" y="80368"/>
                </a:cubicBezTo>
                <a:cubicBezTo>
                  <a:pt x="145304" y="75058"/>
                  <a:pt x="143702" y="69509"/>
                  <a:pt x="143702" y="63721"/>
                </a:cubicBezTo>
                <a:cubicBezTo>
                  <a:pt x="143702" y="57836"/>
                  <a:pt x="145328" y="52060"/>
                  <a:pt x="148581" y="46391"/>
                </a:cubicBezTo>
                <a:cubicBezTo>
                  <a:pt x="151834" y="40722"/>
                  <a:pt x="156511" y="36261"/>
                  <a:pt x="162610" y="33008"/>
                </a:cubicBezTo>
                <a:cubicBezTo>
                  <a:pt x="168709" y="29755"/>
                  <a:pt x="175084" y="28129"/>
                  <a:pt x="181733" y="28129"/>
                </a:cubicBezTo>
                <a:cubicBezTo>
                  <a:pt x="188431" y="28129"/>
                  <a:pt x="194877" y="29791"/>
                  <a:pt x="201072" y="33116"/>
                </a:cubicBezTo>
                <a:cubicBezTo>
                  <a:pt x="207267" y="36441"/>
                  <a:pt x="211943" y="40914"/>
                  <a:pt x="215100" y="46535"/>
                </a:cubicBezTo>
                <a:cubicBezTo>
                  <a:pt x="218258" y="52156"/>
                  <a:pt x="219836" y="57932"/>
                  <a:pt x="219836" y="63864"/>
                </a:cubicBezTo>
                <a:moveTo>
                  <a:pt x="205126" y="63931"/>
                </a:moveTo>
                <a:cubicBezTo>
                  <a:pt x="205126" y="59213"/>
                  <a:pt x="203428" y="54876"/>
                  <a:pt x="200031" y="50919"/>
                </a:cubicBezTo>
                <a:cubicBezTo>
                  <a:pt x="195391" y="45580"/>
                  <a:pt x="189292" y="42911"/>
                  <a:pt x="181733" y="42911"/>
                </a:cubicBezTo>
                <a:cubicBezTo>
                  <a:pt x="175084" y="42911"/>
                  <a:pt x="169535" y="45032"/>
                  <a:pt x="165086" y="49275"/>
                </a:cubicBezTo>
                <a:cubicBezTo>
                  <a:pt x="160637" y="53518"/>
                  <a:pt x="158412" y="58427"/>
                  <a:pt x="158412" y="64003"/>
                </a:cubicBezTo>
                <a:cubicBezTo>
                  <a:pt x="158412" y="68579"/>
                  <a:pt x="160661" y="72858"/>
                  <a:pt x="165157" y="76839"/>
                </a:cubicBezTo>
                <a:cubicBezTo>
                  <a:pt x="169654" y="80818"/>
                  <a:pt x="175179" y="82808"/>
                  <a:pt x="181733" y="82808"/>
                </a:cubicBezTo>
                <a:cubicBezTo>
                  <a:pt x="188335" y="82808"/>
                  <a:pt x="193884" y="80818"/>
                  <a:pt x="198381" y="76839"/>
                </a:cubicBezTo>
                <a:cubicBezTo>
                  <a:pt x="202878" y="72858"/>
                  <a:pt x="205126" y="68555"/>
                  <a:pt x="205126" y="63931"/>
                </a:cubicBezTo>
                <a:close/>
                <a:moveTo>
                  <a:pt x="275075" y="2153"/>
                </a:moveTo>
                <a:lnTo>
                  <a:pt x="275075" y="17796"/>
                </a:lnTo>
                <a:lnTo>
                  <a:pt x="257566" y="17796"/>
                </a:lnTo>
                <a:lnTo>
                  <a:pt x="257566" y="2153"/>
                </a:lnTo>
                <a:lnTo>
                  <a:pt x="275075" y="2153"/>
                </a:lnTo>
                <a:moveTo>
                  <a:pt x="277084" y="30138"/>
                </a:moveTo>
                <a:lnTo>
                  <a:pt x="277084" y="80512"/>
                </a:lnTo>
                <a:lnTo>
                  <a:pt x="294737" y="80512"/>
                </a:lnTo>
                <a:cubicBezTo>
                  <a:pt x="298277" y="80512"/>
                  <a:pt x="300800" y="81194"/>
                  <a:pt x="302307" y="82557"/>
                </a:cubicBezTo>
                <a:cubicBezTo>
                  <a:pt x="303814" y="83920"/>
                  <a:pt x="304567" y="85702"/>
                  <a:pt x="304567" y="87903"/>
                </a:cubicBezTo>
                <a:cubicBezTo>
                  <a:pt x="304567" y="90103"/>
                  <a:pt x="303814" y="91885"/>
                  <a:pt x="302307" y="93249"/>
                </a:cubicBezTo>
                <a:cubicBezTo>
                  <a:pt x="300800" y="94612"/>
                  <a:pt x="298277" y="95294"/>
                  <a:pt x="294737" y="95294"/>
                </a:cubicBezTo>
                <a:lnTo>
                  <a:pt x="244722" y="95294"/>
                </a:lnTo>
                <a:cubicBezTo>
                  <a:pt x="241182" y="95294"/>
                  <a:pt x="238658" y="94600"/>
                  <a:pt x="237151" y="93213"/>
                </a:cubicBezTo>
                <a:cubicBezTo>
                  <a:pt x="235644" y="91826"/>
                  <a:pt x="234891" y="90032"/>
                  <a:pt x="234891" y="87831"/>
                </a:cubicBezTo>
                <a:cubicBezTo>
                  <a:pt x="234891" y="85631"/>
                  <a:pt x="235644" y="83861"/>
                  <a:pt x="237151" y="82521"/>
                </a:cubicBezTo>
                <a:cubicBezTo>
                  <a:pt x="238658" y="81182"/>
                  <a:pt x="241182" y="80512"/>
                  <a:pt x="244722" y="80512"/>
                </a:cubicBezTo>
                <a:lnTo>
                  <a:pt x="262374" y="80512"/>
                </a:lnTo>
                <a:lnTo>
                  <a:pt x="262374" y="44920"/>
                </a:lnTo>
                <a:lnTo>
                  <a:pt x="250534" y="44920"/>
                </a:lnTo>
                <a:cubicBezTo>
                  <a:pt x="247042" y="44920"/>
                  <a:pt x="244530" y="44226"/>
                  <a:pt x="243000" y="42839"/>
                </a:cubicBezTo>
                <a:cubicBezTo>
                  <a:pt x="241469" y="41452"/>
                  <a:pt x="240703" y="39658"/>
                  <a:pt x="240703" y="37457"/>
                </a:cubicBezTo>
                <a:cubicBezTo>
                  <a:pt x="240703" y="35257"/>
                  <a:pt x="241457" y="33487"/>
                  <a:pt x="242964" y="32147"/>
                </a:cubicBezTo>
                <a:cubicBezTo>
                  <a:pt x="244471" y="30808"/>
                  <a:pt x="246994" y="30138"/>
                  <a:pt x="250534" y="30138"/>
                </a:cubicBezTo>
                <a:lnTo>
                  <a:pt x="277084" y="30138"/>
                </a:lnTo>
                <a:close/>
                <a:moveTo>
                  <a:pt x="391739" y="2153"/>
                </a:moveTo>
                <a:lnTo>
                  <a:pt x="391739" y="80512"/>
                </a:lnTo>
                <a:lnTo>
                  <a:pt x="394250" y="80512"/>
                </a:lnTo>
                <a:cubicBezTo>
                  <a:pt x="397743" y="80512"/>
                  <a:pt x="400254" y="81194"/>
                  <a:pt x="401785" y="82557"/>
                </a:cubicBezTo>
                <a:cubicBezTo>
                  <a:pt x="403316" y="83920"/>
                  <a:pt x="404081" y="85702"/>
                  <a:pt x="404081" y="87903"/>
                </a:cubicBezTo>
                <a:cubicBezTo>
                  <a:pt x="404081" y="90103"/>
                  <a:pt x="403328" y="91885"/>
                  <a:pt x="401821" y="93249"/>
                </a:cubicBezTo>
                <a:cubicBezTo>
                  <a:pt x="400314" y="94612"/>
                  <a:pt x="397791" y="95294"/>
                  <a:pt x="394250" y="95294"/>
                </a:cubicBezTo>
                <a:lnTo>
                  <a:pt x="377029" y="95294"/>
                </a:lnTo>
                <a:lnTo>
                  <a:pt x="377029" y="91706"/>
                </a:lnTo>
                <a:cubicBezTo>
                  <a:pt x="373680" y="93643"/>
                  <a:pt x="370176" y="95108"/>
                  <a:pt x="366516" y="96101"/>
                </a:cubicBezTo>
                <a:cubicBezTo>
                  <a:pt x="362857" y="97094"/>
                  <a:pt x="359065" y="97590"/>
                  <a:pt x="355143" y="97590"/>
                </a:cubicBezTo>
                <a:cubicBezTo>
                  <a:pt x="344092" y="97590"/>
                  <a:pt x="335194" y="94397"/>
                  <a:pt x="328449" y="88010"/>
                </a:cubicBezTo>
                <a:cubicBezTo>
                  <a:pt x="321704" y="81624"/>
                  <a:pt x="318331" y="73671"/>
                  <a:pt x="318331" y="64151"/>
                </a:cubicBezTo>
                <a:cubicBezTo>
                  <a:pt x="318331" y="54201"/>
                  <a:pt x="321871" y="45709"/>
                  <a:pt x="328951" y="38677"/>
                </a:cubicBezTo>
                <a:cubicBezTo>
                  <a:pt x="336031" y="31645"/>
                  <a:pt x="344666" y="28129"/>
                  <a:pt x="354856" y="28129"/>
                </a:cubicBezTo>
                <a:cubicBezTo>
                  <a:pt x="358683" y="28129"/>
                  <a:pt x="362438" y="28718"/>
                  <a:pt x="366122" y="29896"/>
                </a:cubicBezTo>
                <a:cubicBezTo>
                  <a:pt x="369805" y="31074"/>
                  <a:pt x="373441" y="32840"/>
                  <a:pt x="377029" y="35195"/>
                </a:cubicBezTo>
                <a:lnTo>
                  <a:pt x="377029" y="16935"/>
                </a:lnTo>
                <a:lnTo>
                  <a:pt x="374517" y="16935"/>
                </a:lnTo>
                <a:cubicBezTo>
                  <a:pt x="370977" y="16935"/>
                  <a:pt x="368454" y="16253"/>
                  <a:pt x="366947" y="14890"/>
                </a:cubicBezTo>
                <a:cubicBezTo>
                  <a:pt x="365440" y="13526"/>
                  <a:pt x="364686" y="11744"/>
                  <a:pt x="364686" y="9544"/>
                </a:cubicBezTo>
                <a:cubicBezTo>
                  <a:pt x="364686" y="7343"/>
                  <a:pt x="365440" y="5561"/>
                  <a:pt x="366947" y="4198"/>
                </a:cubicBezTo>
                <a:cubicBezTo>
                  <a:pt x="368454" y="2834"/>
                  <a:pt x="370977" y="2153"/>
                  <a:pt x="374517" y="2153"/>
                </a:cubicBezTo>
                <a:lnTo>
                  <a:pt x="391739" y="2153"/>
                </a:lnTo>
                <a:moveTo>
                  <a:pt x="377029" y="64575"/>
                </a:moveTo>
                <a:cubicBezTo>
                  <a:pt x="377029" y="58522"/>
                  <a:pt x="374900" y="53398"/>
                  <a:pt x="370642" y="49203"/>
                </a:cubicBezTo>
                <a:cubicBezTo>
                  <a:pt x="366385" y="45008"/>
                  <a:pt x="361170" y="42911"/>
                  <a:pt x="354999" y="42911"/>
                </a:cubicBezTo>
                <a:cubicBezTo>
                  <a:pt x="348876" y="42911"/>
                  <a:pt x="343685" y="45008"/>
                  <a:pt x="339428" y="49203"/>
                </a:cubicBezTo>
                <a:cubicBezTo>
                  <a:pt x="335170" y="53398"/>
                  <a:pt x="333041" y="58451"/>
                  <a:pt x="333041" y="64362"/>
                </a:cubicBezTo>
                <a:cubicBezTo>
                  <a:pt x="333041" y="69748"/>
                  <a:pt x="334955" y="74170"/>
                  <a:pt x="338782" y="77626"/>
                </a:cubicBezTo>
                <a:cubicBezTo>
                  <a:pt x="342609" y="81081"/>
                  <a:pt x="348015" y="82808"/>
                  <a:pt x="354999" y="82808"/>
                </a:cubicBezTo>
                <a:cubicBezTo>
                  <a:pt x="361936" y="82808"/>
                  <a:pt x="367341" y="81081"/>
                  <a:pt x="371216" y="77626"/>
                </a:cubicBezTo>
                <a:cubicBezTo>
                  <a:pt x="375091" y="74170"/>
                  <a:pt x="377029" y="69819"/>
                  <a:pt x="377029" y="64575"/>
                </a:cubicBezTo>
                <a:close/>
                <a:moveTo>
                  <a:pt x="522309" y="39641"/>
                </a:moveTo>
                <a:lnTo>
                  <a:pt x="509608" y="35545"/>
                </a:lnTo>
                <a:cubicBezTo>
                  <a:pt x="506594" y="34586"/>
                  <a:pt x="504680" y="33556"/>
                  <a:pt x="503867" y="32455"/>
                </a:cubicBezTo>
                <a:cubicBezTo>
                  <a:pt x="502719" y="31064"/>
                  <a:pt x="502145" y="29507"/>
                  <a:pt x="502145" y="27781"/>
                </a:cubicBezTo>
                <a:cubicBezTo>
                  <a:pt x="502145" y="25769"/>
                  <a:pt x="502850" y="24033"/>
                  <a:pt x="504262" y="22572"/>
                </a:cubicBezTo>
                <a:cubicBezTo>
                  <a:pt x="505673" y="21110"/>
                  <a:pt x="507263" y="20379"/>
                  <a:pt x="509034" y="20379"/>
                </a:cubicBezTo>
                <a:cubicBezTo>
                  <a:pt x="510182" y="20379"/>
                  <a:pt x="511880" y="20763"/>
                  <a:pt x="514128" y="21529"/>
                </a:cubicBezTo>
                <a:lnTo>
                  <a:pt x="526829" y="25626"/>
                </a:lnTo>
                <a:lnTo>
                  <a:pt x="526829" y="12275"/>
                </a:lnTo>
                <a:cubicBezTo>
                  <a:pt x="526829" y="8733"/>
                  <a:pt x="527511" y="6209"/>
                  <a:pt x="528874" y="4702"/>
                </a:cubicBezTo>
                <a:cubicBezTo>
                  <a:pt x="530238" y="3194"/>
                  <a:pt x="532020" y="2440"/>
                  <a:pt x="534220" y="2440"/>
                </a:cubicBezTo>
                <a:cubicBezTo>
                  <a:pt x="536421" y="2440"/>
                  <a:pt x="538191" y="3194"/>
                  <a:pt x="539530" y="4702"/>
                </a:cubicBezTo>
                <a:cubicBezTo>
                  <a:pt x="540870" y="6209"/>
                  <a:pt x="541540" y="8733"/>
                  <a:pt x="541540" y="12275"/>
                </a:cubicBezTo>
                <a:lnTo>
                  <a:pt x="541540" y="25626"/>
                </a:lnTo>
                <a:lnTo>
                  <a:pt x="554241" y="21529"/>
                </a:lnTo>
                <a:cubicBezTo>
                  <a:pt x="556537" y="20763"/>
                  <a:pt x="558211" y="20379"/>
                  <a:pt x="559264" y="20379"/>
                </a:cubicBezTo>
                <a:cubicBezTo>
                  <a:pt x="561082" y="20379"/>
                  <a:pt x="562696" y="21098"/>
                  <a:pt x="564107" y="22536"/>
                </a:cubicBezTo>
                <a:cubicBezTo>
                  <a:pt x="565519" y="23973"/>
                  <a:pt x="566224" y="25697"/>
                  <a:pt x="566224" y="27710"/>
                </a:cubicBezTo>
                <a:cubicBezTo>
                  <a:pt x="566224" y="29483"/>
                  <a:pt x="565734" y="30981"/>
                  <a:pt x="564753" y="32203"/>
                </a:cubicBezTo>
                <a:cubicBezTo>
                  <a:pt x="563772" y="33425"/>
                  <a:pt x="561799" y="34538"/>
                  <a:pt x="558833" y="35545"/>
                </a:cubicBezTo>
                <a:lnTo>
                  <a:pt x="546132" y="39641"/>
                </a:lnTo>
                <a:lnTo>
                  <a:pt x="553954" y="50495"/>
                </a:lnTo>
                <a:cubicBezTo>
                  <a:pt x="555867" y="53130"/>
                  <a:pt x="556824" y="55215"/>
                  <a:pt x="556824" y="56749"/>
                </a:cubicBezTo>
                <a:cubicBezTo>
                  <a:pt x="556824" y="58809"/>
                  <a:pt x="556106" y="60558"/>
                  <a:pt x="554671" y="61996"/>
                </a:cubicBezTo>
                <a:cubicBezTo>
                  <a:pt x="553236" y="63433"/>
                  <a:pt x="551514" y="64151"/>
                  <a:pt x="549505" y="64151"/>
                </a:cubicBezTo>
                <a:cubicBezTo>
                  <a:pt x="548022" y="64151"/>
                  <a:pt x="546790" y="63840"/>
                  <a:pt x="545809" y="63218"/>
                </a:cubicBezTo>
                <a:cubicBezTo>
                  <a:pt x="544829" y="62595"/>
                  <a:pt x="543573" y="61229"/>
                  <a:pt x="542042" y="59119"/>
                </a:cubicBezTo>
                <a:lnTo>
                  <a:pt x="534220" y="48338"/>
                </a:lnTo>
                <a:lnTo>
                  <a:pt x="526327" y="59265"/>
                </a:lnTo>
                <a:cubicBezTo>
                  <a:pt x="524844" y="61403"/>
                  <a:pt x="523600" y="62800"/>
                  <a:pt x="522596" y="63456"/>
                </a:cubicBezTo>
                <a:cubicBezTo>
                  <a:pt x="521591" y="64111"/>
                  <a:pt x="520371" y="64438"/>
                  <a:pt x="518936" y="64438"/>
                </a:cubicBezTo>
                <a:cubicBezTo>
                  <a:pt x="516927" y="64438"/>
                  <a:pt x="515193" y="63701"/>
                  <a:pt x="513734" y="62227"/>
                </a:cubicBezTo>
                <a:cubicBezTo>
                  <a:pt x="512275" y="60753"/>
                  <a:pt x="511545" y="58952"/>
                  <a:pt x="511545" y="56825"/>
                </a:cubicBezTo>
                <a:cubicBezTo>
                  <a:pt x="511545" y="55327"/>
                  <a:pt x="512502" y="53249"/>
                  <a:pt x="514415" y="50589"/>
                </a:cubicBezTo>
                <a:lnTo>
                  <a:pt x="522309" y="39641"/>
                </a:lnTo>
                <a:close/>
                <a:moveTo>
                  <a:pt x="610483" y="39641"/>
                </a:moveTo>
                <a:lnTo>
                  <a:pt x="597782" y="35545"/>
                </a:lnTo>
                <a:cubicBezTo>
                  <a:pt x="594768" y="34586"/>
                  <a:pt x="592855" y="33556"/>
                  <a:pt x="592042" y="32455"/>
                </a:cubicBezTo>
                <a:cubicBezTo>
                  <a:pt x="590894" y="31064"/>
                  <a:pt x="590320" y="29507"/>
                  <a:pt x="590320" y="27781"/>
                </a:cubicBezTo>
                <a:cubicBezTo>
                  <a:pt x="590320" y="25769"/>
                  <a:pt x="591025" y="24033"/>
                  <a:pt x="592436" y="22572"/>
                </a:cubicBezTo>
                <a:cubicBezTo>
                  <a:pt x="593848" y="21110"/>
                  <a:pt x="595438" y="20379"/>
                  <a:pt x="597208" y="20379"/>
                </a:cubicBezTo>
                <a:cubicBezTo>
                  <a:pt x="598356" y="20379"/>
                  <a:pt x="600055" y="20763"/>
                  <a:pt x="602303" y="21529"/>
                </a:cubicBezTo>
                <a:lnTo>
                  <a:pt x="615004" y="25626"/>
                </a:lnTo>
                <a:lnTo>
                  <a:pt x="615004" y="12275"/>
                </a:lnTo>
                <a:cubicBezTo>
                  <a:pt x="615004" y="8733"/>
                  <a:pt x="615686" y="6209"/>
                  <a:pt x="617049" y="4702"/>
                </a:cubicBezTo>
                <a:cubicBezTo>
                  <a:pt x="618413" y="3194"/>
                  <a:pt x="620195" y="2440"/>
                  <a:pt x="622395" y="2440"/>
                </a:cubicBezTo>
                <a:cubicBezTo>
                  <a:pt x="624596" y="2440"/>
                  <a:pt x="626366" y="3194"/>
                  <a:pt x="627705" y="4702"/>
                </a:cubicBezTo>
                <a:cubicBezTo>
                  <a:pt x="629045" y="6209"/>
                  <a:pt x="629714" y="8733"/>
                  <a:pt x="629714" y="12275"/>
                </a:cubicBezTo>
                <a:lnTo>
                  <a:pt x="629714" y="25626"/>
                </a:lnTo>
                <a:lnTo>
                  <a:pt x="642415" y="21529"/>
                </a:lnTo>
                <a:cubicBezTo>
                  <a:pt x="644712" y="20763"/>
                  <a:pt x="646386" y="20379"/>
                  <a:pt x="647438" y="20379"/>
                </a:cubicBezTo>
                <a:cubicBezTo>
                  <a:pt x="649256" y="20379"/>
                  <a:pt x="650871" y="21098"/>
                  <a:pt x="652282" y="22536"/>
                </a:cubicBezTo>
                <a:cubicBezTo>
                  <a:pt x="653693" y="23973"/>
                  <a:pt x="654399" y="25697"/>
                  <a:pt x="654399" y="27710"/>
                </a:cubicBezTo>
                <a:cubicBezTo>
                  <a:pt x="654399" y="29483"/>
                  <a:pt x="653909" y="30981"/>
                  <a:pt x="652928" y="32203"/>
                </a:cubicBezTo>
                <a:cubicBezTo>
                  <a:pt x="651947" y="33425"/>
                  <a:pt x="649974" y="34538"/>
                  <a:pt x="647008" y="35545"/>
                </a:cubicBezTo>
                <a:lnTo>
                  <a:pt x="634307" y="39641"/>
                </a:lnTo>
                <a:lnTo>
                  <a:pt x="642128" y="50495"/>
                </a:lnTo>
                <a:cubicBezTo>
                  <a:pt x="644042" y="53130"/>
                  <a:pt x="644999" y="55215"/>
                  <a:pt x="644999" y="56749"/>
                </a:cubicBezTo>
                <a:cubicBezTo>
                  <a:pt x="644999" y="58809"/>
                  <a:pt x="644281" y="60558"/>
                  <a:pt x="642846" y="61996"/>
                </a:cubicBezTo>
                <a:cubicBezTo>
                  <a:pt x="641411" y="63433"/>
                  <a:pt x="639689" y="64151"/>
                  <a:pt x="637679" y="64151"/>
                </a:cubicBezTo>
                <a:cubicBezTo>
                  <a:pt x="636196" y="64151"/>
                  <a:pt x="634965" y="63840"/>
                  <a:pt x="633984" y="63218"/>
                </a:cubicBezTo>
                <a:cubicBezTo>
                  <a:pt x="633003" y="62595"/>
                  <a:pt x="631747" y="61229"/>
                  <a:pt x="630217" y="59119"/>
                </a:cubicBezTo>
                <a:lnTo>
                  <a:pt x="622395" y="48338"/>
                </a:lnTo>
                <a:lnTo>
                  <a:pt x="614502" y="59265"/>
                </a:lnTo>
                <a:cubicBezTo>
                  <a:pt x="613019" y="61403"/>
                  <a:pt x="611775" y="62800"/>
                  <a:pt x="610770" y="63456"/>
                </a:cubicBezTo>
                <a:cubicBezTo>
                  <a:pt x="609766" y="64111"/>
                  <a:pt x="608546" y="64438"/>
                  <a:pt x="607111" y="64438"/>
                </a:cubicBezTo>
                <a:cubicBezTo>
                  <a:pt x="605102" y="64438"/>
                  <a:pt x="603367" y="63701"/>
                  <a:pt x="601908" y="62227"/>
                </a:cubicBezTo>
                <a:cubicBezTo>
                  <a:pt x="600449" y="60753"/>
                  <a:pt x="599720" y="58952"/>
                  <a:pt x="599720" y="56825"/>
                </a:cubicBezTo>
                <a:cubicBezTo>
                  <a:pt x="599720" y="55327"/>
                  <a:pt x="600677" y="53249"/>
                  <a:pt x="602590" y="50589"/>
                </a:cubicBezTo>
                <a:lnTo>
                  <a:pt x="610483" y="39641"/>
                </a:lnTo>
                <a:close/>
                <a:moveTo>
                  <a:pt x="716958" y="59523"/>
                </a:moveTo>
                <a:cubicBezTo>
                  <a:pt x="716958" y="67899"/>
                  <a:pt x="715570" y="76396"/>
                  <a:pt x="712796" y="85012"/>
                </a:cubicBezTo>
                <a:cubicBezTo>
                  <a:pt x="710739" y="91332"/>
                  <a:pt x="707557" y="98344"/>
                  <a:pt x="703252" y="106051"/>
                </a:cubicBezTo>
                <a:cubicBezTo>
                  <a:pt x="700143" y="111603"/>
                  <a:pt x="697846" y="115025"/>
                  <a:pt x="696363" y="116317"/>
                </a:cubicBezTo>
                <a:cubicBezTo>
                  <a:pt x="694880" y="117610"/>
                  <a:pt x="693230" y="118256"/>
                  <a:pt x="691412" y="118256"/>
                </a:cubicBezTo>
                <a:cubicBezTo>
                  <a:pt x="689307" y="118256"/>
                  <a:pt x="687537" y="117538"/>
                  <a:pt x="686102" y="116101"/>
                </a:cubicBezTo>
                <a:cubicBezTo>
                  <a:pt x="684667" y="114666"/>
                  <a:pt x="683949" y="112943"/>
                  <a:pt x="683949" y="110933"/>
                </a:cubicBezTo>
                <a:cubicBezTo>
                  <a:pt x="683949" y="109496"/>
                  <a:pt x="684523" y="107845"/>
                  <a:pt x="685671" y="105979"/>
                </a:cubicBezTo>
                <a:cubicBezTo>
                  <a:pt x="690838" y="97506"/>
                  <a:pt x="694605" y="89559"/>
                  <a:pt x="696973" y="82140"/>
                </a:cubicBezTo>
                <a:cubicBezTo>
                  <a:pt x="699341" y="74720"/>
                  <a:pt x="700525" y="67181"/>
                  <a:pt x="700525" y="59523"/>
                </a:cubicBezTo>
                <a:cubicBezTo>
                  <a:pt x="700525" y="51912"/>
                  <a:pt x="699341" y="44397"/>
                  <a:pt x="696973" y="36978"/>
                </a:cubicBezTo>
                <a:cubicBezTo>
                  <a:pt x="694605" y="29558"/>
                  <a:pt x="690838" y="21612"/>
                  <a:pt x="685671" y="13138"/>
                </a:cubicBezTo>
                <a:cubicBezTo>
                  <a:pt x="684523" y="11225"/>
                  <a:pt x="683949" y="9574"/>
                  <a:pt x="683949" y="8185"/>
                </a:cubicBezTo>
                <a:cubicBezTo>
                  <a:pt x="683949" y="6174"/>
                  <a:pt x="684667" y="4451"/>
                  <a:pt x="686102" y="3016"/>
                </a:cubicBezTo>
                <a:cubicBezTo>
                  <a:pt x="687537" y="1579"/>
                  <a:pt x="689307" y="861"/>
                  <a:pt x="691412" y="861"/>
                </a:cubicBezTo>
                <a:cubicBezTo>
                  <a:pt x="693182" y="861"/>
                  <a:pt x="694737" y="1435"/>
                  <a:pt x="696076" y="2583"/>
                </a:cubicBezTo>
                <a:cubicBezTo>
                  <a:pt x="697990" y="4211"/>
                  <a:pt x="700525" y="7970"/>
                  <a:pt x="703683" y="13858"/>
                </a:cubicBezTo>
                <a:cubicBezTo>
                  <a:pt x="708227" y="22330"/>
                  <a:pt x="711337" y="29294"/>
                  <a:pt x="713011" y="34751"/>
                </a:cubicBezTo>
                <a:cubicBezTo>
                  <a:pt x="715642" y="43224"/>
                  <a:pt x="716958" y="51481"/>
                  <a:pt x="716958" y="59523"/>
                </a:cubicBezTo>
                <a:close/>
                <a:moveTo>
                  <a:pt x="793580" y="59523"/>
                </a:moveTo>
                <a:cubicBezTo>
                  <a:pt x="793580" y="51147"/>
                  <a:pt x="794967" y="42674"/>
                  <a:pt x="797742" y="34105"/>
                </a:cubicBezTo>
                <a:cubicBezTo>
                  <a:pt x="799799" y="27786"/>
                  <a:pt x="802980" y="20749"/>
                  <a:pt x="807286" y="12995"/>
                </a:cubicBezTo>
                <a:cubicBezTo>
                  <a:pt x="810395" y="7443"/>
                  <a:pt x="812691" y="4033"/>
                  <a:pt x="814174" y="2765"/>
                </a:cubicBezTo>
                <a:cubicBezTo>
                  <a:pt x="815657" y="1496"/>
                  <a:pt x="817308" y="861"/>
                  <a:pt x="819126" y="861"/>
                </a:cubicBezTo>
                <a:cubicBezTo>
                  <a:pt x="821231" y="861"/>
                  <a:pt x="823001" y="1579"/>
                  <a:pt x="824436" y="3016"/>
                </a:cubicBezTo>
                <a:cubicBezTo>
                  <a:pt x="825871" y="4451"/>
                  <a:pt x="826588" y="6174"/>
                  <a:pt x="826588" y="8185"/>
                </a:cubicBezTo>
                <a:cubicBezTo>
                  <a:pt x="826588" y="9574"/>
                  <a:pt x="826014" y="11225"/>
                  <a:pt x="824866" y="13138"/>
                </a:cubicBezTo>
                <a:cubicBezTo>
                  <a:pt x="819700" y="21612"/>
                  <a:pt x="815932" y="29558"/>
                  <a:pt x="813564" y="36978"/>
                </a:cubicBezTo>
                <a:cubicBezTo>
                  <a:pt x="811196" y="44397"/>
                  <a:pt x="810012" y="51912"/>
                  <a:pt x="810012" y="59523"/>
                </a:cubicBezTo>
                <a:cubicBezTo>
                  <a:pt x="810012" y="67181"/>
                  <a:pt x="811196" y="74720"/>
                  <a:pt x="813564" y="82140"/>
                </a:cubicBezTo>
                <a:cubicBezTo>
                  <a:pt x="815932" y="89559"/>
                  <a:pt x="819700" y="97506"/>
                  <a:pt x="824866" y="105979"/>
                </a:cubicBezTo>
                <a:cubicBezTo>
                  <a:pt x="826014" y="107845"/>
                  <a:pt x="826588" y="109496"/>
                  <a:pt x="826588" y="110933"/>
                </a:cubicBezTo>
                <a:cubicBezTo>
                  <a:pt x="826588" y="112943"/>
                  <a:pt x="825871" y="114666"/>
                  <a:pt x="824436" y="116101"/>
                </a:cubicBezTo>
                <a:cubicBezTo>
                  <a:pt x="823001" y="117538"/>
                  <a:pt x="821231" y="118256"/>
                  <a:pt x="819126" y="118256"/>
                </a:cubicBezTo>
                <a:cubicBezTo>
                  <a:pt x="817356" y="118256"/>
                  <a:pt x="815801" y="117682"/>
                  <a:pt x="814461" y="116534"/>
                </a:cubicBezTo>
                <a:cubicBezTo>
                  <a:pt x="812548" y="114858"/>
                  <a:pt x="810012" y="111100"/>
                  <a:pt x="806855" y="105259"/>
                </a:cubicBezTo>
                <a:cubicBezTo>
                  <a:pt x="802311" y="96787"/>
                  <a:pt x="799201" y="89799"/>
                  <a:pt x="797527" y="84295"/>
                </a:cubicBezTo>
                <a:cubicBezTo>
                  <a:pt x="794896" y="75869"/>
                  <a:pt x="793580" y="67612"/>
                  <a:pt x="793580" y="59523"/>
                </a:cubicBezTo>
                <a:close/>
                <a:moveTo>
                  <a:pt x="900269" y="95294"/>
                </a:moveTo>
                <a:lnTo>
                  <a:pt x="900269" y="91850"/>
                </a:lnTo>
                <a:cubicBezTo>
                  <a:pt x="896585" y="93763"/>
                  <a:pt x="892519" y="95198"/>
                  <a:pt x="888070" y="96155"/>
                </a:cubicBezTo>
                <a:cubicBezTo>
                  <a:pt x="883621" y="97112"/>
                  <a:pt x="879579" y="97590"/>
                  <a:pt x="875943" y="97590"/>
                </a:cubicBezTo>
                <a:cubicBezTo>
                  <a:pt x="868050" y="97590"/>
                  <a:pt x="861639" y="95501"/>
                  <a:pt x="856712" y="91323"/>
                </a:cubicBezTo>
                <a:cubicBezTo>
                  <a:pt x="851785" y="87143"/>
                  <a:pt x="849321" y="82521"/>
                  <a:pt x="849321" y="77458"/>
                </a:cubicBezTo>
                <a:cubicBezTo>
                  <a:pt x="849321" y="71297"/>
                  <a:pt x="852466" y="65578"/>
                  <a:pt x="858757" y="60301"/>
                </a:cubicBezTo>
                <a:cubicBezTo>
                  <a:pt x="865048" y="55022"/>
                  <a:pt x="873742" y="52383"/>
                  <a:pt x="884841" y="52383"/>
                </a:cubicBezTo>
                <a:cubicBezTo>
                  <a:pt x="889290" y="52383"/>
                  <a:pt x="894432" y="52861"/>
                  <a:pt x="900269" y="53818"/>
                </a:cubicBezTo>
                <a:lnTo>
                  <a:pt x="900269" y="50324"/>
                </a:lnTo>
                <a:cubicBezTo>
                  <a:pt x="900269" y="48139"/>
                  <a:pt x="899324" y="46357"/>
                  <a:pt x="897434" y="44978"/>
                </a:cubicBezTo>
                <a:cubicBezTo>
                  <a:pt x="895545" y="43600"/>
                  <a:pt x="891945" y="42911"/>
                  <a:pt x="886635" y="42911"/>
                </a:cubicBezTo>
                <a:cubicBezTo>
                  <a:pt x="882282" y="42911"/>
                  <a:pt x="876637" y="43754"/>
                  <a:pt x="869700" y="45440"/>
                </a:cubicBezTo>
                <a:cubicBezTo>
                  <a:pt x="867117" y="46050"/>
                  <a:pt x="865108" y="46355"/>
                  <a:pt x="863672" y="46355"/>
                </a:cubicBezTo>
                <a:cubicBezTo>
                  <a:pt x="861711" y="46355"/>
                  <a:pt x="860049" y="45650"/>
                  <a:pt x="858685" y="44238"/>
                </a:cubicBezTo>
                <a:cubicBezTo>
                  <a:pt x="857322" y="42827"/>
                  <a:pt x="856640" y="41021"/>
                  <a:pt x="856640" y="38821"/>
                </a:cubicBezTo>
                <a:cubicBezTo>
                  <a:pt x="856640" y="37577"/>
                  <a:pt x="856879" y="36501"/>
                  <a:pt x="857358" y="35592"/>
                </a:cubicBezTo>
                <a:cubicBezTo>
                  <a:pt x="857836" y="34683"/>
                  <a:pt x="858506" y="33953"/>
                  <a:pt x="859367" y="33403"/>
                </a:cubicBezTo>
                <a:cubicBezTo>
                  <a:pt x="860228" y="32853"/>
                  <a:pt x="862022" y="32195"/>
                  <a:pt x="864749" y="31430"/>
                </a:cubicBezTo>
                <a:cubicBezTo>
                  <a:pt x="868385" y="30425"/>
                  <a:pt x="872092" y="29624"/>
                  <a:pt x="875871" y="29026"/>
                </a:cubicBezTo>
                <a:cubicBezTo>
                  <a:pt x="879650" y="28428"/>
                  <a:pt x="883071" y="28129"/>
                  <a:pt x="886133" y="28129"/>
                </a:cubicBezTo>
                <a:cubicBezTo>
                  <a:pt x="895270" y="28129"/>
                  <a:pt x="902362" y="30102"/>
                  <a:pt x="907409" y="34049"/>
                </a:cubicBezTo>
                <a:cubicBezTo>
                  <a:pt x="912456" y="37996"/>
                  <a:pt x="914979" y="43389"/>
                  <a:pt x="914979" y="50230"/>
                </a:cubicBezTo>
                <a:lnTo>
                  <a:pt x="914979" y="80512"/>
                </a:lnTo>
                <a:lnTo>
                  <a:pt x="917491" y="80512"/>
                </a:lnTo>
                <a:cubicBezTo>
                  <a:pt x="921031" y="80512"/>
                  <a:pt x="923554" y="81194"/>
                  <a:pt x="925061" y="82557"/>
                </a:cubicBezTo>
                <a:cubicBezTo>
                  <a:pt x="926568" y="83920"/>
                  <a:pt x="927321" y="85702"/>
                  <a:pt x="927321" y="87903"/>
                </a:cubicBezTo>
                <a:cubicBezTo>
                  <a:pt x="927321" y="90103"/>
                  <a:pt x="926568" y="91885"/>
                  <a:pt x="925061" y="93249"/>
                </a:cubicBezTo>
                <a:cubicBezTo>
                  <a:pt x="923554" y="94612"/>
                  <a:pt x="921031" y="95294"/>
                  <a:pt x="917491" y="95294"/>
                </a:cubicBezTo>
                <a:lnTo>
                  <a:pt x="900269" y="95294"/>
                </a:lnTo>
                <a:moveTo>
                  <a:pt x="900269" y="68871"/>
                </a:moveTo>
                <a:cubicBezTo>
                  <a:pt x="894385" y="67734"/>
                  <a:pt x="888955" y="67165"/>
                  <a:pt x="883980" y="67165"/>
                </a:cubicBezTo>
                <a:cubicBezTo>
                  <a:pt x="878000" y="67165"/>
                  <a:pt x="872857" y="68611"/>
                  <a:pt x="868552" y="71502"/>
                </a:cubicBezTo>
                <a:cubicBezTo>
                  <a:pt x="865873" y="73351"/>
                  <a:pt x="864534" y="75223"/>
                  <a:pt x="864534" y="77119"/>
                </a:cubicBezTo>
                <a:cubicBezTo>
                  <a:pt x="864534" y="78494"/>
                  <a:pt x="865179" y="79609"/>
                  <a:pt x="866471" y="80463"/>
                </a:cubicBezTo>
                <a:cubicBezTo>
                  <a:pt x="868863" y="82026"/>
                  <a:pt x="872140" y="82808"/>
                  <a:pt x="876302" y="82808"/>
                </a:cubicBezTo>
                <a:cubicBezTo>
                  <a:pt x="879842" y="82808"/>
                  <a:pt x="883848" y="82121"/>
                  <a:pt x="888321" y="80747"/>
                </a:cubicBezTo>
                <a:cubicBezTo>
                  <a:pt x="892794" y="79372"/>
                  <a:pt x="896777" y="77499"/>
                  <a:pt x="900269" y="75128"/>
                </a:cubicBezTo>
                <a:lnTo>
                  <a:pt x="900269" y="68871"/>
                </a:lnTo>
                <a:close/>
                <a:moveTo>
                  <a:pt x="982705" y="0"/>
                </a:moveTo>
                <a:lnTo>
                  <a:pt x="982705" y="80512"/>
                </a:lnTo>
                <a:lnTo>
                  <a:pt x="997558" y="80512"/>
                </a:lnTo>
                <a:cubicBezTo>
                  <a:pt x="1001098" y="80512"/>
                  <a:pt x="1003622" y="81194"/>
                  <a:pt x="1005129" y="82557"/>
                </a:cubicBezTo>
                <a:cubicBezTo>
                  <a:pt x="1006636" y="83920"/>
                  <a:pt x="1007389" y="85702"/>
                  <a:pt x="1007389" y="87903"/>
                </a:cubicBezTo>
                <a:cubicBezTo>
                  <a:pt x="1007389" y="90103"/>
                  <a:pt x="1006636" y="91885"/>
                  <a:pt x="1005129" y="93249"/>
                </a:cubicBezTo>
                <a:cubicBezTo>
                  <a:pt x="1003622" y="94612"/>
                  <a:pt x="1001098" y="95294"/>
                  <a:pt x="997558" y="95294"/>
                </a:cubicBezTo>
                <a:lnTo>
                  <a:pt x="953141" y="95294"/>
                </a:lnTo>
                <a:cubicBezTo>
                  <a:pt x="949601" y="95294"/>
                  <a:pt x="947077" y="94600"/>
                  <a:pt x="945570" y="93213"/>
                </a:cubicBezTo>
                <a:cubicBezTo>
                  <a:pt x="944063" y="91826"/>
                  <a:pt x="943310" y="90032"/>
                  <a:pt x="943310" y="87831"/>
                </a:cubicBezTo>
                <a:cubicBezTo>
                  <a:pt x="943310" y="85631"/>
                  <a:pt x="944063" y="83861"/>
                  <a:pt x="945570" y="82521"/>
                </a:cubicBezTo>
                <a:cubicBezTo>
                  <a:pt x="947077" y="81182"/>
                  <a:pt x="949601" y="80512"/>
                  <a:pt x="953141" y="80512"/>
                </a:cubicBezTo>
                <a:lnTo>
                  <a:pt x="967994" y="80512"/>
                </a:lnTo>
                <a:lnTo>
                  <a:pt x="967994" y="19218"/>
                </a:lnTo>
                <a:lnTo>
                  <a:pt x="954863" y="22673"/>
                </a:lnTo>
                <a:cubicBezTo>
                  <a:pt x="952758" y="23249"/>
                  <a:pt x="951179" y="23536"/>
                  <a:pt x="950127" y="23536"/>
                </a:cubicBezTo>
                <a:cubicBezTo>
                  <a:pt x="948261" y="23536"/>
                  <a:pt x="946647" y="22793"/>
                  <a:pt x="945283" y="21305"/>
                </a:cubicBezTo>
                <a:cubicBezTo>
                  <a:pt x="943920" y="19818"/>
                  <a:pt x="943238" y="17995"/>
                  <a:pt x="943238" y="15836"/>
                </a:cubicBezTo>
                <a:cubicBezTo>
                  <a:pt x="943238" y="13869"/>
                  <a:pt x="943740" y="12321"/>
                  <a:pt x="944745" y="11194"/>
                </a:cubicBezTo>
                <a:cubicBezTo>
                  <a:pt x="945750" y="10065"/>
                  <a:pt x="947854" y="9069"/>
                  <a:pt x="951060" y="8205"/>
                </a:cubicBezTo>
                <a:lnTo>
                  <a:pt x="982705" y="0"/>
                </a:lnTo>
                <a:close/>
                <a:moveTo>
                  <a:pt x="1158912" y="60850"/>
                </a:moveTo>
                <a:lnTo>
                  <a:pt x="1158912" y="85463"/>
                </a:lnTo>
                <a:cubicBezTo>
                  <a:pt x="1158912" y="89003"/>
                  <a:pt x="1158242" y="91527"/>
                  <a:pt x="1156903" y="93034"/>
                </a:cubicBezTo>
                <a:cubicBezTo>
                  <a:pt x="1155563" y="94540"/>
                  <a:pt x="1153793" y="95294"/>
                  <a:pt x="1151593" y="95294"/>
                </a:cubicBezTo>
                <a:cubicBezTo>
                  <a:pt x="1149392" y="95294"/>
                  <a:pt x="1147610" y="94540"/>
                  <a:pt x="1146247" y="93034"/>
                </a:cubicBezTo>
                <a:cubicBezTo>
                  <a:pt x="1144883" y="91527"/>
                  <a:pt x="1144202" y="89003"/>
                  <a:pt x="1144202" y="85463"/>
                </a:cubicBezTo>
                <a:lnTo>
                  <a:pt x="1144202" y="60850"/>
                </a:lnTo>
                <a:lnTo>
                  <a:pt x="1123177" y="60850"/>
                </a:lnTo>
                <a:cubicBezTo>
                  <a:pt x="1119637" y="60850"/>
                  <a:pt x="1117113" y="60166"/>
                  <a:pt x="1115606" y="58796"/>
                </a:cubicBezTo>
                <a:cubicBezTo>
                  <a:pt x="1114099" y="57425"/>
                  <a:pt x="1113346" y="55634"/>
                  <a:pt x="1113346" y="53423"/>
                </a:cubicBezTo>
                <a:cubicBezTo>
                  <a:pt x="1113346" y="51212"/>
                  <a:pt x="1114099" y="49422"/>
                  <a:pt x="1115606" y="48053"/>
                </a:cubicBezTo>
                <a:cubicBezTo>
                  <a:pt x="1117113" y="46682"/>
                  <a:pt x="1119637" y="46020"/>
                  <a:pt x="1123177" y="46068"/>
                </a:cubicBezTo>
                <a:lnTo>
                  <a:pt x="1144202" y="46068"/>
                </a:lnTo>
                <a:lnTo>
                  <a:pt x="1144202" y="21476"/>
                </a:lnTo>
                <a:cubicBezTo>
                  <a:pt x="1144202" y="17976"/>
                  <a:pt x="1144883" y="15459"/>
                  <a:pt x="1146247" y="13925"/>
                </a:cubicBezTo>
                <a:cubicBezTo>
                  <a:pt x="1147610" y="12392"/>
                  <a:pt x="1149392" y="11625"/>
                  <a:pt x="1151593" y="11625"/>
                </a:cubicBezTo>
                <a:cubicBezTo>
                  <a:pt x="1153793" y="11625"/>
                  <a:pt x="1155575" y="12380"/>
                  <a:pt x="1156939" y="13890"/>
                </a:cubicBezTo>
                <a:cubicBezTo>
                  <a:pt x="1158302" y="15399"/>
                  <a:pt x="1158984" y="17928"/>
                  <a:pt x="1158984" y="21476"/>
                </a:cubicBezTo>
                <a:lnTo>
                  <a:pt x="1158912" y="46068"/>
                </a:lnTo>
                <a:lnTo>
                  <a:pt x="1179937" y="46068"/>
                </a:lnTo>
                <a:cubicBezTo>
                  <a:pt x="1183477" y="46068"/>
                  <a:pt x="1186000" y="46742"/>
                  <a:pt x="1187507" y="48089"/>
                </a:cubicBezTo>
                <a:cubicBezTo>
                  <a:pt x="1189014" y="49434"/>
                  <a:pt x="1189768" y="51212"/>
                  <a:pt x="1189768" y="53423"/>
                </a:cubicBezTo>
                <a:cubicBezTo>
                  <a:pt x="1189768" y="55634"/>
                  <a:pt x="1189014" y="57425"/>
                  <a:pt x="1187507" y="58796"/>
                </a:cubicBezTo>
                <a:cubicBezTo>
                  <a:pt x="1186000" y="60166"/>
                  <a:pt x="1183477" y="60850"/>
                  <a:pt x="1179937" y="60850"/>
                </a:cubicBezTo>
                <a:lnTo>
                  <a:pt x="1158912" y="60850"/>
                </a:lnTo>
                <a:close/>
                <a:moveTo>
                  <a:pt x="1348753" y="48187"/>
                </a:moveTo>
                <a:cubicBezTo>
                  <a:pt x="1352533" y="51111"/>
                  <a:pt x="1355367" y="54432"/>
                  <a:pt x="1357257" y="58148"/>
                </a:cubicBezTo>
                <a:cubicBezTo>
                  <a:pt x="1359146" y="61863"/>
                  <a:pt x="1360091" y="65950"/>
                  <a:pt x="1360091" y="70407"/>
                </a:cubicBezTo>
                <a:cubicBezTo>
                  <a:pt x="1360091" y="75345"/>
                  <a:pt x="1358883" y="79888"/>
                  <a:pt x="1356467" y="84035"/>
                </a:cubicBezTo>
                <a:cubicBezTo>
                  <a:pt x="1354051" y="88182"/>
                  <a:pt x="1350260" y="91454"/>
                  <a:pt x="1345094" y="93852"/>
                </a:cubicBezTo>
                <a:cubicBezTo>
                  <a:pt x="1339927" y="96248"/>
                  <a:pt x="1334187" y="97447"/>
                  <a:pt x="1327872" y="97447"/>
                </a:cubicBezTo>
                <a:cubicBezTo>
                  <a:pt x="1321557" y="97447"/>
                  <a:pt x="1315864" y="96248"/>
                  <a:pt x="1310794" y="93852"/>
                </a:cubicBezTo>
                <a:cubicBezTo>
                  <a:pt x="1305723" y="91454"/>
                  <a:pt x="1301979" y="88170"/>
                  <a:pt x="1299564" y="83999"/>
                </a:cubicBezTo>
                <a:cubicBezTo>
                  <a:pt x="1297148" y="79828"/>
                  <a:pt x="1295940" y="75297"/>
                  <a:pt x="1295940" y="70407"/>
                </a:cubicBezTo>
                <a:cubicBezTo>
                  <a:pt x="1295940" y="65950"/>
                  <a:pt x="1296885" y="61863"/>
                  <a:pt x="1298774" y="58148"/>
                </a:cubicBezTo>
                <a:cubicBezTo>
                  <a:pt x="1300664" y="54432"/>
                  <a:pt x="1303498" y="51111"/>
                  <a:pt x="1307278" y="48187"/>
                </a:cubicBezTo>
                <a:cubicBezTo>
                  <a:pt x="1303977" y="45127"/>
                  <a:pt x="1301489" y="41876"/>
                  <a:pt x="1299815" y="38435"/>
                </a:cubicBezTo>
                <a:cubicBezTo>
                  <a:pt x="1298140" y="34994"/>
                  <a:pt x="1297303" y="31360"/>
                  <a:pt x="1297303" y="27535"/>
                </a:cubicBezTo>
                <a:cubicBezTo>
                  <a:pt x="1297303" y="20030"/>
                  <a:pt x="1300174" y="13565"/>
                  <a:pt x="1305914" y="8140"/>
                </a:cubicBezTo>
                <a:cubicBezTo>
                  <a:pt x="1311655" y="2713"/>
                  <a:pt x="1319022" y="0"/>
                  <a:pt x="1328015" y="0"/>
                </a:cubicBezTo>
                <a:cubicBezTo>
                  <a:pt x="1337009" y="0"/>
                  <a:pt x="1344376" y="2713"/>
                  <a:pt x="1350117" y="8140"/>
                </a:cubicBezTo>
                <a:cubicBezTo>
                  <a:pt x="1355857" y="13565"/>
                  <a:pt x="1358728" y="20030"/>
                  <a:pt x="1358728" y="27535"/>
                </a:cubicBezTo>
                <a:cubicBezTo>
                  <a:pt x="1358728" y="31408"/>
                  <a:pt x="1357902" y="35065"/>
                  <a:pt x="1356252" y="38507"/>
                </a:cubicBezTo>
                <a:cubicBezTo>
                  <a:pt x="1354602" y="41948"/>
                  <a:pt x="1352102" y="45175"/>
                  <a:pt x="1348753" y="48187"/>
                </a:cubicBezTo>
                <a:moveTo>
                  <a:pt x="1343659" y="27878"/>
                </a:moveTo>
                <a:cubicBezTo>
                  <a:pt x="1343659" y="24253"/>
                  <a:pt x="1342235" y="21164"/>
                  <a:pt x="1339389" y="18612"/>
                </a:cubicBezTo>
                <a:cubicBezTo>
                  <a:pt x="1336543" y="16059"/>
                  <a:pt x="1332704" y="14782"/>
                  <a:pt x="1327872" y="14782"/>
                </a:cubicBezTo>
                <a:cubicBezTo>
                  <a:pt x="1322992" y="14782"/>
                  <a:pt x="1319129" y="16059"/>
                  <a:pt x="1316283" y="18612"/>
                </a:cubicBezTo>
                <a:cubicBezTo>
                  <a:pt x="1313437" y="21164"/>
                  <a:pt x="1312013" y="24253"/>
                  <a:pt x="1312013" y="27878"/>
                </a:cubicBezTo>
                <a:cubicBezTo>
                  <a:pt x="1312013" y="31551"/>
                  <a:pt x="1313437" y="34664"/>
                  <a:pt x="1316283" y="37217"/>
                </a:cubicBezTo>
                <a:cubicBezTo>
                  <a:pt x="1319129" y="39769"/>
                  <a:pt x="1322992" y="41045"/>
                  <a:pt x="1327872" y="41045"/>
                </a:cubicBezTo>
                <a:cubicBezTo>
                  <a:pt x="1332704" y="41045"/>
                  <a:pt x="1336543" y="39769"/>
                  <a:pt x="1339389" y="37217"/>
                </a:cubicBezTo>
                <a:cubicBezTo>
                  <a:pt x="1342235" y="34664"/>
                  <a:pt x="1343659" y="31551"/>
                  <a:pt x="1343659" y="27878"/>
                </a:cubicBezTo>
                <a:moveTo>
                  <a:pt x="1345381" y="71080"/>
                </a:moveTo>
                <a:cubicBezTo>
                  <a:pt x="1345381" y="67195"/>
                  <a:pt x="1343718" y="63682"/>
                  <a:pt x="1340394" y="60541"/>
                </a:cubicBezTo>
                <a:cubicBezTo>
                  <a:pt x="1337069" y="57398"/>
                  <a:pt x="1332943" y="55827"/>
                  <a:pt x="1328015" y="55827"/>
                </a:cubicBezTo>
                <a:cubicBezTo>
                  <a:pt x="1323088" y="55827"/>
                  <a:pt x="1318962" y="57398"/>
                  <a:pt x="1315637" y="60541"/>
                </a:cubicBezTo>
                <a:cubicBezTo>
                  <a:pt x="1312312" y="63682"/>
                  <a:pt x="1310650" y="67243"/>
                  <a:pt x="1310650" y="71224"/>
                </a:cubicBezTo>
                <a:cubicBezTo>
                  <a:pt x="1310650" y="74294"/>
                  <a:pt x="1312085" y="76969"/>
                  <a:pt x="1314956" y="79247"/>
                </a:cubicBezTo>
                <a:cubicBezTo>
                  <a:pt x="1317826" y="81525"/>
                  <a:pt x="1322179" y="82665"/>
                  <a:pt x="1328015" y="82665"/>
                </a:cubicBezTo>
                <a:cubicBezTo>
                  <a:pt x="1333900" y="82665"/>
                  <a:pt x="1338265" y="81525"/>
                  <a:pt x="1341111" y="79247"/>
                </a:cubicBezTo>
                <a:cubicBezTo>
                  <a:pt x="1343958" y="76969"/>
                  <a:pt x="1345381" y="74247"/>
                  <a:pt x="1345381" y="71080"/>
                </a:cubicBezTo>
                <a:close/>
                <a:moveTo>
                  <a:pt x="1422362" y="59523"/>
                </a:moveTo>
                <a:cubicBezTo>
                  <a:pt x="1422362" y="67899"/>
                  <a:pt x="1420975" y="76396"/>
                  <a:pt x="1418200" y="85012"/>
                </a:cubicBezTo>
                <a:cubicBezTo>
                  <a:pt x="1416143" y="91332"/>
                  <a:pt x="1412962" y="98344"/>
                  <a:pt x="1408656" y="106051"/>
                </a:cubicBezTo>
                <a:cubicBezTo>
                  <a:pt x="1405547" y="111603"/>
                  <a:pt x="1403250" y="115025"/>
                  <a:pt x="1401767" y="116317"/>
                </a:cubicBezTo>
                <a:cubicBezTo>
                  <a:pt x="1400284" y="117610"/>
                  <a:pt x="1398634" y="118256"/>
                  <a:pt x="1396816" y="118256"/>
                </a:cubicBezTo>
                <a:cubicBezTo>
                  <a:pt x="1394711" y="118256"/>
                  <a:pt x="1392941" y="117538"/>
                  <a:pt x="1391506" y="116101"/>
                </a:cubicBezTo>
                <a:cubicBezTo>
                  <a:pt x="1390071" y="114666"/>
                  <a:pt x="1389353" y="112943"/>
                  <a:pt x="1389353" y="110933"/>
                </a:cubicBezTo>
                <a:cubicBezTo>
                  <a:pt x="1389353" y="109496"/>
                  <a:pt x="1389927" y="107845"/>
                  <a:pt x="1391076" y="105979"/>
                </a:cubicBezTo>
                <a:cubicBezTo>
                  <a:pt x="1396242" y="97506"/>
                  <a:pt x="1400009" y="89559"/>
                  <a:pt x="1402377" y="82140"/>
                </a:cubicBezTo>
                <a:cubicBezTo>
                  <a:pt x="1404745" y="74720"/>
                  <a:pt x="1405929" y="67181"/>
                  <a:pt x="1405929" y="59523"/>
                </a:cubicBezTo>
                <a:cubicBezTo>
                  <a:pt x="1405929" y="51912"/>
                  <a:pt x="1404745" y="44397"/>
                  <a:pt x="1402377" y="36978"/>
                </a:cubicBezTo>
                <a:cubicBezTo>
                  <a:pt x="1400009" y="29558"/>
                  <a:pt x="1396242" y="21612"/>
                  <a:pt x="1391076" y="13138"/>
                </a:cubicBezTo>
                <a:cubicBezTo>
                  <a:pt x="1389927" y="11225"/>
                  <a:pt x="1389353" y="9574"/>
                  <a:pt x="1389353" y="8185"/>
                </a:cubicBezTo>
                <a:cubicBezTo>
                  <a:pt x="1389353" y="6174"/>
                  <a:pt x="1390071" y="4451"/>
                  <a:pt x="1391506" y="3016"/>
                </a:cubicBezTo>
                <a:cubicBezTo>
                  <a:pt x="1392941" y="1579"/>
                  <a:pt x="1394711" y="861"/>
                  <a:pt x="1396816" y="861"/>
                </a:cubicBezTo>
                <a:cubicBezTo>
                  <a:pt x="1398586" y="861"/>
                  <a:pt x="1400141" y="1435"/>
                  <a:pt x="1401480" y="2583"/>
                </a:cubicBezTo>
                <a:cubicBezTo>
                  <a:pt x="1403394" y="4211"/>
                  <a:pt x="1405929" y="7970"/>
                  <a:pt x="1409087" y="13858"/>
                </a:cubicBezTo>
                <a:cubicBezTo>
                  <a:pt x="1413631" y="22330"/>
                  <a:pt x="1416741" y="29294"/>
                  <a:pt x="1418415" y="34751"/>
                </a:cubicBezTo>
                <a:cubicBezTo>
                  <a:pt x="1421046" y="43224"/>
                  <a:pt x="1422362" y="51481"/>
                  <a:pt x="1422362" y="59523"/>
                </a:cubicBezTo>
                <a:close/>
                <a:moveTo>
                  <a:pt x="1515345" y="39897"/>
                </a:moveTo>
                <a:cubicBezTo>
                  <a:pt x="1515345" y="42672"/>
                  <a:pt x="1514364" y="44992"/>
                  <a:pt x="1512403" y="46858"/>
                </a:cubicBezTo>
                <a:cubicBezTo>
                  <a:pt x="1510442" y="48723"/>
                  <a:pt x="1507739" y="49656"/>
                  <a:pt x="1504295" y="49656"/>
                </a:cubicBezTo>
                <a:cubicBezTo>
                  <a:pt x="1500850" y="49656"/>
                  <a:pt x="1498147" y="48723"/>
                  <a:pt x="1496186" y="46858"/>
                </a:cubicBezTo>
                <a:cubicBezTo>
                  <a:pt x="1494225" y="44992"/>
                  <a:pt x="1493244" y="42672"/>
                  <a:pt x="1493244" y="39897"/>
                </a:cubicBezTo>
                <a:cubicBezTo>
                  <a:pt x="1493244" y="37123"/>
                  <a:pt x="1494225" y="34802"/>
                  <a:pt x="1496186" y="32937"/>
                </a:cubicBezTo>
                <a:cubicBezTo>
                  <a:pt x="1498147" y="31071"/>
                  <a:pt x="1500850" y="30138"/>
                  <a:pt x="1504295" y="30138"/>
                </a:cubicBezTo>
                <a:cubicBezTo>
                  <a:pt x="1507739" y="30138"/>
                  <a:pt x="1510442" y="31071"/>
                  <a:pt x="1512403" y="32937"/>
                </a:cubicBezTo>
                <a:cubicBezTo>
                  <a:pt x="1514364" y="34802"/>
                  <a:pt x="1515345" y="37123"/>
                  <a:pt x="1515345" y="39897"/>
                </a:cubicBezTo>
                <a:moveTo>
                  <a:pt x="1515489" y="88118"/>
                </a:moveTo>
                <a:cubicBezTo>
                  <a:pt x="1515489" y="90893"/>
                  <a:pt x="1514508" y="93213"/>
                  <a:pt x="1512547" y="95079"/>
                </a:cubicBezTo>
                <a:cubicBezTo>
                  <a:pt x="1510585" y="96944"/>
                  <a:pt x="1507882" y="97877"/>
                  <a:pt x="1504438" y="97877"/>
                </a:cubicBezTo>
                <a:cubicBezTo>
                  <a:pt x="1500994" y="97877"/>
                  <a:pt x="1498291" y="96944"/>
                  <a:pt x="1496329" y="95079"/>
                </a:cubicBezTo>
                <a:cubicBezTo>
                  <a:pt x="1494368" y="93213"/>
                  <a:pt x="1493387" y="90893"/>
                  <a:pt x="1493387" y="88118"/>
                </a:cubicBezTo>
                <a:cubicBezTo>
                  <a:pt x="1493387" y="85344"/>
                  <a:pt x="1494368" y="83023"/>
                  <a:pt x="1496329" y="81158"/>
                </a:cubicBezTo>
                <a:cubicBezTo>
                  <a:pt x="1498291" y="79292"/>
                  <a:pt x="1500994" y="78359"/>
                  <a:pt x="1504438" y="78359"/>
                </a:cubicBezTo>
                <a:cubicBezTo>
                  <a:pt x="1507882" y="78359"/>
                  <a:pt x="1510585" y="79292"/>
                  <a:pt x="1512547" y="81158"/>
                </a:cubicBezTo>
                <a:cubicBezTo>
                  <a:pt x="1514508" y="83023"/>
                  <a:pt x="1515489" y="85344"/>
                  <a:pt x="1515489" y="881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Text context,Buffer*-&gt;pos,uint8*">
            <a:extLst xmlns:a="http://schemas.openxmlformats.org/drawingml/2006/main">
              <a:ext uri="{FF2B5EF4-FFF2-40B4-BE49-F238E27FC236}">
                <a16:creationId xmlns:a16="http://schemas.microsoft.com/office/drawing/2014/main" id="{D062E439-09D5-4FA1-AA69-71AA6033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646" y="5118241"/>
            <a:ext cx="2801251" cy="126006"/>
          </a:xfrm>
          <a:custGeom xmlns:a="http://schemas.openxmlformats.org/drawingml/2006/main">
            <a:pathLst>
              <a:path w="2801251" h="126006">
                <a:moveTo>
                  <a:pt x="58841" y="32721"/>
                </a:moveTo>
                <a:cubicBezTo>
                  <a:pt x="60611" y="31095"/>
                  <a:pt x="62429" y="30282"/>
                  <a:pt x="64295" y="30282"/>
                </a:cubicBezTo>
                <a:cubicBezTo>
                  <a:pt x="66400" y="30282"/>
                  <a:pt x="68134" y="31035"/>
                  <a:pt x="69497" y="32542"/>
                </a:cubicBezTo>
                <a:cubicBezTo>
                  <a:pt x="70860" y="34049"/>
                  <a:pt x="71542" y="36548"/>
                  <a:pt x="71542" y="40041"/>
                </a:cubicBezTo>
                <a:lnTo>
                  <a:pt x="71542" y="49513"/>
                </a:lnTo>
                <a:cubicBezTo>
                  <a:pt x="71542" y="53053"/>
                  <a:pt x="70860" y="55564"/>
                  <a:pt x="69497" y="57047"/>
                </a:cubicBezTo>
                <a:cubicBezTo>
                  <a:pt x="68134" y="58530"/>
                  <a:pt x="66352" y="59272"/>
                  <a:pt x="64151" y="59272"/>
                </a:cubicBezTo>
                <a:cubicBezTo>
                  <a:pt x="62142" y="59272"/>
                  <a:pt x="60444" y="58698"/>
                  <a:pt x="59056" y="57549"/>
                </a:cubicBezTo>
                <a:cubicBezTo>
                  <a:pt x="58052" y="56688"/>
                  <a:pt x="57262" y="54930"/>
                  <a:pt x="56688" y="52275"/>
                </a:cubicBezTo>
                <a:cubicBezTo>
                  <a:pt x="56114" y="49620"/>
                  <a:pt x="54727" y="47647"/>
                  <a:pt x="52526" y="46355"/>
                </a:cubicBezTo>
                <a:cubicBezTo>
                  <a:pt x="48652" y="44059"/>
                  <a:pt x="43700" y="42911"/>
                  <a:pt x="37673" y="42911"/>
                </a:cubicBezTo>
                <a:cubicBezTo>
                  <a:pt x="30736" y="42911"/>
                  <a:pt x="25175" y="44934"/>
                  <a:pt x="20989" y="48979"/>
                </a:cubicBezTo>
                <a:cubicBezTo>
                  <a:pt x="16803" y="53023"/>
                  <a:pt x="14710" y="58137"/>
                  <a:pt x="14710" y="64322"/>
                </a:cubicBezTo>
                <a:cubicBezTo>
                  <a:pt x="14710" y="70032"/>
                  <a:pt x="16719" y="74541"/>
                  <a:pt x="20738" y="77848"/>
                </a:cubicBezTo>
                <a:cubicBezTo>
                  <a:pt x="24756" y="81155"/>
                  <a:pt x="31430" y="82808"/>
                  <a:pt x="40758" y="82808"/>
                </a:cubicBezTo>
                <a:cubicBezTo>
                  <a:pt x="46882" y="82808"/>
                  <a:pt x="51881" y="82191"/>
                  <a:pt x="55756" y="80958"/>
                </a:cubicBezTo>
                <a:cubicBezTo>
                  <a:pt x="58052" y="80199"/>
                  <a:pt x="60228" y="78906"/>
                  <a:pt x="62285" y="77081"/>
                </a:cubicBezTo>
                <a:cubicBezTo>
                  <a:pt x="64343" y="75254"/>
                  <a:pt x="66208" y="74341"/>
                  <a:pt x="67883" y="74341"/>
                </a:cubicBezTo>
                <a:cubicBezTo>
                  <a:pt x="69892" y="74341"/>
                  <a:pt x="71626" y="75082"/>
                  <a:pt x="73085" y="76565"/>
                </a:cubicBezTo>
                <a:cubicBezTo>
                  <a:pt x="74544" y="78048"/>
                  <a:pt x="75274" y="79794"/>
                  <a:pt x="75274" y="81803"/>
                </a:cubicBezTo>
                <a:cubicBezTo>
                  <a:pt x="75274" y="85056"/>
                  <a:pt x="73049" y="88142"/>
                  <a:pt x="68600" y="91060"/>
                </a:cubicBezTo>
                <a:cubicBezTo>
                  <a:pt x="61998" y="95413"/>
                  <a:pt x="52335" y="97590"/>
                  <a:pt x="39610" y="97590"/>
                </a:cubicBezTo>
                <a:cubicBezTo>
                  <a:pt x="28177" y="97590"/>
                  <a:pt x="19279" y="95224"/>
                  <a:pt x="12916" y="90493"/>
                </a:cubicBezTo>
                <a:cubicBezTo>
                  <a:pt x="4305" y="84138"/>
                  <a:pt x="0" y="75440"/>
                  <a:pt x="0" y="64400"/>
                </a:cubicBezTo>
                <a:cubicBezTo>
                  <a:pt x="0" y="53935"/>
                  <a:pt x="3492" y="45274"/>
                  <a:pt x="10477" y="38417"/>
                </a:cubicBezTo>
                <a:cubicBezTo>
                  <a:pt x="17461" y="31558"/>
                  <a:pt x="26574" y="28129"/>
                  <a:pt x="37816" y="28129"/>
                </a:cubicBezTo>
                <a:cubicBezTo>
                  <a:pt x="41882" y="28129"/>
                  <a:pt x="45662" y="28512"/>
                  <a:pt x="49154" y="29277"/>
                </a:cubicBezTo>
                <a:cubicBezTo>
                  <a:pt x="52646" y="30042"/>
                  <a:pt x="55875" y="31191"/>
                  <a:pt x="58841" y="32721"/>
                </a:cubicBezTo>
                <a:close/>
                <a:moveTo>
                  <a:pt x="162301" y="63864"/>
                </a:moveTo>
                <a:cubicBezTo>
                  <a:pt x="162301" y="69509"/>
                  <a:pt x="160735" y="74975"/>
                  <a:pt x="157601" y="80261"/>
                </a:cubicBezTo>
                <a:cubicBezTo>
                  <a:pt x="154468" y="85547"/>
                  <a:pt x="149804" y="89757"/>
                  <a:pt x="143608" y="92890"/>
                </a:cubicBezTo>
                <a:cubicBezTo>
                  <a:pt x="137413" y="96023"/>
                  <a:pt x="130943" y="97590"/>
                  <a:pt x="124198" y="97590"/>
                </a:cubicBezTo>
                <a:cubicBezTo>
                  <a:pt x="117501" y="97590"/>
                  <a:pt x="111090" y="96047"/>
                  <a:pt x="104967" y="92962"/>
                </a:cubicBezTo>
                <a:cubicBezTo>
                  <a:pt x="98844" y="89876"/>
                  <a:pt x="94180" y="85678"/>
                  <a:pt x="90974" y="80368"/>
                </a:cubicBezTo>
                <a:cubicBezTo>
                  <a:pt x="87769" y="75058"/>
                  <a:pt x="86167" y="69509"/>
                  <a:pt x="86167" y="63721"/>
                </a:cubicBezTo>
                <a:cubicBezTo>
                  <a:pt x="86167" y="57836"/>
                  <a:pt x="87793" y="52060"/>
                  <a:pt x="91046" y="46391"/>
                </a:cubicBezTo>
                <a:cubicBezTo>
                  <a:pt x="94299" y="40722"/>
                  <a:pt x="98975" y="36261"/>
                  <a:pt x="105075" y="33008"/>
                </a:cubicBezTo>
                <a:cubicBezTo>
                  <a:pt x="111174" y="29755"/>
                  <a:pt x="117549" y="28129"/>
                  <a:pt x="124198" y="28129"/>
                </a:cubicBezTo>
                <a:cubicBezTo>
                  <a:pt x="130895" y="28129"/>
                  <a:pt x="137342" y="29791"/>
                  <a:pt x="143537" y="33116"/>
                </a:cubicBezTo>
                <a:cubicBezTo>
                  <a:pt x="149732" y="36441"/>
                  <a:pt x="154408" y="40914"/>
                  <a:pt x="157565" y="46535"/>
                </a:cubicBezTo>
                <a:cubicBezTo>
                  <a:pt x="160723" y="52156"/>
                  <a:pt x="162301" y="57932"/>
                  <a:pt x="162301" y="63864"/>
                </a:cubicBezTo>
                <a:moveTo>
                  <a:pt x="147591" y="63931"/>
                </a:moveTo>
                <a:cubicBezTo>
                  <a:pt x="147591" y="59213"/>
                  <a:pt x="145893" y="54876"/>
                  <a:pt x="142496" y="50919"/>
                </a:cubicBezTo>
                <a:cubicBezTo>
                  <a:pt x="137856" y="45580"/>
                  <a:pt x="131757" y="42911"/>
                  <a:pt x="124198" y="42911"/>
                </a:cubicBezTo>
                <a:cubicBezTo>
                  <a:pt x="117549" y="42911"/>
                  <a:pt x="111999" y="45032"/>
                  <a:pt x="107550" y="49275"/>
                </a:cubicBezTo>
                <a:cubicBezTo>
                  <a:pt x="103101" y="53518"/>
                  <a:pt x="100877" y="58427"/>
                  <a:pt x="100877" y="64003"/>
                </a:cubicBezTo>
                <a:cubicBezTo>
                  <a:pt x="100877" y="68579"/>
                  <a:pt x="103125" y="72858"/>
                  <a:pt x="107622" y="76839"/>
                </a:cubicBezTo>
                <a:cubicBezTo>
                  <a:pt x="112119" y="80818"/>
                  <a:pt x="117644" y="82808"/>
                  <a:pt x="124198" y="82808"/>
                </a:cubicBezTo>
                <a:cubicBezTo>
                  <a:pt x="130800" y="82808"/>
                  <a:pt x="136349" y="80818"/>
                  <a:pt x="140846" y="76839"/>
                </a:cubicBezTo>
                <a:cubicBezTo>
                  <a:pt x="145343" y="72858"/>
                  <a:pt x="147591" y="68555"/>
                  <a:pt x="147591" y="63931"/>
                </a:cubicBezTo>
                <a:close/>
                <a:moveTo>
                  <a:pt x="197376" y="30138"/>
                </a:moveTo>
                <a:lnTo>
                  <a:pt x="197376" y="35018"/>
                </a:lnTo>
                <a:cubicBezTo>
                  <a:pt x="200054" y="32721"/>
                  <a:pt x="203008" y="30999"/>
                  <a:pt x="206238" y="29851"/>
                </a:cubicBezTo>
                <a:cubicBezTo>
                  <a:pt x="209467" y="28703"/>
                  <a:pt x="212971" y="28129"/>
                  <a:pt x="216750" y="28129"/>
                </a:cubicBezTo>
                <a:cubicBezTo>
                  <a:pt x="225457" y="28129"/>
                  <a:pt x="232345" y="30832"/>
                  <a:pt x="237416" y="36238"/>
                </a:cubicBezTo>
                <a:cubicBezTo>
                  <a:pt x="241435" y="40543"/>
                  <a:pt x="243444" y="46188"/>
                  <a:pt x="243444" y="53172"/>
                </a:cubicBezTo>
                <a:lnTo>
                  <a:pt x="243444" y="80512"/>
                </a:lnTo>
                <a:cubicBezTo>
                  <a:pt x="246553" y="80512"/>
                  <a:pt x="248850" y="81194"/>
                  <a:pt x="250333" y="82557"/>
                </a:cubicBezTo>
                <a:cubicBezTo>
                  <a:pt x="251816" y="83920"/>
                  <a:pt x="252557" y="85702"/>
                  <a:pt x="252557" y="87903"/>
                </a:cubicBezTo>
                <a:cubicBezTo>
                  <a:pt x="252557" y="90103"/>
                  <a:pt x="251804" y="91885"/>
                  <a:pt x="250297" y="93249"/>
                </a:cubicBezTo>
                <a:cubicBezTo>
                  <a:pt x="248790" y="94612"/>
                  <a:pt x="246266" y="95294"/>
                  <a:pt x="242726" y="95294"/>
                </a:cubicBezTo>
                <a:lnTo>
                  <a:pt x="229451" y="95294"/>
                </a:lnTo>
                <a:cubicBezTo>
                  <a:pt x="225911" y="95294"/>
                  <a:pt x="223388" y="94600"/>
                  <a:pt x="221881" y="93213"/>
                </a:cubicBezTo>
                <a:cubicBezTo>
                  <a:pt x="220374" y="91826"/>
                  <a:pt x="219620" y="90032"/>
                  <a:pt x="219620" y="87831"/>
                </a:cubicBezTo>
                <a:cubicBezTo>
                  <a:pt x="219620" y="85631"/>
                  <a:pt x="220362" y="83861"/>
                  <a:pt x="221845" y="82521"/>
                </a:cubicBezTo>
                <a:cubicBezTo>
                  <a:pt x="223328" y="81182"/>
                  <a:pt x="225624" y="80512"/>
                  <a:pt x="228734" y="80512"/>
                </a:cubicBezTo>
                <a:lnTo>
                  <a:pt x="228734" y="52796"/>
                </a:lnTo>
                <a:cubicBezTo>
                  <a:pt x="228734" y="49596"/>
                  <a:pt x="227872" y="47257"/>
                  <a:pt x="226150" y="45777"/>
                </a:cubicBezTo>
                <a:cubicBezTo>
                  <a:pt x="223902" y="43866"/>
                  <a:pt x="220529" y="42911"/>
                  <a:pt x="216032" y="42911"/>
                </a:cubicBezTo>
                <a:cubicBezTo>
                  <a:pt x="212636" y="42911"/>
                  <a:pt x="209658" y="43569"/>
                  <a:pt x="207099" y="44884"/>
                </a:cubicBezTo>
                <a:cubicBezTo>
                  <a:pt x="204539" y="46200"/>
                  <a:pt x="201298" y="48986"/>
                  <a:pt x="197376" y="53244"/>
                </a:cubicBezTo>
                <a:lnTo>
                  <a:pt x="197376" y="80512"/>
                </a:lnTo>
                <a:cubicBezTo>
                  <a:pt x="201155" y="80512"/>
                  <a:pt x="203595" y="80966"/>
                  <a:pt x="204695" y="81875"/>
                </a:cubicBezTo>
                <a:cubicBezTo>
                  <a:pt x="207039" y="83693"/>
                  <a:pt x="208211" y="85702"/>
                  <a:pt x="208211" y="87903"/>
                </a:cubicBezTo>
                <a:cubicBezTo>
                  <a:pt x="208211" y="90103"/>
                  <a:pt x="207457" y="91885"/>
                  <a:pt x="205951" y="93249"/>
                </a:cubicBezTo>
                <a:cubicBezTo>
                  <a:pt x="204444" y="94612"/>
                  <a:pt x="201920" y="95294"/>
                  <a:pt x="198380" y="95294"/>
                </a:cubicBezTo>
                <a:lnTo>
                  <a:pt x="181661" y="95294"/>
                </a:lnTo>
                <a:cubicBezTo>
                  <a:pt x="178121" y="95294"/>
                  <a:pt x="175597" y="94600"/>
                  <a:pt x="174090" y="93213"/>
                </a:cubicBezTo>
                <a:cubicBezTo>
                  <a:pt x="172583" y="91826"/>
                  <a:pt x="171830" y="90032"/>
                  <a:pt x="171830" y="87831"/>
                </a:cubicBezTo>
                <a:cubicBezTo>
                  <a:pt x="171830" y="85631"/>
                  <a:pt x="172978" y="83627"/>
                  <a:pt x="175274" y="81821"/>
                </a:cubicBezTo>
                <a:cubicBezTo>
                  <a:pt x="176422" y="80948"/>
                  <a:pt x="178886" y="80512"/>
                  <a:pt x="182665" y="80512"/>
                </a:cubicBezTo>
                <a:lnTo>
                  <a:pt x="182665" y="44920"/>
                </a:lnTo>
                <a:cubicBezTo>
                  <a:pt x="179556" y="44920"/>
                  <a:pt x="177260" y="44226"/>
                  <a:pt x="175777" y="42839"/>
                </a:cubicBezTo>
                <a:cubicBezTo>
                  <a:pt x="174294" y="41452"/>
                  <a:pt x="173552" y="39658"/>
                  <a:pt x="173552" y="37457"/>
                </a:cubicBezTo>
                <a:cubicBezTo>
                  <a:pt x="173552" y="35257"/>
                  <a:pt x="174306" y="33487"/>
                  <a:pt x="175812" y="32147"/>
                </a:cubicBezTo>
                <a:cubicBezTo>
                  <a:pt x="177319" y="30808"/>
                  <a:pt x="179843" y="30138"/>
                  <a:pt x="183383" y="30138"/>
                </a:cubicBezTo>
                <a:lnTo>
                  <a:pt x="197376" y="30138"/>
                </a:lnTo>
                <a:close/>
                <a:moveTo>
                  <a:pt x="296818" y="44920"/>
                </a:moveTo>
                <a:lnTo>
                  <a:pt x="296818" y="74247"/>
                </a:lnTo>
                <a:cubicBezTo>
                  <a:pt x="296818" y="77386"/>
                  <a:pt x="297463" y="79455"/>
                  <a:pt x="298755" y="80454"/>
                </a:cubicBezTo>
                <a:cubicBezTo>
                  <a:pt x="300764" y="82023"/>
                  <a:pt x="304352" y="82808"/>
                  <a:pt x="309519" y="82808"/>
                </a:cubicBezTo>
                <a:cubicBezTo>
                  <a:pt x="317029" y="82808"/>
                  <a:pt x="323966" y="81188"/>
                  <a:pt x="330328" y="77949"/>
                </a:cubicBezTo>
                <a:cubicBezTo>
                  <a:pt x="332768" y="76692"/>
                  <a:pt x="334682" y="76063"/>
                  <a:pt x="336069" y="76063"/>
                </a:cubicBezTo>
                <a:cubicBezTo>
                  <a:pt x="337982" y="76063"/>
                  <a:pt x="339645" y="76786"/>
                  <a:pt x="341056" y="78231"/>
                </a:cubicBezTo>
                <a:cubicBezTo>
                  <a:pt x="342467" y="79675"/>
                  <a:pt x="343173" y="81433"/>
                  <a:pt x="343173" y="83503"/>
                </a:cubicBezTo>
                <a:cubicBezTo>
                  <a:pt x="343173" y="85430"/>
                  <a:pt x="342408" y="87092"/>
                  <a:pt x="340877" y="88488"/>
                </a:cubicBezTo>
                <a:cubicBezTo>
                  <a:pt x="338533" y="90751"/>
                  <a:pt x="333904" y="92835"/>
                  <a:pt x="326992" y="94738"/>
                </a:cubicBezTo>
                <a:cubicBezTo>
                  <a:pt x="320079" y="96639"/>
                  <a:pt x="314255" y="97590"/>
                  <a:pt x="309519" y="97590"/>
                </a:cubicBezTo>
                <a:cubicBezTo>
                  <a:pt x="300382" y="97590"/>
                  <a:pt x="293529" y="95622"/>
                  <a:pt x="288960" y="91686"/>
                </a:cubicBezTo>
                <a:cubicBezTo>
                  <a:pt x="284392" y="87750"/>
                  <a:pt x="282107" y="82919"/>
                  <a:pt x="282107" y="77195"/>
                </a:cubicBezTo>
                <a:lnTo>
                  <a:pt x="282107" y="44920"/>
                </a:lnTo>
                <a:lnTo>
                  <a:pt x="276797" y="44920"/>
                </a:lnTo>
                <a:cubicBezTo>
                  <a:pt x="273257" y="44920"/>
                  <a:pt x="270734" y="44235"/>
                  <a:pt x="269227" y="42866"/>
                </a:cubicBezTo>
                <a:cubicBezTo>
                  <a:pt x="267720" y="41495"/>
                  <a:pt x="266967" y="39704"/>
                  <a:pt x="266967" y="37493"/>
                </a:cubicBezTo>
                <a:cubicBezTo>
                  <a:pt x="266967" y="35330"/>
                  <a:pt x="267720" y="33564"/>
                  <a:pt x="269227" y="32194"/>
                </a:cubicBezTo>
                <a:cubicBezTo>
                  <a:pt x="270734" y="30824"/>
                  <a:pt x="273257" y="30138"/>
                  <a:pt x="276797" y="30138"/>
                </a:cubicBezTo>
                <a:lnTo>
                  <a:pt x="282107" y="30138"/>
                </a:lnTo>
                <a:lnTo>
                  <a:pt x="282107" y="16863"/>
                </a:lnTo>
                <a:cubicBezTo>
                  <a:pt x="282107" y="13323"/>
                  <a:pt x="282789" y="10799"/>
                  <a:pt x="284152" y="9293"/>
                </a:cubicBezTo>
                <a:cubicBezTo>
                  <a:pt x="285516" y="7786"/>
                  <a:pt x="287298" y="7032"/>
                  <a:pt x="289498" y="7032"/>
                </a:cubicBezTo>
                <a:cubicBezTo>
                  <a:pt x="291651" y="7032"/>
                  <a:pt x="293409" y="7786"/>
                  <a:pt x="294773" y="9293"/>
                </a:cubicBezTo>
                <a:cubicBezTo>
                  <a:pt x="296136" y="10799"/>
                  <a:pt x="296818" y="13323"/>
                  <a:pt x="296818" y="16863"/>
                </a:cubicBezTo>
                <a:lnTo>
                  <a:pt x="296818" y="30138"/>
                </a:lnTo>
                <a:lnTo>
                  <a:pt x="324014" y="30138"/>
                </a:lnTo>
                <a:cubicBezTo>
                  <a:pt x="327554" y="30138"/>
                  <a:pt x="330077" y="30824"/>
                  <a:pt x="331584" y="32194"/>
                </a:cubicBezTo>
                <a:cubicBezTo>
                  <a:pt x="333091" y="33564"/>
                  <a:pt x="333844" y="35354"/>
                  <a:pt x="333844" y="37565"/>
                </a:cubicBezTo>
                <a:cubicBezTo>
                  <a:pt x="333844" y="39728"/>
                  <a:pt x="333091" y="41495"/>
                  <a:pt x="331584" y="42866"/>
                </a:cubicBezTo>
                <a:cubicBezTo>
                  <a:pt x="330077" y="44235"/>
                  <a:pt x="327554" y="44920"/>
                  <a:pt x="324014" y="44920"/>
                </a:cubicBezTo>
                <a:lnTo>
                  <a:pt x="296818" y="44920"/>
                </a:lnTo>
                <a:close/>
                <a:moveTo>
                  <a:pt x="425536" y="70035"/>
                </a:moveTo>
                <a:lnTo>
                  <a:pt x="365188" y="70035"/>
                </a:lnTo>
                <a:cubicBezTo>
                  <a:pt x="366719" y="73862"/>
                  <a:pt x="369434" y="76948"/>
                  <a:pt x="373332" y="79292"/>
                </a:cubicBezTo>
                <a:cubicBezTo>
                  <a:pt x="377231" y="81636"/>
                  <a:pt x="382505" y="82808"/>
                  <a:pt x="389155" y="82808"/>
                </a:cubicBezTo>
                <a:cubicBezTo>
                  <a:pt x="394608" y="82808"/>
                  <a:pt x="401856" y="81653"/>
                  <a:pt x="410897" y="79344"/>
                </a:cubicBezTo>
                <a:cubicBezTo>
                  <a:pt x="414629" y="78400"/>
                  <a:pt x="417212" y="77929"/>
                  <a:pt x="418647" y="77929"/>
                </a:cubicBezTo>
                <a:cubicBezTo>
                  <a:pt x="420609" y="77929"/>
                  <a:pt x="422259" y="78622"/>
                  <a:pt x="423598" y="80010"/>
                </a:cubicBezTo>
                <a:cubicBezTo>
                  <a:pt x="424938" y="81397"/>
                  <a:pt x="425608" y="83143"/>
                  <a:pt x="425608" y="85248"/>
                </a:cubicBezTo>
                <a:cubicBezTo>
                  <a:pt x="425608" y="87161"/>
                  <a:pt x="424890" y="88788"/>
                  <a:pt x="423455" y="90127"/>
                </a:cubicBezTo>
                <a:cubicBezTo>
                  <a:pt x="421541" y="91897"/>
                  <a:pt x="416877" y="93584"/>
                  <a:pt x="409462" y="95186"/>
                </a:cubicBezTo>
                <a:cubicBezTo>
                  <a:pt x="402047" y="96789"/>
                  <a:pt x="394919" y="97590"/>
                  <a:pt x="388078" y="97590"/>
                </a:cubicBezTo>
                <a:cubicBezTo>
                  <a:pt x="376310" y="97590"/>
                  <a:pt x="366898" y="94265"/>
                  <a:pt x="359842" y="87616"/>
                </a:cubicBezTo>
                <a:cubicBezTo>
                  <a:pt x="352786" y="80966"/>
                  <a:pt x="349258" y="72786"/>
                  <a:pt x="349258" y="63075"/>
                </a:cubicBezTo>
                <a:cubicBezTo>
                  <a:pt x="349258" y="52742"/>
                  <a:pt x="353073" y="44334"/>
                  <a:pt x="360703" y="37852"/>
                </a:cubicBezTo>
                <a:cubicBezTo>
                  <a:pt x="368333" y="31370"/>
                  <a:pt x="377124" y="28129"/>
                  <a:pt x="387074" y="28129"/>
                </a:cubicBezTo>
                <a:cubicBezTo>
                  <a:pt x="393054" y="28129"/>
                  <a:pt x="398543" y="29180"/>
                  <a:pt x="403542" y="31282"/>
                </a:cubicBezTo>
                <a:cubicBezTo>
                  <a:pt x="408541" y="33382"/>
                  <a:pt x="412261" y="35650"/>
                  <a:pt x="414701" y="38085"/>
                </a:cubicBezTo>
                <a:cubicBezTo>
                  <a:pt x="418145" y="41619"/>
                  <a:pt x="420991" y="45989"/>
                  <a:pt x="423240" y="51194"/>
                </a:cubicBezTo>
                <a:cubicBezTo>
                  <a:pt x="424770" y="54824"/>
                  <a:pt x="425536" y="59027"/>
                  <a:pt x="425536" y="63804"/>
                </a:cubicBezTo>
                <a:lnTo>
                  <a:pt x="425536" y="70035"/>
                </a:lnTo>
                <a:moveTo>
                  <a:pt x="409247" y="55253"/>
                </a:moveTo>
                <a:cubicBezTo>
                  <a:pt x="406999" y="51115"/>
                  <a:pt x="404056" y="48024"/>
                  <a:pt x="400421" y="45979"/>
                </a:cubicBezTo>
                <a:cubicBezTo>
                  <a:pt x="396785" y="43933"/>
                  <a:pt x="392456" y="42911"/>
                  <a:pt x="387433" y="42911"/>
                </a:cubicBezTo>
                <a:cubicBezTo>
                  <a:pt x="382458" y="42911"/>
                  <a:pt x="378152" y="43933"/>
                  <a:pt x="374516" y="45979"/>
                </a:cubicBezTo>
                <a:cubicBezTo>
                  <a:pt x="370881" y="48024"/>
                  <a:pt x="367915" y="51115"/>
                  <a:pt x="365618" y="55253"/>
                </a:cubicBezTo>
                <a:lnTo>
                  <a:pt x="409247" y="55253"/>
                </a:lnTo>
                <a:close/>
                <a:moveTo>
                  <a:pt x="487903" y="61433"/>
                </a:moveTo>
                <a:lnTo>
                  <a:pt x="510123" y="80512"/>
                </a:lnTo>
                <a:cubicBezTo>
                  <a:pt x="512802" y="80655"/>
                  <a:pt x="514811" y="81413"/>
                  <a:pt x="516151" y="82783"/>
                </a:cubicBezTo>
                <a:cubicBezTo>
                  <a:pt x="517490" y="84153"/>
                  <a:pt x="518160" y="85871"/>
                  <a:pt x="518160" y="87939"/>
                </a:cubicBezTo>
                <a:cubicBezTo>
                  <a:pt x="518160" y="90102"/>
                  <a:pt x="517407" y="91869"/>
                  <a:pt x="515900" y="93240"/>
                </a:cubicBezTo>
                <a:cubicBezTo>
                  <a:pt x="514393" y="94609"/>
                  <a:pt x="511869" y="95294"/>
                  <a:pt x="508329" y="95294"/>
                </a:cubicBezTo>
                <a:lnTo>
                  <a:pt x="491610" y="95294"/>
                </a:lnTo>
                <a:cubicBezTo>
                  <a:pt x="488070" y="95294"/>
                  <a:pt x="485546" y="94609"/>
                  <a:pt x="484039" y="93240"/>
                </a:cubicBezTo>
                <a:cubicBezTo>
                  <a:pt x="482533" y="91869"/>
                  <a:pt x="481779" y="90054"/>
                  <a:pt x="481779" y="87795"/>
                </a:cubicBezTo>
                <a:cubicBezTo>
                  <a:pt x="481779" y="86064"/>
                  <a:pt x="482317" y="84538"/>
                  <a:pt x="483394" y="83216"/>
                </a:cubicBezTo>
                <a:cubicBezTo>
                  <a:pt x="484470" y="81895"/>
                  <a:pt x="485941" y="80993"/>
                  <a:pt x="487807" y="80512"/>
                </a:cubicBezTo>
                <a:lnTo>
                  <a:pt x="476729" y="71006"/>
                </a:lnTo>
                <a:lnTo>
                  <a:pt x="465634" y="80512"/>
                </a:lnTo>
                <a:cubicBezTo>
                  <a:pt x="467882" y="81089"/>
                  <a:pt x="469497" y="81978"/>
                  <a:pt x="470477" y="83180"/>
                </a:cubicBezTo>
                <a:cubicBezTo>
                  <a:pt x="471458" y="84382"/>
                  <a:pt x="471948" y="85921"/>
                  <a:pt x="471948" y="87795"/>
                </a:cubicBezTo>
                <a:cubicBezTo>
                  <a:pt x="471948" y="90054"/>
                  <a:pt x="471207" y="91869"/>
                  <a:pt x="469724" y="93240"/>
                </a:cubicBezTo>
                <a:cubicBezTo>
                  <a:pt x="468241" y="94609"/>
                  <a:pt x="465729" y="95294"/>
                  <a:pt x="462189" y="95294"/>
                </a:cubicBezTo>
                <a:lnTo>
                  <a:pt x="445613" y="95294"/>
                </a:lnTo>
                <a:cubicBezTo>
                  <a:pt x="442073" y="95294"/>
                  <a:pt x="439550" y="94609"/>
                  <a:pt x="438043" y="93240"/>
                </a:cubicBezTo>
                <a:cubicBezTo>
                  <a:pt x="436536" y="91869"/>
                  <a:pt x="435783" y="90078"/>
                  <a:pt x="435783" y="87867"/>
                </a:cubicBezTo>
                <a:cubicBezTo>
                  <a:pt x="435783" y="85847"/>
                  <a:pt x="436452" y="84153"/>
                  <a:pt x="437792" y="82783"/>
                </a:cubicBezTo>
                <a:cubicBezTo>
                  <a:pt x="439131" y="81413"/>
                  <a:pt x="441140" y="80655"/>
                  <a:pt x="443819" y="80512"/>
                </a:cubicBezTo>
                <a:lnTo>
                  <a:pt x="465688" y="61532"/>
                </a:lnTo>
                <a:lnTo>
                  <a:pt x="446331" y="44920"/>
                </a:lnTo>
                <a:cubicBezTo>
                  <a:pt x="443796" y="44727"/>
                  <a:pt x="441870" y="43946"/>
                  <a:pt x="440554" y="42577"/>
                </a:cubicBezTo>
                <a:cubicBezTo>
                  <a:pt x="439239" y="41206"/>
                  <a:pt x="438581" y="39511"/>
                  <a:pt x="438581" y="37493"/>
                </a:cubicBezTo>
                <a:cubicBezTo>
                  <a:pt x="438581" y="35330"/>
                  <a:pt x="439335" y="33564"/>
                  <a:pt x="440842" y="32194"/>
                </a:cubicBezTo>
                <a:cubicBezTo>
                  <a:pt x="442348" y="30824"/>
                  <a:pt x="444872" y="30138"/>
                  <a:pt x="448412" y="30138"/>
                </a:cubicBezTo>
                <a:lnTo>
                  <a:pt x="462189" y="30138"/>
                </a:lnTo>
                <a:cubicBezTo>
                  <a:pt x="465729" y="30138"/>
                  <a:pt x="468253" y="30824"/>
                  <a:pt x="469760" y="32194"/>
                </a:cubicBezTo>
                <a:cubicBezTo>
                  <a:pt x="471267" y="33564"/>
                  <a:pt x="472020" y="35306"/>
                  <a:pt x="472020" y="37422"/>
                </a:cubicBezTo>
                <a:cubicBezTo>
                  <a:pt x="472020" y="40259"/>
                  <a:pt x="470681" y="42567"/>
                  <a:pt x="468002" y="44346"/>
                </a:cubicBezTo>
                <a:lnTo>
                  <a:pt x="476792" y="51894"/>
                </a:lnTo>
                <a:lnTo>
                  <a:pt x="485654" y="44203"/>
                </a:lnTo>
                <a:cubicBezTo>
                  <a:pt x="483023" y="42328"/>
                  <a:pt x="481707" y="40164"/>
                  <a:pt x="481707" y="37711"/>
                </a:cubicBezTo>
                <a:cubicBezTo>
                  <a:pt x="481707" y="35403"/>
                  <a:pt x="482461" y="33564"/>
                  <a:pt x="483968" y="32194"/>
                </a:cubicBezTo>
                <a:cubicBezTo>
                  <a:pt x="485475" y="30824"/>
                  <a:pt x="487998" y="30138"/>
                  <a:pt x="491538" y="30138"/>
                </a:cubicBezTo>
                <a:lnTo>
                  <a:pt x="505172" y="30138"/>
                </a:lnTo>
                <a:cubicBezTo>
                  <a:pt x="508712" y="30138"/>
                  <a:pt x="511236" y="30824"/>
                  <a:pt x="512742" y="32194"/>
                </a:cubicBezTo>
                <a:cubicBezTo>
                  <a:pt x="514249" y="33564"/>
                  <a:pt x="515003" y="35354"/>
                  <a:pt x="515003" y="37565"/>
                </a:cubicBezTo>
                <a:cubicBezTo>
                  <a:pt x="515003" y="39535"/>
                  <a:pt x="514345" y="41206"/>
                  <a:pt x="513029" y="42577"/>
                </a:cubicBezTo>
                <a:cubicBezTo>
                  <a:pt x="511714" y="43946"/>
                  <a:pt x="509765" y="44727"/>
                  <a:pt x="507181" y="44920"/>
                </a:cubicBezTo>
                <a:lnTo>
                  <a:pt x="487903" y="61433"/>
                </a:lnTo>
                <a:close/>
                <a:moveTo>
                  <a:pt x="561344" y="44920"/>
                </a:moveTo>
                <a:lnTo>
                  <a:pt x="561344" y="74247"/>
                </a:lnTo>
                <a:cubicBezTo>
                  <a:pt x="561344" y="77386"/>
                  <a:pt x="561990" y="79455"/>
                  <a:pt x="563281" y="80454"/>
                </a:cubicBezTo>
                <a:cubicBezTo>
                  <a:pt x="565290" y="82023"/>
                  <a:pt x="568878" y="82808"/>
                  <a:pt x="574045" y="82808"/>
                </a:cubicBezTo>
                <a:cubicBezTo>
                  <a:pt x="581556" y="82808"/>
                  <a:pt x="588492" y="81188"/>
                  <a:pt x="594855" y="77949"/>
                </a:cubicBezTo>
                <a:cubicBezTo>
                  <a:pt x="597294" y="76692"/>
                  <a:pt x="599208" y="76063"/>
                  <a:pt x="600595" y="76063"/>
                </a:cubicBezTo>
                <a:cubicBezTo>
                  <a:pt x="602509" y="76063"/>
                  <a:pt x="604171" y="76786"/>
                  <a:pt x="605582" y="78231"/>
                </a:cubicBezTo>
                <a:cubicBezTo>
                  <a:pt x="606994" y="79675"/>
                  <a:pt x="607699" y="81433"/>
                  <a:pt x="607699" y="83503"/>
                </a:cubicBezTo>
                <a:cubicBezTo>
                  <a:pt x="607699" y="85430"/>
                  <a:pt x="606934" y="87092"/>
                  <a:pt x="605403" y="88488"/>
                </a:cubicBezTo>
                <a:cubicBezTo>
                  <a:pt x="603059" y="90751"/>
                  <a:pt x="598430" y="92835"/>
                  <a:pt x="591518" y="94738"/>
                </a:cubicBezTo>
                <a:cubicBezTo>
                  <a:pt x="584605" y="96639"/>
                  <a:pt x="578781" y="97590"/>
                  <a:pt x="574045" y="97590"/>
                </a:cubicBezTo>
                <a:cubicBezTo>
                  <a:pt x="564908" y="97590"/>
                  <a:pt x="558055" y="95622"/>
                  <a:pt x="553486" y="91686"/>
                </a:cubicBezTo>
                <a:cubicBezTo>
                  <a:pt x="548918" y="87750"/>
                  <a:pt x="546634" y="82919"/>
                  <a:pt x="546634" y="77195"/>
                </a:cubicBezTo>
                <a:lnTo>
                  <a:pt x="546634" y="44920"/>
                </a:lnTo>
                <a:lnTo>
                  <a:pt x="541324" y="44920"/>
                </a:lnTo>
                <a:cubicBezTo>
                  <a:pt x="537783" y="44920"/>
                  <a:pt x="535260" y="44235"/>
                  <a:pt x="533753" y="42866"/>
                </a:cubicBezTo>
                <a:cubicBezTo>
                  <a:pt x="532246" y="41495"/>
                  <a:pt x="531493" y="39704"/>
                  <a:pt x="531493" y="37493"/>
                </a:cubicBezTo>
                <a:cubicBezTo>
                  <a:pt x="531493" y="35330"/>
                  <a:pt x="532246" y="33564"/>
                  <a:pt x="533753" y="32194"/>
                </a:cubicBezTo>
                <a:cubicBezTo>
                  <a:pt x="535260" y="30824"/>
                  <a:pt x="537783" y="30138"/>
                  <a:pt x="541324" y="30138"/>
                </a:cubicBezTo>
                <a:lnTo>
                  <a:pt x="546634" y="30138"/>
                </a:lnTo>
                <a:lnTo>
                  <a:pt x="546634" y="16863"/>
                </a:lnTo>
                <a:cubicBezTo>
                  <a:pt x="546634" y="13323"/>
                  <a:pt x="547315" y="10799"/>
                  <a:pt x="548679" y="9293"/>
                </a:cubicBezTo>
                <a:cubicBezTo>
                  <a:pt x="550042" y="7786"/>
                  <a:pt x="551824" y="7032"/>
                  <a:pt x="554025" y="7032"/>
                </a:cubicBezTo>
                <a:cubicBezTo>
                  <a:pt x="556177" y="7032"/>
                  <a:pt x="557935" y="7786"/>
                  <a:pt x="559299" y="9293"/>
                </a:cubicBezTo>
                <a:cubicBezTo>
                  <a:pt x="560662" y="10799"/>
                  <a:pt x="561344" y="13323"/>
                  <a:pt x="561344" y="16863"/>
                </a:cubicBezTo>
                <a:lnTo>
                  <a:pt x="561344" y="30138"/>
                </a:lnTo>
                <a:lnTo>
                  <a:pt x="588540" y="30138"/>
                </a:lnTo>
                <a:cubicBezTo>
                  <a:pt x="592080" y="30138"/>
                  <a:pt x="594603" y="30824"/>
                  <a:pt x="596110" y="32194"/>
                </a:cubicBezTo>
                <a:cubicBezTo>
                  <a:pt x="597617" y="33564"/>
                  <a:pt x="598371" y="35354"/>
                  <a:pt x="598371" y="37565"/>
                </a:cubicBezTo>
                <a:cubicBezTo>
                  <a:pt x="598371" y="39728"/>
                  <a:pt x="597617" y="41495"/>
                  <a:pt x="596110" y="42866"/>
                </a:cubicBezTo>
                <a:cubicBezTo>
                  <a:pt x="594603" y="44235"/>
                  <a:pt x="592080" y="44920"/>
                  <a:pt x="588540" y="44920"/>
                </a:cubicBezTo>
                <a:lnTo>
                  <a:pt x="561344" y="44920"/>
                </a:lnTo>
                <a:close/>
                <a:moveTo>
                  <a:pt x="649663" y="75489"/>
                </a:moveTo>
                <a:lnTo>
                  <a:pt x="669324" y="75489"/>
                </a:lnTo>
                <a:lnTo>
                  <a:pt x="648156" y="115451"/>
                </a:lnTo>
                <a:cubicBezTo>
                  <a:pt x="646912" y="117800"/>
                  <a:pt x="645357" y="118974"/>
                  <a:pt x="643492" y="118974"/>
                </a:cubicBezTo>
                <a:cubicBezTo>
                  <a:pt x="642248" y="118974"/>
                  <a:pt x="641183" y="118566"/>
                  <a:pt x="640298" y="117752"/>
                </a:cubicBezTo>
                <a:cubicBezTo>
                  <a:pt x="639413" y="116937"/>
                  <a:pt x="638971" y="116027"/>
                  <a:pt x="638971" y="115020"/>
                </a:cubicBezTo>
                <a:cubicBezTo>
                  <a:pt x="638971" y="114301"/>
                  <a:pt x="639138" y="113319"/>
                  <a:pt x="639473" y="112074"/>
                </a:cubicBezTo>
                <a:lnTo>
                  <a:pt x="649663" y="75489"/>
                </a:lnTo>
                <a:close/>
                <a:moveTo>
                  <a:pt x="799463" y="80512"/>
                </a:moveTo>
                <a:lnTo>
                  <a:pt x="799463" y="22962"/>
                </a:lnTo>
                <a:lnTo>
                  <a:pt x="797167" y="22962"/>
                </a:lnTo>
                <a:cubicBezTo>
                  <a:pt x="793627" y="22962"/>
                  <a:pt x="791104" y="22281"/>
                  <a:pt x="789597" y="20917"/>
                </a:cubicBezTo>
                <a:cubicBezTo>
                  <a:pt x="788090" y="19554"/>
                  <a:pt x="787336" y="17772"/>
                  <a:pt x="787336" y="15571"/>
                </a:cubicBezTo>
                <a:cubicBezTo>
                  <a:pt x="787336" y="13371"/>
                  <a:pt x="788090" y="11589"/>
                  <a:pt x="789597" y="10225"/>
                </a:cubicBezTo>
                <a:cubicBezTo>
                  <a:pt x="791104" y="8862"/>
                  <a:pt x="793627" y="8180"/>
                  <a:pt x="797167" y="8180"/>
                </a:cubicBezTo>
                <a:lnTo>
                  <a:pt x="834050" y="8180"/>
                </a:lnTo>
                <a:cubicBezTo>
                  <a:pt x="842853" y="8180"/>
                  <a:pt x="849933" y="10634"/>
                  <a:pt x="855291" y="15540"/>
                </a:cubicBezTo>
                <a:cubicBezTo>
                  <a:pt x="860648" y="20446"/>
                  <a:pt x="863327" y="26274"/>
                  <a:pt x="863327" y="33024"/>
                </a:cubicBezTo>
                <a:cubicBezTo>
                  <a:pt x="863327" y="36232"/>
                  <a:pt x="862706" y="39248"/>
                  <a:pt x="861462" y="42072"/>
                </a:cubicBezTo>
                <a:cubicBezTo>
                  <a:pt x="860218" y="44896"/>
                  <a:pt x="858328" y="47505"/>
                  <a:pt x="855793" y="49898"/>
                </a:cubicBezTo>
                <a:cubicBezTo>
                  <a:pt x="860433" y="52676"/>
                  <a:pt x="863913" y="55921"/>
                  <a:pt x="866234" y="59633"/>
                </a:cubicBezTo>
                <a:cubicBezTo>
                  <a:pt x="868554" y="63343"/>
                  <a:pt x="869714" y="67545"/>
                  <a:pt x="869714" y="72237"/>
                </a:cubicBezTo>
                <a:cubicBezTo>
                  <a:pt x="869714" y="75972"/>
                  <a:pt x="868877" y="79443"/>
                  <a:pt x="867202" y="82651"/>
                </a:cubicBezTo>
                <a:cubicBezTo>
                  <a:pt x="865959" y="85094"/>
                  <a:pt x="864428" y="87034"/>
                  <a:pt x="862610" y="88470"/>
                </a:cubicBezTo>
                <a:cubicBezTo>
                  <a:pt x="860170" y="90481"/>
                  <a:pt x="857180" y="92121"/>
                  <a:pt x="853640" y="93390"/>
                </a:cubicBezTo>
                <a:cubicBezTo>
                  <a:pt x="850100" y="94659"/>
                  <a:pt x="845675" y="95294"/>
                  <a:pt x="840365" y="95294"/>
                </a:cubicBezTo>
                <a:lnTo>
                  <a:pt x="797167" y="95294"/>
                </a:lnTo>
                <a:cubicBezTo>
                  <a:pt x="793627" y="95294"/>
                  <a:pt x="791104" y="94600"/>
                  <a:pt x="789597" y="93213"/>
                </a:cubicBezTo>
                <a:cubicBezTo>
                  <a:pt x="788090" y="91826"/>
                  <a:pt x="787336" y="90032"/>
                  <a:pt x="787336" y="87831"/>
                </a:cubicBezTo>
                <a:cubicBezTo>
                  <a:pt x="787336" y="85631"/>
                  <a:pt x="788102" y="83861"/>
                  <a:pt x="789633" y="82521"/>
                </a:cubicBezTo>
                <a:cubicBezTo>
                  <a:pt x="791163" y="81182"/>
                  <a:pt x="793675" y="80512"/>
                  <a:pt x="797167" y="80512"/>
                </a:cubicBezTo>
                <a:lnTo>
                  <a:pt x="799463" y="80512"/>
                </a:lnTo>
                <a:moveTo>
                  <a:pt x="814174" y="44346"/>
                </a:moveTo>
                <a:lnTo>
                  <a:pt x="830319" y="44346"/>
                </a:lnTo>
                <a:cubicBezTo>
                  <a:pt x="836107" y="44346"/>
                  <a:pt x="840915" y="42887"/>
                  <a:pt x="844742" y="39969"/>
                </a:cubicBezTo>
                <a:cubicBezTo>
                  <a:pt x="847326" y="38008"/>
                  <a:pt x="848617" y="35568"/>
                  <a:pt x="848617" y="32650"/>
                </a:cubicBezTo>
                <a:cubicBezTo>
                  <a:pt x="848617" y="30066"/>
                  <a:pt x="847397" y="27806"/>
                  <a:pt x="844958" y="25869"/>
                </a:cubicBezTo>
                <a:cubicBezTo>
                  <a:pt x="842518" y="23931"/>
                  <a:pt x="838643" y="22962"/>
                  <a:pt x="833333" y="22962"/>
                </a:cubicBezTo>
                <a:lnTo>
                  <a:pt x="814174" y="22962"/>
                </a:lnTo>
                <a:lnTo>
                  <a:pt x="814174" y="44346"/>
                </a:lnTo>
                <a:moveTo>
                  <a:pt x="814174" y="80512"/>
                </a:moveTo>
                <a:lnTo>
                  <a:pt x="839576" y="80512"/>
                </a:lnTo>
                <a:cubicBezTo>
                  <a:pt x="845555" y="80512"/>
                  <a:pt x="849765" y="79630"/>
                  <a:pt x="852205" y="77866"/>
                </a:cubicBezTo>
                <a:cubicBezTo>
                  <a:pt x="854071" y="76531"/>
                  <a:pt x="855004" y="74624"/>
                  <a:pt x="855004" y="72145"/>
                </a:cubicBezTo>
                <a:cubicBezTo>
                  <a:pt x="855004" y="69188"/>
                  <a:pt x="853162" y="66280"/>
                  <a:pt x="849478" y="63420"/>
                </a:cubicBezTo>
                <a:cubicBezTo>
                  <a:pt x="845795" y="60559"/>
                  <a:pt x="840509" y="59128"/>
                  <a:pt x="833620" y="59128"/>
                </a:cubicBezTo>
                <a:lnTo>
                  <a:pt x="814174" y="59128"/>
                </a:lnTo>
                <a:lnTo>
                  <a:pt x="814174" y="80512"/>
                </a:lnTo>
                <a:close/>
                <a:moveTo>
                  <a:pt x="948920" y="30138"/>
                </a:moveTo>
                <a:lnTo>
                  <a:pt x="948920" y="80512"/>
                </a:lnTo>
                <a:cubicBezTo>
                  <a:pt x="952029" y="80512"/>
                  <a:pt x="954325" y="81194"/>
                  <a:pt x="955808" y="82557"/>
                </a:cubicBezTo>
                <a:cubicBezTo>
                  <a:pt x="957291" y="83920"/>
                  <a:pt x="958033" y="85702"/>
                  <a:pt x="958033" y="87903"/>
                </a:cubicBezTo>
                <a:cubicBezTo>
                  <a:pt x="958033" y="90103"/>
                  <a:pt x="957279" y="91885"/>
                  <a:pt x="955773" y="93249"/>
                </a:cubicBezTo>
                <a:cubicBezTo>
                  <a:pt x="954266" y="94612"/>
                  <a:pt x="951742" y="95294"/>
                  <a:pt x="948202" y="95294"/>
                </a:cubicBezTo>
                <a:lnTo>
                  <a:pt x="934209" y="95294"/>
                </a:lnTo>
                <a:lnTo>
                  <a:pt x="934209" y="91850"/>
                </a:lnTo>
                <a:cubicBezTo>
                  <a:pt x="930000" y="93763"/>
                  <a:pt x="925981" y="95198"/>
                  <a:pt x="922154" y="96155"/>
                </a:cubicBezTo>
                <a:cubicBezTo>
                  <a:pt x="918327" y="97112"/>
                  <a:pt x="914691" y="97590"/>
                  <a:pt x="911247" y="97590"/>
                </a:cubicBezTo>
                <a:cubicBezTo>
                  <a:pt x="906415" y="97590"/>
                  <a:pt x="902230" y="96577"/>
                  <a:pt x="898690" y="94549"/>
                </a:cubicBezTo>
                <a:cubicBezTo>
                  <a:pt x="895149" y="92521"/>
                  <a:pt x="892351" y="89718"/>
                  <a:pt x="890294" y="86140"/>
                </a:cubicBezTo>
                <a:cubicBezTo>
                  <a:pt x="888811" y="83565"/>
                  <a:pt x="888069" y="80344"/>
                  <a:pt x="888069" y="76480"/>
                </a:cubicBezTo>
                <a:lnTo>
                  <a:pt x="888069" y="44920"/>
                </a:lnTo>
                <a:lnTo>
                  <a:pt x="885558" y="44920"/>
                </a:lnTo>
                <a:cubicBezTo>
                  <a:pt x="882018" y="44920"/>
                  <a:pt x="879494" y="44226"/>
                  <a:pt x="877988" y="42839"/>
                </a:cubicBezTo>
                <a:cubicBezTo>
                  <a:pt x="876481" y="41452"/>
                  <a:pt x="875727" y="39658"/>
                  <a:pt x="875727" y="37457"/>
                </a:cubicBezTo>
                <a:cubicBezTo>
                  <a:pt x="875727" y="35257"/>
                  <a:pt x="876481" y="33487"/>
                  <a:pt x="877988" y="32147"/>
                </a:cubicBezTo>
                <a:cubicBezTo>
                  <a:pt x="879494" y="30808"/>
                  <a:pt x="882018" y="30138"/>
                  <a:pt x="885558" y="30138"/>
                </a:cubicBezTo>
                <a:lnTo>
                  <a:pt x="902780" y="30138"/>
                </a:lnTo>
                <a:lnTo>
                  <a:pt x="902780" y="73791"/>
                </a:lnTo>
                <a:cubicBezTo>
                  <a:pt x="902780" y="76892"/>
                  <a:pt x="903533" y="79170"/>
                  <a:pt x="905040" y="80626"/>
                </a:cubicBezTo>
                <a:cubicBezTo>
                  <a:pt x="906547" y="82081"/>
                  <a:pt x="908855" y="82808"/>
                  <a:pt x="911965" y="82808"/>
                </a:cubicBezTo>
                <a:cubicBezTo>
                  <a:pt x="914931" y="82808"/>
                  <a:pt x="918124" y="82224"/>
                  <a:pt x="921544" y="81055"/>
                </a:cubicBezTo>
                <a:cubicBezTo>
                  <a:pt x="924965" y="79885"/>
                  <a:pt x="929186" y="77775"/>
                  <a:pt x="934209" y="74722"/>
                </a:cubicBezTo>
                <a:lnTo>
                  <a:pt x="934209" y="44920"/>
                </a:lnTo>
                <a:lnTo>
                  <a:pt x="928899" y="44920"/>
                </a:lnTo>
                <a:cubicBezTo>
                  <a:pt x="925359" y="44920"/>
                  <a:pt x="922836" y="44226"/>
                  <a:pt x="921329" y="42839"/>
                </a:cubicBezTo>
                <a:cubicBezTo>
                  <a:pt x="919822" y="41452"/>
                  <a:pt x="919069" y="39658"/>
                  <a:pt x="919069" y="37457"/>
                </a:cubicBezTo>
                <a:cubicBezTo>
                  <a:pt x="919069" y="35257"/>
                  <a:pt x="919822" y="33487"/>
                  <a:pt x="921329" y="32147"/>
                </a:cubicBezTo>
                <a:cubicBezTo>
                  <a:pt x="922836" y="30808"/>
                  <a:pt x="925359" y="30138"/>
                  <a:pt x="928899" y="30138"/>
                </a:cubicBezTo>
                <a:lnTo>
                  <a:pt x="948920" y="30138"/>
                </a:lnTo>
                <a:close/>
                <a:moveTo>
                  <a:pt x="1005738" y="44920"/>
                </a:moveTo>
                <a:lnTo>
                  <a:pt x="1005738" y="80512"/>
                </a:lnTo>
                <a:lnTo>
                  <a:pt x="1026691" y="80512"/>
                </a:lnTo>
                <a:cubicBezTo>
                  <a:pt x="1030231" y="80512"/>
                  <a:pt x="1032755" y="81194"/>
                  <a:pt x="1034261" y="82557"/>
                </a:cubicBezTo>
                <a:cubicBezTo>
                  <a:pt x="1035768" y="83920"/>
                  <a:pt x="1036522" y="85702"/>
                  <a:pt x="1036522" y="87903"/>
                </a:cubicBezTo>
                <a:cubicBezTo>
                  <a:pt x="1036522" y="90103"/>
                  <a:pt x="1035768" y="91885"/>
                  <a:pt x="1034261" y="93249"/>
                </a:cubicBezTo>
                <a:cubicBezTo>
                  <a:pt x="1032755" y="94612"/>
                  <a:pt x="1030231" y="95294"/>
                  <a:pt x="1026691" y="95294"/>
                </a:cubicBezTo>
                <a:lnTo>
                  <a:pt x="982273" y="95294"/>
                </a:lnTo>
                <a:cubicBezTo>
                  <a:pt x="978733" y="95294"/>
                  <a:pt x="976210" y="94600"/>
                  <a:pt x="974703" y="93213"/>
                </a:cubicBezTo>
                <a:cubicBezTo>
                  <a:pt x="973196" y="91826"/>
                  <a:pt x="972442" y="90032"/>
                  <a:pt x="972442" y="87831"/>
                </a:cubicBezTo>
                <a:cubicBezTo>
                  <a:pt x="972442" y="85631"/>
                  <a:pt x="973196" y="83861"/>
                  <a:pt x="974703" y="82521"/>
                </a:cubicBezTo>
                <a:cubicBezTo>
                  <a:pt x="976210" y="81182"/>
                  <a:pt x="978733" y="80512"/>
                  <a:pt x="982273" y="80512"/>
                </a:cubicBezTo>
                <a:lnTo>
                  <a:pt x="991028" y="80512"/>
                </a:lnTo>
                <a:lnTo>
                  <a:pt x="991028" y="44920"/>
                </a:lnTo>
                <a:lnTo>
                  <a:pt x="983995" y="44920"/>
                </a:lnTo>
                <a:cubicBezTo>
                  <a:pt x="980455" y="44920"/>
                  <a:pt x="977932" y="44226"/>
                  <a:pt x="976425" y="42839"/>
                </a:cubicBezTo>
                <a:cubicBezTo>
                  <a:pt x="974918" y="41452"/>
                  <a:pt x="974165" y="39658"/>
                  <a:pt x="974165" y="37457"/>
                </a:cubicBezTo>
                <a:cubicBezTo>
                  <a:pt x="974165" y="35257"/>
                  <a:pt x="974918" y="33487"/>
                  <a:pt x="976425" y="32147"/>
                </a:cubicBezTo>
                <a:cubicBezTo>
                  <a:pt x="977932" y="30808"/>
                  <a:pt x="980455" y="30138"/>
                  <a:pt x="983995" y="30138"/>
                </a:cubicBezTo>
                <a:lnTo>
                  <a:pt x="991028" y="30138"/>
                </a:lnTo>
                <a:lnTo>
                  <a:pt x="991028" y="24528"/>
                </a:lnTo>
                <a:cubicBezTo>
                  <a:pt x="991028" y="18101"/>
                  <a:pt x="993431" y="12765"/>
                  <a:pt x="998239" y="8521"/>
                </a:cubicBezTo>
                <a:cubicBezTo>
                  <a:pt x="1003047" y="4276"/>
                  <a:pt x="1010019" y="2153"/>
                  <a:pt x="1019157" y="2153"/>
                </a:cubicBezTo>
                <a:cubicBezTo>
                  <a:pt x="1023223" y="2153"/>
                  <a:pt x="1027923" y="2525"/>
                  <a:pt x="1033257" y="3269"/>
                </a:cubicBezTo>
                <a:cubicBezTo>
                  <a:pt x="1038591" y="4014"/>
                  <a:pt x="1042011" y="5059"/>
                  <a:pt x="1043518" y="6404"/>
                </a:cubicBezTo>
                <a:cubicBezTo>
                  <a:pt x="1045025" y="7750"/>
                  <a:pt x="1045779" y="9479"/>
                  <a:pt x="1045779" y="11593"/>
                </a:cubicBezTo>
                <a:cubicBezTo>
                  <a:pt x="1045779" y="13851"/>
                  <a:pt x="1045109" y="15688"/>
                  <a:pt x="1043769" y="17105"/>
                </a:cubicBezTo>
                <a:cubicBezTo>
                  <a:pt x="1042430" y="18522"/>
                  <a:pt x="1040779" y="19231"/>
                  <a:pt x="1038818" y="19231"/>
                </a:cubicBezTo>
                <a:cubicBezTo>
                  <a:pt x="1037909" y="19231"/>
                  <a:pt x="1036546" y="19064"/>
                  <a:pt x="1034728" y="18729"/>
                </a:cubicBezTo>
                <a:cubicBezTo>
                  <a:pt x="1028652" y="17533"/>
                  <a:pt x="1023271" y="16935"/>
                  <a:pt x="1018582" y="16935"/>
                </a:cubicBezTo>
                <a:cubicBezTo>
                  <a:pt x="1013703" y="16935"/>
                  <a:pt x="1010342" y="17664"/>
                  <a:pt x="1008501" y="19123"/>
                </a:cubicBezTo>
                <a:cubicBezTo>
                  <a:pt x="1006659" y="20582"/>
                  <a:pt x="1005738" y="22388"/>
                  <a:pt x="1005738" y="24541"/>
                </a:cubicBezTo>
                <a:lnTo>
                  <a:pt x="1005738" y="30138"/>
                </a:lnTo>
                <a:lnTo>
                  <a:pt x="1028413" y="30138"/>
                </a:lnTo>
                <a:cubicBezTo>
                  <a:pt x="1031953" y="30138"/>
                  <a:pt x="1034477" y="30820"/>
                  <a:pt x="1035984" y="32183"/>
                </a:cubicBezTo>
                <a:cubicBezTo>
                  <a:pt x="1037491" y="33547"/>
                  <a:pt x="1038244" y="35329"/>
                  <a:pt x="1038244" y="37529"/>
                </a:cubicBezTo>
                <a:cubicBezTo>
                  <a:pt x="1038244" y="39730"/>
                  <a:pt x="1037491" y="41512"/>
                  <a:pt x="1035984" y="42875"/>
                </a:cubicBezTo>
                <a:cubicBezTo>
                  <a:pt x="1034477" y="44238"/>
                  <a:pt x="1031953" y="44920"/>
                  <a:pt x="1028413" y="44920"/>
                </a:cubicBezTo>
                <a:lnTo>
                  <a:pt x="1005738" y="44920"/>
                </a:lnTo>
                <a:close/>
                <a:moveTo>
                  <a:pt x="1093913" y="44920"/>
                </a:moveTo>
                <a:lnTo>
                  <a:pt x="1093913" y="80512"/>
                </a:lnTo>
                <a:lnTo>
                  <a:pt x="1114867" y="80512"/>
                </a:lnTo>
                <a:cubicBezTo>
                  <a:pt x="1118407" y="80512"/>
                  <a:pt x="1120930" y="81194"/>
                  <a:pt x="1122437" y="82557"/>
                </a:cubicBezTo>
                <a:cubicBezTo>
                  <a:pt x="1123944" y="83920"/>
                  <a:pt x="1124697" y="85702"/>
                  <a:pt x="1124697" y="87903"/>
                </a:cubicBezTo>
                <a:cubicBezTo>
                  <a:pt x="1124697" y="90103"/>
                  <a:pt x="1123944" y="91885"/>
                  <a:pt x="1122437" y="93249"/>
                </a:cubicBezTo>
                <a:cubicBezTo>
                  <a:pt x="1120930" y="94612"/>
                  <a:pt x="1118407" y="95294"/>
                  <a:pt x="1114867" y="95294"/>
                </a:cubicBezTo>
                <a:lnTo>
                  <a:pt x="1070449" y="95294"/>
                </a:lnTo>
                <a:cubicBezTo>
                  <a:pt x="1066909" y="95294"/>
                  <a:pt x="1064385" y="94600"/>
                  <a:pt x="1062878" y="93213"/>
                </a:cubicBezTo>
                <a:cubicBezTo>
                  <a:pt x="1061371" y="91826"/>
                  <a:pt x="1060618" y="90032"/>
                  <a:pt x="1060618" y="87831"/>
                </a:cubicBezTo>
                <a:cubicBezTo>
                  <a:pt x="1060618" y="85631"/>
                  <a:pt x="1061371" y="83861"/>
                  <a:pt x="1062878" y="82521"/>
                </a:cubicBezTo>
                <a:cubicBezTo>
                  <a:pt x="1064385" y="81182"/>
                  <a:pt x="1066909" y="80512"/>
                  <a:pt x="1070449" y="80512"/>
                </a:cubicBezTo>
                <a:lnTo>
                  <a:pt x="1079203" y="80512"/>
                </a:lnTo>
                <a:lnTo>
                  <a:pt x="1079203" y="44920"/>
                </a:lnTo>
                <a:lnTo>
                  <a:pt x="1072171" y="44920"/>
                </a:lnTo>
                <a:cubicBezTo>
                  <a:pt x="1068631" y="44920"/>
                  <a:pt x="1066107" y="44226"/>
                  <a:pt x="1064601" y="42839"/>
                </a:cubicBezTo>
                <a:cubicBezTo>
                  <a:pt x="1063094" y="41452"/>
                  <a:pt x="1062340" y="39658"/>
                  <a:pt x="1062340" y="37457"/>
                </a:cubicBezTo>
                <a:cubicBezTo>
                  <a:pt x="1062340" y="35257"/>
                  <a:pt x="1063094" y="33487"/>
                  <a:pt x="1064601" y="32147"/>
                </a:cubicBezTo>
                <a:cubicBezTo>
                  <a:pt x="1066107" y="30808"/>
                  <a:pt x="1068631" y="30138"/>
                  <a:pt x="1072171" y="30138"/>
                </a:cubicBezTo>
                <a:lnTo>
                  <a:pt x="1079203" y="30138"/>
                </a:lnTo>
                <a:lnTo>
                  <a:pt x="1079203" y="24528"/>
                </a:lnTo>
                <a:cubicBezTo>
                  <a:pt x="1079203" y="18101"/>
                  <a:pt x="1081607" y="12765"/>
                  <a:pt x="1086415" y="8521"/>
                </a:cubicBezTo>
                <a:cubicBezTo>
                  <a:pt x="1091223" y="4276"/>
                  <a:pt x="1098195" y="2153"/>
                  <a:pt x="1107332" y="2153"/>
                </a:cubicBezTo>
                <a:cubicBezTo>
                  <a:pt x="1111398" y="2153"/>
                  <a:pt x="1116098" y="2525"/>
                  <a:pt x="1121432" y="3269"/>
                </a:cubicBezTo>
                <a:cubicBezTo>
                  <a:pt x="1126766" y="4014"/>
                  <a:pt x="1130187" y="5059"/>
                  <a:pt x="1131694" y="6404"/>
                </a:cubicBezTo>
                <a:cubicBezTo>
                  <a:pt x="1133201" y="7750"/>
                  <a:pt x="1133954" y="9479"/>
                  <a:pt x="1133954" y="11593"/>
                </a:cubicBezTo>
                <a:cubicBezTo>
                  <a:pt x="1133954" y="13851"/>
                  <a:pt x="1133284" y="15688"/>
                  <a:pt x="1131945" y="17105"/>
                </a:cubicBezTo>
                <a:cubicBezTo>
                  <a:pt x="1130605" y="18522"/>
                  <a:pt x="1128955" y="19231"/>
                  <a:pt x="1126994" y="19231"/>
                </a:cubicBezTo>
                <a:cubicBezTo>
                  <a:pt x="1126085" y="19231"/>
                  <a:pt x="1124721" y="19064"/>
                  <a:pt x="1122903" y="18729"/>
                </a:cubicBezTo>
                <a:cubicBezTo>
                  <a:pt x="1116828" y="17533"/>
                  <a:pt x="1111446" y="16935"/>
                  <a:pt x="1106758" y="16935"/>
                </a:cubicBezTo>
                <a:cubicBezTo>
                  <a:pt x="1101879" y="16935"/>
                  <a:pt x="1098518" y="17664"/>
                  <a:pt x="1096676" y="19123"/>
                </a:cubicBezTo>
                <a:cubicBezTo>
                  <a:pt x="1094834" y="20582"/>
                  <a:pt x="1093913" y="22388"/>
                  <a:pt x="1093913" y="24541"/>
                </a:cubicBezTo>
                <a:lnTo>
                  <a:pt x="1093913" y="30138"/>
                </a:lnTo>
                <a:lnTo>
                  <a:pt x="1116589" y="30138"/>
                </a:lnTo>
                <a:cubicBezTo>
                  <a:pt x="1120129" y="30138"/>
                  <a:pt x="1122652" y="30820"/>
                  <a:pt x="1124159" y="32183"/>
                </a:cubicBezTo>
                <a:cubicBezTo>
                  <a:pt x="1125666" y="33547"/>
                  <a:pt x="1126420" y="35329"/>
                  <a:pt x="1126420" y="37529"/>
                </a:cubicBezTo>
                <a:cubicBezTo>
                  <a:pt x="1126420" y="39730"/>
                  <a:pt x="1125666" y="41512"/>
                  <a:pt x="1124159" y="42875"/>
                </a:cubicBezTo>
                <a:cubicBezTo>
                  <a:pt x="1122652" y="44238"/>
                  <a:pt x="1120129" y="44920"/>
                  <a:pt x="1116589" y="44920"/>
                </a:cubicBezTo>
                <a:lnTo>
                  <a:pt x="1093913" y="44920"/>
                </a:lnTo>
                <a:close/>
                <a:moveTo>
                  <a:pt x="1219116" y="70035"/>
                </a:moveTo>
                <a:lnTo>
                  <a:pt x="1158768" y="70035"/>
                </a:lnTo>
                <a:cubicBezTo>
                  <a:pt x="1160298" y="73862"/>
                  <a:pt x="1163013" y="76948"/>
                  <a:pt x="1166912" y="79292"/>
                </a:cubicBezTo>
                <a:cubicBezTo>
                  <a:pt x="1170811" y="81636"/>
                  <a:pt x="1176085" y="82808"/>
                  <a:pt x="1182735" y="82808"/>
                </a:cubicBezTo>
                <a:cubicBezTo>
                  <a:pt x="1188188" y="82808"/>
                  <a:pt x="1195436" y="81653"/>
                  <a:pt x="1204477" y="79344"/>
                </a:cubicBezTo>
                <a:cubicBezTo>
                  <a:pt x="1208209" y="78400"/>
                  <a:pt x="1210792" y="77929"/>
                  <a:pt x="1212227" y="77929"/>
                </a:cubicBezTo>
                <a:cubicBezTo>
                  <a:pt x="1214188" y="77929"/>
                  <a:pt x="1215839" y="78622"/>
                  <a:pt x="1217178" y="80010"/>
                </a:cubicBezTo>
                <a:cubicBezTo>
                  <a:pt x="1218518" y="81397"/>
                  <a:pt x="1219187" y="83143"/>
                  <a:pt x="1219187" y="85248"/>
                </a:cubicBezTo>
                <a:cubicBezTo>
                  <a:pt x="1219187" y="87161"/>
                  <a:pt x="1218470" y="88788"/>
                  <a:pt x="1217035" y="90127"/>
                </a:cubicBezTo>
                <a:cubicBezTo>
                  <a:pt x="1215121" y="91897"/>
                  <a:pt x="1210457" y="93584"/>
                  <a:pt x="1203042" y="95186"/>
                </a:cubicBezTo>
                <a:cubicBezTo>
                  <a:pt x="1195627" y="96789"/>
                  <a:pt x="1188499" y="97590"/>
                  <a:pt x="1181658" y="97590"/>
                </a:cubicBezTo>
                <a:cubicBezTo>
                  <a:pt x="1169890" y="97590"/>
                  <a:pt x="1160478" y="94265"/>
                  <a:pt x="1153422" y="87616"/>
                </a:cubicBezTo>
                <a:cubicBezTo>
                  <a:pt x="1146366" y="80966"/>
                  <a:pt x="1142837" y="72786"/>
                  <a:pt x="1142837" y="63075"/>
                </a:cubicBezTo>
                <a:cubicBezTo>
                  <a:pt x="1142837" y="52742"/>
                  <a:pt x="1146653" y="44334"/>
                  <a:pt x="1154283" y="37852"/>
                </a:cubicBezTo>
                <a:cubicBezTo>
                  <a:pt x="1161913" y="31370"/>
                  <a:pt x="1170703" y="28129"/>
                  <a:pt x="1180654" y="28129"/>
                </a:cubicBezTo>
                <a:cubicBezTo>
                  <a:pt x="1186633" y="28129"/>
                  <a:pt x="1192123" y="29180"/>
                  <a:pt x="1197122" y="31282"/>
                </a:cubicBezTo>
                <a:cubicBezTo>
                  <a:pt x="1202121" y="33382"/>
                  <a:pt x="1205841" y="35650"/>
                  <a:pt x="1208280" y="38085"/>
                </a:cubicBezTo>
                <a:cubicBezTo>
                  <a:pt x="1211725" y="41619"/>
                  <a:pt x="1214571" y="45989"/>
                  <a:pt x="1216819" y="51194"/>
                </a:cubicBezTo>
                <a:cubicBezTo>
                  <a:pt x="1218350" y="54824"/>
                  <a:pt x="1219116" y="59027"/>
                  <a:pt x="1219116" y="63804"/>
                </a:cubicBezTo>
                <a:lnTo>
                  <a:pt x="1219116" y="70035"/>
                </a:lnTo>
                <a:moveTo>
                  <a:pt x="1202827" y="55253"/>
                </a:moveTo>
                <a:cubicBezTo>
                  <a:pt x="1200578" y="51115"/>
                  <a:pt x="1197636" y="48024"/>
                  <a:pt x="1194001" y="45979"/>
                </a:cubicBezTo>
                <a:cubicBezTo>
                  <a:pt x="1190365" y="43933"/>
                  <a:pt x="1186035" y="42911"/>
                  <a:pt x="1181012" y="42911"/>
                </a:cubicBezTo>
                <a:cubicBezTo>
                  <a:pt x="1176037" y="42911"/>
                  <a:pt x="1171732" y="43933"/>
                  <a:pt x="1168096" y="45979"/>
                </a:cubicBezTo>
                <a:cubicBezTo>
                  <a:pt x="1164460" y="48024"/>
                  <a:pt x="1161494" y="51115"/>
                  <a:pt x="1159198" y="55253"/>
                </a:cubicBezTo>
                <a:lnTo>
                  <a:pt x="1202827" y="55253"/>
                </a:lnTo>
                <a:close/>
                <a:moveTo>
                  <a:pt x="1267322" y="30138"/>
                </a:moveTo>
                <a:lnTo>
                  <a:pt x="1267322" y="39323"/>
                </a:lnTo>
                <a:cubicBezTo>
                  <a:pt x="1273493" y="34846"/>
                  <a:pt x="1278361" y="31861"/>
                  <a:pt x="1281925" y="30369"/>
                </a:cubicBezTo>
                <a:cubicBezTo>
                  <a:pt x="1285489" y="28876"/>
                  <a:pt x="1288825" y="28129"/>
                  <a:pt x="1291935" y="28129"/>
                </a:cubicBezTo>
                <a:cubicBezTo>
                  <a:pt x="1296719" y="28129"/>
                  <a:pt x="1301359" y="29905"/>
                  <a:pt x="1305856" y="33457"/>
                </a:cubicBezTo>
                <a:cubicBezTo>
                  <a:pt x="1308917" y="35858"/>
                  <a:pt x="1310448" y="38307"/>
                  <a:pt x="1310448" y="40803"/>
                </a:cubicBezTo>
                <a:cubicBezTo>
                  <a:pt x="1310448" y="42915"/>
                  <a:pt x="1309719" y="44704"/>
                  <a:pt x="1308260" y="46169"/>
                </a:cubicBezTo>
                <a:cubicBezTo>
                  <a:pt x="1306801" y="47633"/>
                  <a:pt x="1305043" y="48365"/>
                  <a:pt x="1302985" y="48365"/>
                </a:cubicBezTo>
                <a:cubicBezTo>
                  <a:pt x="1301168" y="48365"/>
                  <a:pt x="1299254" y="47456"/>
                  <a:pt x="1297245" y="45638"/>
                </a:cubicBezTo>
                <a:cubicBezTo>
                  <a:pt x="1295236" y="43820"/>
                  <a:pt x="1293442" y="42911"/>
                  <a:pt x="1291863" y="42911"/>
                </a:cubicBezTo>
                <a:cubicBezTo>
                  <a:pt x="1289806" y="42911"/>
                  <a:pt x="1286732" y="44203"/>
                  <a:pt x="1282642" y="46786"/>
                </a:cubicBezTo>
                <a:cubicBezTo>
                  <a:pt x="1278552" y="49369"/>
                  <a:pt x="1273445" y="53244"/>
                  <a:pt x="1267322" y="58411"/>
                </a:cubicBezTo>
                <a:lnTo>
                  <a:pt x="1267322" y="80512"/>
                </a:lnTo>
                <a:lnTo>
                  <a:pt x="1288275" y="80512"/>
                </a:lnTo>
                <a:cubicBezTo>
                  <a:pt x="1291815" y="80512"/>
                  <a:pt x="1294339" y="81194"/>
                  <a:pt x="1295846" y="82557"/>
                </a:cubicBezTo>
                <a:cubicBezTo>
                  <a:pt x="1297353" y="83920"/>
                  <a:pt x="1298106" y="85702"/>
                  <a:pt x="1298106" y="87903"/>
                </a:cubicBezTo>
                <a:cubicBezTo>
                  <a:pt x="1298106" y="90103"/>
                  <a:pt x="1297353" y="91885"/>
                  <a:pt x="1295846" y="93249"/>
                </a:cubicBezTo>
                <a:cubicBezTo>
                  <a:pt x="1294339" y="94612"/>
                  <a:pt x="1291815" y="95294"/>
                  <a:pt x="1288275" y="95294"/>
                </a:cubicBezTo>
                <a:lnTo>
                  <a:pt x="1243857" y="95294"/>
                </a:lnTo>
                <a:cubicBezTo>
                  <a:pt x="1240317" y="95294"/>
                  <a:pt x="1237794" y="94600"/>
                  <a:pt x="1236287" y="93213"/>
                </a:cubicBezTo>
                <a:cubicBezTo>
                  <a:pt x="1234780" y="91826"/>
                  <a:pt x="1234027" y="90032"/>
                  <a:pt x="1234027" y="87831"/>
                </a:cubicBezTo>
                <a:cubicBezTo>
                  <a:pt x="1234027" y="85631"/>
                  <a:pt x="1234780" y="83861"/>
                  <a:pt x="1236287" y="82521"/>
                </a:cubicBezTo>
                <a:cubicBezTo>
                  <a:pt x="1237794" y="81182"/>
                  <a:pt x="1240317" y="80512"/>
                  <a:pt x="1243857" y="80512"/>
                </a:cubicBezTo>
                <a:lnTo>
                  <a:pt x="1252612" y="80512"/>
                </a:lnTo>
                <a:lnTo>
                  <a:pt x="1252612" y="44920"/>
                </a:lnTo>
                <a:lnTo>
                  <a:pt x="1247302" y="44920"/>
                </a:lnTo>
                <a:cubicBezTo>
                  <a:pt x="1243762" y="44920"/>
                  <a:pt x="1241238" y="44226"/>
                  <a:pt x="1239731" y="42839"/>
                </a:cubicBezTo>
                <a:cubicBezTo>
                  <a:pt x="1238224" y="41452"/>
                  <a:pt x="1237471" y="39658"/>
                  <a:pt x="1237471" y="37457"/>
                </a:cubicBezTo>
                <a:cubicBezTo>
                  <a:pt x="1237471" y="35257"/>
                  <a:pt x="1238224" y="33487"/>
                  <a:pt x="1239731" y="32147"/>
                </a:cubicBezTo>
                <a:cubicBezTo>
                  <a:pt x="1241238" y="30808"/>
                  <a:pt x="1243762" y="30138"/>
                  <a:pt x="1247302" y="30138"/>
                </a:cubicBezTo>
                <a:lnTo>
                  <a:pt x="1267322" y="30138"/>
                </a:lnTo>
                <a:close/>
                <a:moveTo>
                  <a:pt x="1346528" y="39641"/>
                </a:moveTo>
                <a:lnTo>
                  <a:pt x="1333827" y="35545"/>
                </a:lnTo>
                <a:cubicBezTo>
                  <a:pt x="1330813" y="34586"/>
                  <a:pt x="1328900" y="33556"/>
                  <a:pt x="1328086" y="32455"/>
                </a:cubicBezTo>
                <a:cubicBezTo>
                  <a:pt x="1326938" y="31064"/>
                  <a:pt x="1326364" y="29507"/>
                  <a:pt x="1326364" y="27781"/>
                </a:cubicBezTo>
                <a:cubicBezTo>
                  <a:pt x="1326364" y="25769"/>
                  <a:pt x="1327070" y="24033"/>
                  <a:pt x="1328481" y="22572"/>
                </a:cubicBezTo>
                <a:cubicBezTo>
                  <a:pt x="1329892" y="21110"/>
                  <a:pt x="1331483" y="20379"/>
                  <a:pt x="1333253" y="20379"/>
                </a:cubicBezTo>
                <a:cubicBezTo>
                  <a:pt x="1334401" y="20379"/>
                  <a:pt x="1336099" y="20763"/>
                  <a:pt x="1338348" y="21529"/>
                </a:cubicBezTo>
                <a:lnTo>
                  <a:pt x="1351049" y="25626"/>
                </a:lnTo>
                <a:lnTo>
                  <a:pt x="1351049" y="12275"/>
                </a:lnTo>
                <a:cubicBezTo>
                  <a:pt x="1351049" y="8733"/>
                  <a:pt x="1351730" y="6209"/>
                  <a:pt x="1353094" y="4702"/>
                </a:cubicBezTo>
                <a:cubicBezTo>
                  <a:pt x="1354457" y="3194"/>
                  <a:pt x="1356239" y="2440"/>
                  <a:pt x="1358440" y="2440"/>
                </a:cubicBezTo>
                <a:cubicBezTo>
                  <a:pt x="1360640" y="2440"/>
                  <a:pt x="1362410" y="3194"/>
                  <a:pt x="1363750" y="4702"/>
                </a:cubicBezTo>
                <a:cubicBezTo>
                  <a:pt x="1365089" y="6209"/>
                  <a:pt x="1365759" y="8733"/>
                  <a:pt x="1365759" y="12275"/>
                </a:cubicBezTo>
                <a:lnTo>
                  <a:pt x="1365759" y="25626"/>
                </a:lnTo>
                <a:lnTo>
                  <a:pt x="1378460" y="21529"/>
                </a:lnTo>
                <a:cubicBezTo>
                  <a:pt x="1380756" y="20763"/>
                  <a:pt x="1382431" y="20379"/>
                  <a:pt x="1383483" y="20379"/>
                </a:cubicBezTo>
                <a:cubicBezTo>
                  <a:pt x="1385301" y="20379"/>
                  <a:pt x="1386915" y="21098"/>
                  <a:pt x="1388327" y="22536"/>
                </a:cubicBezTo>
                <a:cubicBezTo>
                  <a:pt x="1389738" y="23973"/>
                  <a:pt x="1390444" y="25697"/>
                  <a:pt x="1390444" y="27710"/>
                </a:cubicBezTo>
                <a:cubicBezTo>
                  <a:pt x="1390444" y="29483"/>
                  <a:pt x="1389953" y="30981"/>
                  <a:pt x="1388972" y="32203"/>
                </a:cubicBezTo>
                <a:cubicBezTo>
                  <a:pt x="1387992" y="33425"/>
                  <a:pt x="1386018" y="34538"/>
                  <a:pt x="1383052" y="35545"/>
                </a:cubicBezTo>
                <a:lnTo>
                  <a:pt x="1370351" y="39641"/>
                </a:lnTo>
                <a:lnTo>
                  <a:pt x="1378173" y="50495"/>
                </a:lnTo>
                <a:cubicBezTo>
                  <a:pt x="1380087" y="53130"/>
                  <a:pt x="1381043" y="55215"/>
                  <a:pt x="1381043" y="56749"/>
                </a:cubicBezTo>
                <a:cubicBezTo>
                  <a:pt x="1381043" y="58809"/>
                  <a:pt x="1380326" y="60558"/>
                  <a:pt x="1378891" y="61996"/>
                </a:cubicBezTo>
                <a:cubicBezTo>
                  <a:pt x="1377455" y="63433"/>
                  <a:pt x="1375733" y="64151"/>
                  <a:pt x="1373724" y="64151"/>
                </a:cubicBezTo>
                <a:cubicBezTo>
                  <a:pt x="1372241" y="64151"/>
                  <a:pt x="1371009" y="63840"/>
                  <a:pt x="1370029" y="63218"/>
                </a:cubicBezTo>
                <a:cubicBezTo>
                  <a:pt x="1369048" y="62595"/>
                  <a:pt x="1367792" y="61229"/>
                  <a:pt x="1366261" y="59119"/>
                </a:cubicBezTo>
                <a:lnTo>
                  <a:pt x="1358440" y="48338"/>
                </a:lnTo>
                <a:lnTo>
                  <a:pt x="1350546" y="59265"/>
                </a:lnTo>
                <a:cubicBezTo>
                  <a:pt x="1349063" y="61403"/>
                  <a:pt x="1347820" y="62800"/>
                  <a:pt x="1346815" y="63456"/>
                </a:cubicBezTo>
                <a:cubicBezTo>
                  <a:pt x="1345810" y="64111"/>
                  <a:pt x="1344591" y="64438"/>
                  <a:pt x="1343155" y="64438"/>
                </a:cubicBezTo>
                <a:cubicBezTo>
                  <a:pt x="1341146" y="64438"/>
                  <a:pt x="1339412" y="63701"/>
                  <a:pt x="1337953" y="62227"/>
                </a:cubicBezTo>
                <a:cubicBezTo>
                  <a:pt x="1336494" y="60753"/>
                  <a:pt x="1335764" y="58952"/>
                  <a:pt x="1335764" y="56825"/>
                </a:cubicBezTo>
                <a:cubicBezTo>
                  <a:pt x="1335764" y="55327"/>
                  <a:pt x="1336721" y="53249"/>
                  <a:pt x="1338635" y="50589"/>
                </a:cubicBezTo>
                <a:lnTo>
                  <a:pt x="1346528" y="39641"/>
                </a:lnTo>
                <a:close/>
                <a:moveTo>
                  <a:pt x="1565718" y="60276"/>
                </a:moveTo>
                <a:lnTo>
                  <a:pt x="1504294" y="60276"/>
                </a:lnTo>
                <a:lnTo>
                  <a:pt x="1504294" y="46786"/>
                </a:lnTo>
                <a:lnTo>
                  <a:pt x="1565718" y="46786"/>
                </a:lnTo>
                <a:lnTo>
                  <a:pt x="1565718" y="60276"/>
                </a:lnTo>
                <a:close/>
                <a:moveTo>
                  <a:pt x="1638608" y="53296"/>
                </a:moveTo>
                <a:lnTo>
                  <a:pt x="1590962" y="26824"/>
                </a:lnTo>
                <a:cubicBezTo>
                  <a:pt x="1588570" y="25492"/>
                  <a:pt x="1586979" y="24303"/>
                  <a:pt x="1586190" y="23256"/>
                </a:cubicBezTo>
                <a:cubicBezTo>
                  <a:pt x="1585400" y="22210"/>
                  <a:pt x="1585006" y="20878"/>
                  <a:pt x="1585006" y="19260"/>
                </a:cubicBezTo>
                <a:cubicBezTo>
                  <a:pt x="1585006" y="17215"/>
                  <a:pt x="1585747" y="15455"/>
                  <a:pt x="1587230" y="13981"/>
                </a:cubicBezTo>
                <a:cubicBezTo>
                  <a:pt x="1588713" y="12506"/>
                  <a:pt x="1590459" y="11768"/>
                  <a:pt x="1592468" y="11768"/>
                </a:cubicBezTo>
                <a:cubicBezTo>
                  <a:pt x="1593712" y="11768"/>
                  <a:pt x="1595626" y="12462"/>
                  <a:pt x="1598209" y="13849"/>
                </a:cubicBezTo>
                <a:lnTo>
                  <a:pt x="1669177" y="53316"/>
                </a:lnTo>
                <a:lnTo>
                  <a:pt x="1598209" y="92850"/>
                </a:lnTo>
                <a:cubicBezTo>
                  <a:pt x="1595626" y="94288"/>
                  <a:pt x="1593712" y="95007"/>
                  <a:pt x="1592468" y="95007"/>
                </a:cubicBezTo>
                <a:cubicBezTo>
                  <a:pt x="1590459" y="95007"/>
                  <a:pt x="1588713" y="94270"/>
                  <a:pt x="1587230" y="92796"/>
                </a:cubicBezTo>
                <a:cubicBezTo>
                  <a:pt x="1585747" y="91322"/>
                  <a:pt x="1585006" y="89538"/>
                  <a:pt x="1585006" y="87445"/>
                </a:cubicBezTo>
                <a:cubicBezTo>
                  <a:pt x="1585006" y="85829"/>
                  <a:pt x="1585400" y="84499"/>
                  <a:pt x="1586190" y="83454"/>
                </a:cubicBezTo>
                <a:cubicBezTo>
                  <a:pt x="1586979" y="82407"/>
                  <a:pt x="1588570" y="81218"/>
                  <a:pt x="1590962" y="79886"/>
                </a:cubicBezTo>
                <a:lnTo>
                  <a:pt x="1638608" y="53296"/>
                </a:lnTo>
                <a:close/>
                <a:moveTo>
                  <a:pt x="1781162" y="87114"/>
                </a:moveTo>
                <a:lnTo>
                  <a:pt x="1781162" y="111224"/>
                </a:lnTo>
                <a:lnTo>
                  <a:pt x="1789988" y="111224"/>
                </a:lnTo>
                <a:cubicBezTo>
                  <a:pt x="1793528" y="111224"/>
                  <a:pt x="1796052" y="111918"/>
                  <a:pt x="1797559" y="113305"/>
                </a:cubicBezTo>
                <a:cubicBezTo>
                  <a:pt x="1799066" y="114692"/>
                  <a:pt x="1799819" y="116486"/>
                  <a:pt x="1799819" y="118687"/>
                </a:cubicBezTo>
                <a:cubicBezTo>
                  <a:pt x="1799819" y="120887"/>
                  <a:pt x="1799066" y="122657"/>
                  <a:pt x="1797559" y="123997"/>
                </a:cubicBezTo>
                <a:cubicBezTo>
                  <a:pt x="1796052" y="125336"/>
                  <a:pt x="1793528" y="126006"/>
                  <a:pt x="1789988" y="126006"/>
                </a:cubicBezTo>
                <a:lnTo>
                  <a:pt x="1763940" y="126006"/>
                </a:lnTo>
                <a:cubicBezTo>
                  <a:pt x="1760400" y="126006"/>
                  <a:pt x="1757877" y="125336"/>
                  <a:pt x="1756370" y="123997"/>
                </a:cubicBezTo>
                <a:cubicBezTo>
                  <a:pt x="1754863" y="122657"/>
                  <a:pt x="1754110" y="120887"/>
                  <a:pt x="1754110" y="118687"/>
                </a:cubicBezTo>
                <a:cubicBezTo>
                  <a:pt x="1754110" y="116486"/>
                  <a:pt x="1754875" y="114692"/>
                  <a:pt x="1756406" y="113305"/>
                </a:cubicBezTo>
                <a:cubicBezTo>
                  <a:pt x="1757937" y="111918"/>
                  <a:pt x="1760448" y="111224"/>
                  <a:pt x="1763940" y="111224"/>
                </a:cubicBezTo>
                <a:lnTo>
                  <a:pt x="1766452" y="111224"/>
                </a:lnTo>
                <a:lnTo>
                  <a:pt x="1766452" y="44920"/>
                </a:lnTo>
                <a:lnTo>
                  <a:pt x="1763940" y="44920"/>
                </a:lnTo>
                <a:cubicBezTo>
                  <a:pt x="1760400" y="44920"/>
                  <a:pt x="1757877" y="44226"/>
                  <a:pt x="1756370" y="42839"/>
                </a:cubicBezTo>
                <a:cubicBezTo>
                  <a:pt x="1754863" y="41452"/>
                  <a:pt x="1754110" y="39658"/>
                  <a:pt x="1754110" y="37457"/>
                </a:cubicBezTo>
                <a:cubicBezTo>
                  <a:pt x="1754110" y="35257"/>
                  <a:pt x="1754863" y="33487"/>
                  <a:pt x="1756370" y="32147"/>
                </a:cubicBezTo>
                <a:cubicBezTo>
                  <a:pt x="1757877" y="30808"/>
                  <a:pt x="1760400" y="30138"/>
                  <a:pt x="1763940" y="30138"/>
                </a:cubicBezTo>
                <a:lnTo>
                  <a:pt x="1781162" y="30138"/>
                </a:lnTo>
                <a:lnTo>
                  <a:pt x="1781162" y="35161"/>
                </a:lnTo>
                <a:cubicBezTo>
                  <a:pt x="1784607" y="32793"/>
                  <a:pt x="1788170" y="31029"/>
                  <a:pt x="1791854" y="29869"/>
                </a:cubicBezTo>
                <a:cubicBezTo>
                  <a:pt x="1795538" y="28709"/>
                  <a:pt x="1799317" y="28129"/>
                  <a:pt x="1803192" y="28129"/>
                </a:cubicBezTo>
                <a:cubicBezTo>
                  <a:pt x="1813238" y="28129"/>
                  <a:pt x="1821801" y="31537"/>
                  <a:pt x="1828881" y="38354"/>
                </a:cubicBezTo>
                <a:cubicBezTo>
                  <a:pt x="1835961" y="45171"/>
                  <a:pt x="1839501" y="52981"/>
                  <a:pt x="1839501" y="61783"/>
                </a:cubicBezTo>
                <a:cubicBezTo>
                  <a:pt x="1839501" y="71494"/>
                  <a:pt x="1835315" y="79507"/>
                  <a:pt x="1826943" y="85822"/>
                </a:cubicBezTo>
                <a:cubicBezTo>
                  <a:pt x="1819959" y="91084"/>
                  <a:pt x="1812090" y="93715"/>
                  <a:pt x="1803335" y="93715"/>
                </a:cubicBezTo>
                <a:cubicBezTo>
                  <a:pt x="1799556" y="93715"/>
                  <a:pt x="1795825" y="93165"/>
                  <a:pt x="1792141" y="92065"/>
                </a:cubicBezTo>
                <a:cubicBezTo>
                  <a:pt x="1788458" y="90965"/>
                  <a:pt x="1784798" y="89314"/>
                  <a:pt x="1781162" y="87114"/>
                </a:cubicBezTo>
                <a:moveTo>
                  <a:pt x="1824791" y="61850"/>
                </a:moveTo>
                <a:cubicBezTo>
                  <a:pt x="1824791" y="59802"/>
                  <a:pt x="1823977" y="57194"/>
                  <a:pt x="1822351" y="54027"/>
                </a:cubicBezTo>
                <a:cubicBezTo>
                  <a:pt x="1820724" y="50857"/>
                  <a:pt x="1818225" y="48213"/>
                  <a:pt x="1814852" y="46093"/>
                </a:cubicBezTo>
                <a:cubicBezTo>
                  <a:pt x="1811480" y="43972"/>
                  <a:pt x="1807521" y="42911"/>
                  <a:pt x="1802976" y="42911"/>
                </a:cubicBezTo>
                <a:cubicBezTo>
                  <a:pt x="1795657" y="42911"/>
                  <a:pt x="1789845" y="45650"/>
                  <a:pt x="1785539" y="51129"/>
                </a:cubicBezTo>
                <a:cubicBezTo>
                  <a:pt x="1782621" y="54894"/>
                  <a:pt x="1781162" y="58515"/>
                  <a:pt x="1781162" y="61994"/>
                </a:cubicBezTo>
                <a:cubicBezTo>
                  <a:pt x="1781162" y="65902"/>
                  <a:pt x="1783255" y="69702"/>
                  <a:pt x="1787441" y="73394"/>
                </a:cubicBezTo>
                <a:cubicBezTo>
                  <a:pt x="1791627" y="77087"/>
                  <a:pt x="1796805" y="78933"/>
                  <a:pt x="1802976" y="78933"/>
                </a:cubicBezTo>
                <a:cubicBezTo>
                  <a:pt x="1809195" y="78933"/>
                  <a:pt x="1814386" y="77099"/>
                  <a:pt x="1818548" y="73430"/>
                </a:cubicBezTo>
                <a:cubicBezTo>
                  <a:pt x="1822710" y="69762"/>
                  <a:pt x="1824791" y="65902"/>
                  <a:pt x="1824791" y="61850"/>
                </a:cubicBezTo>
                <a:close/>
                <a:moveTo>
                  <a:pt x="1925811" y="63864"/>
                </a:moveTo>
                <a:cubicBezTo>
                  <a:pt x="1925811" y="69509"/>
                  <a:pt x="1924244" y="74975"/>
                  <a:pt x="1921111" y="80261"/>
                </a:cubicBezTo>
                <a:cubicBezTo>
                  <a:pt x="1917977" y="85547"/>
                  <a:pt x="1913313" y="89757"/>
                  <a:pt x="1907118" y="92890"/>
                </a:cubicBezTo>
                <a:cubicBezTo>
                  <a:pt x="1900923" y="96023"/>
                  <a:pt x="1894453" y="97590"/>
                  <a:pt x="1887708" y="97590"/>
                </a:cubicBezTo>
                <a:cubicBezTo>
                  <a:pt x="1881010" y="97590"/>
                  <a:pt x="1874600" y="96047"/>
                  <a:pt x="1868477" y="92962"/>
                </a:cubicBezTo>
                <a:cubicBezTo>
                  <a:pt x="1862353" y="89876"/>
                  <a:pt x="1857689" y="85678"/>
                  <a:pt x="1854484" y="80368"/>
                </a:cubicBezTo>
                <a:cubicBezTo>
                  <a:pt x="1851279" y="75058"/>
                  <a:pt x="1849676" y="69509"/>
                  <a:pt x="1849676" y="63721"/>
                </a:cubicBezTo>
                <a:cubicBezTo>
                  <a:pt x="1849676" y="57836"/>
                  <a:pt x="1851303" y="52060"/>
                  <a:pt x="1854556" y="46391"/>
                </a:cubicBezTo>
                <a:cubicBezTo>
                  <a:pt x="1857809" y="40722"/>
                  <a:pt x="1862485" y="36261"/>
                  <a:pt x="1868584" y="33008"/>
                </a:cubicBezTo>
                <a:cubicBezTo>
                  <a:pt x="1874684" y="29755"/>
                  <a:pt x="1881058" y="28129"/>
                  <a:pt x="1887708" y="28129"/>
                </a:cubicBezTo>
                <a:cubicBezTo>
                  <a:pt x="1894405" y="28129"/>
                  <a:pt x="1900851" y="29791"/>
                  <a:pt x="1907046" y="33116"/>
                </a:cubicBezTo>
                <a:cubicBezTo>
                  <a:pt x="1913241" y="36441"/>
                  <a:pt x="1917918" y="40914"/>
                  <a:pt x="1921075" y="46535"/>
                </a:cubicBezTo>
                <a:cubicBezTo>
                  <a:pt x="1924232" y="52156"/>
                  <a:pt x="1925811" y="57932"/>
                  <a:pt x="1925811" y="63864"/>
                </a:cubicBezTo>
                <a:moveTo>
                  <a:pt x="1911101" y="63931"/>
                </a:moveTo>
                <a:cubicBezTo>
                  <a:pt x="1911101" y="59213"/>
                  <a:pt x="1909402" y="54876"/>
                  <a:pt x="1906006" y="50919"/>
                </a:cubicBezTo>
                <a:cubicBezTo>
                  <a:pt x="1901365" y="45580"/>
                  <a:pt x="1895266" y="42911"/>
                  <a:pt x="1887708" y="42911"/>
                </a:cubicBezTo>
                <a:cubicBezTo>
                  <a:pt x="1881058" y="42911"/>
                  <a:pt x="1875509" y="45032"/>
                  <a:pt x="1871060" y="49275"/>
                </a:cubicBezTo>
                <a:cubicBezTo>
                  <a:pt x="1866611" y="53518"/>
                  <a:pt x="1864386" y="58427"/>
                  <a:pt x="1864386" y="64003"/>
                </a:cubicBezTo>
                <a:cubicBezTo>
                  <a:pt x="1864386" y="68579"/>
                  <a:pt x="1866635" y="72858"/>
                  <a:pt x="1871132" y="76839"/>
                </a:cubicBezTo>
                <a:cubicBezTo>
                  <a:pt x="1875628" y="80818"/>
                  <a:pt x="1881154" y="82808"/>
                  <a:pt x="1887708" y="82808"/>
                </a:cubicBezTo>
                <a:cubicBezTo>
                  <a:pt x="1894309" y="82808"/>
                  <a:pt x="1899859" y="80818"/>
                  <a:pt x="1904355" y="76839"/>
                </a:cubicBezTo>
                <a:cubicBezTo>
                  <a:pt x="1908852" y="72858"/>
                  <a:pt x="1911101" y="68555"/>
                  <a:pt x="1911101" y="63931"/>
                </a:cubicBezTo>
                <a:close/>
                <a:moveTo>
                  <a:pt x="1991670" y="47360"/>
                </a:moveTo>
                <a:cubicBezTo>
                  <a:pt x="1989278" y="45877"/>
                  <a:pt x="1986766" y="44765"/>
                  <a:pt x="1984135" y="44023"/>
                </a:cubicBezTo>
                <a:cubicBezTo>
                  <a:pt x="1981504" y="43282"/>
                  <a:pt x="1978753" y="42911"/>
                  <a:pt x="1975883" y="42911"/>
                </a:cubicBezTo>
                <a:cubicBezTo>
                  <a:pt x="1970190" y="42911"/>
                  <a:pt x="1965669" y="43840"/>
                  <a:pt x="1962321" y="45698"/>
                </a:cubicBezTo>
                <a:cubicBezTo>
                  <a:pt x="1960838" y="46509"/>
                  <a:pt x="1960096" y="47391"/>
                  <a:pt x="1960096" y="48344"/>
                </a:cubicBezTo>
                <a:cubicBezTo>
                  <a:pt x="1960096" y="49440"/>
                  <a:pt x="1961101" y="50513"/>
                  <a:pt x="1963110" y="51562"/>
                </a:cubicBezTo>
                <a:cubicBezTo>
                  <a:pt x="1964641" y="52325"/>
                  <a:pt x="1968061" y="53063"/>
                  <a:pt x="1973371" y="53778"/>
                </a:cubicBezTo>
                <a:cubicBezTo>
                  <a:pt x="1983130" y="55113"/>
                  <a:pt x="1989924" y="56449"/>
                  <a:pt x="1993751" y="57787"/>
                </a:cubicBezTo>
                <a:cubicBezTo>
                  <a:pt x="1998774" y="59557"/>
                  <a:pt x="2002648" y="62188"/>
                  <a:pt x="2005375" y="65678"/>
                </a:cubicBezTo>
                <a:cubicBezTo>
                  <a:pt x="2008102" y="69167"/>
                  <a:pt x="2009465" y="72848"/>
                  <a:pt x="2009465" y="76720"/>
                </a:cubicBezTo>
                <a:cubicBezTo>
                  <a:pt x="2009465" y="81979"/>
                  <a:pt x="2007145" y="86378"/>
                  <a:pt x="2002505" y="89917"/>
                </a:cubicBezTo>
                <a:cubicBezTo>
                  <a:pt x="1995855" y="95032"/>
                  <a:pt x="1987221" y="97590"/>
                  <a:pt x="1976601" y="97590"/>
                </a:cubicBezTo>
                <a:cubicBezTo>
                  <a:pt x="1972343" y="97590"/>
                  <a:pt x="1968408" y="97225"/>
                  <a:pt x="1964796" y="96496"/>
                </a:cubicBezTo>
                <a:cubicBezTo>
                  <a:pt x="1961185" y="95766"/>
                  <a:pt x="1957872" y="94696"/>
                  <a:pt x="1954858" y="93285"/>
                </a:cubicBezTo>
                <a:cubicBezTo>
                  <a:pt x="1954140" y="93929"/>
                  <a:pt x="1953375" y="94425"/>
                  <a:pt x="1952562" y="94774"/>
                </a:cubicBezTo>
                <a:cubicBezTo>
                  <a:pt x="1951749" y="95120"/>
                  <a:pt x="1950911" y="95294"/>
                  <a:pt x="1950050" y="95294"/>
                </a:cubicBezTo>
                <a:cubicBezTo>
                  <a:pt x="1947754" y="95294"/>
                  <a:pt x="1945924" y="94538"/>
                  <a:pt x="1944561" y="93027"/>
                </a:cubicBezTo>
                <a:cubicBezTo>
                  <a:pt x="1943197" y="91515"/>
                  <a:pt x="1942516" y="88984"/>
                  <a:pt x="1942516" y="85434"/>
                </a:cubicBezTo>
                <a:lnTo>
                  <a:pt x="1942516" y="80469"/>
                </a:lnTo>
                <a:cubicBezTo>
                  <a:pt x="1942516" y="76919"/>
                  <a:pt x="1943197" y="74388"/>
                  <a:pt x="1944561" y="72876"/>
                </a:cubicBezTo>
                <a:cubicBezTo>
                  <a:pt x="1945924" y="71365"/>
                  <a:pt x="1947706" y="70609"/>
                  <a:pt x="1949907" y="70609"/>
                </a:cubicBezTo>
                <a:cubicBezTo>
                  <a:pt x="1951677" y="70609"/>
                  <a:pt x="1953160" y="71094"/>
                  <a:pt x="1954356" y="72065"/>
                </a:cubicBezTo>
                <a:cubicBezTo>
                  <a:pt x="1955552" y="73033"/>
                  <a:pt x="1956485" y="74699"/>
                  <a:pt x="1957154" y="77063"/>
                </a:cubicBezTo>
                <a:cubicBezTo>
                  <a:pt x="1959403" y="78954"/>
                  <a:pt x="1962106" y="80385"/>
                  <a:pt x="1965263" y="81355"/>
                </a:cubicBezTo>
                <a:cubicBezTo>
                  <a:pt x="1968420" y="82324"/>
                  <a:pt x="1972056" y="82808"/>
                  <a:pt x="1976170" y="82808"/>
                </a:cubicBezTo>
                <a:cubicBezTo>
                  <a:pt x="1982915" y="82808"/>
                  <a:pt x="1988153" y="81759"/>
                  <a:pt x="1991885" y="79662"/>
                </a:cubicBezTo>
                <a:cubicBezTo>
                  <a:pt x="1993655" y="78614"/>
                  <a:pt x="1994540" y="77517"/>
                  <a:pt x="1994540" y="76372"/>
                </a:cubicBezTo>
                <a:cubicBezTo>
                  <a:pt x="1994540" y="74466"/>
                  <a:pt x="1993272" y="72894"/>
                  <a:pt x="1990737" y="71654"/>
                </a:cubicBezTo>
                <a:cubicBezTo>
                  <a:pt x="1988201" y="70415"/>
                  <a:pt x="1982963" y="69366"/>
                  <a:pt x="1975022" y="68508"/>
                </a:cubicBezTo>
                <a:cubicBezTo>
                  <a:pt x="1963206" y="67269"/>
                  <a:pt x="1955313" y="64880"/>
                  <a:pt x="1951342" y="61341"/>
                </a:cubicBezTo>
                <a:cubicBezTo>
                  <a:pt x="1947371" y="57851"/>
                  <a:pt x="1945386" y="53547"/>
                  <a:pt x="1945386" y="48430"/>
                </a:cubicBezTo>
                <a:cubicBezTo>
                  <a:pt x="1945386" y="43169"/>
                  <a:pt x="1947611" y="38793"/>
                  <a:pt x="1952060" y="35302"/>
                </a:cubicBezTo>
                <a:cubicBezTo>
                  <a:pt x="1958087" y="30520"/>
                  <a:pt x="1965980" y="28129"/>
                  <a:pt x="1975739" y="28129"/>
                </a:cubicBezTo>
                <a:cubicBezTo>
                  <a:pt x="1979136" y="28129"/>
                  <a:pt x="1982401" y="28458"/>
                  <a:pt x="1985534" y="29116"/>
                </a:cubicBezTo>
                <a:cubicBezTo>
                  <a:pt x="1988668" y="29773"/>
                  <a:pt x="1991670" y="30784"/>
                  <a:pt x="1994540" y="32147"/>
                </a:cubicBezTo>
                <a:cubicBezTo>
                  <a:pt x="1995449" y="31478"/>
                  <a:pt x="1996298" y="30975"/>
                  <a:pt x="1997087" y="30640"/>
                </a:cubicBezTo>
                <a:cubicBezTo>
                  <a:pt x="1997877" y="30306"/>
                  <a:pt x="1998606" y="30138"/>
                  <a:pt x="1999276" y="30138"/>
                </a:cubicBezTo>
                <a:cubicBezTo>
                  <a:pt x="2001285" y="30138"/>
                  <a:pt x="2002959" y="30892"/>
                  <a:pt x="2004299" y="32398"/>
                </a:cubicBezTo>
                <a:cubicBezTo>
                  <a:pt x="2005638" y="33905"/>
                  <a:pt x="2006308" y="36429"/>
                  <a:pt x="2006308" y="39969"/>
                </a:cubicBezTo>
                <a:lnTo>
                  <a:pt x="2006308" y="43557"/>
                </a:lnTo>
                <a:cubicBezTo>
                  <a:pt x="2006308" y="46762"/>
                  <a:pt x="2005925" y="48939"/>
                  <a:pt x="2005160" y="50087"/>
                </a:cubicBezTo>
                <a:cubicBezTo>
                  <a:pt x="2003629" y="52287"/>
                  <a:pt x="2001548" y="53388"/>
                  <a:pt x="1998917" y="53388"/>
                </a:cubicBezTo>
                <a:cubicBezTo>
                  <a:pt x="1997147" y="53388"/>
                  <a:pt x="1995592" y="52837"/>
                  <a:pt x="1994253" y="51737"/>
                </a:cubicBezTo>
                <a:cubicBezTo>
                  <a:pt x="1992913" y="50637"/>
                  <a:pt x="1992052" y="49178"/>
                  <a:pt x="1991670" y="47360"/>
                </a:cubicBezTo>
                <a:close/>
                <a:moveTo>
                  <a:pt x="2060471" y="75489"/>
                </a:moveTo>
                <a:lnTo>
                  <a:pt x="2080132" y="75489"/>
                </a:lnTo>
                <a:lnTo>
                  <a:pt x="2058964" y="115451"/>
                </a:lnTo>
                <a:cubicBezTo>
                  <a:pt x="2057720" y="117800"/>
                  <a:pt x="2056165" y="118974"/>
                  <a:pt x="2054300" y="118974"/>
                </a:cubicBezTo>
                <a:cubicBezTo>
                  <a:pt x="2053056" y="118974"/>
                  <a:pt x="2051991" y="118566"/>
                  <a:pt x="2051106" y="117752"/>
                </a:cubicBezTo>
                <a:cubicBezTo>
                  <a:pt x="2050221" y="116937"/>
                  <a:pt x="2049779" y="116027"/>
                  <a:pt x="2049779" y="115020"/>
                </a:cubicBezTo>
                <a:cubicBezTo>
                  <a:pt x="2049779" y="114301"/>
                  <a:pt x="2049946" y="113319"/>
                  <a:pt x="2050281" y="112074"/>
                </a:cubicBezTo>
                <a:lnTo>
                  <a:pt x="2060471" y="75489"/>
                </a:lnTo>
                <a:close/>
                <a:moveTo>
                  <a:pt x="2359728" y="30138"/>
                </a:moveTo>
                <a:lnTo>
                  <a:pt x="2359728" y="80512"/>
                </a:lnTo>
                <a:cubicBezTo>
                  <a:pt x="2362838" y="80512"/>
                  <a:pt x="2365134" y="81194"/>
                  <a:pt x="2366617" y="82557"/>
                </a:cubicBezTo>
                <a:cubicBezTo>
                  <a:pt x="2368100" y="83920"/>
                  <a:pt x="2368842" y="85702"/>
                  <a:pt x="2368842" y="87903"/>
                </a:cubicBezTo>
                <a:cubicBezTo>
                  <a:pt x="2368842" y="90103"/>
                  <a:pt x="2368088" y="91885"/>
                  <a:pt x="2366581" y="93249"/>
                </a:cubicBezTo>
                <a:cubicBezTo>
                  <a:pt x="2365074" y="94612"/>
                  <a:pt x="2362551" y="95294"/>
                  <a:pt x="2359011" y="95294"/>
                </a:cubicBezTo>
                <a:lnTo>
                  <a:pt x="2345018" y="95294"/>
                </a:lnTo>
                <a:lnTo>
                  <a:pt x="2345018" y="91850"/>
                </a:lnTo>
                <a:cubicBezTo>
                  <a:pt x="2340808" y="93763"/>
                  <a:pt x="2336790" y="95198"/>
                  <a:pt x="2332963" y="96155"/>
                </a:cubicBezTo>
                <a:cubicBezTo>
                  <a:pt x="2329136" y="97112"/>
                  <a:pt x="2325500" y="97590"/>
                  <a:pt x="2322056" y="97590"/>
                </a:cubicBezTo>
                <a:cubicBezTo>
                  <a:pt x="2317224" y="97590"/>
                  <a:pt x="2313038" y="96577"/>
                  <a:pt x="2309498" y="94549"/>
                </a:cubicBezTo>
                <a:cubicBezTo>
                  <a:pt x="2305958" y="92521"/>
                  <a:pt x="2303160" y="89718"/>
                  <a:pt x="2301103" y="86140"/>
                </a:cubicBezTo>
                <a:cubicBezTo>
                  <a:pt x="2299620" y="83565"/>
                  <a:pt x="2298878" y="80344"/>
                  <a:pt x="2298878" y="76480"/>
                </a:cubicBezTo>
                <a:lnTo>
                  <a:pt x="2298878" y="44920"/>
                </a:lnTo>
                <a:lnTo>
                  <a:pt x="2296367" y="44920"/>
                </a:lnTo>
                <a:cubicBezTo>
                  <a:pt x="2292827" y="44920"/>
                  <a:pt x="2290303" y="44226"/>
                  <a:pt x="2288796" y="42839"/>
                </a:cubicBezTo>
                <a:cubicBezTo>
                  <a:pt x="2287289" y="41452"/>
                  <a:pt x="2286536" y="39658"/>
                  <a:pt x="2286536" y="37457"/>
                </a:cubicBezTo>
                <a:cubicBezTo>
                  <a:pt x="2286536" y="35257"/>
                  <a:pt x="2287289" y="33487"/>
                  <a:pt x="2288796" y="32147"/>
                </a:cubicBezTo>
                <a:cubicBezTo>
                  <a:pt x="2290303" y="30808"/>
                  <a:pt x="2292827" y="30138"/>
                  <a:pt x="2296367" y="30138"/>
                </a:cubicBezTo>
                <a:lnTo>
                  <a:pt x="2313588" y="30138"/>
                </a:lnTo>
                <a:lnTo>
                  <a:pt x="2313588" y="73791"/>
                </a:lnTo>
                <a:cubicBezTo>
                  <a:pt x="2313588" y="76892"/>
                  <a:pt x="2314342" y="79170"/>
                  <a:pt x="2315849" y="80626"/>
                </a:cubicBezTo>
                <a:cubicBezTo>
                  <a:pt x="2317356" y="82081"/>
                  <a:pt x="2319664" y="82808"/>
                  <a:pt x="2322773" y="82808"/>
                </a:cubicBezTo>
                <a:cubicBezTo>
                  <a:pt x="2325739" y="82808"/>
                  <a:pt x="2328932" y="82224"/>
                  <a:pt x="2332353" y="81055"/>
                </a:cubicBezTo>
                <a:cubicBezTo>
                  <a:pt x="2335773" y="79885"/>
                  <a:pt x="2339995" y="77775"/>
                  <a:pt x="2345018" y="74722"/>
                </a:cubicBezTo>
                <a:lnTo>
                  <a:pt x="2345018" y="44920"/>
                </a:lnTo>
                <a:lnTo>
                  <a:pt x="2339708" y="44920"/>
                </a:lnTo>
                <a:cubicBezTo>
                  <a:pt x="2336168" y="44920"/>
                  <a:pt x="2333645" y="44226"/>
                  <a:pt x="2332138" y="42839"/>
                </a:cubicBezTo>
                <a:cubicBezTo>
                  <a:pt x="2330631" y="41452"/>
                  <a:pt x="2329877" y="39658"/>
                  <a:pt x="2329877" y="37457"/>
                </a:cubicBezTo>
                <a:cubicBezTo>
                  <a:pt x="2329877" y="35257"/>
                  <a:pt x="2330631" y="33487"/>
                  <a:pt x="2332138" y="32147"/>
                </a:cubicBezTo>
                <a:cubicBezTo>
                  <a:pt x="2333645" y="30808"/>
                  <a:pt x="2336168" y="30138"/>
                  <a:pt x="2339708" y="30138"/>
                </a:cubicBezTo>
                <a:lnTo>
                  <a:pt x="2359728" y="30138"/>
                </a:lnTo>
                <a:close/>
                <a:moveTo>
                  <a:pt x="2421927" y="2153"/>
                </a:moveTo>
                <a:lnTo>
                  <a:pt x="2421927" y="17796"/>
                </a:lnTo>
                <a:lnTo>
                  <a:pt x="2404419" y="17796"/>
                </a:lnTo>
                <a:lnTo>
                  <a:pt x="2404419" y="2153"/>
                </a:lnTo>
                <a:lnTo>
                  <a:pt x="2421927" y="2153"/>
                </a:lnTo>
                <a:moveTo>
                  <a:pt x="2423937" y="30138"/>
                </a:moveTo>
                <a:lnTo>
                  <a:pt x="2423937" y="80512"/>
                </a:lnTo>
                <a:lnTo>
                  <a:pt x="2441589" y="80512"/>
                </a:lnTo>
                <a:cubicBezTo>
                  <a:pt x="2445129" y="80512"/>
                  <a:pt x="2447653" y="81194"/>
                  <a:pt x="2449159" y="82557"/>
                </a:cubicBezTo>
                <a:cubicBezTo>
                  <a:pt x="2450666" y="83920"/>
                  <a:pt x="2451420" y="85702"/>
                  <a:pt x="2451420" y="87903"/>
                </a:cubicBezTo>
                <a:cubicBezTo>
                  <a:pt x="2451420" y="90103"/>
                  <a:pt x="2450666" y="91885"/>
                  <a:pt x="2449159" y="93249"/>
                </a:cubicBezTo>
                <a:cubicBezTo>
                  <a:pt x="2447653" y="94612"/>
                  <a:pt x="2445129" y="95294"/>
                  <a:pt x="2441589" y="95294"/>
                </a:cubicBezTo>
                <a:lnTo>
                  <a:pt x="2391574" y="95294"/>
                </a:lnTo>
                <a:cubicBezTo>
                  <a:pt x="2388034" y="95294"/>
                  <a:pt x="2385511" y="94600"/>
                  <a:pt x="2384004" y="93213"/>
                </a:cubicBezTo>
                <a:cubicBezTo>
                  <a:pt x="2382497" y="91826"/>
                  <a:pt x="2381743" y="90032"/>
                  <a:pt x="2381743" y="87831"/>
                </a:cubicBezTo>
                <a:cubicBezTo>
                  <a:pt x="2381743" y="85631"/>
                  <a:pt x="2382497" y="83861"/>
                  <a:pt x="2384004" y="82521"/>
                </a:cubicBezTo>
                <a:cubicBezTo>
                  <a:pt x="2385511" y="81182"/>
                  <a:pt x="2388034" y="80512"/>
                  <a:pt x="2391574" y="80512"/>
                </a:cubicBezTo>
                <a:lnTo>
                  <a:pt x="2409226" y="80512"/>
                </a:lnTo>
                <a:lnTo>
                  <a:pt x="2409226" y="44920"/>
                </a:lnTo>
                <a:lnTo>
                  <a:pt x="2397386" y="44920"/>
                </a:lnTo>
                <a:cubicBezTo>
                  <a:pt x="2393894" y="44920"/>
                  <a:pt x="2391383" y="44226"/>
                  <a:pt x="2389852" y="42839"/>
                </a:cubicBezTo>
                <a:cubicBezTo>
                  <a:pt x="2388321" y="41452"/>
                  <a:pt x="2387556" y="39658"/>
                  <a:pt x="2387556" y="37457"/>
                </a:cubicBezTo>
                <a:cubicBezTo>
                  <a:pt x="2387556" y="35257"/>
                  <a:pt x="2388309" y="33487"/>
                  <a:pt x="2389816" y="32147"/>
                </a:cubicBezTo>
                <a:cubicBezTo>
                  <a:pt x="2391323" y="30808"/>
                  <a:pt x="2393846" y="30138"/>
                  <a:pt x="2397386" y="30138"/>
                </a:cubicBezTo>
                <a:lnTo>
                  <a:pt x="2423937" y="30138"/>
                </a:lnTo>
                <a:close/>
                <a:moveTo>
                  <a:pt x="2489939" y="30138"/>
                </a:moveTo>
                <a:lnTo>
                  <a:pt x="2489939" y="35018"/>
                </a:lnTo>
                <a:cubicBezTo>
                  <a:pt x="2492618" y="32721"/>
                  <a:pt x="2495572" y="30999"/>
                  <a:pt x="2498801" y="29851"/>
                </a:cubicBezTo>
                <a:cubicBezTo>
                  <a:pt x="2502030" y="28703"/>
                  <a:pt x="2505535" y="28129"/>
                  <a:pt x="2509314" y="28129"/>
                </a:cubicBezTo>
                <a:cubicBezTo>
                  <a:pt x="2518020" y="28129"/>
                  <a:pt x="2524909" y="30832"/>
                  <a:pt x="2529980" y="36238"/>
                </a:cubicBezTo>
                <a:cubicBezTo>
                  <a:pt x="2533998" y="40543"/>
                  <a:pt x="2536007" y="46188"/>
                  <a:pt x="2536007" y="53172"/>
                </a:cubicBezTo>
                <a:lnTo>
                  <a:pt x="2536007" y="80512"/>
                </a:lnTo>
                <a:cubicBezTo>
                  <a:pt x="2539117" y="80512"/>
                  <a:pt x="2541413" y="81194"/>
                  <a:pt x="2542896" y="82557"/>
                </a:cubicBezTo>
                <a:cubicBezTo>
                  <a:pt x="2544379" y="83920"/>
                  <a:pt x="2545121" y="85702"/>
                  <a:pt x="2545121" y="87903"/>
                </a:cubicBezTo>
                <a:cubicBezTo>
                  <a:pt x="2545121" y="90103"/>
                  <a:pt x="2544367" y="91885"/>
                  <a:pt x="2542860" y="93249"/>
                </a:cubicBezTo>
                <a:cubicBezTo>
                  <a:pt x="2541353" y="94612"/>
                  <a:pt x="2538830" y="95294"/>
                  <a:pt x="2535290" y="95294"/>
                </a:cubicBezTo>
                <a:lnTo>
                  <a:pt x="2522015" y="95294"/>
                </a:lnTo>
                <a:cubicBezTo>
                  <a:pt x="2518475" y="95294"/>
                  <a:pt x="2515951" y="94600"/>
                  <a:pt x="2514444" y="93213"/>
                </a:cubicBezTo>
                <a:cubicBezTo>
                  <a:pt x="2512937" y="91826"/>
                  <a:pt x="2512184" y="90032"/>
                  <a:pt x="2512184" y="87831"/>
                </a:cubicBezTo>
                <a:cubicBezTo>
                  <a:pt x="2512184" y="85631"/>
                  <a:pt x="2512926" y="83861"/>
                  <a:pt x="2514409" y="82521"/>
                </a:cubicBezTo>
                <a:cubicBezTo>
                  <a:pt x="2515891" y="81182"/>
                  <a:pt x="2518188" y="80512"/>
                  <a:pt x="2521297" y="80512"/>
                </a:cubicBezTo>
                <a:lnTo>
                  <a:pt x="2521297" y="52796"/>
                </a:lnTo>
                <a:cubicBezTo>
                  <a:pt x="2521297" y="49596"/>
                  <a:pt x="2520436" y="47257"/>
                  <a:pt x="2518714" y="45777"/>
                </a:cubicBezTo>
                <a:cubicBezTo>
                  <a:pt x="2516466" y="43866"/>
                  <a:pt x="2513093" y="42911"/>
                  <a:pt x="2508596" y="42911"/>
                </a:cubicBezTo>
                <a:cubicBezTo>
                  <a:pt x="2505200" y="42911"/>
                  <a:pt x="2502222" y="43569"/>
                  <a:pt x="2499662" y="44884"/>
                </a:cubicBezTo>
                <a:cubicBezTo>
                  <a:pt x="2497103" y="46200"/>
                  <a:pt x="2493862" y="48986"/>
                  <a:pt x="2489939" y="53244"/>
                </a:cubicBezTo>
                <a:lnTo>
                  <a:pt x="2489939" y="80512"/>
                </a:lnTo>
                <a:cubicBezTo>
                  <a:pt x="2493718" y="80512"/>
                  <a:pt x="2496158" y="80966"/>
                  <a:pt x="2497258" y="81875"/>
                </a:cubicBezTo>
                <a:cubicBezTo>
                  <a:pt x="2499603" y="83693"/>
                  <a:pt x="2500775" y="85702"/>
                  <a:pt x="2500775" y="87903"/>
                </a:cubicBezTo>
                <a:cubicBezTo>
                  <a:pt x="2500775" y="90103"/>
                  <a:pt x="2500021" y="91885"/>
                  <a:pt x="2498514" y="93249"/>
                </a:cubicBezTo>
                <a:cubicBezTo>
                  <a:pt x="2497007" y="94612"/>
                  <a:pt x="2494484" y="95294"/>
                  <a:pt x="2490944" y="95294"/>
                </a:cubicBezTo>
                <a:lnTo>
                  <a:pt x="2474224" y="95294"/>
                </a:lnTo>
                <a:cubicBezTo>
                  <a:pt x="2470684" y="95294"/>
                  <a:pt x="2468161" y="94600"/>
                  <a:pt x="2466654" y="93213"/>
                </a:cubicBezTo>
                <a:cubicBezTo>
                  <a:pt x="2465147" y="91826"/>
                  <a:pt x="2464394" y="90032"/>
                  <a:pt x="2464394" y="87831"/>
                </a:cubicBezTo>
                <a:cubicBezTo>
                  <a:pt x="2464394" y="85631"/>
                  <a:pt x="2465542" y="83627"/>
                  <a:pt x="2467838" y="81821"/>
                </a:cubicBezTo>
                <a:cubicBezTo>
                  <a:pt x="2468986" y="80948"/>
                  <a:pt x="2471450" y="80512"/>
                  <a:pt x="2475229" y="80512"/>
                </a:cubicBezTo>
                <a:lnTo>
                  <a:pt x="2475229" y="44920"/>
                </a:lnTo>
                <a:cubicBezTo>
                  <a:pt x="2472119" y="44920"/>
                  <a:pt x="2469823" y="44226"/>
                  <a:pt x="2468340" y="42839"/>
                </a:cubicBezTo>
                <a:cubicBezTo>
                  <a:pt x="2466857" y="41452"/>
                  <a:pt x="2466116" y="39658"/>
                  <a:pt x="2466116" y="37457"/>
                </a:cubicBezTo>
                <a:cubicBezTo>
                  <a:pt x="2466116" y="35257"/>
                  <a:pt x="2466869" y="33487"/>
                  <a:pt x="2468376" y="32147"/>
                </a:cubicBezTo>
                <a:cubicBezTo>
                  <a:pt x="2469883" y="30808"/>
                  <a:pt x="2472406" y="30138"/>
                  <a:pt x="2475947" y="30138"/>
                </a:cubicBezTo>
                <a:lnTo>
                  <a:pt x="2489939" y="30138"/>
                </a:lnTo>
                <a:close/>
                <a:moveTo>
                  <a:pt x="2589380" y="44920"/>
                </a:moveTo>
                <a:lnTo>
                  <a:pt x="2589380" y="74247"/>
                </a:lnTo>
                <a:cubicBezTo>
                  <a:pt x="2589380" y="77386"/>
                  <a:pt x="2590026" y="79455"/>
                  <a:pt x="2591318" y="80454"/>
                </a:cubicBezTo>
                <a:cubicBezTo>
                  <a:pt x="2593327" y="82023"/>
                  <a:pt x="2596915" y="82808"/>
                  <a:pt x="2602082" y="82808"/>
                </a:cubicBezTo>
                <a:cubicBezTo>
                  <a:pt x="2609592" y="82808"/>
                  <a:pt x="2616529" y="81188"/>
                  <a:pt x="2622891" y="77949"/>
                </a:cubicBezTo>
                <a:cubicBezTo>
                  <a:pt x="2625331" y="76692"/>
                  <a:pt x="2627244" y="76063"/>
                  <a:pt x="2628632" y="76063"/>
                </a:cubicBezTo>
                <a:cubicBezTo>
                  <a:pt x="2630545" y="76063"/>
                  <a:pt x="2632208" y="76786"/>
                  <a:pt x="2633619" y="78231"/>
                </a:cubicBezTo>
                <a:cubicBezTo>
                  <a:pt x="2635030" y="79675"/>
                  <a:pt x="2635736" y="81433"/>
                  <a:pt x="2635736" y="83503"/>
                </a:cubicBezTo>
                <a:cubicBezTo>
                  <a:pt x="2635736" y="85430"/>
                  <a:pt x="2634970" y="87092"/>
                  <a:pt x="2633440" y="88488"/>
                </a:cubicBezTo>
                <a:cubicBezTo>
                  <a:pt x="2631095" y="90751"/>
                  <a:pt x="2626467" y="92835"/>
                  <a:pt x="2619554" y="94738"/>
                </a:cubicBezTo>
                <a:cubicBezTo>
                  <a:pt x="2612642" y="96639"/>
                  <a:pt x="2606817" y="97590"/>
                  <a:pt x="2602082" y="97590"/>
                </a:cubicBezTo>
                <a:cubicBezTo>
                  <a:pt x="2592944" y="97590"/>
                  <a:pt x="2586092" y="95622"/>
                  <a:pt x="2581523" y="91686"/>
                </a:cubicBezTo>
                <a:cubicBezTo>
                  <a:pt x="2576954" y="87750"/>
                  <a:pt x="2574670" y="82919"/>
                  <a:pt x="2574670" y="77195"/>
                </a:cubicBezTo>
                <a:lnTo>
                  <a:pt x="2574670" y="44920"/>
                </a:lnTo>
                <a:lnTo>
                  <a:pt x="2569360" y="44920"/>
                </a:lnTo>
                <a:cubicBezTo>
                  <a:pt x="2565820" y="44920"/>
                  <a:pt x="2563297" y="44235"/>
                  <a:pt x="2561790" y="42866"/>
                </a:cubicBezTo>
                <a:cubicBezTo>
                  <a:pt x="2560283" y="41495"/>
                  <a:pt x="2559529" y="39704"/>
                  <a:pt x="2559529" y="37493"/>
                </a:cubicBezTo>
                <a:cubicBezTo>
                  <a:pt x="2559529" y="35330"/>
                  <a:pt x="2560283" y="33564"/>
                  <a:pt x="2561790" y="32194"/>
                </a:cubicBezTo>
                <a:cubicBezTo>
                  <a:pt x="2563297" y="30824"/>
                  <a:pt x="2565820" y="30138"/>
                  <a:pt x="2569360" y="30138"/>
                </a:cubicBezTo>
                <a:lnTo>
                  <a:pt x="2574670" y="30138"/>
                </a:lnTo>
                <a:lnTo>
                  <a:pt x="2574670" y="16863"/>
                </a:lnTo>
                <a:cubicBezTo>
                  <a:pt x="2574670" y="13323"/>
                  <a:pt x="2575352" y="10799"/>
                  <a:pt x="2576715" y="9293"/>
                </a:cubicBezTo>
                <a:cubicBezTo>
                  <a:pt x="2578079" y="7786"/>
                  <a:pt x="2579861" y="7032"/>
                  <a:pt x="2582061" y="7032"/>
                </a:cubicBezTo>
                <a:cubicBezTo>
                  <a:pt x="2584214" y="7032"/>
                  <a:pt x="2585972" y="7786"/>
                  <a:pt x="2587335" y="9293"/>
                </a:cubicBezTo>
                <a:cubicBezTo>
                  <a:pt x="2588699" y="10799"/>
                  <a:pt x="2589380" y="13323"/>
                  <a:pt x="2589380" y="16863"/>
                </a:cubicBezTo>
                <a:lnTo>
                  <a:pt x="2589380" y="30138"/>
                </a:lnTo>
                <a:lnTo>
                  <a:pt x="2616577" y="30138"/>
                </a:lnTo>
                <a:cubicBezTo>
                  <a:pt x="2620117" y="30138"/>
                  <a:pt x="2622640" y="30824"/>
                  <a:pt x="2624147" y="32194"/>
                </a:cubicBezTo>
                <a:cubicBezTo>
                  <a:pt x="2625654" y="33564"/>
                  <a:pt x="2626407" y="35354"/>
                  <a:pt x="2626407" y="37565"/>
                </a:cubicBezTo>
                <a:cubicBezTo>
                  <a:pt x="2626407" y="39728"/>
                  <a:pt x="2625654" y="41495"/>
                  <a:pt x="2624147" y="42866"/>
                </a:cubicBezTo>
                <a:cubicBezTo>
                  <a:pt x="2622640" y="44235"/>
                  <a:pt x="2620117" y="44920"/>
                  <a:pt x="2616577" y="44920"/>
                </a:cubicBezTo>
                <a:lnTo>
                  <a:pt x="2589380" y="44920"/>
                </a:lnTo>
                <a:close/>
                <a:moveTo>
                  <a:pt x="2702025" y="48187"/>
                </a:moveTo>
                <a:cubicBezTo>
                  <a:pt x="2705804" y="51111"/>
                  <a:pt x="2708639" y="54432"/>
                  <a:pt x="2710528" y="58148"/>
                </a:cubicBezTo>
                <a:cubicBezTo>
                  <a:pt x="2712418" y="61863"/>
                  <a:pt x="2713363" y="65950"/>
                  <a:pt x="2713363" y="70407"/>
                </a:cubicBezTo>
                <a:cubicBezTo>
                  <a:pt x="2713363" y="75345"/>
                  <a:pt x="2712155" y="79888"/>
                  <a:pt x="2709739" y="84035"/>
                </a:cubicBezTo>
                <a:cubicBezTo>
                  <a:pt x="2707323" y="88182"/>
                  <a:pt x="2703532" y="91454"/>
                  <a:pt x="2698365" y="93852"/>
                </a:cubicBezTo>
                <a:cubicBezTo>
                  <a:pt x="2693199" y="96248"/>
                  <a:pt x="2687458" y="97447"/>
                  <a:pt x="2681144" y="97447"/>
                </a:cubicBezTo>
                <a:cubicBezTo>
                  <a:pt x="2674829" y="97447"/>
                  <a:pt x="2669136" y="96248"/>
                  <a:pt x="2664065" y="93852"/>
                </a:cubicBezTo>
                <a:cubicBezTo>
                  <a:pt x="2658994" y="91454"/>
                  <a:pt x="2655251" y="88170"/>
                  <a:pt x="2652835" y="83999"/>
                </a:cubicBezTo>
                <a:cubicBezTo>
                  <a:pt x="2650419" y="79828"/>
                  <a:pt x="2649212" y="75297"/>
                  <a:pt x="2649212" y="70407"/>
                </a:cubicBezTo>
                <a:cubicBezTo>
                  <a:pt x="2649212" y="65950"/>
                  <a:pt x="2650156" y="61863"/>
                  <a:pt x="2652046" y="58148"/>
                </a:cubicBezTo>
                <a:cubicBezTo>
                  <a:pt x="2653936" y="54432"/>
                  <a:pt x="2656770" y="51111"/>
                  <a:pt x="2660549" y="48187"/>
                </a:cubicBezTo>
                <a:cubicBezTo>
                  <a:pt x="2657248" y="45127"/>
                  <a:pt x="2654761" y="41876"/>
                  <a:pt x="2653086" y="38435"/>
                </a:cubicBezTo>
                <a:cubicBezTo>
                  <a:pt x="2651412" y="34994"/>
                  <a:pt x="2650575" y="31360"/>
                  <a:pt x="2650575" y="27535"/>
                </a:cubicBezTo>
                <a:cubicBezTo>
                  <a:pt x="2650575" y="20030"/>
                  <a:pt x="2653445" y="13565"/>
                  <a:pt x="2659186" y="8140"/>
                </a:cubicBezTo>
                <a:cubicBezTo>
                  <a:pt x="2664926" y="2713"/>
                  <a:pt x="2672294" y="0"/>
                  <a:pt x="2681287" y="0"/>
                </a:cubicBezTo>
                <a:cubicBezTo>
                  <a:pt x="2690281" y="0"/>
                  <a:pt x="2697648" y="2713"/>
                  <a:pt x="2703388" y="8140"/>
                </a:cubicBezTo>
                <a:cubicBezTo>
                  <a:pt x="2709129" y="13565"/>
                  <a:pt x="2711999" y="20030"/>
                  <a:pt x="2711999" y="27535"/>
                </a:cubicBezTo>
                <a:cubicBezTo>
                  <a:pt x="2711999" y="31408"/>
                  <a:pt x="2711174" y="35065"/>
                  <a:pt x="2709524" y="38507"/>
                </a:cubicBezTo>
                <a:cubicBezTo>
                  <a:pt x="2707873" y="41948"/>
                  <a:pt x="2705374" y="45175"/>
                  <a:pt x="2702025" y="48187"/>
                </a:cubicBezTo>
                <a:moveTo>
                  <a:pt x="2696930" y="27878"/>
                </a:moveTo>
                <a:cubicBezTo>
                  <a:pt x="2696930" y="24253"/>
                  <a:pt x="2695507" y="21164"/>
                  <a:pt x="2692661" y="18612"/>
                </a:cubicBezTo>
                <a:cubicBezTo>
                  <a:pt x="2689814" y="16059"/>
                  <a:pt x="2685975" y="14782"/>
                  <a:pt x="2681144" y="14782"/>
                </a:cubicBezTo>
                <a:cubicBezTo>
                  <a:pt x="2676264" y="14782"/>
                  <a:pt x="2672401" y="16059"/>
                  <a:pt x="2669555" y="18612"/>
                </a:cubicBezTo>
                <a:cubicBezTo>
                  <a:pt x="2666708" y="21164"/>
                  <a:pt x="2665285" y="24253"/>
                  <a:pt x="2665285" y="27878"/>
                </a:cubicBezTo>
                <a:cubicBezTo>
                  <a:pt x="2665285" y="31551"/>
                  <a:pt x="2666708" y="34664"/>
                  <a:pt x="2669555" y="37217"/>
                </a:cubicBezTo>
                <a:cubicBezTo>
                  <a:pt x="2672401" y="39769"/>
                  <a:pt x="2676264" y="41045"/>
                  <a:pt x="2681144" y="41045"/>
                </a:cubicBezTo>
                <a:cubicBezTo>
                  <a:pt x="2685975" y="41045"/>
                  <a:pt x="2689814" y="39769"/>
                  <a:pt x="2692661" y="37217"/>
                </a:cubicBezTo>
                <a:cubicBezTo>
                  <a:pt x="2695507" y="34664"/>
                  <a:pt x="2696930" y="31551"/>
                  <a:pt x="2696930" y="27878"/>
                </a:cubicBezTo>
                <a:moveTo>
                  <a:pt x="2698652" y="71080"/>
                </a:moveTo>
                <a:cubicBezTo>
                  <a:pt x="2698652" y="67195"/>
                  <a:pt x="2696990" y="63682"/>
                  <a:pt x="2693665" y="60541"/>
                </a:cubicBezTo>
                <a:cubicBezTo>
                  <a:pt x="2690341" y="57398"/>
                  <a:pt x="2686214" y="55827"/>
                  <a:pt x="2681287" y="55827"/>
                </a:cubicBezTo>
                <a:cubicBezTo>
                  <a:pt x="2676360" y="55827"/>
                  <a:pt x="2672234" y="57398"/>
                  <a:pt x="2668909" y="60541"/>
                </a:cubicBezTo>
                <a:cubicBezTo>
                  <a:pt x="2665584" y="63682"/>
                  <a:pt x="2663922" y="67243"/>
                  <a:pt x="2663922" y="71224"/>
                </a:cubicBezTo>
                <a:cubicBezTo>
                  <a:pt x="2663922" y="74294"/>
                  <a:pt x="2665357" y="76969"/>
                  <a:pt x="2668227" y="79247"/>
                </a:cubicBezTo>
                <a:cubicBezTo>
                  <a:pt x="2671098" y="81525"/>
                  <a:pt x="2675451" y="82665"/>
                  <a:pt x="2681287" y="82665"/>
                </a:cubicBezTo>
                <a:cubicBezTo>
                  <a:pt x="2687171" y="82665"/>
                  <a:pt x="2691536" y="81525"/>
                  <a:pt x="2694383" y="79247"/>
                </a:cubicBezTo>
                <a:cubicBezTo>
                  <a:pt x="2697229" y="76969"/>
                  <a:pt x="2698652" y="74247"/>
                  <a:pt x="2698652" y="71080"/>
                </a:cubicBezTo>
                <a:close/>
                <a:moveTo>
                  <a:pt x="2757336" y="39641"/>
                </a:moveTo>
                <a:lnTo>
                  <a:pt x="2744635" y="35545"/>
                </a:lnTo>
                <a:cubicBezTo>
                  <a:pt x="2741621" y="34586"/>
                  <a:pt x="2739707" y="33556"/>
                  <a:pt x="2738894" y="32455"/>
                </a:cubicBezTo>
                <a:cubicBezTo>
                  <a:pt x="2737746" y="31064"/>
                  <a:pt x="2737172" y="29507"/>
                  <a:pt x="2737172" y="27781"/>
                </a:cubicBezTo>
                <a:cubicBezTo>
                  <a:pt x="2737172" y="25769"/>
                  <a:pt x="2737877" y="24033"/>
                  <a:pt x="2739289" y="22572"/>
                </a:cubicBezTo>
                <a:cubicBezTo>
                  <a:pt x="2740700" y="21110"/>
                  <a:pt x="2742291" y="20379"/>
                  <a:pt x="2744061" y="20379"/>
                </a:cubicBezTo>
                <a:cubicBezTo>
                  <a:pt x="2745209" y="20379"/>
                  <a:pt x="2746907" y="20763"/>
                  <a:pt x="2749155" y="21529"/>
                </a:cubicBezTo>
                <a:lnTo>
                  <a:pt x="2761856" y="25626"/>
                </a:lnTo>
                <a:lnTo>
                  <a:pt x="2761856" y="12275"/>
                </a:lnTo>
                <a:cubicBezTo>
                  <a:pt x="2761856" y="8733"/>
                  <a:pt x="2762538" y="6209"/>
                  <a:pt x="2763902" y="4702"/>
                </a:cubicBezTo>
                <a:cubicBezTo>
                  <a:pt x="2765265" y="3194"/>
                  <a:pt x="2767047" y="2440"/>
                  <a:pt x="2769247" y="2440"/>
                </a:cubicBezTo>
                <a:cubicBezTo>
                  <a:pt x="2771448" y="2440"/>
                  <a:pt x="2773218" y="3194"/>
                  <a:pt x="2774558" y="4702"/>
                </a:cubicBezTo>
                <a:cubicBezTo>
                  <a:pt x="2775897" y="6209"/>
                  <a:pt x="2776567" y="8733"/>
                  <a:pt x="2776567" y="12275"/>
                </a:cubicBezTo>
                <a:lnTo>
                  <a:pt x="2776567" y="25626"/>
                </a:lnTo>
                <a:lnTo>
                  <a:pt x="2789268" y="21529"/>
                </a:lnTo>
                <a:cubicBezTo>
                  <a:pt x="2791564" y="20763"/>
                  <a:pt x="2793238" y="20379"/>
                  <a:pt x="2794291" y="20379"/>
                </a:cubicBezTo>
                <a:cubicBezTo>
                  <a:pt x="2796109" y="20379"/>
                  <a:pt x="2797723" y="21098"/>
                  <a:pt x="2799134" y="22536"/>
                </a:cubicBezTo>
                <a:cubicBezTo>
                  <a:pt x="2800546" y="23973"/>
                  <a:pt x="2801251" y="25697"/>
                  <a:pt x="2801251" y="27710"/>
                </a:cubicBezTo>
                <a:cubicBezTo>
                  <a:pt x="2801251" y="29483"/>
                  <a:pt x="2800761" y="30981"/>
                  <a:pt x="2799780" y="32203"/>
                </a:cubicBezTo>
                <a:cubicBezTo>
                  <a:pt x="2798800" y="33425"/>
                  <a:pt x="2796826" y="34538"/>
                  <a:pt x="2793860" y="35545"/>
                </a:cubicBezTo>
                <a:lnTo>
                  <a:pt x="2781159" y="39641"/>
                </a:lnTo>
                <a:lnTo>
                  <a:pt x="2788981" y="50495"/>
                </a:lnTo>
                <a:cubicBezTo>
                  <a:pt x="2790894" y="53130"/>
                  <a:pt x="2791851" y="55215"/>
                  <a:pt x="2791851" y="56749"/>
                </a:cubicBezTo>
                <a:cubicBezTo>
                  <a:pt x="2791851" y="58809"/>
                  <a:pt x="2791133" y="60558"/>
                  <a:pt x="2789698" y="61996"/>
                </a:cubicBezTo>
                <a:cubicBezTo>
                  <a:pt x="2788263" y="63433"/>
                  <a:pt x="2786541" y="64151"/>
                  <a:pt x="2784532" y="64151"/>
                </a:cubicBezTo>
                <a:cubicBezTo>
                  <a:pt x="2783049" y="64151"/>
                  <a:pt x="2781817" y="63840"/>
                  <a:pt x="2780836" y="63218"/>
                </a:cubicBezTo>
                <a:cubicBezTo>
                  <a:pt x="2779856" y="62595"/>
                  <a:pt x="2778600" y="61229"/>
                  <a:pt x="2777069" y="59119"/>
                </a:cubicBezTo>
                <a:lnTo>
                  <a:pt x="2769247" y="48338"/>
                </a:lnTo>
                <a:lnTo>
                  <a:pt x="2761354" y="59265"/>
                </a:lnTo>
                <a:cubicBezTo>
                  <a:pt x="2759871" y="61403"/>
                  <a:pt x="2758627" y="62800"/>
                  <a:pt x="2757623" y="63456"/>
                </a:cubicBezTo>
                <a:cubicBezTo>
                  <a:pt x="2756618" y="64111"/>
                  <a:pt x="2755398" y="64438"/>
                  <a:pt x="2753963" y="64438"/>
                </a:cubicBezTo>
                <a:cubicBezTo>
                  <a:pt x="2751954" y="64438"/>
                  <a:pt x="2750220" y="63701"/>
                  <a:pt x="2748761" y="62227"/>
                </a:cubicBezTo>
                <a:cubicBezTo>
                  <a:pt x="2747302" y="60753"/>
                  <a:pt x="2746572" y="58952"/>
                  <a:pt x="2746572" y="56825"/>
                </a:cubicBezTo>
                <a:cubicBezTo>
                  <a:pt x="2746572" y="55327"/>
                  <a:pt x="2747529" y="53249"/>
                  <a:pt x="2749442" y="50589"/>
                </a:cubicBezTo>
                <a:lnTo>
                  <a:pt x="2757336" y="396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153E3F-630F-4D8A-A1F3-5216608D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783" y="4501600"/>
            <a:ext cx="4284071" cy="397351"/>
          </a:xfrm>
          <a:custGeom xmlns:a="http://schemas.openxmlformats.org/drawingml/2006/main">
            <a:pathLst>
              <a:path w="4284071" h="397351">
                <a:moveTo>
                  <a:pt x="0" y="0"/>
                </a:moveTo>
                <a:lnTo>
                  <a:pt x="4284071" y="0"/>
                </a:lnTo>
                <a:lnTo>
                  <a:pt x="4284071" y="397351"/>
                </a:lnTo>
                <a:lnTo>
                  <a:pt x="0" y="397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DDFF4E-5D6E-4F66-B54A-E97688CB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088" y="4591223"/>
            <a:ext cx="3192632" cy="220884"/>
          </a:xfrm>
          <a:custGeom xmlns:a="http://schemas.openxmlformats.org/drawingml/2006/main">
            <a:pathLst>
              <a:path w="3192632" h="220884">
                <a:moveTo>
                  <a:pt x="0" y="0"/>
                </a:moveTo>
                <a:lnTo>
                  <a:pt x="3192632" y="0"/>
                </a:lnTo>
                <a:lnTo>
                  <a:pt x="3192632" y="220884"/>
                </a:lnTo>
                <a:lnTo>
                  <a:pt x="0" y="2208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Text FieldAccessExpressionInf">
            <a:extLst xmlns:a="http://schemas.openxmlformats.org/drawingml/2006/main">
              <a:ext uri="{FF2B5EF4-FFF2-40B4-BE49-F238E27FC236}">
                <a16:creationId xmlns:a16="http://schemas.microsoft.com/office/drawing/2014/main" id="{4225D7D3-8B63-408A-A23A-6E1A0DC6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582" y="4632339"/>
            <a:ext cx="2251890" cy="171158"/>
          </a:xfrm>
          <a:custGeom xmlns:a="http://schemas.openxmlformats.org/drawingml/2006/main">
            <a:pathLst>
              <a:path w="2251890" h="171158">
                <a:moveTo>
                  <a:pt x="48514" y="10134"/>
                </a:moveTo>
                <a:lnTo>
                  <a:pt x="48514" y="62308"/>
                </a:lnTo>
                <a:lnTo>
                  <a:pt x="52173" y="62308"/>
                </a:lnTo>
                <a:cubicBezTo>
                  <a:pt x="57803" y="62308"/>
                  <a:pt x="62401" y="61460"/>
                  <a:pt x="65967" y="59765"/>
                </a:cubicBezTo>
                <a:cubicBezTo>
                  <a:pt x="69533" y="58070"/>
                  <a:pt x="72551" y="55214"/>
                  <a:pt x="75022" y="51197"/>
                </a:cubicBezTo>
                <a:cubicBezTo>
                  <a:pt x="77493" y="47179"/>
                  <a:pt x="79104" y="41749"/>
                  <a:pt x="79855" y="34907"/>
                </a:cubicBezTo>
                <a:lnTo>
                  <a:pt x="83139" y="34907"/>
                </a:lnTo>
                <a:lnTo>
                  <a:pt x="83139" y="98904"/>
                </a:lnTo>
                <a:lnTo>
                  <a:pt x="79855" y="98904"/>
                </a:lnTo>
                <a:cubicBezTo>
                  <a:pt x="78666" y="86830"/>
                  <a:pt x="75429" y="78870"/>
                  <a:pt x="70143" y="75022"/>
                </a:cubicBezTo>
                <a:cubicBezTo>
                  <a:pt x="64857" y="71175"/>
                  <a:pt x="58867" y="69251"/>
                  <a:pt x="52173" y="69251"/>
                </a:cubicBezTo>
                <a:lnTo>
                  <a:pt x="48514" y="69251"/>
                </a:lnTo>
                <a:lnTo>
                  <a:pt x="48514" y="108287"/>
                </a:lnTo>
                <a:cubicBezTo>
                  <a:pt x="48514" y="114827"/>
                  <a:pt x="48873" y="118914"/>
                  <a:pt x="49593" y="120551"/>
                </a:cubicBezTo>
                <a:cubicBezTo>
                  <a:pt x="50312" y="122185"/>
                  <a:pt x="51720" y="123615"/>
                  <a:pt x="53815" y="124841"/>
                </a:cubicBezTo>
                <a:cubicBezTo>
                  <a:pt x="55911" y="126067"/>
                  <a:pt x="58742" y="126679"/>
                  <a:pt x="62308" y="126679"/>
                </a:cubicBezTo>
                <a:lnTo>
                  <a:pt x="66530" y="126679"/>
                </a:lnTo>
                <a:lnTo>
                  <a:pt x="66530" y="130058"/>
                </a:lnTo>
                <a:lnTo>
                  <a:pt x="0" y="130058"/>
                </a:lnTo>
                <a:lnTo>
                  <a:pt x="0" y="126679"/>
                </a:lnTo>
                <a:lnTo>
                  <a:pt x="4223" y="126679"/>
                </a:lnTo>
                <a:cubicBezTo>
                  <a:pt x="7914" y="126679"/>
                  <a:pt x="10885" y="126020"/>
                  <a:pt x="13137" y="124700"/>
                </a:cubicBezTo>
                <a:cubicBezTo>
                  <a:pt x="14764" y="123818"/>
                  <a:pt x="16015" y="122309"/>
                  <a:pt x="16891" y="120172"/>
                </a:cubicBezTo>
                <a:cubicBezTo>
                  <a:pt x="17579" y="118663"/>
                  <a:pt x="17923" y="114702"/>
                  <a:pt x="17923" y="108287"/>
                </a:cubicBezTo>
                <a:lnTo>
                  <a:pt x="17923" y="24585"/>
                </a:lnTo>
                <a:cubicBezTo>
                  <a:pt x="17923" y="18046"/>
                  <a:pt x="17579" y="13959"/>
                  <a:pt x="16891" y="12325"/>
                </a:cubicBezTo>
                <a:cubicBezTo>
                  <a:pt x="16202" y="10689"/>
                  <a:pt x="14811" y="9258"/>
                  <a:pt x="12715" y="8032"/>
                </a:cubicBezTo>
                <a:cubicBezTo>
                  <a:pt x="10619" y="6806"/>
                  <a:pt x="7788" y="6193"/>
                  <a:pt x="4223" y="6193"/>
                </a:cubicBezTo>
                <a:lnTo>
                  <a:pt x="0" y="6193"/>
                </a:lnTo>
                <a:lnTo>
                  <a:pt x="0" y="2815"/>
                </a:lnTo>
                <a:lnTo>
                  <a:pt x="107349" y="2815"/>
                </a:lnTo>
                <a:lnTo>
                  <a:pt x="107349" y="39411"/>
                </a:lnTo>
                <a:lnTo>
                  <a:pt x="103502" y="39411"/>
                </a:lnTo>
                <a:cubicBezTo>
                  <a:pt x="102626" y="30814"/>
                  <a:pt x="100390" y="24443"/>
                  <a:pt x="96792" y="20301"/>
                </a:cubicBezTo>
                <a:cubicBezTo>
                  <a:pt x="93195" y="16158"/>
                  <a:pt x="87987" y="13241"/>
                  <a:pt x="81169" y="11548"/>
                </a:cubicBezTo>
                <a:cubicBezTo>
                  <a:pt x="77415" y="10605"/>
                  <a:pt x="70471" y="10134"/>
                  <a:pt x="60337" y="10134"/>
                </a:cubicBezTo>
                <a:lnTo>
                  <a:pt x="48514" y="10134"/>
                </a:lnTo>
                <a:close/>
                <a:moveTo>
                  <a:pt x="140500" y="0"/>
                </a:moveTo>
                <a:cubicBezTo>
                  <a:pt x="144566" y="0"/>
                  <a:pt x="148007" y="1428"/>
                  <a:pt x="150822" y="4284"/>
                </a:cubicBezTo>
                <a:cubicBezTo>
                  <a:pt x="153637" y="7138"/>
                  <a:pt x="155045" y="10574"/>
                  <a:pt x="155045" y="14592"/>
                </a:cubicBezTo>
                <a:cubicBezTo>
                  <a:pt x="155045" y="18609"/>
                  <a:pt x="153621" y="22030"/>
                  <a:pt x="150775" y="24855"/>
                </a:cubicBezTo>
                <a:cubicBezTo>
                  <a:pt x="147929" y="27678"/>
                  <a:pt x="144504" y="29089"/>
                  <a:pt x="140500" y="29089"/>
                </a:cubicBezTo>
                <a:cubicBezTo>
                  <a:pt x="136496" y="29089"/>
                  <a:pt x="133087" y="27678"/>
                  <a:pt x="130272" y="24855"/>
                </a:cubicBezTo>
                <a:cubicBezTo>
                  <a:pt x="127457" y="22030"/>
                  <a:pt x="126049" y="18609"/>
                  <a:pt x="126049" y="14592"/>
                </a:cubicBezTo>
                <a:cubicBezTo>
                  <a:pt x="126049" y="10574"/>
                  <a:pt x="127457" y="7138"/>
                  <a:pt x="130272" y="4284"/>
                </a:cubicBezTo>
                <a:cubicBezTo>
                  <a:pt x="133087" y="1428"/>
                  <a:pt x="136496" y="0"/>
                  <a:pt x="140500" y="0"/>
                </a:cubicBezTo>
                <a:moveTo>
                  <a:pt x="153637" y="42226"/>
                </a:moveTo>
                <a:lnTo>
                  <a:pt x="153637" y="111853"/>
                </a:lnTo>
                <a:cubicBezTo>
                  <a:pt x="153637" y="118046"/>
                  <a:pt x="154356" y="122003"/>
                  <a:pt x="155795" y="123724"/>
                </a:cubicBezTo>
                <a:cubicBezTo>
                  <a:pt x="157234" y="125444"/>
                  <a:pt x="160049" y="126429"/>
                  <a:pt x="164241" y="126679"/>
                </a:cubicBezTo>
                <a:lnTo>
                  <a:pt x="164241" y="130058"/>
                </a:lnTo>
                <a:lnTo>
                  <a:pt x="116853" y="130058"/>
                </a:lnTo>
                <a:lnTo>
                  <a:pt x="116853" y="126679"/>
                </a:lnTo>
                <a:cubicBezTo>
                  <a:pt x="120732" y="126554"/>
                  <a:pt x="123609" y="125428"/>
                  <a:pt x="125486" y="123301"/>
                </a:cubicBezTo>
                <a:cubicBezTo>
                  <a:pt x="126737" y="121863"/>
                  <a:pt x="127363" y="118046"/>
                  <a:pt x="127363" y="111853"/>
                </a:cubicBezTo>
                <a:lnTo>
                  <a:pt x="127363" y="60618"/>
                </a:lnTo>
                <a:cubicBezTo>
                  <a:pt x="127363" y="54347"/>
                  <a:pt x="126643" y="50340"/>
                  <a:pt x="125204" y="48599"/>
                </a:cubicBezTo>
                <a:cubicBezTo>
                  <a:pt x="123766" y="46857"/>
                  <a:pt x="120982" y="45859"/>
                  <a:pt x="116853" y="45605"/>
                </a:cubicBezTo>
                <a:lnTo>
                  <a:pt x="116853" y="42226"/>
                </a:lnTo>
                <a:lnTo>
                  <a:pt x="153637" y="42226"/>
                </a:lnTo>
                <a:close/>
                <a:moveTo>
                  <a:pt x="246938" y="82952"/>
                </a:moveTo>
                <a:lnTo>
                  <a:pt x="198800" y="82952"/>
                </a:lnTo>
                <a:cubicBezTo>
                  <a:pt x="199363" y="94619"/>
                  <a:pt x="202460" y="103839"/>
                  <a:pt x="208090" y="110613"/>
                </a:cubicBezTo>
                <a:cubicBezTo>
                  <a:pt x="212406" y="115819"/>
                  <a:pt x="217599" y="118422"/>
                  <a:pt x="223667" y="118422"/>
                </a:cubicBezTo>
                <a:cubicBezTo>
                  <a:pt x="227420" y="118422"/>
                  <a:pt x="230830" y="117374"/>
                  <a:pt x="233895" y="115278"/>
                </a:cubicBezTo>
                <a:cubicBezTo>
                  <a:pt x="236960" y="113183"/>
                  <a:pt x="240244" y="109414"/>
                  <a:pt x="243748" y="103971"/>
                </a:cubicBezTo>
                <a:lnTo>
                  <a:pt x="246938" y="106035"/>
                </a:lnTo>
                <a:cubicBezTo>
                  <a:pt x="242184" y="115732"/>
                  <a:pt x="236929" y="122598"/>
                  <a:pt x="231174" y="126633"/>
                </a:cubicBezTo>
                <a:cubicBezTo>
                  <a:pt x="225418" y="130668"/>
                  <a:pt x="218756" y="132685"/>
                  <a:pt x="211186" y="132685"/>
                </a:cubicBezTo>
                <a:cubicBezTo>
                  <a:pt x="198174" y="132685"/>
                  <a:pt x="188322" y="127675"/>
                  <a:pt x="181628" y="117656"/>
                </a:cubicBezTo>
                <a:cubicBezTo>
                  <a:pt x="176248" y="109579"/>
                  <a:pt x="173558" y="99560"/>
                  <a:pt x="173558" y="87599"/>
                </a:cubicBezTo>
                <a:cubicBezTo>
                  <a:pt x="173558" y="72945"/>
                  <a:pt x="177515" y="61282"/>
                  <a:pt x="185428" y="52610"/>
                </a:cubicBezTo>
                <a:cubicBezTo>
                  <a:pt x="193342" y="43936"/>
                  <a:pt x="202616" y="39599"/>
                  <a:pt x="213251" y="39599"/>
                </a:cubicBezTo>
                <a:cubicBezTo>
                  <a:pt x="222134" y="39599"/>
                  <a:pt x="229844" y="43243"/>
                  <a:pt x="236382" y="50531"/>
                </a:cubicBezTo>
                <a:cubicBezTo>
                  <a:pt x="242919" y="57819"/>
                  <a:pt x="246438" y="68626"/>
                  <a:pt x="246938" y="82952"/>
                </a:cubicBezTo>
                <a:moveTo>
                  <a:pt x="223854" y="76758"/>
                </a:moveTo>
                <a:cubicBezTo>
                  <a:pt x="223854" y="66687"/>
                  <a:pt x="223307" y="59774"/>
                  <a:pt x="222212" y="56020"/>
                </a:cubicBezTo>
                <a:cubicBezTo>
                  <a:pt x="221117" y="52267"/>
                  <a:pt x="219413" y="49421"/>
                  <a:pt x="217098" y="47481"/>
                </a:cubicBezTo>
                <a:cubicBezTo>
                  <a:pt x="215784" y="46355"/>
                  <a:pt x="214033" y="45792"/>
                  <a:pt x="211843" y="45792"/>
                </a:cubicBezTo>
                <a:cubicBezTo>
                  <a:pt x="208590" y="45792"/>
                  <a:pt x="205932" y="47387"/>
                  <a:pt x="203867" y="50578"/>
                </a:cubicBezTo>
                <a:cubicBezTo>
                  <a:pt x="200176" y="56146"/>
                  <a:pt x="198331" y="63778"/>
                  <a:pt x="198331" y="73474"/>
                </a:cubicBezTo>
                <a:lnTo>
                  <a:pt x="198331" y="76758"/>
                </a:lnTo>
                <a:lnTo>
                  <a:pt x="223854" y="76758"/>
                </a:lnTo>
                <a:close/>
                <a:moveTo>
                  <a:pt x="292098" y="2815"/>
                </a:moveTo>
                <a:lnTo>
                  <a:pt x="292098" y="111853"/>
                </a:lnTo>
                <a:cubicBezTo>
                  <a:pt x="292098" y="118046"/>
                  <a:pt x="292818" y="122003"/>
                  <a:pt x="294257" y="123724"/>
                </a:cubicBezTo>
                <a:cubicBezTo>
                  <a:pt x="295695" y="125444"/>
                  <a:pt x="298511" y="126429"/>
                  <a:pt x="302702" y="126679"/>
                </a:cubicBezTo>
                <a:lnTo>
                  <a:pt x="302702" y="130058"/>
                </a:lnTo>
                <a:lnTo>
                  <a:pt x="255314" y="130058"/>
                </a:lnTo>
                <a:lnTo>
                  <a:pt x="255314" y="126679"/>
                </a:lnTo>
                <a:cubicBezTo>
                  <a:pt x="259193" y="126554"/>
                  <a:pt x="262071" y="125428"/>
                  <a:pt x="263947" y="123301"/>
                </a:cubicBezTo>
                <a:cubicBezTo>
                  <a:pt x="265199" y="121863"/>
                  <a:pt x="265824" y="118046"/>
                  <a:pt x="265824" y="111853"/>
                </a:cubicBezTo>
                <a:lnTo>
                  <a:pt x="265824" y="21019"/>
                </a:lnTo>
                <a:cubicBezTo>
                  <a:pt x="265824" y="14850"/>
                  <a:pt x="265105" y="10900"/>
                  <a:pt x="263666" y="9170"/>
                </a:cubicBezTo>
                <a:cubicBezTo>
                  <a:pt x="262227" y="7438"/>
                  <a:pt x="259443" y="6445"/>
                  <a:pt x="255314" y="6193"/>
                </a:cubicBezTo>
                <a:lnTo>
                  <a:pt x="255314" y="2815"/>
                </a:lnTo>
                <a:lnTo>
                  <a:pt x="292098" y="2815"/>
                </a:lnTo>
                <a:close/>
                <a:moveTo>
                  <a:pt x="396285" y="2815"/>
                </a:moveTo>
                <a:lnTo>
                  <a:pt x="396285" y="103783"/>
                </a:lnTo>
                <a:cubicBezTo>
                  <a:pt x="396285" y="110534"/>
                  <a:pt x="396473" y="114528"/>
                  <a:pt x="396848" y="115765"/>
                </a:cubicBezTo>
                <a:cubicBezTo>
                  <a:pt x="397349" y="117810"/>
                  <a:pt x="398303" y="119328"/>
                  <a:pt x="399710" y="120319"/>
                </a:cubicBezTo>
                <a:cubicBezTo>
                  <a:pt x="401118" y="121308"/>
                  <a:pt x="403573" y="121927"/>
                  <a:pt x="407076" y="122175"/>
                </a:cubicBezTo>
                <a:lnTo>
                  <a:pt x="407076" y="125553"/>
                </a:lnTo>
                <a:lnTo>
                  <a:pt x="370011" y="132685"/>
                </a:lnTo>
                <a:lnTo>
                  <a:pt x="370011" y="118797"/>
                </a:lnTo>
                <a:cubicBezTo>
                  <a:pt x="365569" y="124177"/>
                  <a:pt x="361613" y="127837"/>
                  <a:pt x="358141" y="129776"/>
                </a:cubicBezTo>
                <a:cubicBezTo>
                  <a:pt x="354669" y="131715"/>
                  <a:pt x="350743" y="132685"/>
                  <a:pt x="346364" y="132685"/>
                </a:cubicBezTo>
                <a:cubicBezTo>
                  <a:pt x="335166" y="132685"/>
                  <a:pt x="326314" y="127675"/>
                  <a:pt x="319808" y="117656"/>
                </a:cubicBezTo>
                <a:cubicBezTo>
                  <a:pt x="314553" y="109516"/>
                  <a:pt x="311926" y="99528"/>
                  <a:pt x="311926" y="87693"/>
                </a:cubicBezTo>
                <a:cubicBezTo>
                  <a:pt x="311926" y="78237"/>
                  <a:pt x="313553" y="69768"/>
                  <a:pt x="316806" y="62284"/>
                </a:cubicBezTo>
                <a:cubicBezTo>
                  <a:pt x="320059" y="54801"/>
                  <a:pt x="324516" y="49149"/>
                  <a:pt x="330177" y="45329"/>
                </a:cubicBezTo>
                <a:cubicBezTo>
                  <a:pt x="335839" y="41509"/>
                  <a:pt x="341923" y="39599"/>
                  <a:pt x="348429" y="39599"/>
                </a:cubicBezTo>
                <a:cubicBezTo>
                  <a:pt x="352620" y="39599"/>
                  <a:pt x="356342" y="40419"/>
                  <a:pt x="359595" y="42059"/>
                </a:cubicBezTo>
                <a:cubicBezTo>
                  <a:pt x="362848" y="43700"/>
                  <a:pt x="366320" y="46570"/>
                  <a:pt x="370011" y="50672"/>
                </a:cubicBezTo>
                <a:lnTo>
                  <a:pt x="370011" y="24210"/>
                </a:lnTo>
                <a:cubicBezTo>
                  <a:pt x="370011" y="17516"/>
                  <a:pt x="369729" y="13481"/>
                  <a:pt x="369166" y="12105"/>
                </a:cubicBezTo>
                <a:cubicBezTo>
                  <a:pt x="368416" y="10291"/>
                  <a:pt x="367290" y="8946"/>
                  <a:pt x="365788" y="8070"/>
                </a:cubicBezTo>
                <a:cubicBezTo>
                  <a:pt x="364287" y="7194"/>
                  <a:pt x="361472" y="6756"/>
                  <a:pt x="357343" y="6756"/>
                </a:cubicBezTo>
                <a:lnTo>
                  <a:pt x="357343" y="2815"/>
                </a:lnTo>
                <a:lnTo>
                  <a:pt x="396285" y="2815"/>
                </a:lnTo>
                <a:moveTo>
                  <a:pt x="370011" y="62120"/>
                </a:moveTo>
                <a:cubicBezTo>
                  <a:pt x="365382" y="53362"/>
                  <a:pt x="359720" y="48983"/>
                  <a:pt x="353027" y="48983"/>
                </a:cubicBezTo>
                <a:cubicBezTo>
                  <a:pt x="350712" y="48983"/>
                  <a:pt x="348804" y="49608"/>
                  <a:pt x="347302" y="50859"/>
                </a:cubicBezTo>
                <a:cubicBezTo>
                  <a:pt x="344988" y="52799"/>
                  <a:pt x="343095" y="56208"/>
                  <a:pt x="341625" y="61088"/>
                </a:cubicBezTo>
                <a:cubicBezTo>
                  <a:pt x="340155" y="65967"/>
                  <a:pt x="339420" y="73443"/>
                  <a:pt x="339420" y="83515"/>
                </a:cubicBezTo>
                <a:cubicBezTo>
                  <a:pt x="339420" y="94587"/>
                  <a:pt x="340233" y="102782"/>
                  <a:pt x="341860" y="108100"/>
                </a:cubicBezTo>
                <a:cubicBezTo>
                  <a:pt x="343486" y="113417"/>
                  <a:pt x="345707" y="117265"/>
                  <a:pt x="348522" y="119642"/>
                </a:cubicBezTo>
                <a:cubicBezTo>
                  <a:pt x="349961" y="120830"/>
                  <a:pt x="351932" y="121425"/>
                  <a:pt x="354434" y="121425"/>
                </a:cubicBezTo>
                <a:cubicBezTo>
                  <a:pt x="359939" y="121425"/>
                  <a:pt x="365131" y="117094"/>
                  <a:pt x="370011" y="108434"/>
                </a:cubicBezTo>
                <a:lnTo>
                  <a:pt x="370011" y="62120"/>
                </a:lnTo>
                <a:close/>
                <a:moveTo>
                  <a:pt x="528787" y="93649"/>
                </a:moveTo>
                <a:lnTo>
                  <a:pt x="483839" y="93649"/>
                </a:lnTo>
                <a:lnTo>
                  <a:pt x="478491" y="106097"/>
                </a:lnTo>
                <a:cubicBezTo>
                  <a:pt x="476739" y="110271"/>
                  <a:pt x="475863" y="113717"/>
                  <a:pt x="475863" y="116437"/>
                </a:cubicBezTo>
                <a:cubicBezTo>
                  <a:pt x="475863" y="120040"/>
                  <a:pt x="477302" y="122695"/>
                  <a:pt x="480180" y="124404"/>
                </a:cubicBezTo>
                <a:cubicBezTo>
                  <a:pt x="481869" y="125415"/>
                  <a:pt x="486029" y="126173"/>
                  <a:pt x="492660" y="126679"/>
                </a:cubicBezTo>
                <a:lnTo>
                  <a:pt x="492660" y="130058"/>
                </a:lnTo>
                <a:lnTo>
                  <a:pt x="450340" y="130058"/>
                </a:lnTo>
                <a:lnTo>
                  <a:pt x="450340" y="126679"/>
                </a:lnTo>
                <a:cubicBezTo>
                  <a:pt x="454906" y="125985"/>
                  <a:pt x="458660" y="124075"/>
                  <a:pt x="461600" y="120950"/>
                </a:cubicBezTo>
                <a:cubicBezTo>
                  <a:pt x="464540" y="117822"/>
                  <a:pt x="468168" y="111363"/>
                  <a:pt x="472485" y="101572"/>
                </a:cubicBezTo>
                <a:lnTo>
                  <a:pt x="517996" y="0"/>
                </a:lnTo>
                <a:lnTo>
                  <a:pt x="519779" y="0"/>
                </a:lnTo>
                <a:lnTo>
                  <a:pt x="565665" y="104402"/>
                </a:lnTo>
                <a:cubicBezTo>
                  <a:pt x="570044" y="114388"/>
                  <a:pt x="573641" y="120676"/>
                  <a:pt x="576456" y="123266"/>
                </a:cubicBezTo>
                <a:cubicBezTo>
                  <a:pt x="578583" y="125225"/>
                  <a:pt x="581586" y="126363"/>
                  <a:pt x="585464" y="126679"/>
                </a:cubicBezTo>
                <a:lnTo>
                  <a:pt x="585464" y="130058"/>
                </a:lnTo>
                <a:lnTo>
                  <a:pt x="523907" y="130058"/>
                </a:lnTo>
                <a:lnTo>
                  <a:pt x="523907" y="126679"/>
                </a:lnTo>
                <a:lnTo>
                  <a:pt x="526441" y="126679"/>
                </a:lnTo>
                <a:cubicBezTo>
                  <a:pt x="531383" y="126679"/>
                  <a:pt x="534855" y="125980"/>
                  <a:pt x="536857" y="124580"/>
                </a:cubicBezTo>
                <a:cubicBezTo>
                  <a:pt x="538233" y="123563"/>
                  <a:pt x="538921" y="122100"/>
                  <a:pt x="538921" y="120190"/>
                </a:cubicBezTo>
                <a:cubicBezTo>
                  <a:pt x="538921" y="119046"/>
                  <a:pt x="538734" y="117870"/>
                  <a:pt x="538358" y="116659"/>
                </a:cubicBezTo>
                <a:cubicBezTo>
                  <a:pt x="538233" y="116089"/>
                  <a:pt x="537295" y="113704"/>
                  <a:pt x="535543" y="109504"/>
                </a:cubicBezTo>
                <a:lnTo>
                  <a:pt x="528787" y="93649"/>
                </a:lnTo>
                <a:moveTo>
                  <a:pt x="525597" y="86705"/>
                </a:moveTo>
                <a:lnTo>
                  <a:pt x="506642" y="42831"/>
                </a:lnTo>
                <a:lnTo>
                  <a:pt x="487124" y="86705"/>
                </a:lnTo>
                <a:lnTo>
                  <a:pt x="525597" y="86705"/>
                </a:lnTo>
                <a:close/>
                <a:moveTo>
                  <a:pt x="665662" y="107370"/>
                </a:moveTo>
                <a:lnTo>
                  <a:pt x="668571" y="109619"/>
                </a:lnTo>
                <a:cubicBezTo>
                  <a:pt x="664443" y="117401"/>
                  <a:pt x="659297" y="123192"/>
                  <a:pt x="653135" y="126990"/>
                </a:cubicBezTo>
                <a:cubicBezTo>
                  <a:pt x="646973" y="130787"/>
                  <a:pt x="640420" y="132685"/>
                  <a:pt x="633476" y="132685"/>
                </a:cubicBezTo>
                <a:cubicBezTo>
                  <a:pt x="621778" y="132685"/>
                  <a:pt x="612426" y="128271"/>
                  <a:pt x="605419" y="119442"/>
                </a:cubicBezTo>
                <a:cubicBezTo>
                  <a:pt x="598413" y="110612"/>
                  <a:pt x="594910" y="99998"/>
                  <a:pt x="594910" y="87599"/>
                </a:cubicBezTo>
                <a:cubicBezTo>
                  <a:pt x="594910" y="75637"/>
                  <a:pt x="598100" y="65117"/>
                  <a:pt x="604481" y="56038"/>
                </a:cubicBezTo>
                <a:cubicBezTo>
                  <a:pt x="612176" y="45079"/>
                  <a:pt x="622779" y="39599"/>
                  <a:pt x="636292" y="39599"/>
                </a:cubicBezTo>
                <a:cubicBezTo>
                  <a:pt x="645362" y="39599"/>
                  <a:pt x="652572" y="41889"/>
                  <a:pt x="657921" y="46470"/>
                </a:cubicBezTo>
                <a:cubicBezTo>
                  <a:pt x="663270" y="51048"/>
                  <a:pt x="665944" y="56160"/>
                  <a:pt x="665944" y="61806"/>
                </a:cubicBezTo>
                <a:cubicBezTo>
                  <a:pt x="665944" y="65382"/>
                  <a:pt x="664865" y="68236"/>
                  <a:pt x="662707" y="70369"/>
                </a:cubicBezTo>
                <a:cubicBezTo>
                  <a:pt x="660548" y="72502"/>
                  <a:pt x="657718" y="73568"/>
                  <a:pt x="654214" y="73568"/>
                </a:cubicBezTo>
                <a:cubicBezTo>
                  <a:pt x="650523" y="73568"/>
                  <a:pt x="647474" y="72344"/>
                  <a:pt x="645065" y="69897"/>
                </a:cubicBezTo>
                <a:cubicBezTo>
                  <a:pt x="642657" y="67447"/>
                  <a:pt x="641171" y="63084"/>
                  <a:pt x="640608" y="56806"/>
                </a:cubicBezTo>
                <a:cubicBezTo>
                  <a:pt x="640233" y="52852"/>
                  <a:pt x="639326" y="50089"/>
                  <a:pt x="637887" y="48519"/>
                </a:cubicBezTo>
                <a:cubicBezTo>
                  <a:pt x="636448" y="46952"/>
                  <a:pt x="634759" y="46168"/>
                  <a:pt x="632820" y="46168"/>
                </a:cubicBezTo>
                <a:cubicBezTo>
                  <a:pt x="629817" y="46168"/>
                  <a:pt x="627252" y="47763"/>
                  <a:pt x="625125" y="50953"/>
                </a:cubicBezTo>
                <a:cubicBezTo>
                  <a:pt x="621872" y="55770"/>
                  <a:pt x="620246" y="63152"/>
                  <a:pt x="620246" y="73099"/>
                </a:cubicBezTo>
                <a:cubicBezTo>
                  <a:pt x="620246" y="81356"/>
                  <a:pt x="621559" y="89254"/>
                  <a:pt x="624187" y="96792"/>
                </a:cubicBezTo>
                <a:cubicBezTo>
                  <a:pt x="626814" y="104331"/>
                  <a:pt x="630411" y="109945"/>
                  <a:pt x="634978" y="113636"/>
                </a:cubicBezTo>
                <a:cubicBezTo>
                  <a:pt x="638419" y="116326"/>
                  <a:pt x="642485" y="117671"/>
                  <a:pt x="647177" y="117671"/>
                </a:cubicBezTo>
                <a:cubicBezTo>
                  <a:pt x="650242" y="117671"/>
                  <a:pt x="653151" y="116954"/>
                  <a:pt x="655903" y="115519"/>
                </a:cubicBezTo>
                <a:cubicBezTo>
                  <a:pt x="658656" y="114082"/>
                  <a:pt x="661909" y="111366"/>
                  <a:pt x="665662" y="107370"/>
                </a:cubicBezTo>
                <a:close/>
                <a:moveTo>
                  <a:pt x="750797" y="107370"/>
                </a:moveTo>
                <a:lnTo>
                  <a:pt x="753706" y="109619"/>
                </a:lnTo>
                <a:cubicBezTo>
                  <a:pt x="749577" y="117401"/>
                  <a:pt x="744432" y="123192"/>
                  <a:pt x="738270" y="126990"/>
                </a:cubicBezTo>
                <a:cubicBezTo>
                  <a:pt x="732108" y="130787"/>
                  <a:pt x="725555" y="132685"/>
                  <a:pt x="718611" y="132685"/>
                </a:cubicBezTo>
                <a:cubicBezTo>
                  <a:pt x="706913" y="132685"/>
                  <a:pt x="697560" y="128271"/>
                  <a:pt x="690554" y="119442"/>
                </a:cubicBezTo>
                <a:cubicBezTo>
                  <a:pt x="683547" y="110612"/>
                  <a:pt x="680044" y="99998"/>
                  <a:pt x="680044" y="87599"/>
                </a:cubicBezTo>
                <a:cubicBezTo>
                  <a:pt x="680044" y="75637"/>
                  <a:pt x="683235" y="65117"/>
                  <a:pt x="689616" y="56038"/>
                </a:cubicBezTo>
                <a:cubicBezTo>
                  <a:pt x="697310" y="45079"/>
                  <a:pt x="707914" y="39599"/>
                  <a:pt x="721426" y="39599"/>
                </a:cubicBezTo>
                <a:cubicBezTo>
                  <a:pt x="730497" y="39599"/>
                  <a:pt x="737707" y="41889"/>
                  <a:pt x="743056" y="46470"/>
                </a:cubicBezTo>
                <a:cubicBezTo>
                  <a:pt x="748404" y="51048"/>
                  <a:pt x="751079" y="56160"/>
                  <a:pt x="751079" y="61806"/>
                </a:cubicBezTo>
                <a:cubicBezTo>
                  <a:pt x="751079" y="65382"/>
                  <a:pt x="749999" y="68236"/>
                  <a:pt x="747841" y="70369"/>
                </a:cubicBezTo>
                <a:cubicBezTo>
                  <a:pt x="745683" y="72502"/>
                  <a:pt x="742852" y="73568"/>
                  <a:pt x="739349" y="73568"/>
                </a:cubicBezTo>
                <a:cubicBezTo>
                  <a:pt x="735658" y="73568"/>
                  <a:pt x="732608" y="72344"/>
                  <a:pt x="730200" y="69897"/>
                </a:cubicBezTo>
                <a:cubicBezTo>
                  <a:pt x="727791" y="67447"/>
                  <a:pt x="726306" y="63084"/>
                  <a:pt x="725743" y="56806"/>
                </a:cubicBezTo>
                <a:cubicBezTo>
                  <a:pt x="725367" y="52852"/>
                  <a:pt x="724460" y="50089"/>
                  <a:pt x="723021" y="48519"/>
                </a:cubicBezTo>
                <a:cubicBezTo>
                  <a:pt x="721583" y="46952"/>
                  <a:pt x="719894" y="46168"/>
                  <a:pt x="717954" y="46168"/>
                </a:cubicBezTo>
                <a:cubicBezTo>
                  <a:pt x="714951" y="46168"/>
                  <a:pt x="712387" y="47763"/>
                  <a:pt x="710260" y="50953"/>
                </a:cubicBezTo>
                <a:cubicBezTo>
                  <a:pt x="707007" y="55770"/>
                  <a:pt x="705380" y="63152"/>
                  <a:pt x="705380" y="73099"/>
                </a:cubicBezTo>
                <a:cubicBezTo>
                  <a:pt x="705380" y="81356"/>
                  <a:pt x="706694" y="89254"/>
                  <a:pt x="709321" y="96792"/>
                </a:cubicBezTo>
                <a:cubicBezTo>
                  <a:pt x="711949" y="104331"/>
                  <a:pt x="715546" y="109945"/>
                  <a:pt x="720112" y="113636"/>
                </a:cubicBezTo>
                <a:cubicBezTo>
                  <a:pt x="723553" y="116326"/>
                  <a:pt x="727619" y="117671"/>
                  <a:pt x="732311" y="117671"/>
                </a:cubicBezTo>
                <a:cubicBezTo>
                  <a:pt x="735377" y="117671"/>
                  <a:pt x="738286" y="116954"/>
                  <a:pt x="741038" y="115519"/>
                </a:cubicBezTo>
                <a:cubicBezTo>
                  <a:pt x="743791" y="114082"/>
                  <a:pt x="747044" y="111366"/>
                  <a:pt x="750797" y="107370"/>
                </a:cubicBezTo>
                <a:close/>
                <a:moveTo>
                  <a:pt x="838652" y="82952"/>
                </a:moveTo>
                <a:lnTo>
                  <a:pt x="790514" y="82952"/>
                </a:lnTo>
                <a:cubicBezTo>
                  <a:pt x="791077" y="94619"/>
                  <a:pt x="794174" y="103839"/>
                  <a:pt x="799804" y="110613"/>
                </a:cubicBezTo>
                <a:cubicBezTo>
                  <a:pt x="804120" y="115819"/>
                  <a:pt x="809313" y="118422"/>
                  <a:pt x="815381" y="118422"/>
                </a:cubicBezTo>
                <a:cubicBezTo>
                  <a:pt x="819134" y="118422"/>
                  <a:pt x="822543" y="117374"/>
                  <a:pt x="825609" y="115278"/>
                </a:cubicBezTo>
                <a:cubicBezTo>
                  <a:pt x="828674" y="113183"/>
                  <a:pt x="831958" y="109414"/>
                  <a:pt x="835462" y="103971"/>
                </a:cubicBezTo>
                <a:lnTo>
                  <a:pt x="838652" y="106035"/>
                </a:lnTo>
                <a:cubicBezTo>
                  <a:pt x="833898" y="115732"/>
                  <a:pt x="828643" y="122598"/>
                  <a:pt x="822888" y="126633"/>
                </a:cubicBezTo>
                <a:cubicBezTo>
                  <a:pt x="817132" y="130668"/>
                  <a:pt x="810470" y="132685"/>
                  <a:pt x="802900" y="132685"/>
                </a:cubicBezTo>
                <a:cubicBezTo>
                  <a:pt x="789888" y="132685"/>
                  <a:pt x="780035" y="127675"/>
                  <a:pt x="773342" y="117656"/>
                </a:cubicBezTo>
                <a:cubicBezTo>
                  <a:pt x="767962" y="109579"/>
                  <a:pt x="765272" y="99560"/>
                  <a:pt x="765272" y="87599"/>
                </a:cubicBezTo>
                <a:cubicBezTo>
                  <a:pt x="765272" y="72945"/>
                  <a:pt x="769229" y="61282"/>
                  <a:pt x="777142" y="52610"/>
                </a:cubicBezTo>
                <a:cubicBezTo>
                  <a:pt x="785056" y="43936"/>
                  <a:pt x="794330" y="39599"/>
                  <a:pt x="804965" y="39599"/>
                </a:cubicBezTo>
                <a:cubicBezTo>
                  <a:pt x="813848" y="39599"/>
                  <a:pt x="821558" y="43243"/>
                  <a:pt x="828096" y="50531"/>
                </a:cubicBezTo>
                <a:cubicBezTo>
                  <a:pt x="834633" y="57819"/>
                  <a:pt x="838152" y="68626"/>
                  <a:pt x="838652" y="82952"/>
                </a:cubicBezTo>
                <a:moveTo>
                  <a:pt x="815568" y="76758"/>
                </a:moveTo>
                <a:cubicBezTo>
                  <a:pt x="815568" y="66687"/>
                  <a:pt x="815021" y="59774"/>
                  <a:pt x="813926" y="56020"/>
                </a:cubicBezTo>
                <a:cubicBezTo>
                  <a:pt x="812831" y="52267"/>
                  <a:pt x="811127" y="49421"/>
                  <a:pt x="808812" y="47481"/>
                </a:cubicBezTo>
                <a:cubicBezTo>
                  <a:pt x="807498" y="46355"/>
                  <a:pt x="805747" y="45792"/>
                  <a:pt x="803557" y="45792"/>
                </a:cubicBezTo>
                <a:cubicBezTo>
                  <a:pt x="800304" y="45792"/>
                  <a:pt x="797646" y="47387"/>
                  <a:pt x="795581" y="50578"/>
                </a:cubicBezTo>
                <a:cubicBezTo>
                  <a:pt x="791890" y="56146"/>
                  <a:pt x="790045" y="63778"/>
                  <a:pt x="790045" y="73474"/>
                </a:cubicBezTo>
                <a:lnTo>
                  <a:pt x="790045" y="76758"/>
                </a:lnTo>
                <a:lnTo>
                  <a:pt x="815568" y="76758"/>
                </a:lnTo>
                <a:close/>
                <a:moveTo>
                  <a:pt x="904926" y="39974"/>
                </a:moveTo>
                <a:lnTo>
                  <a:pt x="906334" y="70002"/>
                </a:lnTo>
                <a:lnTo>
                  <a:pt x="903144" y="70002"/>
                </a:lnTo>
                <a:cubicBezTo>
                  <a:pt x="899328" y="61047"/>
                  <a:pt x="895371" y="54930"/>
                  <a:pt x="891273" y="51651"/>
                </a:cubicBezTo>
                <a:cubicBezTo>
                  <a:pt x="887176" y="48371"/>
                  <a:pt x="883094" y="46731"/>
                  <a:pt x="879028" y="46731"/>
                </a:cubicBezTo>
                <a:cubicBezTo>
                  <a:pt x="876463" y="46731"/>
                  <a:pt x="874273" y="47591"/>
                  <a:pt x="872459" y="49311"/>
                </a:cubicBezTo>
                <a:cubicBezTo>
                  <a:pt x="870645" y="51031"/>
                  <a:pt x="869738" y="53018"/>
                  <a:pt x="869738" y="55270"/>
                </a:cubicBezTo>
                <a:cubicBezTo>
                  <a:pt x="869738" y="56959"/>
                  <a:pt x="870363" y="58585"/>
                  <a:pt x="871614" y="60149"/>
                </a:cubicBezTo>
                <a:cubicBezTo>
                  <a:pt x="873616" y="62714"/>
                  <a:pt x="879215" y="67109"/>
                  <a:pt x="888411" y="73333"/>
                </a:cubicBezTo>
                <a:cubicBezTo>
                  <a:pt x="897607" y="79558"/>
                  <a:pt x="903660" y="84844"/>
                  <a:pt x="906569" y="89192"/>
                </a:cubicBezTo>
                <a:cubicBezTo>
                  <a:pt x="909478" y="93539"/>
                  <a:pt x="910932" y="98403"/>
                  <a:pt x="910932" y="103783"/>
                </a:cubicBezTo>
                <a:cubicBezTo>
                  <a:pt x="910932" y="108663"/>
                  <a:pt x="909712" y="113448"/>
                  <a:pt x="907272" y="118140"/>
                </a:cubicBezTo>
                <a:cubicBezTo>
                  <a:pt x="904833" y="122832"/>
                  <a:pt x="901392" y="126429"/>
                  <a:pt x="896950" y="128932"/>
                </a:cubicBezTo>
                <a:cubicBezTo>
                  <a:pt x="892509" y="131434"/>
                  <a:pt x="887598" y="132685"/>
                  <a:pt x="882218" y="132685"/>
                </a:cubicBezTo>
                <a:cubicBezTo>
                  <a:pt x="878027" y="132685"/>
                  <a:pt x="872428" y="131347"/>
                  <a:pt x="865421" y="128671"/>
                </a:cubicBezTo>
                <a:cubicBezTo>
                  <a:pt x="863544" y="127969"/>
                  <a:pt x="862262" y="127618"/>
                  <a:pt x="861574" y="127618"/>
                </a:cubicBezTo>
                <a:cubicBezTo>
                  <a:pt x="859510" y="127618"/>
                  <a:pt x="857789" y="129182"/>
                  <a:pt x="856413" y="132310"/>
                </a:cubicBezTo>
                <a:lnTo>
                  <a:pt x="853316" y="132310"/>
                </a:lnTo>
                <a:lnTo>
                  <a:pt x="851815" y="100781"/>
                </a:lnTo>
                <a:lnTo>
                  <a:pt x="855005" y="100781"/>
                </a:lnTo>
                <a:cubicBezTo>
                  <a:pt x="857820" y="109038"/>
                  <a:pt x="861683" y="115231"/>
                  <a:pt x="866594" y="119360"/>
                </a:cubicBezTo>
                <a:cubicBezTo>
                  <a:pt x="871505" y="123489"/>
                  <a:pt x="876150" y="125553"/>
                  <a:pt x="880529" y="125553"/>
                </a:cubicBezTo>
                <a:cubicBezTo>
                  <a:pt x="883532" y="125553"/>
                  <a:pt x="885987" y="124631"/>
                  <a:pt x="887895" y="122785"/>
                </a:cubicBezTo>
                <a:cubicBezTo>
                  <a:pt x="889803" y="120940"/>
                  <a:pt x="890757" y="118703"/>
                  <a:pt x="890757" y="116076"/>
                </a:cubicBezTo>
                <a:cubicBezTo>
                  <a:pt x="890757" y="113073"/>
                  <a:pt x="889819" y="110477"/>
                  <a:pt x="887942" y="108287"/>
                </a:cubicBezTo>
                <a:cubicBezTo>
                  <a:pt x="886065" y="106098"/>
                  <a:pt x="881874" y="102782"/>
                  <a:pt x="875368" y="98341"/>
                </a:cubicBezTo>
                <a:cubicBezTo>
                  <a:pt x="865797" y="91710"/>
                  <a:pt x="859603" y="86642"/>
                  <a:pt x="856788" y="83139"/>
                </a:cubicBezTo>
                <a:cubicBezTo>
                  <a:pt x="852659" y="78010"/>
                  <a:pt x="850595" y="72348"/>
                  <a:pt x="850595" y="66155"/>
                </a:cubicBezTo>
                <a:cubicBezTo>
                  <a:pt x="850595" y="59399"/>
                  <a:pt x="852925" y="53284"/>
                  <a:pt x="857586" y="47810"/>
                </a:cubicBezTo>
                <a:cubicBezTo>
                  <a:pt x="862246" y="42336"/>
                  <a:pt x="868987" y="39599"/>
                  <a:pt x="877808" y="39599"/>
                </a:cubicBezTo>
                <a:cubicBezTo>
                  <a:pt x="882562" y="39599"/>
                  <a:pt x="887160" y="40801"/>
                  <a:pt x="891602" y="43206"/>
                </a:cubicBezTo>
                <a:cubicBezTo>
                  <a:pt x="893291" y="44179"/>
                  <a:pt x="894667" y="44666"/>
                  <a:pt x="895730" y="44666"/>
                </a:cubicBezTo>
                <a:cubicBezTo>
                  <a:pt x="896857" y="44666"/>
                  <a:pt x="897764" y="44432"/>
                  <a:pt x="898452" y="43962"/>
                </a:cubicBezTo>
                <a:cubicBezTo>
                  <a:pt x="899140" y="43493"/>
                  <a:pt x="900235" y="42164"/>
                  <a:pt x="901736" y="39974"/>
                </a:cubicBezTo>
                <a:lnTo>
                  <a:pt x="904926" y="39974"/>
                </a:lnTo>
                <a:close/>
                <a:moveTo>
                  <a:pt x="979684" y="39974"/>
                </a:moveTo>
                <a:lnTo>
                  <a:pt x="981091" y="70002"/>
                </a:lnTo>
                <a:lnTo>
                  <a:pt x="977901" y="70002"/>
                </a:lnTo>
                <a:cubicBezTo>
                  <a:pt x="974085" y="61047"/>
                  <a:pt x="970128" y="54930"/>
                  <a:pt x="966031" y="51651"/>
                </a:cubicBezTo>
                <a:cubicBezTo>
                  <a:pt x="961933" y="48371"/>
                  <a:pt x="957851" y="46731"/>
                  <a:pt x="953785" y="46731"/>
                </a:cubicBezTo>
                <a:cubicBezTo>
                  <a:pt x="951220" y="46731"/>
                  <a:pt x="949030" y="47591"/>
                  <a:pt x="947216" y="49311"/>
                </a:cubicBezTo>
                <a:cubicBezTo>
                  <a:pt x="945402" y="51031"/>
                  <a:pt x="944495" y="53018"/>
                  <a:pt x="944495" y="55270"/>
                </a:cubicBezTo>
                <a:cubicBezTo>
                  <a:pt x="944495" y="56959"/>
                  <a:pt x="945121" y="58585"/>
                  <a:pt x="946372" y="60149"/>
                </a:cubicBezTo>
                <a:cubicBezTo>
                  <a:pt x="948374" y="62714"/>
                  <a:pt x="953973" y="67109"/>
                  <a:pt x="963169" y="73333"/>
                </a:cubicBezTo>
                <a:cubicBezTo>
                  <a:pt x="972365" y="79558"/>
                  <a:pt x="978417" y="84844"/>
                  <a:pt x="981326" y="89192"/>
                </a:cubicBezTo>
                <a:cubicBezTo>
                  <a:pt x="984235" y="93539"/>
                  <a:pt x="985689" y="98403"/>
                  <a:pt x="985689" y="103783"/>
                </a:cubicBezTo>
                <a:cubicBezTo>
                  <a:pt x="985689" y="108663"/>
                  <a:pt x="984469" y="113448"/>
                  <a:pt x="982030" y="118140"/>
                </a:cubicBezTo>
                <a:cubicBezTo>
                  <a:pt x="979590" y="122832"/>
                  <a:pt x="976149" y="126429"/>
                  <a:pt x="971708" y="128932"/>
                </a:cubicBezTo>
                <a:cubicBezTo>
                  <a:pt x="967266" y="131434"/>
                  <a:pt x="962355" y="132685"/>
                  <a:pt x="956975" y="132685"/>
                </a:cubicBezTo>
                <a:cubicBezTo>
                  <a:pt x="952784" y="132685"/>
                  <a:pt x="947185" y="131347"/>
                  <a:pt x="940179" y="128671"/>
                </a:cubicBezTo>
                <a:cubicBezTo>
                  <a:pt x="938302" y="127969"/>
                  <a:pt x="937019" y="127618"/>
                  <a:pt x="936331" y="127618"/>
                </a:cubicBezTo>
                <a:cubicBezTo>
                  <a:pt x="934267" y="127618"/>
                  <a:pt x="932547" y="129182"/>
                  <a:pt x="931170" y="132310"/>
                </a:cubicBezTo>
                <a:lnTo>
                  <a:pt x="928074" y="132310"/>
                </a:lnTo>
                <a:lnTo>
                  <a:pt x="926572" y="100781"/>
                </a:lnTo>
                <a:lnTo>
                  <a:pt x="929763" y="100781"/>
                </a:lnTo>
                <a:cubicBezTo>
                  <a:pt x="932578" y="109038"/>
                  <a:pt x="936441" y="115231"/>
                  <a:pt x="941352" y="119360"/>
                </a:cubicBezTo>
                <a:cubicBezTo>
                  <a:pt x="946262" y="123489"/>
                  <a:pt x="950907" y="125553"/>
                  <a:pt x="955286" y="125553"/>
                </a:cubicBezTo>
                <a:cubicBezTo>
                  <a:pt x="958289" y="125553"/>
                  <a:pt x="960744" y="124631"/>
                  <a:pt x="962652" y="122785"/>
                </a:cubicBezTo>
                <a:cubicBezTo>
                  <a:pt x="964560" y="120940"/>
                  <a:pt x="965514" y="118703"/>
                  <a:pt x="965514" y="116076"/>
                </a:cubicBezTo>
                <a:cubicBezTo>
                  <a:pt x="965514" y="113073"/>
                  <a:pt x="964576" y="110477"/>
                  <a:pt x="962699" y="108287"/>
                </a:cubicBezTo>
                <a:cubicBezTo>
                  <a:pt x="960823" y="106098"/>
                  <a:pt x="956631" y="102782"/>
                  <a:pt x="950125" y="98341"/>
                </a:cubicBezTo>
                <a:cubicBezTo>
                  <a:pt x="940554" y="91710"/>
                  <a:pt x="934361" y="86642"/>
                  <a:pt x="931546" y="83139"/>
                </a:cubicBezTo>
                <a:cubicBezTo>
                  <a:pt x="927417" y="78010"/>
                  <a:pt x="925352" y="72348"/>
                  <a:pt x="925352" y="66155"/>
                </a:cubicBezTo>
                <a:cubicBezTo>
                  <a:pt x="925352" y="59399"/>
                  <a:pt x="927683" y="53284"/>
                  <a:pt x="932343" y="47810"/>
                </a:cubicBezTo>
                <a:cubicBezTo>
                  <a:pt x="937004" y="42336"/>
                  <a:pt x="943744" y="39599"/>
                  <a:pt x="952565" y="39599"/>
                </a:cubicBezTo>
                <a:cubicBezTo>
                  <a:pt x="957319" y="39599"/>
                  <a:pt x="961917" y="40801"/>
                  <a:pt x="966359" y="43206"/>
                </a:cubicBezTo>
                <a:cubicBezTo>
                  <a:pt x="968048" y="44179"/>
                  <a:pt x="969424" y="44666"/>
                  <a:pt x="970488" y="44666"/>
                </a:cubicBezTo>
                <a:cubicBezTo>
                  <a:pt x="971614" y="44666"/>
                  <a:pt x="972521" y="44432"/>
                  <a:pt x="973209" y="43962"/>
                </a:cubicBezTo>
                <a:cubicBezTo>
                  <a:pt x="973897" y="43493"/>
                  <a:pt x="974992" y="42164"/>
                  <a:pt x="976493" y="39974"/>
                </a:cubicBezTo>
                <a:lnTo>
                  <a:pt x="979684" y="39974"/>
                </a:lnTo>
                <a:close/>
                <a:moveTo>
                  <a:pt x="1092913" y="10134"/>
                </a:moveTo>
                <a:lnTo>
                  <a:pt x="1092913" y="61745"/>
                </a:lnTo>
                <a:lnTo>
                  <a:pt x="1095447" y="61745"/>
                </a:lnTo>
                <a:cubicBezTo>
                  <a:pt x="1103516" y="61745"/>
                  <a:pt x="1109366" y="59211"/>
                  <a:pt x="1112994" y="54144"/>
                </a:cubicBezTo>
                <a:cubicBezTo>
                  <a:pt x="1116622" y="49077"/>
                  <a:pt x="1118937" y="41601"/>
                  <a:pt x="1119938" y="31717"/>
                </a:cubicBezTo>
                <a:lnTo>
                  <a:pt x="1123504" y="31717"/>
                </a:lnTo>
                <a:lnTo>
                  <a:pt x="1123504" y="98528"/>
                </a:lnTo>
                <a:lnTo>
                  <a:pt x="1119938" y="98528"/>
                </a:lnTo>
                <a:cubicBezTo>
                  <a:pt x="1119187" y="91248"/>
                  <a:pt x="1117608" y="85287"/>
                  <a:pt x="1115199" y="80644"/>
                </a:cubicBezTo>
                <a:cubicBezTo>
                  <a:pt x="1112791" y="75999"/>
                  <a:pt x="1109991" y="72877"/>
                  <a:pt x="1106801" y="71278"/>
                </a:cubicBezTo>
                <a:cubicBezTo>
                  <a:pt x="1103610" y="69677"/>
                  <a:pt x="1098981" y="68876"/>
                  <a:pt x="1092913" y="68876"/>
                </a:cubicBezTo>
                <a:lnTo>
                  <a:pt x="1092913" y="104722"/>
                </a:lnTo>
                <a:cubicBezTo>
                  <a:pt x="1092913" y="111728"/>
                  <a:pt x="1093210" y="116013"/>
                  <a:pt x="1093804" y="117577"/>
                </a:cubicBezTo>
                <a:cubicBezTo>
                  <a:pt x="1094399" y="119141"/>
                  <a:pt x="1095509" y="120424"/>
                  <a:pt x="1097136" y="121425"/>
                </a:cubicBezTo>
                <a:cubicBezTo>
                  <a:pt x="1098762" y="122426"/>
                  <a:pt x="1101390" y="122926"/>
                  <a:pt x="1105018" y="122926"/>
                </a:cubicBezTo>
                <a:lnTo>
                  <a:pt x="1112619" y="122926"/>
                </a:lnTo>
                <a:cubicBezTo>
                  <a:pt x="1124505" y="122926"/>
                  <a:pt x="1134029" y="120189"/>
                  <a:pt x="1141192" y="114715"/>
                </a:cubicBezTo>
                <a:cubicBezTo>
                  <a:pt x="1148355" y="109241"/>
                  <a:pt x="1153500" y="100874"/>
                  <a:pt x="1156628" y="89614"/>
                </a:cubicBezTo>
                <a:lnTo>
                  <a:pt x="1160100" y="89614"/>
                </a:lnTo>
                <a:lnTo>
                  <a:pt x="1154376" y="130058"/>
                </a:lnTo>
                <a:lnTo>
                  <a:pt x="1044399" y="130058"/>
                </a:lnTo>
                <a:lnTo>
                  <a:pt x="1044399" y="126679"/>
                </a:lnTo>
                <a:lnTo>
                  <a:pt x="1048622" y="126679"/>
                </a:lnTo>
                <a:cubicBezTo>
                  <a:pt x="1052313" y="126679"/>
                  <a:pt x="1055284" y="126020"/>
                  <a:pt x="1057537" y="124700"/>
                </a:cubicBezTo>
                <a:cubicBezTo>
                  <a:pt x="1059163" y="123818"/>
                  <a:pt x="1060414" y="122309"/>
                  <a:pt x="1061290" y="120172"/>
                </a:cubicBezTo>
                <a:cubicBezTo>
                  <a:pt x="1061978" y="118663"/>
                  <a:pt x="1062322" y="114702"/>
                  <a:pt x="1062322" y="108287"/>
                </a:cubicBezTo>
                <a:lnTo>
                  <a:pt x="1062322" y="24585"/>
                </a:lnTo>
                <a:cubicBezTo>
                  <a:pt x="1062322" y="18801"/>
                  <a:pt x="1062166" y="15247"/>
                  <a:pt x="1061853" y="13926"/>
                </a:cubicBezTo>
                <a:cubicBezTo>
                  <a:pt x="1061227" y="11727"/>
                  <a:pt x="1060070" y="10030"/>
                  <a:pt x="1058381" y="8835"/>
                </a:cubicBezTo>
                <a:cubicBezTo>
                  <a:pt x="1056004" y="7074"/>
                  <a:pt x="1052751" y="6193"/>
                  <a:pt x="1048622" y="6193"/>
                </a:cubicBezTo>
                <a:lnTo>
                  <a:pt x="1044399" y="6193"/>
                </a:lnTo>
                <a:lnTo>
                  <a:pt x="1044399" y="2815"/>
                </a:lnTo>
                <a:lnTo>
                  <a:pt x="1150904" y="2815"/>
                </a:lnTo>
                <a:lnTo>
                  <a:pt x="1150904" y="40537"/>
                </a:lnTo>
                <a:lnTo>
                  <a:pt x="1147338" y="40537"/>
                </a:lnTo>
                <a:cubicBezTo>
                  <a:pt x="1145524" y="31312"/>
                  <a:pt x="1142975" y="24692"/>
                  <a:pt x="1139691" y="20676"/>
                </a:cubicBezTo>
                <a:cubicBezTo>
                  <a:pt x="1136406" y="16661"/>
                  <a:pt x="1131761" y="13712"/>
                  <a:pt x="1125756" y="11829"/>
                </a:cubicBezTo>
                <a:cubicBezTo>
                  <a:pt x="1122253" y="10699"/>
                  <a:pt x="1115684" y="10134"/>
                  <a:pt x="1106050" y="10134"/>
                </a:cubicBezTo>
                <a:lnTo>
                  <a:pt x="1092913" y="10134"/>
                </a:lnTo>
                <a:close/>
                <a:moveTo>
                  <a:pt x="1226513" y="76236"/>
                </a:moveTo>
                <a:lnTo>
                  <a:pt x="1242110" y="105197"/>
                </a:lnTo>
                <a:cubicBezTo>
                  <a:pt x="1247365" y="115267"/>
                  <a:pt x="1251525" y="121646"/>
                  <a:pt x="1254591" y="124334"/>
                </a:cubicBezTo>
                <a:cubicBezTo>
                  <a:pt x="1256280" y="125772"/>
                  <a:pt x="1258594" y="126554"/>
                  <a:pt x="1261535" y="126679"/>
                </a:cubicBezTo>
                <a:lnTo>
                  <a:pt x="1261535" y="130058"/>
                </a:lnTo>
                <a:lnTo>
                  <a:pt x="1212646" y="130058"/>
                </a:lnTo>
                <a:lnTo>
                  <a:pt x="1212646" y="126679"/>
                </a:lnTo>
                <a:cubicBezTo>
                  <a:pt x="1216462" y="126367"/>
                  <a:pt x="1218823" y="125866"/>
                  <a:pt x="1219730" y="125178"/>
                </a:cubicBezTo>
                <a:cubicBezTo>
                  <a:pt x="1220637" y="124488"/>
                  <a:pt x="1221091" y="123548"/>
                  <a:pt x="1221091" y="122357"/>
                </a:cubicBezTo>
                <a:cubicBezTo>
                  <a:pt x="1221091" y="120604"/>
                  <a:pt x="1220090" y="117847"/>
                  <a:pt x="1218088" y="114088"/>
                </a:cubicBezTo>
                <a:lnTo>
                  <a:pt x="1210429" y="99866"/>
                </a:lnTo>
                <a:lnTo>
                  <a:pt x="1204013" y="109296"/>
                </a:lnTo>
                <a:cubicBezTo>
                  <a:pt x="1201072" y="113619"/>
                  <a:pt x="1199415" y="116187"/>
                  <a:pt x="1199039" y="117003"/>
                </a:cubicBezTo>
                <a:cubicBezTo>
                  <a:pt x="1198539" y="118191"/>
                  <a:pt x="1198289" y="119256"/>
                  <a:pt x="1198289" y="120196"/>
                </a:cubicBezTo>
                <a:cubicBezTo>
                  <a:pt x="1198289" y="121637"/>
                  <a:pt x="1198586" y="122843"/>
                  <a:pt x="1199180" y="123815"/>
                </a:cubicBezTo>
                <a:cubicBezTo>
                  <a:pt x="1199774" y="124784"/>
                  <a:pt x="1200588" y="125505"/>
                  <a:pt x="1201620" y="125976"/>
                </a:cubicBezTo>
                <a:cubicBezTo>
                  <a:pt x="1202652" y="126445"/>
                  <a:pt x="1204544" y="126679"/>
                  <a:pt x="1207297" y="126679"/>
                </a:cubicBezTo>
                <a:lnTo>
                  <a:pt x="1207297" y="130058"/>
                </a:lnTo>
                <a:lnTo>
                  <a:pt x="1172953" y="130058"/>
                </a:lnTo>
                <a:lnTo>
                  <a:pt x="1172953" y="126679"/>
                </a:lnTo>
                <a:cubicBezTo>
                  <a:pt x="1177207" y="126679"/>
                  <a:pt x="1181101" y="125506"/>
                  <a:pt x="1184635" y="123158"/>
                </a:cubicBezTo>
                <a:cubicBezTo>
                  <a:pt x="1188170" y="120808"/>
                  <a:pt x="1193315" y="114655"/>
                  <a:pt x="1200071" y="104698"/>
                </a:cubicBezTo>
                <a:lnTo>
                  <a:pt x="1207312" y="94074"/>
                </a:lnTo>
                <a:lnTo>
                  <a:pt x="1192189" y="65994"/>
                </a:lnTo>
                <a:cubicBezTo>
                  <a:pt x="1187247" y="56805"/>
                  <a:pt x="1183556" y="51173"/>
                  <a:pt x="1181116" y="49097"/>
                </a:cubicBezTo>
                <a:cubicBezTo>
                  <a:pt x="1178677" y="47021"/>
                  <a:pt x="1175955" y="45857"/>
                  <a:pt x="1172953" y="45605"/>
                </a:cubicBezTo>
                <a:lnTo>
                  <a:pt x="1172953" y="42226"/>
                </a:lnTo>
                <a:lnTo>
                  <a:pt x="1221560" y="42226"/>
                </a:lnTo>
                <a:lnTo>
                  <a:pt x="1221560" y="45605"/>
                </a:lnTo>
                <a:lnTo>
                  <a:pt x="1219026" y="45698"/>
                </a:lnTo>
                <a:lnTo>
                  <a:pt x="1214147" y="47405"/>
                </a:lnTo>
                <a:cubicBezTo>
                  <a:pt x="1213647" y="47847"/>
                  <a:pt x="1213396" y="48573"/>
                  <a:pt x="1213396" y="49584"/>
                </a:cubicBezTo>
                <a:cubicBezTo>
                  <a:pt x="1213396" y="50530"/>
                  <a:pt x="1213553" y="51508"/>
                  <a:pt x="1213865" y="52519"/>
                </a:cubicBezTo>
                <a:cubicBezTo>
                  <a:pt x="1214053" y="52961"/>
                  <a:pt x="1214929" y="54666"/>
                  <a:pt x="1216493" y="57633"/>
                </a:cubicBezTo>
                <a:lnTo>
                  <a:pt x="1223402" y="70460"/>
                </a:lnTo>
                <a:lnTo>
                  <a:pt x="1226909" y="65310"/>
                </a:lnTo>
                <a:cubicBezTo>
                  <a:pt x="1231913" y="58396"/>
                  <a:pt x="1234416" y="53555"/>
                  <a:pt x="1234416" y="50789"/>
                </a:cubicBezTo>
                <a:cubicBezTo>
                  <a:pt x="1234416" y="49469"/>
                  <a:pt x="1233868" y="48354"/>
                  <a:pt x="1232774" y="47443"/>
                </a:cubicBezTo>
                <a:cubicBezTo>
                  <a:pt x="1231679" y="46532"/>
                  <a:pt x="1229724" y="45919"/>
                  <a:pt x="1226909" y="45605"/>
                </a:cubicBezTo>
                <a:lnTo>
                  <a:pt x="1226909" y="42226"/>
                </a:lnTo>
                <a:lnTo>
                  <a:pt x="1257969" y="42226"/>
                </a:lnTo>
                <a:lnTo>
                  <a:pt x="1257969" y="45605"/>
                </a:lnTo>
                <a:cubicBezTo>
                  <a:pt x="1254153" y="45730"/>
                  <a:pt x="1250587" y="46910"/>
                  <a:pt x="1247271" y="49147"/>
                </a:cubicBezTo>
                <a:cubicBezTo>
                  <a:pt x="1243956" y="51383"/>
                  <a:pt x="1240234" y="55715"/>
                  <a:pt x="1236105" y="62140"/>
                </a:cubicBezTo>
                <a:lnTo>
                  <a:pt x="1226513" y="76236"/>
                </a:lnTo>
                <a:close/>
                <a:moveTo>
                  <a:pt x="1305075" y="121143"/>
                </a:moveTo>
                <a:lnTo>
                  <a:pt x="1305075" y="153704"/>
                </a:lnTo>
                <a:cubicBezTo>
                  <a:pt x="1305075" y="158269"/>
                  <a:pt x="1305435" y="161376"/>
                  <a:pt x="1306154" y="163024"/>
                </a:cubicBezTo>
                <a:cubicBezTo>
                  <a:pt x="1306874" y="164674"/>
                  <a:pt x="1307984" y="165879"/>
                  <a:pt x="1309485" y="166639"/>
                </a:cubicBezTo>
                <a:cubicBezTo>
                  <a:pt x="1310987" y="167400"/>
                  <a:pt x="1313927" y="167780"/>
                  <a:pt x="1318306" y="167780"/>
                </a:cubicBezTo>
                <a:lnTo>
                  <a:pt x="1318306" y="171158"/>
                </a:lnTo>
                <a:lnTo>
                  <a:pt x="1268291" y="171158"/>
                </a:lnTo>
                <a:lnTo>
                  <a:pt x="1268291" y="167780"/>
                </a:lnTo>
                <a:cubicBezTo>
                  <a:pt x="1272170" y="167653"/>
                  <a:pt x="1275047" y="166543"/>
                  <a:pt x="1276924" y="164452"/>
                </a:cubicBezTo>
                <a:cubicBezTo>
                  <a:pt x="1278175" y="162995"/>
                  <a:pt x="1278801" y="159225"/>
                  <a:pt x="1278801" y="153141"/>
                </a:cubicBezTo>
                <a:lnTo>
                  <a:pt x="1278801" y="60618"/>
                </a:lnTo>
                <a:cubicBezTo>
                  <a:pt x="1278801" y="54347"/>
                  <a:pt x="1278081" y="50340"/>
                  <a:pt x="1276643" y="48599"/>
                </a:cubicBezTo>
                <a:cubicBezTo>
                  <a:pt x="1275204" y="46857"/>
                  <a:pt x="1272420" y="45859"/>
                  <a:pt x="1268291" y="45605"/>
                </a:cubicBezTo>
                <a:lnTo>
                  <a:pt x="1268291" y="42226"/>
                </a:lnTo>
                <a:lnTo>
                  <a:pt x="1305075" y="42226"/>
                </a:lnTo>
                <a:lnTo>
                  <a:pt x="1305075" y="53768"/>
                </a:lnTo>
                <a:cubicBezTo>
                  <a:pt x="1308140" y="49264"/>
                  <a:pt x="1311268" y="46011"/>
                  <a:pt x="1314459" y="44009"/>
                </a:cubicBezTo>
                <a:cubicBezTo>
                  <a:pt x="1319026" y="41069"/>
                  <a:pt x="1323999" y="39599"/>
                  <a:pt x="1329379" y="39599"/>
                </a:cubicBezTo>
                <a:cubicBezTo>
                  <a:pt x="1335822" y="39599"/>
                  <a:pt x="1341687" y="41634"/>
                  <a:pt x="1346973" y="45704"/>
                </a:cubicBezTo>
                <a:cubicBezTo>
                  <a:pt x="1352259" y="49774"/>
                  <a:pt x="1356279" y="55395"/>
                  <a:pt x="1359031" y="62566"/>
                </a:cubicBezTo>
                <a:cubicBezTo>
                  <a:pt x="1361784" y="69736"/>
                  <a:pt x="1363160" y="77454"/>
                  <a:pt x="1363160" y="85720"/>
                </a:cubicBezTo>
                <a:cubicBezTo>
                  <a:pt x="1363160" y="94611"/>
                  <a:pt x="1361737" y="102735"/>
                  <a:pt x="1358890" y="110094"/>
                </a:cubicBezTo>
                <a:cubicBezTo>
                  <a:pt x="1356044" y="117452"/>
                  <a:pt x="1351915" y="123057"/>
                  <a:pt x="1346504" y="126908"/>
                </a:cubicBezTo>
                <a:cubicBezTo>
                  <a:pt x="1341093" y="130759"/>
                  <a:pt x="1335072" y="132685"/>
                  <a:pt x="1328440" y="132685"/>
                </a:cubicBezTo>
                <a:cubicBezTo>
                  <a:pt x="1323624" y="132685"/>
                  <a:pt x="1319119" y="131622"/>
                  <a:pt x="1314928" y="129495"/>
                </a:cubicBezTo>
                <a:cubicBezTo>
                  <a:pt x="1311800" y="127868"/>
                  <a:pt x="1308516" y="125084"/>
                  <a:pt x="1305075" y="121143"/>
                </a:cubicBezTo>
                <a:moveTo>
                  <a:pt x="1305075" y="111651"/>
                </a:moveTo>
                <a:cubicBezTo>
                  <a:pt x="1310455" y="119293"/>
                  <a:pt x="1316210" y="123114"/>
                  <a:pt x="1322341" y="123114"/>
                </a:cubicBezTo>
                <a:cubicBezTo>
                  <a:pt x="1325719" y="123114"/>
                  <a:pt x="1328503" y="121329"/>
                  <a:pt x="1330693" y="117759"/>
                </a:cubicBezTo>
                <a:cubicBezTo>
                  <a:pt x="1333946" y="112496"/>
                  <a:pt x="1335572" y="102474"/>
                  <a:pt x="1335572" y="87690"/>
                </a:cubicBezTo>
                <a:cubicBezTo>
                  <a:pt x="1335572" y="72532"/>
                  <a:pt x="1333789" y="62165"/>
                  <a:pt x="1330223" y="56589"/>
                </a:cubicBezTo>
                <a:cubicBezTo>
                  <a:pt x="1327846" y="52895"/>
                  <a:pt x="1324656" y="51047"/>
                  <a:pt x="1320652" y="51047"/>
                </a:cubicBezTo>
                <a:cubicBezTo>
                  <a:pt x="1314334" y="51047"/>
                  <a:pt x="1309141" y="55620"/>
                  <a:pt x="1305075" y="64765"/>
                </a:cubicBezTo>
                <a:lnTo>
                  <a:pt x="1305075" y="111651"/>
                </a:lnTo>
                <a:close/>
                <a:moveTo>
                  <a:pt x="1414365" y="42226"/>
                </a:moveTo>
                <a:lnTo>
                  <a:pt x="1414365" y="62120"/>
                </a:lnTo>
                <a:cubicBezTo>
                  <a:pt x="1420182" y="53049"/>
                  <a:pt x="1425281" y="47028"/>
                  <a:pt x="1429660" y="44056"/>
                </a:cubicBezTo>
                <a:cubicBezTo>
                  <a:pt x="1434039" y="41085"/>
                  <a:pt x="1438262" y="39599"/>
                  <a:pt x="1442328" y="39599"/>
                </a:cubicBezTo>
                <a:cubicBezTo>
                  <a:pt x="1445831" y="39599"/>
                  <a:pt x="1448631" y="40682"/>
                  <a:pt x="1450726" y="42848"/>
                </a:cubicBezTo>
                <a:cubicBezTo>
                  <a:pt x="1452822" y="45014"/>
                  <a:pt x="1453870" y="48075"/>
                  <a:pt x="1453870" y="52029"/>
                </a:cubicBezTo>
                <a:cubicBezTo>
                  <a:pt x="1453870" y="56236"/>
                  <a:pt x="1452853" y="59502"/>
                  <a:pt x="1450820" y="61827"/>
                </a:cubicBezTo>
                <a:cubicBezTo>
                  <a:pt x="1448787" y="64149"/>
                  <a:pt x="1446332" y="65310"/>
                  <a:pt x="1443454" y="65310"/>
                </a:cubicBezTo>
                <a:cubicBezTo>
                  <a:pt x="1440138" y="65310"/>
                  <a:pt x="1437261" y="64247"/>
                  <a:pt x="1434821" y="62120"/>
                </a:cubicBezTo>
                <a:cubicBezTo>
                  <a:pt x="1432381" y="59993"/>
                  <a:pt x="1430942" y="58804"/>
                  <a:pt x="1430504" y="58554"/>
                </a:cubicBezTo>
                <a:cubicBezTo>
                  <a:pt x="1429879" y="58179"/>
                  <a:pt x="1429159" y="57991"/>
                  <a:pt x="1428346" y="57991"/>
                </a:cubicBezTo>
                <a:cubicBezTo>
                  <a:pt x="1426532" y="57991"/>
                  <a:pt x="1424812" y="58679"/>
                  <a:pt x="1423185" y="60055"/>
                </a:cubicBezTo>
                <a:cubicBezTo>
                  <a:pt x="1420620" y="62182"/>
                  <a:pt x="1418681" y="65216"/>
                  <a:pt x="1417367" y="69158"/>
                </a:cubicBezTo>
                <a:cubicBezTo>
                  <a:pt x="1415365" y="75226"/>
                  <a:pt x="1414365" y="81919"/>
                  <a:pt x="1414365" y="89239"/>
                </a:cubicBezTo>
                <a:lnTo>
                  <a:pt x="1414365" y="109414"/>
                </a:lnTo>
                <a:lnTo>
                  <a:pt x="1414458" y="114668"/>
                </a:lnTo>
                <a:cubicBezTo>
                  <a:pt x="1414458" y="118234"/>
                  <a:pt x="1414677" y="120518"/>
                  <a:pt x="1415115" y="121518"/>
                </a:cubicBezTo>
                <a:cubicBezTo>
                  <a:pt x="1415866" y="123208"/>
                  <a:pt x="1416976" y="124443"/>
                  <a:pt x="1418446" y="125225"/>
                </a:cubicBezTo>
                <a:cubicBezTo>
                  <a:pt x="1419917" y="126007"/>
                  <a:pt x="1422403" y="126492"/>
                  <a:pt x="1425906" y="126679"/>
                </a:cubicBezTo>
                <a:lnTo>
                  <a:pt x="1425906" y="130058"/>
                </a:lnTo>
                <a:lnTo>
                  <a:pt x="1378519" y="130058"/>
                </a:lnTo>
                <a:lnTo>
                  <a:pt x="1378519" y="126679"/>
                </a:lnTo>
                <a:cubicBezTo>
                  <a:pt x="1382335" y="126367"/>
                  <a:pt x="1384915" y="125319"/>
                  <a:pt x="1386260" y="123536"/>
                </a:cubicBezTo>
                <a:cubicBezTo>
                  <a:pt x="1387605" y="121753"/>
                  <a:pt x="1388278" y="117046"/>
                  <a:pt x="1388278" y="109414"/>
                </a:cubicBezTo>
                <a:lnTo>
                  <a:pt x="1388278" y="60806"/>
                </a:lnTo>
                <a:cubicBezTo>
                  <a:pt x="1388278" y="55770"/>
                  <a:pt x="1388028" y="52560"/>
                  <a:pt x="1387527" y="51176"/>
                </a:cubicBezTo>
                <a:cubicBezTo>
                  <a:pt x="1386902" y="49413"/>
                  <a:pt x="1385995" y="48123"/>
                  <a:pt x="1384806" y="47305"/>
                </a:cubicBezTo>
                <a:cubicBezTo>
                  <a:pt x="1383617" y="46486"/>
                  <a:pt x="1381522" y="45919"/>
                  <a:pt x="1378519" y="45605"/>
                </a:cubicBezTo>
                <a:lnTo>
                  <a:pt x="1378519" y="42226"/>
                </a:lnTo>
                <a:lnTo>
                  <a:pt x="1414365" y="42226"/>
                </a:lnTo>
                <a:close/>
                <a:moveTo>
                  <a:pt x="1533950" y="82952"/>
                </a:moveTo>
                <a:lnTo>
                  <a:pt x="1485812" y="82952"/>
                </a:lnTo>
                <a:cubicBezTo>
                  <a:pt x="1486375" y="94619"/>
                  <a:pt x="1489472" y="103839"/>
                  <a:pt x="1495102" y="110613"/>
                </a:cubicBezTo>
                <a:cubicBezTo>
                  <a:pt x="1499419" y="115819"/>
                  <a:pt x="1504611" y="118422"/>
                  <a:pt x="1510679" y="118422"/>
                </a:cubicBezTo>
                <a:cubicBezTo>
                  <a:pt x="1514432" y="118422"/>
                  <a:pt x="1517842" y="117374"/>
                  <a:pt x="1520907" y="115278"/>
                </a:cubicBezTo>
                <a:cubicBezTo>
                  <a:pt x="1523972" y="113183"/>
                  <a:pt x="1527257" y="109414"/>
                  <a:pt x="1530760" y="103971"/>
                </a:cubicBezTo>
                <a:lnTo>
                  <a:pt x="1533950" y="106035"/>
                </a:lnTo>
                <a:cubicBezTo>
                  <a:pt x="1529196" y="115732"/>
                  <a:pt x="1523941" y="122598"/>
                  <a:pt x="1518186" y="126633"/>
                </a:cubicBezTo>
                <a:cubicBezTo>
                  <a:pt x="1512431" y="130668"/>
                  <a:pt x="1505768" y="132685"/>
                  <a:pt x="1498199" y="132685"/>
                </a:cubicBezTo>
                <a:cubicBezTo>
                  <a:pt x="1485187" y="132685"/>
                  <a:pt x="1475334" y="127675"/>
                  <a:pt x="1468640" y="117656"/>
                </a:cubicBezTo>
                <a:cubicBezTo>
                  <a:pt x="1463260" y="109579"/>
                  <a:pt x="1460570" y="99560"/>
                  <a:pt x="1460570" y="87599"/>
                </a:cubicBezTo>
                <a:cubicBezTo>
                  <a:pt x="1460570" y="72945"/>
                  <a:pt x="1464527" y="61282"/>
                  <a:pt x="1472441" y="52610"/>
                </a:cubicBezTo>
                <a:cubicBezTo>
                  <a:pt x="1480354" y="43936"/>
                  <a:pt x="1489628" y="39599"/>
                  <a:pt x="1500263" y="39599"/>
                </a:cubicBezTo>
                <a:cubicBezTo>
                  <a:pt x="1509146" y="39599"/>
                  <a:pt x="1516857" y="43243"/>
                  <a:pt x="1523394" y="50531"/>
                </a:cubicBezTo>
                <a:cubicBezTo>
                  <a:pt x="1529931" y="57819"/>
                  <a:pt x="1533450" y="68626"/>
                  <a:pt x="1533950" y="82952"/>
                </a:cubicBezTo>
                <a:moveTo>
                  <a:pt x="1510867" y="76758"/>
                </a:moveTo>
                <a:cubicBezTo>
                  <a:pt x="1510867" y="66687"/>
                  <a:pt x="1510319" y="59774"/>
                  <a:pt x="1509224" y="56020"/>
                </a:cubicBezTo>
                <a:cubicBezTo>
                  <a:pt x="1508130" y="52267"/>
                  <a:pt x="1506425" y="49421"/>
                  <a:pt x="1504110" y="47481"/>
                </a:cubicBezTo>
                <a:cubicBezTo>
                  <a:pt x="1502797" y="46355"/>
                  <a:pt x="1501045" y="45792"/>
                  <a:pt x="1498856" y="45792"/>
                </a:cubicBezTo>
                <a:cubicBezTo>
                  <a:pt x="1495603" y="45792"/>
                  <a:pt x="1492944" y="47387"/>
                  <a:pt x="1490879" y="50578"/>
                </a:cubicBezTo>
                <a:cubicBezTo>
                  <a:pt x="1487189" y="56146"/>
                  <a:pt x="1485343" y="63778"/>
                  <a:pt x="1485343" y="73474"/>
                </a:cubicBezTo>
                <a:lnTo>
                  <a:pt x="1485343" y="76758"/>
                </a:lnTo>
                <a:lnTo>
                  <a:pt x="1510867" y="76758"/>
                </a:lnTo>
                <a:close/>
                <a:moveTo>
                  <a:pt x="1600224" y="39974"/>
                </a:moveTo>
                <a:lnTo>
                  <a:pt x="1601631" y="70002"/>
                </a:lnTo>
                <a:lnTo>
                  <a:pt x="1598441" y="70002"/>
                </a:lnTo>
                <a:cubicBezTo>
                  <a:pt x="1594625" y="61047"/>
                  <a:pt x="1590668" y="54930"/>
                  <a:pt x="1586570" y="51651"/>
                </a:cubicBezTo>
                <a:cubicBezTo>
                  <a:pt x="1582473" y="48371"/>
                  <a:pt x="1578391" y="46731"/>
                  <a:pt x="1574325" y="46731"/>
                </a:cubicBezTo>
                <a:cubicBezTo>
                  <a:pt x="1571760" y="46731"/>
                  <a:pt x="1569570" y="47591"/>
                  <a:pt x="1567756" y="49311"/>
                </a:cubicBezTo>
                <a:cubicBezTo>
                  <a:pt x="1565942" y="51031"/>
                  <a:pt x="1565035" y="53018"/>
                  <a:pt x="1565035" y="55270"/>
                </a:cubicBezTo>
                <a:cubicBezTo>
                  <a:pt x="1565035" y="56959"/>
                  <a:pt x="1565660" y="58585"/>
                  <a:pt x="1566912" y="60149"/>
                </a:cubicBezTo>
                <a:cubicBezTo>
                  <a:pt x="1568913" y="62714"/>
                  <a:pt x="1574512" y="67109"/>
                  <a:pt x="1583708" y="73333"/>
                </a:cubicBezTo>
                <a:cubicBezTo>
                  <a:pt x="1592904" y="79558"/>
                  <a:pt x="1598957" y="84844"/>
                  <a:pt x="1601866" y="89192"/>
                </a:cubicBezTo>
                <a:cubicBezTo>
                  <a:pt x="1604775" y="93539"/>
                  <a:pt x="1606229" y="98403"/>
                  <a:pt x="1606229" y="103783"/>
                </a:cubicBezTo>
                <a:cubicBezTo>
                  <a:pt x="1606229" y="108663"/>
                  <a:pt x="1605009" y="113448"/>
                  <a:pt x="1602570" y="118140"/>
                </a:cubicBezTo>
                <a:cubicBezTo>
                  <a:pt x="1600130" y="122832"/>
                  <a:pt x="1596689" y="126429"/>
                  <a:pt x="1592248" y="128932"/>
                </a:cubicBezTo>
                <a:cubicBezTo>
                  <a:pt x="1587806" y="131434"/>
                  <a:pt x="1582895" y="132685"/>
                  <a:pt x="1577515" y="132685"/>
                </a:cubicBezTo>
                <a:cubicBezTo>
                  <a:pt x="1573324" y="132685"/>
                  <a:pt x="1567725" y="131347"/>
                  <a:pt x="1560718" y="128671"/>
                </a:cubicBezTo>
                <a:cubicBezTo>
                  <a:pt x="1558842" y="127969"/>
                  <a:pt x="1557559" y="127618"/>
                  <a:pt x="1556871" y="127618"/>
                </a:cubicBezTo>
                <a:cubicBezTo>
                  <a:pt x="1554807" y="127618"/>
                  <a:pt x="1553086" y="129182"/>
                  <a:pt x="1551710" y="132310"/>
                </a:cubicBezTo>
                <a:lnTo>
                  <a:pt x="1548613" y="132310"/>
                </a:lnTo>
                <a:lnTo>
                  <a:pt x="1547112" y="100781"/>
                </a:lnTo>
                <a:lnTo>
                  <a:pt x="1550303" y="100781"/>
                </a:lnTo>
                <a:cubicBezTo>
                  <a:pt x="1553118" y="109038"/>
                  <a:pt x="1556981" y="115231"/>
                  <a:pt x="1561891" y="119360"/>
                </a:cubicBezTo>
                <a:cubicBezTo>
                  <a:pt x="1566802" y="123489"/>
                  <a:pt x="1571447" y="125553"/>
                  <a:pt x="1575826" y="125553"/>
                </a:cubicBezTo>
                <a:cubicBezTo>
                  <a:pt x="1578829" y="125553"/>
                  <a:pt x="1581284" y="124631"/>
                  <a:pt x="1583192" y="122785"/>
                </a:cubicBezTo>
                <a:cubicBezTo>
                  <a:pt x="1585100" y="120940"/>
                  <a:pt x="1586054" y="118703"/>
                  <a:pt x="1586054" y="116076"/>
                </a:cubicBezTo>
                <a:cubicBezTo>
                  <a:pt x="1586054" y="113073"/>
                  <a:pt x="1585116" y="110477"/>
                  <a:pt x="1583239" y="108287"/>
                </a:cubicBezTo>
                <a:cubicBezTo>
                  <a:pt x="1581362" y="106098"/>
                  <a:pt x="1577171" y="102782"/>
                  <a:pt x="1570665" y="98341"/>
                </a:cubicBezTo>
                <a:cubicBezTo>
                  <a:pt x="1561094" y="91710"/>
                  <a:pt x="1554901" y="86642"/>
                  <a:pt x="1552085" y="83139"/>
                </a:cubicBezTo>
                <a:cubicBezTo>
                  <a:pt x="1547957" y="78010"/>
                  <a:pt x="1545892" y="72348"/>
                  <a:pt x="1545892" y="66155"/>
                </a:cubicBezTo>
                <a:cubicBezTo>
                  <a:pt x="1545892" y="59399"/>
                  <a:pt x="1548223" y="53284"/>
                  <a:pt x="1552883" y="47810"/>
                </a:cubicBezTo>
                <a:cubicBezTo>
                  <a:pt x="1557544" y="42336"/>
                  <a:pt x="1564284" y="39599"/>
                  <a:pt x="1573105" y="39599"/>
                </a:cubicBezTo>
                <a:cubicBezTo>
                  <a:pt x="1577859" y="39599"/>
                  <a:pt x="1582457" y="40801"/>
                  <a:pt x="1586899" y="43206"/>
                </a:cubicBezTo>
                <a:cubicBezTo>
                  <a:pt x="1588588" y="44179"/>
                  <a:pt x="1589964" y="44666"/>
                  <a:pt x="1591028" y="44666"/>
                </a:cubicBezTo>
                <a:cubicBezTo>
                  <a:pt x="1592154" y="44666"/>
                  <a:pt x="1593061" y="44432"/>
                  <a:pt x="1593749" y="43962"/>
                </a:cubicBezTo>
                <a:cubicBezTo>
                  <a:pt x="1594437" y="43493"/>
                  <a:pt x="1595532" y="42164"/>
                  <a:pt x="1597033" y="39974"/>
                </a:cubicBezTo>
                <a:lnTo>
                  <a:pt x="1600224" y="39974"/>
                </a:lnTo>
                <a:close/>
                <a:moveTo>
                  <a:pt x="1674981" y="39974"/>
                </a:moveTo>
                <a:lnTo>
                  <a:pt x="1676388" y="70002"/>
                </a:lnTo>
                <a:lnTo>
                  <a:pt x="1673198" y="70002"/>
                </a:lnTo>
                <a:cubicBezTo>
                  <a:pt x="1669382" y="61047"/>
                  <a:pt x="1665425" y="54930"/>
                  <a:pt x="1661327" y="51651"/>
                </a:cubicBezTo>
                <a:cubicBezTo>
                  <a:pt x="1657230" y="48371"/>
                  <a:pt x="1653148" y="46731"/>
                  <a:pt x="1649082" y="46731"/>
                </a:cubicBezTo>
                <a:cubicBezTo>
                  <a:pt x="1646517" y="46731"/>
                  <a:pt x="1644327" y="47591"/>
                  <a:pt x="1642513" y="49311"/>
                </a:cubicBezTo>
                <a:cubicBezTo>
                  <a:pt x="1640699" y="51031"/>
                  <a:pt x="1639792" y="53018"/>
                  <a:pt x="1639792" y="55270"/>
                </a:cubicBezTo>
                <a:cubicBezTo>
                  <a:pt x="1639792" y="56959"/>
                  <a:pt x="1640418" y="58585"/>
                  <a:pt x="1641669" y="60149"/>
                </a:cubicBezTo>
                <a:cubicBezTo>
                  <a:pt x="1643671" y="62714"/>
                  <a:pt x="1649269" y="67109"/>
                  <a:pt x="1658465" y="73333"/>
                </a:cubicBezTo>
                <a:cubicBezTo>
                  <a:pt x="1667661" y="79558"/>
                  <a:pt x="1673714" y="84844"/>
                  <a:pt x="1676623" y="89192"/>
                </a:cubicBezTo>
                <a:cubicBezTo>
                  <a:pt x="1679532" y="93539"/>
                  <a:pt x="1680986" y="98403"/>
                  <a:pt x="1680986" y="103783"/>
                </a:cubicBezTo>
                <a:cubicBezTo>
                  <a:pt x="1680986" y="108663"/>
                  <a:pt x="1679766" y="113448"/>
                  <a:pt x="1677327" y="118140"/>
                </a:cubicBezTo>
                <a:cubicBezTo>
                  <a:pt x="1674887" y="122832"/>
                  <a:pt x="1671446" y="126429"/>
                  <a:pt x="1667005" y="128932"/>
                </a:cubicBezTo>
                <a:cubicBezTo>
                  <a:pt x="1662563" y="131434"/>
                  <a:pt x="1657652" y="132685"/>
                  <a:pt x="1652272" y="132685"/>
                </a:cubicBezTo>
                <a:cubicBezTo>
                  <a:pt x="1648081" y="132685"/>
                  <a:pt x="1642482" y="131347"/>
                  <a:pt x="1635475" y="128671"/>
                </a:cubicBezTo>
                <a:cubicBezTo>
                  <a:pt x="1633599" y="127969"/>
                  <a:pt x="1632316" y="127618"/>
                  <a:pt x="1631628" y="127618"/>
                </a:cubicBezTo>
                <a:cubicBezTo>
                  <a:pt x="1629564" y="127618"/>
                  <a:pt x="1627843" y="129182"/>
                  <a:pt x="1626467" y="132310"/>
                </a:cubicBezTo>
                <a:lnTo>
                  <a:pt x="1623371" y="132310"/>
                </a:lnTo>
                <a:lnTo>
                  <a:pt x="1621869" y="100781"/>
                </a:lnTo>
                <a:lnTo>
                  <a:pt x="1625060" y="100781"/>
                </a:lnTo>
                <a:cubicBezTo>
                  <a:pt x="1627875" y="109038"/>
                  <a:pt x="1631738" y="115231"/>
                  <a:pt x="1636648" y="119360"/>
                </a:cubicBezTo>
                <a:cubicBezTo>
                  <a:pt x="1641559" y="123489"/>
                  <a:pt x="1646204" y="125553"/>
                  <a:pt x="1650583" y="125553"/>
                </a:cubicBezTo>
                <a:cubicBezTo>
                  <a:pt x="1653586" y="125553"/>
                  <a:pt x="1656041" y="124631"/>
                  <a:pt x="1657949" y="122785"/>
                </a:cubicBezTo>
                <a:cubicBezTo>
                  <a:pt x="1659857" y="120940"/>
                  <a:pt x="1660811" y="118703"/>
                  <a:pt x="1660811" y="116076"/>
                </a:cubicBezTo>
                <a:cubicBezTo>
                  <a:pt x="1660811" y="113073"/>
                  <a:pt x="1659873" y="110477"/>
                  <a:pt x="1657996" y="108287"/>
                </a:cubicBezTo>
                <a:cubicBezTo>
                  <a:pt x="1656120" y="106098"/>
                  <a:pt x="1651928" y="102782"/>
                  <a:pt x="1645422" y="98341"/>
                </a:cubicBezTo>
                <a:cubicBezTo>
                  <a:pt x="1635851" y="91710"/>
                  <a:pt x="1629658" y="86642"/>
                  <a:pt x="1626843" y="83139"/>
                </a:cubicBezTo>
                <a:cubicBezTo>
                  <a:pt x="1622714" y="78010"/>
                  <a:pt x="1620649" y="72348"/>
                  <a:pt x="1620649" y="66155"/>
                </a:cubicBezTo>
                <a:cubicBezTo>
                  <a:pt x="1620649" y="59399"/>
                  <a:pt x="1622980" y="53284"/>
                  <a:pt x="1627640" y="47810"/>
                </a:cubicBezTo>
                <a:cubicBezTo>
                  <a:pt x="1632301" y="42336"/>
                  <a:pt x="1639041" y="39599"/>
                  <a:pt x="1647862" y="39599"/>
                </a:cubicBezTo>
                <a:cubicBezTo>
                  <a:pt x="1652616" y="39599"/>
                  <a:pt x="1657214" y="40801"/>
                  <a:pt x="1661656" y="43206"/>
                </a:cubicBezTo>
                <a:cubicBezTo>
                  <a:pt x="1663345" y="44179"/>
                  <a:pt x="1664721" y="44666"/>
                  <a:pt x="1665785" y="44666"/>
                </a:cubicBezTo>
                <a:cubicBezTo>
                  <a:pt x="1666911" y="44666"/>
                  <a:pt x="1667818" y="44432"/>
                  <a:pt x="1668506" y="43962"/>
                </a:cubicBezTo>
                <a:cubicBezTo>
                  <a:pt x="1669194" y="43493"/>
                  <a:pt x="1670289" y="42164"/>
                  <a:pt x="1671790" y="39974"/>
                </a:cubicBezTo>
                <a:lnTo>
                  <a:pt x="1674981" y="39974"/>
                </a:lnTo>
                <a:close/>
                <a:moveTo>
                  <a:pt x="1715394" y="0"/>
                </a:moveTo>
                <a:cubicBezTo>
                  <a:pt x="1719460" y="0"/>
                  <a:pt x="1722901" y="1428"/>
                  <a:pt x="1725716" y="4284"/>
                </a:cubicBezTo>
                <a:cubicBezTo>
                  <a:pt x="1728531" y="7138"/>
                  <a:pt x="1729939" y="10574"/>
                  <a:pt x="1729939" y="14592"/>
                </a:cubicBezTo>
                <a:cubicBezTo>
                  <a:pt x="1729939" y="18609"/>
                  <a:pt x="1728516" y="22030"/>
                  <a:pt x="1725669" y="24855"/>
                </a:cubicBezTo>
                <a:cubicBezTo>
                  <a:pt x="1722823" y="27678"/>
                  <a:pt x="1719398" y="29089"/>
                  <a:pt x="1715394" y="29089"/>
                </a:cubicBezTo>
                <a:cubicBezTo>
                  <a:pt x="1711390" y="29089"/>
                  <a:pt x="1707981" y="27678"/>
                  <a:pt x="1705166" y="24855"/>
                </a:cubicBezTo>
                <a:cubicBezTo>
                  <a:pt x="1702351" y="22030"/>
                  <a:pt x="1700943" y="18609"/>
                  <a:pt x="1700943" y="14592"/>
                </a:cubicBezTo>
                <a:cubicBezTo>
                  <a:pt x="1700943" y="10574"/>
                  <a:pt x="1702351" y="7138"/>
                  <a:pt x="1705166" y="4284"/>
                </a:cubicBezTo>
                <a:cubicBezTo>
                  <a:pt x="1707981" y="1428"/>
                  <a:pt x="1711390" y="0"/>
                  <a:pt x="1715394" y="0"/>
                </a:cubicBezTo>
                <a:moveTo>
                  <a:pt x="1728531" y="42226"/>
                </a:moveTo>
                <a:lnTo>
                  <a:pt x="1728531" y="111853"/>
                </a:lnTo>
                <a:cubicBezTo>
                  <a:pt x="1728531" y="118046"/>
                  <a:pt x="1729251" y="122003"/>
                  <a:pt x="1730689" y="123724"/>
                </a:cubicBezTo>
                <a:cubicBezTo>
                  <a:pt x="1732128" y="125444"/>
                  <a:pt x="1734943" y="126429"/>
                  <a:pt x="1739135" y="126679"/>
                </a:cubicBezTo>
                <a:lnTo>
                  <a:pt x="1739135" y="130058"/>
                </a:lnTo>
                <a:lnTo>
                  <a:pt x="1691747" y="130058"/>
                </a:lnTo>
                <a:lnTo>
                  <a:pt x="1691747" y="126679"/>
                </a:lnTo>
                <a:cubicBezTo>
                  <a:pt x="1695626" y="126554"/>
                  <a:pt x="1698504" y="125428"/>
                  <a:pt x="1700380" y="123301"/>
                </a:cubicBezTo>
                <a:cubicBezTo>
                  <a:pt x="1701631" y="121863"/>
                  <a:pt x="1702257" y="118046"/>
                  <a:pt x="1702257" y="111853"/>
                </a:cubicBezTo>
                <a:lnTo>
                  <a:pt x="1702257" y="60618"/>
                </a:lnTo>
                <a:cubicBezTo>
                  <a:pt x="1702257" y="54347"/>
                  <a:pt x="1701538" y="50340"/>
                  <a:pt x="1700099" y="48599"/>
                </a:cubicBezTo>
                <a:cubicBezTo>
                  <a:pt x="1698660" y="46857"/>
                  <a:pt x="1695876" y="45859"/>
                  <a:pt x="1691747" y="45605"/>
                </a:cubicBezTo>
                <a:lnTo>
                  <a:pt x="1691747" y="42226"/>
                </a:lnTo>
                <a:lnTo>
                  <a:pt x="1728531" y="42226"/>
                </a:lnTo>
                <a:close/>
                <a:moveTo>
                  <a:pt x="1788895" y="39599"/>
                </a:moveTo>
                <a:cubicBezTo>
                  <a:pt x="1796528" y="39599"/>
                  <a:pt x="1803628" y="41572"/>
                  <a:pt x="1810196" y="45517"/>
                </a:cubicBezTo>
                <a:cubicBezTo>
                  <a:pt x="1816765" y="49462"/>
                  <a:pt x="1821754" y="55066"/>
                  <a:pt x="1825163" y="62331"/>
                </a:cubicBezTo>
                <a:cubicBezTo>
                  <a:pt x="1828573" y="69596"/>
                  <a:pt x="1830277" y="77548"/>
                  <a:pt x="1830277" y="86189"/>
                </a:cubicBezTo>
                <a:cubicBezTo>
                  <a:pt x="1830277" y="98650"/>
                  <a:pt x="1827118" y="109076"/>
                  <a:pt x="1820800" y="117469"/>
                </a:cubicBezTo>
                <a:cubicBezTo>
                  <a:pt x="1813168" y="127613"/>
                  <a:pt x="1802627" y="132685"/>
                  <a:pt x="1789177" y="132685"/>
                </a:cubicBezTo>
                <a:cubicBezTo>
                  <a:pt x="1775977" y="132685"/>
                  <a:pt x="1765812" y="128051"/>
                  <a:pt x="1758680" y="118783"/>
                </a:cubicBezTo>
                <a:cubicBezTo>
                  <a:pt x="1751549" y="109514"/>
                  <a:pt x="1747983" y="98775"/>
                  <a:pt x="1747983" y="86564"/>
                </a:cubicBezTo>
                <a:cubicBezTo>
                  <a:pt x="1747983" y="73978"/>
                  <a:pt x="1751627" y="63004"/>
                  <a:pt x="1758915" y="53642"/>
                </a:cubicBezTo>
                <a:cubicBezTo>
                  <a:pt x="1766203" y="44280"/>
                  <a:pt x="1776196" y="39599"/>
                  <a:pt x="1788895" y="39599"/>
                </a:cubicBezTo>
                <a:moveTo>
                  <a:pt x="1789271" y="46168"/>
                </a:moveTo>
                <a:cubicBezTo>
                  <a:pt x="1786080" y="46168"/>
                  <a:pt x="1783343" y="47374"/>
                  <a:pt x="1781060" y="49786"/>
                </a:cubicBezTo>
                <a:cubicBezTo>
                  <a:pt x="1778777" y="52197"/>
                  <a:pt x="1777275" y="56956"/>
                  <a:pt x="1776556" y="64064"/>
                </a:cubicBezTo>
                <a:cubicBezTo>
                  <a:pt x="1775837" y="71172"/>
                  <a:pt x="1775477" y="81052"/>
                  <a:pt x="1775477" y="93705"/>
                </a:cubicBezTo>
                <a:cubicBezTo>
                  <a:pt x="1775477" y="100406"/>
                  <a:pt x="1775915" y="106670"/>
                  <a:pt x="1776791" y="112495"/>
                </a:cubicBezTo>
                <a:cubicBezTo>
                  <a:pt x="1777479" y="116941"/>
                  <a:pt x="1778949" y="120323"/>
                  <a:pt x="1781201" y="122642"/>
                </a:cubicBezTo>
                <a:cubicBezTo>
                  <a:pt x="1783453" y="124958"/>
                  <a:pt x="1786018" y="126116"/>
                  <a:pt x="1788895" y="126116"/>
                </a:cubicBezTo>
                <a:cubicBezTo>
                  <a:pt x="1791711" y="126116"/>
                  <a:pt x="1794056" y="125333"/>
                  <a:pt x="1795933" y="123768"/>
                </a:cubicBezTo>
                <a:cubicBezTo>
                  <a:pt x="1798373" y="121639"/>
                  <a:pt x="1799999" y="118663"/>
                  <a:pt x="1800813" y="114841"/>
                </a:cubicBezTo>
                <a:cubicBezTo>
                  <a:pt x="1802064" y="108893"/>
                  <a:pt x="1802689" y="96868"/>
                  <a:pt x="1802689" y="78767"/>
                </a:cubicBezTo>
                <a:cubicBezTo>
                  <a:pt x="1802689" y="68121"/>
                  <a:pt x="1802095" y="60809"/>
                  <a:pt x="1800907" y="56833"/>
                </a:cubicBezTo>
                <a:cubicBezTo>
                  <a:pt x="1799718" y="52854"/>
                  <a:pt x="1797966" y="49957"/>
                  <a:pt x="1795652" y="48141"/>
                </a:cubicBezTo>
                <a:cubicBezTo>
                  <a:pt x="1794025" y="46825"/>
                  <a:pt x="1791898" y="46168"/>
                  <a:pt x="1789271" y="46168"/>
                </a:cubicBezTo>
                <a:close/>
                <a:moveTo>
                  <a:pt x="1879448" y="42226"/>
                </a:moveTo>
                <a:lnTo>
                  <a:pt x="1879448" y="53675"/>
                </a:lnTo>
                <a:cubicBezTo>
                  <a:pt x="1883952" y="48762"/>
                  <a:pt x="1888268" y="45188"/>
                  <a:pt x="1892397" y="42954"/>
                </a:cubicBezTo>
                <a:cubicBezTo>
                  <a:pt x="1896526" y="40717"/>
                  <a:pt x="1900968" y="39599"/>
                  <a:pt x="1905722" y="39599"/>
                </a:cubicBezTo>
                <a:cubicBezTo>
                  <a:pt x="1911415" y="39599"/>
                  <a:pt x="1916138" y="41181"/>
                  <a:pt x="1919891" y="44344"/>
                </a:cubicBezTo>
                <a:cubicBezTo>
                  <a:pt x="1923645" y="47507"/>
                  <a:pt x="1926147" y="51437"/>
                  <a:pt x="1927398" y="56135"/>
                </a:cubicBezTo>
                <a:cubicBezTo>
                  <a:pt x="1928399" y="59706"/>
                  <a:pt x="1928900" y="66566"/>
                  <a:pt x="1928900" y="76714"/>
                </a:cubicBezTo>
                <a:lnTo>
                  <a:pt x="1928900" y="110915"/>
                </a:lnTo>
                <a:cubicBezTo>
                  <a:pt x="1928900" y="117671"/>
                  <a:pt x="1929510" y="121878"/>
                  <a:pt x="1930729" y="123536"/>
                </a:cubicBezTo>
                <a:cubicBezTo>
                  <a:pt x="1931949" y="125194"/>
                  <a:pt x="1934499" y="126242"/>
                  <a:pt x="1938377" y="126679"/>
                </a:cubicBezTo>
                <a:lnTo>
                  <a:pt x="1938377" y="130058"/>
                </a:lnTo>
                <a:lnTo>
                  <a:pt x="1893992" y="130058"/>
                </a:lnTo>
                <a:lnTo>
                  <a:pt x="1893992" y="126679"/>
                </a:lnTo>
                <a:cubicBezTo>
                  <a:pt x="1897308" y="126242"/>
                  <a:pt x="1899685" y="124865"/>
                  <a:pt x="1901124" y="122551"/>
                </a:cubicBezTo>
                <a:cubicBezTo>
                  <a:pt x="1902125" y="120987"/>
                  <a:pt x="1902625" y="117108"/>
                  <a:pt x="1902625" y="110915"/>
                </a:cubicBezTo>
                <a:lnTo>
                  <a:pt x="1902625" y="71879"/>
                </a:lnTo>
                <a:cubicBezTo>
                  <a:pt x="1902625" y="64685"/>
                  <a:pt x="1902344" y="60149"/>
                  <a:pt x="1901781" y="58273"/>
                </a:cubicBezTo>
                <a:cubicBezTo>
                  <a:pt x="1901218" y="56396"/>
                  <a:pt x="1900264" y="54941"/>
                  <a:pt x="1898919" y="53909"/>
                </a:cubicBezTo>
                <a:cubicBezTo>
                  <a:pt x="1897574" y="52877"/>
                  <a:pt x="1896088" y="52361"/>
                  <a:pt x="1894462" y="52361"/>
                </a:cubicBezTo>
                <a:cubicBezTo>
                  <a:pt x="1889082" y="52361"/>
                  <a:pt x="1884077" y="56239"/>
                  <a:pt x="1879448" y="63997"/>
                </a:cubicBezTo>
                <a:lnTo>
                  <a:pt x="1879448" y="110915"/>
                </a:lnTo>
                <a:cubicBezTo>
                  <a:pt x="1879448" y="117483"/>
                  <a:pt x="1880058" y="121644"/>
                  <a:pt x="1881278" y="123395"/>
                </a:cubicBezTo>
                <a:cubicBezTo>
                  <a:pt x="1882497" y="125147"/>
                  <a:pt x="1884765" y="126242"/>
                  <a:pt x="1888081" y="126679"/>
                </a:cubicBezTo>
                <a:lnTo>
                  <a:pt x="1888081" y="130058"/>
                </a:lnTo>
                <a:lnTo>
                  <a:pt x="1843696" y="130058"/>
                </a:lnTo>
                <a:lnTo>
                  <a:pt x="1843696" y="126679"/>
                </a:lnTo>
                <a:cubicBezTo>
                  <a:pt x="1847387" y="126304"/>
                  <a:pt x="1850014" y="125116"/>
                  <a:pt x="1851578" y="123114"/>
                </a:cubicBezTo>
                <a:cubicBezTo>
                  <a:pt x="1852642" y="121737"/>
                  <a:pt x="1853173" y="117671"/>
                  <a:pt x="1853173" y="110915"/>
                </a:cubicBezTo>
                <a:lnTo>
                  <a:pt x="1853173" y="61369"/>
                </a:lnTo>
                <a:cubicBezTo>
                  <a:pt x="1853173" y="54658"/>
                  <a:pt x="1852564" y="50479"/>
                  <a:pt x="1851344" y="48833"/>
                </a:cubicBezTo>
                <a:cubicBezTo>
                  <a:pt x="1850124" y="47187"/>
                  <a:pt x="1847575" y="46111"/>
                  <a:pt x="1843696" y="45605"/>
                </a:cubicBezTo>
                <a:lnTo>
                  <a:pt x="1843696" y="42226"/>
                </a:lnTo>
                <a:lnTo>
                  <a:pt x="1879448" y="42226"/>
                </a:lnTo>
                <a:close/>
                <a:moveTo>
                  <a:pt x="2062400" y="126679"/>
                </a:moveTo>
                <a:lnTo>
                  <a:pt x="2062400" y="130058"/>
                </a:lnTo>
                <a:lnTo>
                  <a:pt x="1995870" y="130058"/>
                </a:lnTo>
                <a:lnTo>
                  <a:pt x="1995870" y="126679"/>
                </a:lnTo>
                <a:lnTo>
                  <a:pt x="2000092" y="126679"/>
                </a:lnTo>
                <a:cubicBezTo>
                  <a:pt x="2003783" y="126679"/>
                  <a:pt x="2006755" y="126020"/>
                  <a:pt x="2009007" y="124700"/>
                </a:cubicBezTo>
                <a:cubicBezTo>
                  <a:pt x="2010633" y="123818"/>
                  <a:pt x="2011885" y="122309"/>
                  <a:pt x="2012760" y="120172"/>
                </a:cubicBezTo>
                <a:cubicBezTo>
                  <a:pt x="2013448" y="118663"/>
                  <a:pt x="2013793" y="114702"/>
                  <a:pt x="2013793" y="108287"/>
                </a:cubicBezTo>
                <a:lnTo>
                  <a:pt x="2013793" y="24585"/>
                </a:lnTo>
                <a:cubicBezTo>
                  <a:pt x="2013793" y="18046"/>
                  <a:pt x="2013448" y="13959"/>
                  <a:pt x="2012760" y="12325"/>
                </a:cubicBezTo>
                <a:cubicBezTo>
                  <a:pt x="2012072" y="10689"/>
                  <a:pt x="2010680" y="9258"/>
                  <a:pt x="2008585" y="8032"/>
                </a:cubicBezTo>
                <a:cubicBezTo>
                  <a:pt x="2006489" y="6806"/>
                  <a:pt x="2003658" y="6193"/>
                  <a:pt x="2000092" y="6193"/>
                </a:cubicBezTo>
                <a:lnTo>
                  <a:pt x="1995870" y="6193"/>
                </a:lnTo>
                <a:lnTo>
                  <a:pt x="1995870" y="2815"/>
                </a:lnTo>
                <a:lnTo>
                  <a:pt x="2062400" y="2815"/>
                </a:lnTo>
                <a:lnTo>
                  <a:pt x="2062400" y="6193"/>
                </a:lnTo>
                <a:lnTo>
                  <a:pt x="2058177" y="6193"/>
                </a:lnTo>
                <a:cubicBezTo>
                  <a:pt x="2054486" y="6193"/>
                  <a:pt x="2051515" y="6853"/>
                  <a:pt x="2049263" y="8173"/>
                </a:cubicBezTo>
                <a:cubicBezTo>
                  <a:pt x="2047636" y="9054"/>
                  <a:pt x="2046354" y="10563"/>
                  <a:pt x="2045416" y="12700"/>
                </a:cubicBezTo>
                <a:cubicBezTo>
                  <a:pt x="2044727" y="14209"/>
                  <a:pt x="2044383" y="18171"/>
                  <a:pt x="2044383" y="24585"/>
                </a:cubicBezTo>
                <a:lnTo>
                  <a:pt x="2044383" y="108287"/>
                </a:lnTo>
                <a:cubicBezTo>
                  <a:pt x="2044383" y="114827"/>
                  <a:pt x="2044743" y="118914"/>
                  <a:pt x="2045462" y="120551"/>
                </a:cubicBezTo>
                <a:cubicBezTo>
                  <a:pt x="2046182" y="122185"/>
                  <a:pt x="2047589" y="123615"/>
                  <a:pt x="2049685" y="124841"/>
                </a:cubicBezTo>
                <a:cubicBezTo>
                  <a:pt x="2051781" y="126067"/>
                  <a:pt x="2054611" y="126679"/>
                  <a:pt x="2058177" y="126679"/>
                </a:cubicBezTo>
                <a:lnTo>
                  <a:pt x="2062400" y="126679"/>
                </a:lnTo>
                <a:close/>
                <a:moveTo>
                  <a:pt x="2109100" y="42226"/>
                </a:moveTo>
                <a:lnTo>
                  <a:pt x="2109100" y="53675"/>
                </a:lnTo>
                <a:cubicBezTo>
                  <a:pt x="2113604" y="48762"/>
                  <a:pt x="2117920" y="45188"/>
                  <a:pt x="2122049" y="42954"/>
                </a:cubicBezTo>
                <a:cubicBezTo>
                  <a:pt x="2126178" y="40717"/>
                  <a:pt x="2130620" y="39599"/>
                  <a:pt x="2135374" y="39599"/>
                </a:cubicBezTo>
                <a:cubicBezTo>
                  <a:pt x="2141067" y="39599"/>
                  <a:pt x="2145790" y="41181"/>
                  <a:pt x="2149543" y="44344"/>
                </a:cubicBezTo>
                <a:cubicBezTo>
                  <a:pt x="2153297" y="47507"/>
                  <a:pt x="2155799" y="51437"/>
                  <a:pt x="2157050" y="56135"/>
                </a:cubicBezTo>
                <a:cubicBezTo>
                  <a:pt x="2158051" y="59706"/>
                  <a:pt x="2158552" y="66566"/>
                  <a:pt x="2158552" y="76714"/>
                </a:cubicBezTo>
                <a:lnTo>
                  <a:pt x="2158552" y="110915"/>
                </a:lnTo>
                <a:cubicBezTo>
                  <a:pt x="2158552" y="117671"/>
                  <a:pt x="2159162" y="121878"/>
                  <a:pt x="2160382" y="123536"/>
                </a:cubicBezTo>
                <a:cubicBezTo>
                  <a:pt x="2161601" y="125194"/>
                  <a:pt x="2164151" y="126242"/>
                  <a:pt x="2168029" y="126679"/>
                </a:cubicBezTo>
                <a:lnTo>
                  <a:pt x="2168029" y="130058"/>
                </a:lnTo>
                <a:lnTo>
                  <a:pt x="2123645" y="130058"/>
                </a:lnTo>
                <a:lnTo>
                  <a:pt x="2123645" y="126679"/>
                </a:lnTo>
                <a:cubicBezTo>
                  <a:pt x="2126960" y="126242"/>
                  <a:pt x="2129337" y="124865"/>
                  <a:pt x="2130776" y="122551"/>
                </a:cubicBezTo>
                <a:cubicBezTo>
                  <a:pt x="2131777" y="120987"/>
                  <a:pt x="2132277" y="117108"/>
                  <a:pt x="2132277" y="110915"/>
                </a:cubicBezTo>
                <a:lnTo>
                  <a:pt x="2132277" y="71879"/>
                </a:lnTo>
                <a:cubicBezTo>
                  <a:pt x="2132277" y="64685"/>
                  <a:pt x="2131996" y="60149"/>
                  <a:pt x="2131433" y="58273"/>
                </a:cubicBezTo>
                <a:cubicBezTo>
                  <a:pt x="2130870" y="56396"/>
                  <a:pt x="2129916" y="54941"/>
                  <a:pt x="2128571" y="53909"/>
                </a:cubicBezTo>
                <a:cubicBezTo>
                  <a:pt x="2127226" y="52877"/>
                  <a:pt x="2125740" y="52361"/>
                  <a:pt x="2124114" y="52361"/>
                </a:cubicBezTo>
                <a:cubicBezTo>
                  <a:pt x="2118734" y="52361"/>
                  <a:pt x="2113729" y="56239"/>
                  <a:pt x="2109100" y="63997"/>
                </a:cubicBezTo>
                <a:lnTo>
                  <a:pt x="2109100" y="110915"/>
                </a:lnTo>
                <a:cubicBezTo>
                  <a:pt x="2109100" y="117483"/>
                  <a:pt x="2109710" y="121644"/>
                  <a:pt x="2110930" y="123395"/>
                </a:cubicBezTo>
                <a:cubicBezTo>
                  <a:pt x="2112150" y="125147"/>
                  <a:pt x="2114417" y="126242"/>
                  <a:pt x="2117733" y="126679"/>
                </a:cubicBezTo>
                <a:lnTo>
                  <a:pt x="2117733" y="130058"/>
                </a:lnTo>
                <a:lnTo>
                  <a:pt x="2073348" y="130058"/>
                </a:lnTo>
                <a:lnTo>
                  <a:pt x="2073348" y="126679"/>
                </a:lnTo>
                <a:cubicBezTo>
                  <a:pt x="2077039" y="126304"/>
                  <a:pt x="2079666" y="125116"/>
                  <a:pt x="2081230" y="123114"/>
                </a:cubicBezTo>
                <a:cubicBezTo>
                  <a:pt x="2082294" y="121737"/>
                  <a:pt x="2082826" y="117671"/>
                  <a:pt x="2082826" y="110915"/>
                </a:cubicBezTo>
                <a:lnTo>
                  <a:pt x="2082826" y="61369"/>
                </a:lnTo>
                <a:cubicBezTo>
                  <a:pt x="2082826" y="54658"/>
                  <a:pt x="2082216" y="50479"/>
                  <a:pt x="2080996" y="48833"/>
                </a:cubicBezTo>
                <a:cubicBezTo>
                  <a:pt x="2079776" y="47187"/>
                  <a:pt x="2077227" y="46111"/>
                  <a:pt x="2073348" y="45605"/>
                </a:cubicBezTo>
                <a:lnTo>
                  <a:pt x="2073348" y="42226"/>
                </a:lnTo>
                <a:lnTo>
                  <a:pt x="2109100" y="42226"/>
                </a:lnTo>
                <a:close/>
                <a:moveTo>
                  <a:pt x="2218578" y="51422"/>
                </a:moveTo>
                <a:lnTo>
                  <a:pt x="2218578" y="112416"/>
                </a:lnTo>
                <a:cubicBezTo>
                  <a:pt x="2218578" y="118297"/>
                  <a:pt x="2219203" y="121988"/>
                  <a:pt x="2220454" y="123489"/>
                </a:cubicBezTo>
                <a:cubicBezTo>
                  <a:pt x="2222456" y="125804"/>
                  <a:pt x="2226147" y="126867"/>
                  <a:pt x="2231527" y="126679"/>
                </a:cubicBezTo>
                <a:lnTo>
                  <a:pt x="2231527" y="130058"/>
                </a:lnTo>
                <a:lnTo>
                  <a:pt x="2179823" y="130058"/>
                </a:lnTo>
                <a:lnTo>
                  <a:pt x="2179823" y="126679"/>
                </a:lnTo>
                <a:cubicBezTo>
                  <a:pt x="2183764" y="126617"/>
                  <a:pt x="2186564" y="126163"/>
                  <a:pt x="2188222" y="125319"/>
                </a:cubicBezTo>
                <a:cubicBezTo>
                  <a:pt x="2189879" y="124474"/>
                  <a:pt x="2191021" y="123301"/>
                  <a:pt x="2191647" y="121800"/>
                </a:cubicBezTo>
                <a:cubicBezTo>
                  <a:pt x="2192272" y="120299"/>
                  <a:pt x="2192585" y="117171"/>
                  <a:pt x="2192585" y="112416"/>
                </a:cubicBezTo>
                <a:lnTo>
                  <a:pt x="2192585" y="51422"/>
                </a:lnTo>
                <a:lnTo>
                  <a:pt x="2179823" y="51422"/>
                </a:lnTo>
                <a:lnTo>
                  <a:pt x="2179823" y="42226"/>
                </a:lnTo>
                <a:lnTo>
                  <a:pt x="2192585" y="42226"/>
                </a:lnTo>
                <a:lnTo>
                  <a:pt x="2192585" y="35781"/>
                </a:lnTo>
                <a:lnTo>
                  <a:pt x="2192491" y="31388"/>
                </a:lnTo>
                <a:cubicBezTo>
                  <a:pt x="2192491" y="22421"/>
                  <a:pt x="2195791" y="14948"/>
                  <a:pt x="2202391" y="8970"/>
                </a:cubicBezTo>
                <a:cubicBezTo>
                  <a:pt x="2208991" y="2990"/>
                  <a:pt x="2217921" y="0"/>
                  <a:pt x="2229181" y="0"/>
                </a:cubicBezTo>
                <a:cubicBezTo>
                  <a:pt x="2236876" y="0"/>
                  <a:pt x="2242584" y="1445"/>
                  <a:pt x="2246306" y="4334"/>
                </a:cubicBezTo>
                <a:cubicBezTo>
                  <a:pt x="2250029" y="7222"/>
                  <a:pt x="2251890" y="10424"/>
                  <a:pt x="2251890" y="13941"/>
                </a:cubicBezTo>
                <a:cubicBezTo>
                  <a:pt x="2251890" y="16767"/>
                  <a:pt x="2250732" y="19217"/>
                  <a:pt x="2248418" y="21289"/>
                </a:cubicBezTo>
                <a:cubicBezTo>
                  <a:pt x="2246103" y="23361"/>
                  <a:pt x="2243038" y="24398"/>
                  <a:pt x="2239222" y="24398"/>
                </a:cubicBezTo>
                <a:cubicBezTo>
                  <a:pt x="2235969" y="24398"/>
                  <a:pt x="2233388" y="23553"/>
                  <a:pt x="2231480" y="21864"/>
                </a:cubicBezTo>
                <a:cubicBezTo>
                  <a:pt x="2229572" y="20175"/>
                  <a:pt x="2228618" y="18298"/>
                  <a:pt x="2228618" y="16234"/>
                </a:cubicBezTo>
                <a:cubicBezTo>
                  <a:pt x="2228618" y="15671"/>
                  <a:pt x="2228806" y="14513"/>
                  <a:pt x="2229181" y="12762"/>
                </a:cubicBezTo>
                <a:cubicBezTo>
                  <a:pt x="2229432" y="11698"/>
                  <a:pt x="2229557" y="10697"/>
                  <a:pt x="2229557" y="9759"/>
                </a:cubicBezTo>
                <a:cubicBezTo>
                  <a:pt x="2229557" y="8445"/>
                  <a:pt x="2229181" y="7476"/>
                  <a:pt x="2228431" y="6850"/>
                </a:cubicBezTo>
                <a:cubicBezTo>
                  <a:pt x="2227430" y="5912"/>
                  <a:pt x="2226210" y="5443"/>
                  <a:pt x="2224771" y="5443"/>
                </a:cubicBezTo>
                <a:cubicBezTo>
                  <a:pt x="2222957" y="5443"/>
                  <a:pt x="2221440" y="6187"/>
                  <a:pt x="2220220" y="7677"/>
                </a:cubicBezTo>
                <a:cubicBezTo>
                  <a:pt x="2219000" y="9167"/>
                  <a:pt x="2218390" y="11557"/>
                  <a:pt x="2218390" y="14847"/>
                </a:cubicBezTo>
                <a:lnTo>
                  <a:pt x="2218578" y="31145"/>
                </a:lnTo>
                <a:lnTo>
                  <a:pt x="2218578" y="42226"/>
                </a:lnTo>
                <a:lnTo>
                  <a:pt x="2231527" y="42226"/>
                </a:lnTo>
                <a:lnTo>
                  <a:pt x="2231527" y="51422"/>
                </a:lnTo>
                <a:lnTo>
                  <a:pt x="2218578" y="51422"/>
                </a:lnTo>
                <a:close/>
              </a:path>
            </a:pathLst>
          </a:custGeom>
          <a:solidFill xmlns:a="http://schemas.openxmlformats.org/drawingml/2006/main">
            <a:srgbClr val="1C45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Text ormation">
            <a:extLst xmlns:a="http://schemas.openxmlformats.org/drawingml/2006/main">
              <a:ext uri="{FF2B5EF4-FFF2-40B4-BE49-F238E27FC236}">
                <a16:creationId xmlns:a16="http://schemas.microsoft.com/office/drawing/2014/main" id="{5F506A7E-B526-4F82-976B-30E0FFD7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152" y="4632339"/>
            <a:ext cx="745019" cy="132685"/>
          </a:xfrm>
          <a:custGeom xmlns:a="http://schemas.openxmlformats.org/drawingml/2006/main">
            <a:pathLst>
              <a:path w="745019" h="132685">
                <a:moveTo>
                  <a:pt x="40913" y="39599"/>
                </a:moveTo>
                <a:cubicBezTo>
                  <a:pt x="48545" y="39599"/>
                  <a:pt x="55645" y="41572"/>
                  <a:pt x="62214" y="45517"/>
                </a:cubicBezTo>
                <a:cubicBezTo>
                  <a:pt x="68782" y="49462"/>
                  <a:pt x="73771" y="55066"/>
                  <a:pt x="77181" y="62331"/>
                </a:cubicBezTo>
                <a:cubicBezTo>
                  <a:pt x="80590" y="69596"/>
                  <a:pt x="82295" y="77548"/>
                  <a:pt x="82295" y="86189"/>
                </a:cubicBezTo>
                <a:cubicBezTo>
                  <a:pt x="82295" y="98650"/>
                  <a:pt x="79136" y="109076"/>
                  <a:pt x="72817" y="117469"/>
                </a:cubicBezTo>
                <a:cubicBezTo>
                  <a:pt x="65185" y="127613"/>
                  <a:pt x="54644" y="132685"/>
                  <a:pt x="41194" y="132685"/>
                </a:cubicBezTo>
                <a:cubicBezTo>
                  <a:pt x="27995" y="132685"/>
                  <a:pt x="17829" y="128051"/>
                  <a:pt x="10697" y="118783"/>
                </a:cubicBezTo>
                <a:cubicBezTo>
                  <a:pt x="3566" y="109514"/>
                  <a:pt x="0" y="98775"/>
                  <a:pt x="0" y="86564"/>
                </a:cubicBezTo>
                <a:cubicBezTo>
                  <a:pt x="0" y="73978"/>
                  <a:pt x="3644" y="63004"/>
                  <a:pt x="10932" y="53642"/>
                </a:cubicBezTo>
                <a:cubicBezTo>
                  <a:pt x="18220" y="44280"/>
                  <a:pt x="28214" y="39599"/>
                  <a:pt x="40913" y="39599"/>
                </a:cubicBezTo>
                <a:moveTo>
                  <a:pt x="41288" y="46168"/>
                </a:moveTo>
                <a:cubicBezTo>
                  <a:pt x="38098" y="46168"/>
                  <a:pt x="35361" y="47374"/>
                  <a:pt x="33077" y="49786"/>
                </a:cubicBezTo>
                <a:cubicBezTo>
                  <a:pt x="30794" y="52197"/>
                  <a:pt x="29293" y="56956"/>
                  <a:pt x="28573" y="64064"/>
                </a:cubicBezTo>
                <a:cubicBezTo>
                  <a:pt x="27854" y="71172"/>
                  <a:pt x="27494" y="81052"/>
                  <a:pt x="27494" y="93705"/>
                </a:cubicBezTo>
                <a:cubicBezTo>
                  <a:pt x="27494" y="100406"/>
                  <a:pt x="27932" y="106670"/>
                  <a:pt x="28808" y="112495"/>
                </a:cubicBezTo>
                <a:cubicBezTo>
                  <a:pt x="29496" y="116941"/>
                  <a:pt x="30966" y="120323"/>
                  <a:pt x="33218" y="122642"/>
                </a:cubicBezTo>
                <a:cubicBezTo>
                  <a:pt x="35470" y="124958"/>
                  <a:pt x="38035" y="126116"/>
                  <a:pt x="40913" y="126116"/>
                </a:cubicBezTo>
                <a:cubicBezTo>
                  <a:pt x="43728" y="126116"/>
                  <a:pt x="46074" y="125333"/>
                  <a:pt x="47951" y="123768"/>
                </a:cubicBezTo>
                <a:cubicBezTo>
                  <a:pt x="50390" y="121639"/>
                  <a:pt x="52017" y="118663"/>
                  <a:pt x="52830" y="114841"/>
                </a:cubicBezTo>
                <a:cubicBezTo>
                  <a:pt x="54081" y="108893"/>
                  <a:pt x="54707" y="96868"/>
                  <a:pt x="54707" y="78767"/>
                </a:cubicBezTo>
                <a:cubicBezTo>
                  <a:pt x="54707" y="68121"/>
                  <a:pt x="54112" y="60809"/>
                  <a:pt x="52924" y="56833"/>
                </a:cubicBezTo>
                <a:cubicBezTo>
                  <a:pt x="51735" y="52854"/>
                  <a:pt x="49984" y="49957"/>
                  <a:pt x="47669" y="48141"/>
                </a:cubicBezTo>
                <a:cubicBezTo>
                  <a:pt x="46043" y="46825"/>
                  <a:pt x="43916" y="46168"/>
                  <a:pt x="41288" y="46168"/>
                </a:cubicBezTo>
                <a:close/>
                <a:moveTo>
                  <a:pt x="132028" y="42226"/>
                </a:moveTo>
                <a:lnTo>
                  <a:pt x="132028" y="62120"/>
                </a:lnTo>
                <a:cubicBezTo>
                  <a:pt x="137846" y="53049"/>
                  <a:pt x="142944" y="47028"/>
                  <a:pt x="147323" y="44056"/>
                </a:cubicBezTo>
                <a:cubicBezTo>
                  <a:pt x="151702" y="41085"/>
                  <a:pt x="155925" y="39599"/>
                  <a:pt x="159991" y="39599"/>
                </a:cubicBezTo>
                <a:cubicBezTo>
                  <a:pt x="163495" y="39599"/>
                  <a:pt x="166294" y="40682"/>
                  <a:pt x="168390" y="42848"/>
                </a:cubicBezTo>
                <a:cubicBezTo>
                  <a:pt x="170485" y="45014"/>
                  <a:pt x="171533" y="48075"/>
                  <a:pt x="171533" y="52029"/>
                </a:cubicBezTo>
                <a:cubicBezTo>
                  <a:pt x="171533" y="56236"/>
                  <a:pt x="170517" y="59502"/>
                  <a:pt x="168484" y="61827"/>
                </a:cubicBezTo>
                <a:cubicBezTo>
                  <a:pt x="166450" y="64149"/>
                  <a:pt x="163995" y="65310"/>
                  <a:pt x="161117" y="65310"/>
                </a:cubicBezTo>
                <a:cubicBezTo>
                  <a:pt x="157802" y="65310"/>
                  <a:pt x="154924" y="64247"/>
                  <a:pt x="152484" y="62120"/>
                </a:cubicBezTo>
                <a:cubicBezTo>
                  <a:pt x="150045" y="59993"/>
                  <a:pt x="148606" y="58804"/>
                  <a:pt x="148168" y="58554"/>
                </a:cubicBezTo>
                <a:cubicBezTo>
                  <a:pt x="147542" y="58179"/>
                  <a:pt x="146823" y="57991"/>
                  <a:pt x="146010" y="57991"/>
                </a:cubicBezTo>
                <a:cubicBezTo>
                  <a:pt x="144196" y="57991"/>
                  <a:pt x="142475" y="58679"/>
                  <a:pt x="140849" y="60055"/>
                </a:cubicBezTo>
                <a:cubicBezTo>
                  <a:pt x="138284" y="62182"/>
                  <a:pt x="136344" y="65216"/>
                  <a:pt x="135031" y="69158"/>
                </a:cubicBezTo>
                <a:cubicBezTo>
                  <a:pt x="133029" y="75226"/>
                  <a:pt x="132028" y="81919"/>
                  <a:pt x="132028" y="89239"/>
                </a:cubicBezTo>
                <a:lnTo>
                  <a:pt x="132028" y="109414"/>
                </a:lnTo>
                <a:lnTo>
                  <a:pt x="132122" y="114668"/>
                </a:lnTo>
                <a:cubicBezTo>
                  <a:pt x="132122" y="118234"/>
                  <a:pt x="132341" y="120518"/>
                  <a:pt x="132779" y="121518"/>
                </a:cubicBezTo>
                <a:cubicBezTo>
                  <a:pt x="133529" y="123208"/>
                  <a:pt x="134640" y="124443"/>
                  <a:pt x="136110" y="125225"/>
                </a:cubicBezTo>
                <a:cubicBezTo>
                  <a:pt x="137580" y="126007"/>
                  <a:pt x="140067" y="126492"/>
                  <a:pt x="143570" y="126679"/>
                </a:cubicBezTo>
                <a:lnTo>
                  <a:pt x="143570" y="130058"/>
                </a:lnTo>
                <a:lnTo>
                  <a:pt x="96182" y="130058"/>
                </a:lnTo>
                <a:lnTo>
                  <a:pt x="96182" y="126679"/>
                </a:lnTo>
                <a:cubicBezTo>
                  <a:pt x="99998" y="126367"/>
                  <a:pt x="102579" y="125319"/>
                  <a:pt x="103924" y="123536"/>
                </a:cubicBezTo>
                <a:cubicBezTo>
                  <a:pt x="105269" y="121753"/>
                  <a:pt x="105941" y="117046"/>
                  <a:pt x="105941" y="109414"/>
                </a:cubicBezTo>
                <a:lnTo>
                  <a:pt x="105941" y="60806"/>
                </a:lnTo>
                <a:cubicBezTo>
                  <a:pt x="105941" y="55770"/>
                  <a:pt x="105691" y="52560"/>
                  <a:pt x="105191" y="51176"/>
                </a:cubicBezTo>
                <a:cubicBezTo>
                  <a:pt x="104565" y="49413"/>
                  <a:pt x="103658" y="48123"/>
                  <a:pt x="102469" y="47305"/>
                </a:cubicBezTo>
                <a:cubicBezTo>
                  <a:pt x="101281" y="46486"/>
                  <a:pt x="99185" y="45919"/>
                  <a:pt x="96182" y="45605"/>
                </a:cubicBezTo>
                <a:lnTo>
                  <a:pt x="96182" y="42226"/>
                </a:lnTo>
                <a:lnTo>
                  <a:pt x="132028" y="42226"/>
                </a:lnTo>
                <a:close/>
                <a:moveTo>
                  <a:pt x="217163" y="42226"/>
                </a:moveTo>
                <a:lnTo>
                  <a:pt x="217163" y="53862"/>
                </a:lnTo>
                <a:cubicBezTo>
                  <a:pt x="221980" y="48572"/>
                  <a:pt x="226437" y="44872"/>
                  <a:pt x="230534" y="42763"/>
                </a:cubicBezTo>
                <a:cubicBezTo>
                  <a:pt x="234632" y="40654"/>
                  <a:pt x="239120" y="39599"/>
                  <a:pt x="244000" y="39599"/>
                </a:cubicBezTo>
                <a:cubicBezTo>
                  <a:pt x="249630" y="39599"/>
                  <a:pt x="254353" y="40921"/>
                  <a:pt x="258169" y="43564"/>
                </a:cubicBezTo>
                <a:cubicBezTo>
                  <a:pt x="261985" y="46207"/>
                  <a:pt x="264926" y="50234"/>
                  <a:pt x="266990" y="55645"/>
                </a:cubicBezTo>
                <a:cubicBezTo>
                  <a:pt x="271995" y="49982"/>
                  <a:pt x="276796" y="45892"/>
                  <a:pt x="281394" y="43376"/>
                </a:cubicBezTo>
                <a:cubicBezTo>
                  <a:pt x="285992" y="40858"/>
                  <a:pt x="290793" y="39599"/>
                  <a:pt x="295798" y="39599"/>
                </a:cubicBezTo>
                <a:cubicBezTo>
                  <a:pt x="301866" y="39599"/>
                  <a:pt x="306698" y="40993"/>
                  <a:pt x="310296" y="43781"/>
                </a:cubicBezTo>
                <a:cubicBezTo>
                  <a:pt x="313893" y="46568"/>
                  <a:pt x="316395" y="50108"/>
                  <a:pt x="317802" y="54399"/>
                </a:cubicBezTo>
                <a:cubicBezTo>
                  <a:pt x="319210" y="58690"/>
                  <a:pt x="319914" y="65533"/>
                  <a:pt x="319914" y="74929"/>
                </a:cubicBezTo>
                <a:lnTo>
                  <a:pt x="319914" y="110915"/>
                </a:lnTo>
                <a:cubicBezTo>
                  <a:pt x="319914" y="117671"/>
                  <a:pt x="320524" y="121863"/>
                  <a:pt x="321744" y="123489"/>
                </a:cubicBezTo>
                <a:cubicBezTo>
                  <a:pt x="322963" y="125116"/>
                  <a:pt x="325513" y="126179"/>
                  <a:pt x="329391" y="126679"/>
                </a:cubicBezTo>
                <a:lnTo>
                  <a:pt x="329391" y="130058"/>
                </a:lnTo>
                <a:lnTo>
                  <a:pt x="284068" y="130058"/>
                </a:lnTo>
                <a:lnTo>
                  <a:pt x="284068" y="126679"/>
                </a:lnTo>
                <a:cubicBezTo>
                  <a:pt x="287634" y="126367"/>
                  <a:pt x="290261" y="124990"/>
                  <a:pt x="291950" y="122551"/>
                </a:cubicBezTo>
                <a:cubicBezTo>
                  <a:pt x="293076" y="120862"/>
                  <a:pt x="293640" y="116983"/>
                  <a:pt x="293640" y="110915"/>
                </a:cubicBezTo>
                <a:lnTo>
                  <a:pt x="293640" y="73193"/>
                </a:lnTo>
                <a:cubicBezTo>
                  <a:pt x="293640" y="65373"/>
                  <a:pt x="293327" y="60400"/>
                  <a:pt x="292701" y="58273"/>
                </a:cubicBezTo>
                <a:cubicBezTo>
                  <a:pt x="292076" y="56146"/>
                  <a:pt x="291090" y="54566"/>
                  <a:pt x="289745" y="53534"/>
                </a:cubicBezTo>
                <a:cubicBezTo>
                  <a:pt x="288400" y="52502"/>
                  <a:pt x="286821" y="51985"/>
                  <a:pt x="285007" y="51985"/>
                </a:cubicBezTo>
                <a:cubicBezTo>
                  <a:pt x="282317" y="51985"/>
                  <a:pt x="279595" y="52971"/>
                  <a:pt x="276843" y="54941"/>
                </a:cubicBezTo>
                <a:cubicBezTo>
                  <a:pt x="274090" y="56912"/>
                  <a:pt x="271306" y="59868"/>
                  <a:pt x="268491" y="63809"/>
                </a:cubicBezTo>
                <a:lnTo>
                  <a:pt x="268491" y="110915"/>
                </a:lnTo>
                <a:cubicBezTo>
                  <a:pt x="268491" y="117233"/>
                  <a:pt x="269023" y="121206"/>
                  <a:pt x="270087" y="122832"/>
                </a:cubicBezTo>
                <a:cubicBezTo>
                  <a:pt x="271525" y="125147"/>
                  <a:pt x="274278" y="126429"/>
                  <a:pt x="278344" y="126679"/>
                </a:cubicBezTo>
                <a:lnTo>
                  <a:pt x="278344" y="130058"/>
                </a:lnTo>
                <a:lnTo>
                  <a:pt x="232927" y="130058"/>
                </a:lnTo>
                <a:lnTo>
                  <a:pt x="232927" y="126679"/>
                </a:lnTo>
                <a:cubicBezTo>
                  <a:pt x="235367" y="126554"/>
                  <a:pt x="237291" y="125944"/>
                  <a:pt x="238698" y="124850"/>
                </a:cubicBezTo>
                <a:cubicBezTo>
                  <a:pt x="240106" y="123755"/>
                  <a:pt x="241044" y="122441"/>
                  <a:pt x="241513" y="120909"/>
                </a:cubicBezTo>
                <a:cubicBezTo>
                  <a:pt x="241982" y="119376"/>
                  <a:pt x="242217" y="116045"/>
                  <a:pt x="242217" y="110915"/>
                </a:cubicBezTo>
                <a:lnTo>
                  <a:pt x="242217" y="73134"/>
                </a:lnTo>
                <a:cubicBezTo>
                  <a:pt x="242217" y="65175"/>
                  <a:pt x="241904" y="60194"/>
                  <a:pt x="241279" y="58190"/>
                </a:cubicBezTo>
                <a:cubicBezTo>
                  <a:pt x="240653" y="56185"/>
                  <a:pt x="239605" y="54618"/>
                  <a:pt x="238135" y="53490"/>
                </a:cubicBezTo>
                <a:cubicBezTo>
                  <a:pt x="236665" y="52362"/>
                  <a:pt x="235085" y="51798"/>
                  <a:pt x="233396" y="51798"/>
                </a:cubicBezTo>
                <a:cubicBezTo>
                  <a:pt x="230894" y="51798"/>
                  <a:pt x="228611" y="52460"/>
                  <a:pt x="226546" y="53783"/>
                </a:cubicBezTo>
                <a:cubicBezTo>
                  <a:pt x="223606" y="55738"/>
                  <a:pt x="220478" y="59080"/>
                  <a:pt x="217163" y="63809"/>
                </a:cubicBezTo>
                <a:lnTo>
                  <a:pt x="217163" y="110915"/>
                </a:lnTo>
                <a:cubicBezTo>
                  <a:pt x="217163" y="117108"/>
                  <a:pt x="217773" y="121190"/>
                  <a:pt x="218992" y="123161"/>
                </a:cubicBezTo>
                <a:cubicBezTo>
                  <a:pt x="220212" y="125131"/>
                  <a:pt x="222762" y="126304"/>
                  <a:pt x="226640" y="126679"/>
                </a:cubicBezTo>
                <a:lnTo>
                  <a:pt x="226640" y="130058"/>
                </a:lnTo>
                <a:lnTo>
                  <a:pt x="181411" y="130058"/>
                </a:lnTo>
                <a:lnTo>
                  <a:pt x="181411" y="126679"/>
                </a:lnTo>
                <a:cubicBezTo>
                  <a:pt x="185102" y="126304"/>
                  <a:pt x="187729" y="125116"/>
                  <a:pt x="189293" y="123114"/>
                </a:cubicBezTo>
                <a:cubicBezTo>
                  <a:pt x="190357" y="121737"/>
                  <a:pt x="190888" y="117671"/>
                  <a:pt x="190888" y="110915"/>
                </a:cubicBezTo>
                <a:lnTo>
                  <a:pt x="190888" y="61369"/>
                </a:lnTo>
                <a:cubicBezTo>
                  <a:pt x="190888" y="54658"/>
                  <a:pt x="190278" y="50479"/>
                  <a:pt x="189059" y="48833"/>
                </a:cubicBezTo>
                <a:cubicBezTo>
                  <a:pt x="187839" y="47187"/>
                  <a:pt x="185289" y="46111"/>
                  <a:pt x="181411" y="45605"/>
                </a:cubicBezTo>
                <a:lnTo>
                  <a:pt x="181411" y="42226"/>
                </a:lnTo>
                <a:lnTo>
                  <a:pt x="217163" y="42226"/>
                </a:lnTo>
                <a:close/>
                <a:moveTo>
                  <a:pt x="389257" y="117108"/>
                </a:moveTo>
                <a:cubicBezTo>
                  <a:pt x="378560" y="126617"/>
                  <a:pt x="368957" y="131371"/>
                  <a:pt x="360449" y="131371"/>
                </a:cubicBezTo>
                <a:cubicBezTo>
                  <a:pt x="355445" y="131371"/>
                  <a:pt x="351285" y="129724"/>
                  <a:pt x="347969" y="126430"/>
                </a:cubicBezTo>
                <a:cubicBezTo>
                  <a:pt x="344653" y="123134"/>
                  <a:pt x="342996" y="119007"/>
                  <a:pt x="342996" y="114050"/>
                </a:cubicBezTo>
                <a:cubicBezTo>
                  <a:pt x="342996" y="107332"/>
                  <a:pt x="345873" y="101291"/>
                  <a:pt x="351629" y="95925"/>
                </a:cubicBezTo>
                <a:cubicBezTo>
                  <a:pt x="357384" y="90558"/>
                  <a:pt x="369927" y="83419"/>
                  <a:pt x="389257" y="74506"/>
                </a:cubicBezTo>
                <a:lnTo>
                  <a:pt x="389257" y="65686"/>
                </a:lnTo>
                <a:cubicBezTo>
                  <a:pt x="389257" y="59055"/>
                  <a:pt x="388897" y="54879"/>
                  <a:pt x="388178" y="53158"/>
                </a:cubicBezTo>
                <a:cubicBezTo>
                  <a:pt x="387459" y="51438"/>
                  <a:pt x="386098" y="49937"/>
                  <a:pt x="384096" y="48654"/>
                </a:cubicBezTo>
                <a:cubicBezTo>
                  <a:pt x="382094" y="47372"/>
                  <a:pt x="379842" y="46731"/>
                  <a:pt x="377340" y="46731"/>
                </a:cubicBezTo>
                <a:cubicBezTo>
                  <a:pt x="373274" y="46731"/>
                  <a:pt x="369927" y="47638"/>
                  <a:pt x="367299" y="49452"/>
                </a:cubicBezTo>
                <a:cubicBezTo>
                  <a:pt x="365673" y="50578"/>
                  <a:pt x="364860" y="51892"/>
                  <a:pt x="364860" y="53393"/>
                </a:cubicBezTo>
                <a:cubicBezTo>
                  <a:pt x="364860" y="54707"/>
                  <a:pt x="365735" y="56333"/>
                  <a:pt x="367487" y="58273"/>
                </a:cubicBezTo>
                <a:cubicBezTo>
                  <a:pt x="369864" y="60963"/>
                  <a:pt x="371053" y="63559"/>
                  <a:pt x="371053" y="66061"/>
                </a:cubicBezTo>
                <a:cubicBezTo>
                  <a:pt x="371053" y="69126"/>
                  <a:pt x="369911" y="71738"/>
                  <a:pt x="367628" y="73896"/>
                </a:cubicBezTo>
                <a:cubicBezTo>
                  <a:pt x="365344" y="76055"/>
                  <a:pt x="362357" y="77134"/>
                  <a:pt x="358666" y="77134"/>
                </a:cubicBezTo>
                <a:cubicBezTo>
                  <a:pt x="354725" y="77134"/>
                  <a:pt x="351425" y="75945"/>
                  <a:pt x="348767" y="73568"/>
                </a:cubicBezTo>
                <a:cubicBezTo>
                  <a:pt x="346108" y="71191"/>
                  <a:pt x="344779" y="68407"/>
                  <a:pt x="344779" y="65216"/>
                </a:cubicBezTo>
                <a:cubicBezTo>
                  <a:pt x="344779" y="60712"/>
                  <a:pt x="346562" y="56411"/>
                  <a:pt x="350127" y="52314"/>
                </a:cubicBezTo>
                <a:cubicBezTo>
                  <a:pt x="353693" y="48216"/>
                  <a:pt x="358666" y="45073"/>
                  <a:pt x="365047" y="42883"/>
                </a:cubicBezTo>
                <a:cubicBezTo>
                  <a:pt x="371428" y="40694"/>
                  <a:pt x="378059" y="39599"/>
                  <a:pt x="384941" y="39599"/>
                </a:cubicBezTo>
                <a:cubicBezTo>
                  <a:pt x="393261" y="39599"/>
                  <a:pt x="399845" y="41371"/>
                  <a:pt x="404693" y="44915"/>
                </a:cubicBezTo>
                <a:cubicBezTo>
                  <a:pt x="409542" y="48458"/>
                  <a:pt x="412685" y="52298"/>
                  <a:pt x="414124" y="56437"/>
                </a:cubicBezTo>
                <a:cubicBezTo>
                  <a:pt x="415000" y="59070"/>
                  <a:pt x="415438" y="65121"/>
                  <a:pt x="415438" y="74588"/>
                </a:cubicBezTo>
                <a:lnTo>
                  <a:pt x="415438" y="108730"/>
                </a:lnTo>
                <a:cubicBezTo>
                  <a:pt x="415438" y="112744"/>
                  <a:pt x="415594" y="115269"/>
                  <a:pt x="415907" y="116305"/>
                </a:cubicBezTo>
                <a:cubicBezTo>
                  <a:pt x="416220" y="117339"/>
                  <a:pt x="416689" y="118107"/>
                  <a:pt x="417314" y="118610"/>
                </a:cubicBezTo>
                <a:cubicBezTo>
                  <a:pt x="417940" y="119110"/>
                  <a:pt x="418659" y="119360"/>
                  <a:pt x="419473" y="119360"/>
                </a:cubicBezTo>
                <a:cubicBezTo>
                  <a:pt x="421099" y="119360"/>
                  <a:pt x="422757" y="118203"/>
                  <a:pt x="424446" y="115888"/>
                </a:cubicBezTo>
                <a:lnTo>
                  <a:pt x="427261" y="118140"/>
                </a:lnTo>
                <a:cubicBezTo>
                  <a:pt x="424133" y="122770"/>
                  <a:pt x="420896" y="126132"/>
                  <a:pt x="417549" y="128228"/>
                </a:cubicBezTo>
                <a:cubicBezTo>
                  <a:pt x="414202" y="130323"/>
                  <a:pt x="410402" y="131371"/>
                  <a:pt x="406148" y="131371"/>
                </a:cubicBezTo>
                <a:cubicBezTo>
                  <a:pt x="401143" y="131371"/>
                  <a:pt x="397233" y="130191"/>
                  <a:pt x="394418" y="127829"/>
                </a:cubicBezTo>
                <a:cubicBezTo>
                  <a:pt x="391603" y="125467"/>
                  <a:pt x="389883" y="121894"/>
                  <a:pt x="389257" y="117108"/>
                </a:cubicBezTo>
                <a:moveTo>
                  <a:pt x="389257" y="110164"/>
                </a:moveTo>
                <a:lnTo>
                  <a:pt x="389257" y="80811"/>
                </a:lnTo>
                <a:cubicBezTo>
                  <a:pt x="381688" y="85274"/>
                  <a:pt x="376057" y="90052"/>
                  <a:pt x="372367" y="95144"/>
                </a:cubicBezTo>
                <a:cubicBezTo>
                  <a:pt x="369927" y="98538"/>
                  <a:pt x="368707" y="101964"/>
                  <a:pt x="368707" y="105423"/>
                </a:cubicBezTo>
                <a:cubicBezTo>
                  <a:pt x="368707" y="108314"/>
                  <a:pt x="369739" y="110860"/>
                  <a:pt x="371804" y="113061"/>
                </a:cubicBezTo>
                <a:cubicBezTo>
                  <a:pt x="373368" y="114758"/>
                  <a:pt x="375557" y="115607"/>
                  <a:pt x="378372" y="115607"/>
                </a:cubicBezTo>
                <a:cubicBezTo>
                  <a:pt x="381500" y="115607"/>
                  <a:pt x="385128" y="113793"/>
                  <a:pt x="389257" y="110164"/>
                </a:cubicBezTo>
                <a:close/>
                <a:moveTo>
                  <a:pt x="471740" y="9947"/>
                </a:moveTo>
                <a:lnTo>
                  <a:pt x="471740" y="42226"/>
                </a:lnTo>
                <a:lnTo>
                  <a:pt x="492572" y="42226"/>
                </a:lnTo>
                <a:lnTo>
                  <a:pt x="492572" y="51422"/>
                </a:lnTo>
                <a:lnTo>
                  <a:pt x="471740" y="51422"/>
                </a:lnTo>
                <a:lnTo>
                  <a:pt x="471740" y="105713"/>
                </a:lnTo>
                <a:cubicBezTo>
                  <a:pt x="471740" y="110794"/>
                  <a:pt x="471975" y="114071"/>
                  <a:pt x="472444" y="115545"/>
                </a:cubicBezTo>
                <a:cubicBezTo>
                  <a:pt x="472913" y="117019"/>
                  <a:pt x="473742" y="118212"/>
                  <a:pt x="474930" y="119123"/>
                </a:cubicBezTo>
                <a:cubicBezTo>
                  <a:pt x="476119" y="120032"/>
                  <a:pt x="477214" y="120486"/>
                  <a:pt x="478215" y="120486"/>
                </a:cubicBezTo>
                <a:cubicBezTo>
                  <a:pt x="482281" y="120486"/>
                  <a:pt x="486128" y="117358"/>
                  <a:pt x="489757" y="111103"/>
                </a:cubicBezTo>
                <a:lnTo>
                  <a:pt x="492572" y="113188"/>
                </a:lnTo>
                <a:cubicBezTo>
                  <a:pt x="487505" y="125310"/>
                  <a:pt x="479278" y="131371"/>
                  <a:pt x="467893" y="131371"/>
                </a:cubicBezTo>
                <a:cubicBezTo>
                  <a:pt x="462325" y="131371"/>
                  <a:pt x="457618" y="129818"/>
                  <a:pt x="453770" y="126712"/>
                </a:cubicBezTo>
                <a:cubicBezTo>
                  <a:pt x="449923" y="123603"/>
                  <a:pt x="447468" y="120134"/>
                  <a:pt x="446404" y="116305"/>
                </a:cubicBezTo>
                <a:cubicBezTo>
                  <a:pt x="445779" y="114170"/>
                  <a:pt x="445466" y="108394"/>
                  <a:pt x="445466" y="98977"/>
                </a:cubicBezTo>
                <a:lnTo>
                  <a:pt x="445466" y="51422"/>
                </a:lnTo>
                <a:lnTo>
                  <a:pt x="434018" y="51422"/>
                </a:lnTo>
                <a:lnTo>
                  <a:pt x="434018" y="48129"/>
                </a:lnTo>
                <a:cubicBezTo>
                  <a:pt x="441900" y="42550"/>
                  <a:pt x="448609" y="36688"/>
                  <a:pt x="454146" y="30544"/>
                </a:cubicBezTo>
                <a:cubicBezTo>
                  <a:pt x="459682" y="24399"/>
                  <a:pt x="464515" y="17534"/>
                  <a:pt x="468643" y="9947"/>
                </a:cubicBezTo>
                <a:lnTo>
                  <a:pt x="471740" y="9947"/>
                </a:lnTo>
                <a:close/>
                <a:moveTo>
                  <a:pt x="522036" y="0"/>
                </a:moveTo>
                <a:cubicBezTo>
                  <a:pt x="526102" y="0"/>
                  <a:pt x="529543" y="1428"/>
                  <a:pt x="532358" y="4284"/>
                </a:cubicBezTo>
                <a:cubicBezTo>
                  <a:pt x="535173" y="7138"/>
                  <a:pt x="536580" y="10574"/>
                  <a:pt x="536580" y="14592"/>
                </a:cubicBezTo>
                <a:cubicBezTo>
                  <a:pt x="536580" y="18609"/>
                  <a:pt x="535157" y="22030"/>
                  <a:pt x="532311" y="24855"/>
                </a:cubicBezTo>
                <a:cubicBezTo>
                  <a:pt x="529464" y="27678"/>
                  <a:pt x="526039" y="29089"/>
                  <a:pt x="522036" y="29089"/>
                </a:cubicBezTo>
                <a:cubicBezTo>
                  <a:pt x="518032" y="29089"/>
                  <a:pt x="514622" y="27678"/>
                  <a:pt x="511807" y="24855"/>
                </a:cubicBezTo>
                <a:cubicBezTo>
                  <a:pt x="508992" y="22030"/>
                  <a:pt x="507585" y="18609"/>
                  <a:pt x="507585" y="14592"/>
                </a:cubicBezTo>
                <a:cubicBezTo>
                  <a:pt x="507585" y="10574"/>
                  <a:pt x="508992" y="7138"/>
                  <a:pt x="511807" y="4284"/>
                </a:cubicBezTo>
                <a:cubicBezTo>
                  <a:pt x="514622" y="1428"/>
                  <a:pt x="518032" y="0"/>
                  <a:pt x="522036" y="0"/>
                </a:cubicBezTo>
                <a:moveTo>
                  <a:pt x="535173" y="42226"/>
                </a:moveTo>
                <a:lnTo>
                  <a:pt x="535173" y="111853"/>
                </a:lnTo>
                <a:cubicBezTo>
                  <a:pt x="535173" y="118046"/>
                  <a:pt x="535892" y="122003"/>
                  <a:pt x="537331" y="123724"/>
                </a:cubicBezTo>
                <a:cubicBezTo>
                  <a:pt x="538770" y="125444"/>
                  <a:pt x="541585" y="126429"/>
                  <a:pt x="545776" y="126679"/>
                </a:cubicBezTo>
                <a:lnTo>
                  <a:pt x="545776" y="130058"/>
                </a:lnTo>
                <a:lnTo>
                  <a:pt x="498389" y="130058"/>
                </a:lnTo>
                <a:lnTo>
                  <a:pt x="498389" y="126679"/>
                </a:lnTo>
                <a:cubicBezTo>
                  <a:pt x="502267" y="126554"/>
                  <a:pt x="505145" y="125428"/>
                  <a:pt x="507022" y="123301"/>
                </a:cubicBezTo>
                <a:cubicBezTo>
                  <a:pt x="508273" y="121863"/>
                  <a:pt x="508898" y="118046"/>
                  <a:pt x="508898" y="111853"/>
                </a:cubicBezTo>
                <a:lnTo>
                  <a:pt x="508898" y="60618"/>
                </a:lnTo>
                <a:cubicBezTo>
                  <a:pt x="508898" y="54347"/>
                  <a:pt x="508179" y="50340"/>
                  <a:pt x="506740" y="48599"/>
                </a:cubicBezTo>
                <a:cubicBezTo>
                  <a:pt x="505301" y="46857"/>
                  <a:pt x="502518" y="45859"/>
                  <a:pt x="498389" y="45605"/>
                </a:cubicBezTo>
                <a:lnTo>
                  <a:pt x="498389" y="42226"/>
                </a:lnTo>
                <a:lnTo>
                  <a:pt x="535173" y="42226"/>
                </a:lnTo>
                <a:close/>
                <a:moveTo>
                  <a:pt x="595537" y="39599"/>
                </a:moveTo>
                <a:cubicBezTo>
                  <a:pt x="603169" y="39599"/>
                  <a:pt x="610270" y="41572"/>
                  <a:pt x="616838" y="45517"/>
                </a:cubicBezTo>
                <a:cubicBezTo>
                  <a:pt x="623407" y="49462"/>
                  <a:pt x="628396" y="55066"/>
                  <a:pt x="631805" y="62331"/>
                </a:cubicBezTo>
                <a:cubicBezTo>
                  <a:pt x="635214" y="69596"/>
                  <a:pt x="636919" y="77548"/>
                  <a:pt x="636919" y="86189"/>
                </a:cubicBezTo>
                <a:cubicBezTo>
                  <a:pt x="636919" y="98650"/>
                  <a:pt x="633760" y="109076"/>
                  <a:pt x="627442" y="117469"/>
                </a:cubicBezTo>
                <a:cubicBezTo>
                  <a:pt x="619810" y="127613"/>
                  <a:pt x="609269" y="132685"/>
                  <a:pt x="595819" y="132685"/>
                </a:cubicBezTo>
                <a:cubicBezTo>
                  <a:pt x="582619" y="132685"/>
                  <a:pt x="572453" y="128051"/>
                  <a:pt x="565322" y="118783"/>
                </a:cubicBezTo>
                <a:cubicBezTo>
                  <a:pt x="558190" y="109514"/>
                  <a:pt x="554624" y="98775"/>
                  <a:pt x="554624" y="86564"/>
                </a:cubicBezTo>
                <a:cubicBezTo>
                  <a:pt x="554624" y="73978"/>
                  <a:pt x="558268" y="63004"/>
                  <a:pt x="565556" y="53642"/>
                </a:cubicBezTo>
                <a:cubicBezTo>
                  <a:pt x="572844" y="44280"/>
                  <a:pt x="582838" y="39599"/>
                  <a:pt x="595537" y="39599"/>
                </a:cubicBezTo>
                <a:moveTo>
                  <a:pt x="595913" y="46168"/>
                </a:moveTo>
                <a:cubicBezTo>
                  <a:pt x="592722" y="46168"/>
                  <a:pt x="589985" y="47374"/>
                  <a:pt x="587702" y="49786"/>
                </a:cubicBezTo>
                <a:cubicBezTo>
                  <a:pt x="585419" y="52197"/>
                  <a:pt x="583917" y="56956"/>
                  <a:pt x="583198" y="64064"/>
                </a:cubicBezTo>
                <a:cubicBezTo>
                  <a:pt x="582478" y="71172"/>
                  <a:pt x="582119" y="81052"/>
                  <a:pt x="582119" y="93705"/>
                </a:cubicBezTo>
                <a:cubicBezTo>
                  <a:pt x="582119" y="100406"/>
                  <a:pt x="582557" y="106670"/>
                  <a:pt x="583432" y="112495"/>
                </a:cubicBezTo>
                <a:cubicBezTo>
                  <a:pt x="584120" y="116941"/>
                  <a:pt x="585591" y="120323"/>
                  <a:pt x="587843" y="122642"/>
                </a:cubicBezTo>
                <a:cubicBezTo>
                  <a:pt x="590095" y="124958"/>
                  <a:pt x="592660" y="126116"/>
                  <a:pt x="595537" y="126116"/>
                </a:cubicBezTo>
                <a:cubicBezTo>
                  <a:pt x="598352" y="126116"/>
                  <a:pt x="600698" y="125333"/>
                  <a:pt x="602575" y="123768"/>
                </a:cubicBezTo>
                <a:cubicBezTo>
                  <a:pt x="605015" y="121639"/>
                  <a:pt x="606641" y="118663"/>
                  <a:pt x="607454" y="114841"/>
                </a:cubicBezTo>
                <a:cubicBezTo>
                  <a:pt x="608706" y="108893"/>
                  <a:pt x="609331" y="96868"/>
                  <a:pt x="609331" y="78767"/>
                </a:cubicBezTo>
                <a:cubicBezTo>
                  <a:pt x="609331" y="68121"/>
                  <a:pt x="608737" y="60809"/>
                  <a:pt x="607548" y="56833"/>
                </a:cubicBezTo>
                <a:cubicBezTo>
                  <a:pt x="606360" y="52854"/>
                  <a:pt x="604608" y="49957"/>
                  <a:pt x="602293" y="48141"/>
                </a:cubicBezTo>
                <a:cubicBezTo>
                  <a:pt x="600667" y="46825"/>
                  <a:pt x="598540" y="46168"/>
                  <a:pt x="595913" y="46168"/>
                </a:cubicBezTo>
                <a:close/>
                <a:moveTo>
                  <a:pt x="686089" y="42226"/>
                </a:moveTo>
                <a:lnTo>
                  <a:pt x="686089" y="53675"/>
                </a:lnTo>
                <a:cubicBezTo>
                  <a:pt x="690593" y="48762"/>
                  <a:pt x="694910" y="45188"/>
                  <a:pt x="699039" y="42954"/>
                </a:cubicBezTo>
                <a:cubicBezTo>
                  <a:pt x="703167" y="40717"/>
                  <a:pt x="707609" y="39599"/>
                  <a:pt x="712363" y="39599"/>
                </a:cubicBezTo>
                <a:cubicBezTo>
                  <a:pt x="718056" y="39599"/>
                  <a:pt x="722779" y="41181"/>
                  <a:pt x="726533" y="44344"/>
                </a:cubicBezTo>
                <a:cubicBezTo>
                  <a:pt x="730286" y="47507"/>
                  <a:pt x="732789" y="51437"/>
                  <a:pt x="734040" y="56135"/>
                </a:cubicBezTo>
                <a:cubicBezTo>
                  <a:pt x="735041" y="59706"/>
                  <a:pt x="735541" y="66566"/>
                  <a:pt x="735541" y="76714"/>
                </a:cubicBezTo>
                <a:lnTo>
                  <a:pt x="735541" y="110915"/>
                </a:lnTo>
                <a:cubicBezTo>
                  <a:pt x="735541" y="117671"/>
                  <a:pt x="736151" y="121878"/>
                  <a:pt x="737371" y="123536"/>
                </a:cubicBezTo>
                <a:cubicBezTo>
                  <a:pt x="738591" y="125194"/>
                  <a:pt x="741140" y="126242"/>
                  <a:pt x="745019" y="126679"/>
                </a:cubicBezTo>
                <a:lnTo>
                  <a:pt x="745019" y="130058"/>
                </a:lnTo>
                <a:lnTo>
                  <a:pt x="700634" y="130058"/>
                </a:lnTo>
                <a:lnTo>
                  <a:pt x="700634" y="126679"/>
                </a:lnTo>
                <a:cubicBezTo>
                  <a:pt x="703949" y="126242"/>
                  <a:pt x="706327" y="124865"/>
                  <a:pt x="707765" y="122551"/>
                </a:cubicBezTo>
                <a:cubicBezTo>
                  <a:pt x="708766" y="120987"/>
                  <a:pt x="709267" y="117108"/>
                  <a:pt x="709267" y="110915"/>
                </a:cubicBezTo>
                <a:lnTo>
                  <a:pt x="709267" y="71879"/>
                </a:lnTo>
                <a:cubicBezTo>
                  <a:pt x="709267" y="64685"/>
                  <a:pt x="708985" y="60149"/>
                  <a:pt x="708422" y="58273"/>
                </a:cubicBezTo>
                <a:cubicBezTo>
                  <a:pt x="707859" y="56396"/>
                  <a:pt x="706905" y="54941"/>
                  <a:pt x="705560" y="53909"/>
                </a:cubicBezTo>
                <a:cubicBezTo>
                  <a:pt x="704215" y="52877"/>
                  <a:pt x="702730" y="52361"/>
                  <a:pt x="701103" y="52361"/>
                </a:cubicBezTo>
                <a:cubicBezTo>
                  <a:pt x="695723" y="52361"/>
                  <a:pt x="690718" y="56239"/>
                  <a:pt x="686089" y="63997"/>
                </a:cubicBezTo>
                <a:lnTo>
                  <a:pt x="686089" y="110915"/>
                </a:lnTo>
                <a:cubicBezTo>
                  <a:pt x="686089" y="117483"/>
                  <a:pt x="686699" y="121644"/>
                  <a:pt x="687919" y="123395"/>
                </a:cubicBezTo>
                <a:cubicBezTo>
                  <a:pt x="689139" y="125147"/>
                  <a:pt x="691407" y="126242"/>
                  <a:pt x="694722" y="126679"/>
                </a:cubicBezTo>
                <a:lnTo>
                  <a:pt x="694722" y="130058"/>
                </a:lnTo>
                <a:lnTo>
                  <a:pt x="650337" y="130058"/>
                </a:lnTo>
                <a:lnTo>
                  <a:pt x="650337" y="126679"/>
                </a:lnTo>
                <a:cubicBezTo>
                  <a:pt x="654028" y="126304"/>
                  <a:pt x="656656" y="125116"/>
                  <a:pt x="658220" y="123114"/>
                </a:cubicBezTo>
                <a:cubicBezTo>
                  <a:pt x="659283" y="121737"/>
                  <a:pt x="659815" y="117671"/>
                  <a:pt x="659815" y="110915"/>
                </a:cubicBezTo>
                <a:lnTo>
                  <a:pt x="659815" y="61369"/>
                </a:lnTo>
                <a:cubicBezTo>
                  <a:pt x="659815" y="54658"/>
                  <a:pt x="659205" y="50479"/>
                  <a:pt x="657985" y="48833"/>
                </a:cubicBezTo>
                <a:cubicBezTo>
                  <a:pt x="656765" y="47187"/>
                  <a:pt x="654216" y="46111"/>
                  <a:pt x="650337" y="45605"/>
                </a:cubicBezTo>
                <a:lnTo>
                  <a:pt x="650337" y="42226"/>
                </a:lnTo>
                <a:lnTo>
                  <a:pt x="686089" y="42226"/>
                </a:lnTo>
                <a:close/>
              </a:path>
            </a:pathLst>
          </a:custGeom>
          <a:solidFill xmlns:a="http://schemas.openxmlformats.org/drawingml/2006/main">
            <a:srgbClr val="1C45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6CAA85-66A6-4255-B158-780B12DC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720" y="4591223"/>
            <a:ext cx="10" cy="220884"/>
          </a:xfrm>
          <a:custGeom xmlns:a="http://schemas.openxmlformats.org/drawingml/2006/main">
            <a:pathLst>
              <a:path w="1" h="220884">
                <a:moveTo>
                  <a:pt x="0" y="0"/>
                </a:moveTo>
                <a:lnTo>
                  <a:pt x="0" y="0"/>
                </a:lnTo>
                <a:lnTo>
                  <a:pt x="0" y="2208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42A51B-5069-4906-B2E4-704A38A4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088" y="4774887"/>
            <a:ext cx="3192632" cy="17296"/>
          </a:xfrm>
          <a:custGeom xmlns:a="http://schemas.openxmlformats.org/drawingml/2006/main">
            <a:pathLst>
              <a:path w="3192632" h="17296">
                <a:moveTo>
                  <a:pt x="0" y="0"/>
                </a:moveTo>
                <a:lnTo>
                  <a:pt x="3192632" y="0"/>
                </a:lnTo>
                <a:lnTo>
                  <a:pt x="3192632" y="17296"/>
                </a:lnTo>
                <a:lnTo>
                  <a:pt x="0" y="172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C45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EFED5C-2F34-41EC-9AFE-2BD31D14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5" y="287282"/>
            <a:ext cx="234725" cy="234725"/>
          </a:xfrm>
          <a:custGeom xmlns:a="http://schemas.openxmlformats.org/drawingml/2006/main">
            <a:pathLst>
              <a:path w="234725" h="234725">
                <a:moveTo>
                  <a:pt x="0" y="117363"/>
                </a:moveTo>
                <a:lnTo>
                  <a:pt x="0" y="117363"/>
                </a:lnTo>
                <a:cubicBezTo>
                  <a:pt x="0" y="52545"/>
                  <a:pt x="52545" y="0"/>
                  <a:pt x="117363" y="0"/>
                </a:cubicBezTo>
                <a:cubicBezTo>
                  <a:pt x="148489" y="0"/>
                  <a:pt x="178341" y="12365"/>
                  <a:pt x="200351" y="34375"/>
                </a:cubicBezTo>
                <a:cubicBezTo>
                  <a:pt x="222360" y="56384"/>
                  <a:pt x="234725" y="86236"/>
                  <a:pt x="234725" y="117363"/>
                </a:cubicBezTo>
                <a:cubicBezTo>
                  <a:pt x="234725" y="182180"/>
                  <a:pt x="182180" y="234725"/>
                  <a:pt x="117363" y="234725"/>
                </a:cubicBezTo>
                <a:cubicBezTo>
                  <a:pt x="52545" y="234725"/>
                  <a:pt x="0" y="182180"/>
                  <a:pt x="0" y="117363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DF5AA6-ED28-4700-A6C6-9C3E7207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5" y="287282"/>
            <a:ext cx="234725" cy="234725"/>
          </a:xfrm>
          <a:custGeom xmlns:a="http://schemas.openxmlformats.org/drawingml/2006/main">
            <a:pathLst>
              <a:path w="234725" h="234725" fill="none">
                <a:moveTo>
                  <a:pt x="0" y="117363"/>
                </a:moveTo>
                <a:lnTo>
                  <a:pt x="0" y="117363"/>
                </a:lnTo>
                <a:cubicBezTo>
                  <a:pt x="0" y="52545"/>
                  <a:pt x="52545" y="0"/>
                  <a:pt x="117363" y="0"/>
                </a:cubicBezTo>
                <a:cubicBezTo>
                  <a:pt x="148489" y="0"/>
                  <a:pt x="178341" y="12365"/>
                  <a:pt x="200351" y="34375"/>
                </a:cubicBezTo>
                <a:cubicBezTo>
                  <a:pt x="222360" y="56384"/>
                  <a:pt x="234725" y="86236"/>
                  <a:pt x="234725" y="117363"/>
                </a:cubicBezTo>
                <a:cubicBezTo>
                  <a:pt x="234725" y="182180"/>
                  <a:pt x="182180" y="234725"/>
                  <a:pt x="117363" y="234725"/>
                </a:cubicBezTo>
                <a:cubicBezTo>
                  <a:pt x="52545" y="234725"/>
                  <a:pt x="0" y="182180"/>
                  <a:pt x="0" y="11736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478" cap="flat">
            <a:solidFill>
              <a:srgbClr val="434343"/>
            </a:solidFill>
            <a:round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8ACB3-D43E-4519-9BB0-AC3ACB2D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1" y="236077"/>
            <a:ext cx="234725" cy="328722"/>
          </a:xfrm>
          <a:custGeom xmlns:a="http://schemas.openxmlformats.org/drawingml/2006/main">
            <a:pathLst>
              <a:path w="234725" h="328722">
                <a:moveTo>
                  <a:pt x="0" y="0"/>
                </a:moveTo>
                <a:lnTo>
                  <a:pt x="234725" y="0"/>
                </a:lnTo>
                <a:lnTo>
                  <a:pt x="234725" y="328722"/>
                </a:lnTo>
                <a:lnTo>
                  <a:pt x="0" y="3287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A">
            <a:extLst xmlns:a="http://schemas.openxmlformats.org/drawingml/2006/main">
              <a:ext uri="{FF2B5EF4-FFF2-40B4-BE49-F238E27FC236}">
                <a16:creationId xmlns:a16="http://schemas.microsoft.com/office/drawing/2014/main" id="{A9634DFB-ECB6-46B5-B471-DECAD2B7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6" y="345507"/>
            <a:ext cx="97436" cy="97104"/>
          </a:xfrm>
          <a:custGeom xmlns:a="http://schemas.openxmlformats.org/drawingml/2006/main">
            <a:pathLst>
              <a:path w="97436" h="97104">
                <a:moveTo>
                  <a:pt x="97436" y="97104"/>
                </a:moveTo>
                <a:lnTo>
                  <a:pt x="76107" y="97104"/>
                </a:lnTo>
                <a:lnTo>
                  <a:pt x="67629" y="74981"/>
                </a:lnTo>
                <a:lnTo>
                  <a:pt x="28813" y="74981"/>
                </a:lnTo>
                <a:lnTo>
                  <a:pt x="20799" y="97104"/>
                </a:lnTo>
                <a:lnTo>
                  <a:pt x="0" y="97104"/>
                </a:lnTo>
                <a:lnTo>
                  <a:pt x="37822" y="0"/>
                </a:lnTo>
                <a:lnTo>
                  <a:pt x="58554" y="0"/>
                </a:lnTo>
                <a:lnTo>
                  <a:pt x="97436" y="97104"/>
                </a:lnTo>
                <a:moveTo>
                  <a:pt x="61336" y="58554"/>
                </a:moveTo>
                <a:lnTo>
                  <a:pt x="47956" y="22653"/>
                </a:lnTo>
                <a:lnTo>
                  <a:pt x="34841" y="58554"/>
                </a:lnTo>
                <a:lnTo>
                  <a:pt x="61336" y="585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A19ACC-33B7-4802-BC7C-607C4633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58" y="2156125"/>
            <a:ext cx="1856172" cy="369846"/>
          </a:xfrm>
          <a:custGeom xmlns:a="http://schemas.openxmlformats.org/drawingml/2006/main">
            <a:pathLst>
              <a:path w="1856172" h="369846">
                <a:moveTo>
                  <a:pt x="0" y="0"/>
                </a:moveTo>
                <a:lnTo>
                  <a:pt x="1856172" y="0"/>
                </a:lnTo>
                <a:lnTo>
                  <a:pt x="1856172" y="369846"/>
                </a:lnTo>
                <a:lnTo>
                  <a:pt x="0" y="3698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Text SourceCode">
            <a:extLst xmlns:a="http://schemas.openxmlformats.org/drawingml/2006/main">
              <a:ext uri="{FF2B5EF4-FFF2-40B4-BE49-F238E27FC236}">
                <a16:creationId xmlns:a16="http://schemas.microsoft.com/office/drawing/2014/main" id="{2CE34E6A-78AD-44A8-B574-16511FD7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560" y="2280460"/>
            <a:ext cx="902044" cy="117241"/>
          </a:xfrm>
          <a:custGeom xmlns:a="http://schemas.openxmlformats.org/drawingml/2006/main">
            <a:pathLst>
              <a:path w="902044" h="117241">
                <a:moveTo>
                  <a:pt x="70874" y="0"/>
                </a:moveTo>
                <a:lnTo>
                  <a:pt x="71785" y="37424"/>
                </a:lnTo>
                <a:lnTo>
                  <a:pt x="68390" y="37424"/>
                </a:lnTo>
                <a:cubicBezTo>
                  <a:pt x="66790" y="28065"/>
                  <a:pt x="62857" y="20536"/>
                  <a:pt x="56592" y="14839"/>
                </a:cubicBezTo>
                <a:cubicBezTo>
                  <a:pt x="50327" y="9141"/>
                  <a:pt x="43551" y="6293"/>
                  <a:pt x="36265" y="6293"/>
                </a:cubicBezTo>
                <a:cubicBezTo>
                  <a:pt x="30635" y="6293"/>
                  <a:pt x="26178" y="7792"/>
                  <a:pt x="22893" y="10792"/>
                </a:cubicBezTo>
                <a:cubicBezTo>
                  <a:pt x="19609" y="13790"/>
                  <a:pt x="17967" y="17242"/>
                  <a:pt x="17967" y="21149"/>
                </a:cubicBezTo>
                <a:cubicBezTo>
                  <a:pt x="17967" y="23625"/>
                  <a:pt x="18547" y="25826"/>
                  <a:pt x="19706" y="27753"/>
                </a:cubicBezTo>
                <a:cubicBezTo>
                  <a:pt x="21306" y="30338"/>
                  <a:pt x="23873" y="32896"/>
                  <a:pt x="27406" y="35427"/>
                </a:cubicBezTo>
                <a:cubicBezTo>
                  <a:pt x="30000" y="37243"/>
                  <a:pt x="35989" y="40463"/>
                  <a:pt x="45373" y="45086"/>
                </a:cubicBezTo>
                <a:cubicBezTo>
                  <a:pt x="58510" y="51523"/>
                  <a:pt x="67369" y="57604"/>
                  <a:pt x="71951" y="63329"/>
                </a:cubicBezTo>
                <a:cubicBezTo>
                  <a:pt x="76477" y="69053"/>
                  <a:pt x="78740" y="75602"/>
                  <a:pt x="78740" y="82978"/>
                </a:cubicBezTo>
                <a:cubicBezTo>
                  <a:pt x="78740" y="92334"/>
                  <a:pt x="75083" y="100384"/>
                  <a:pt x="67769" y="107126"/>
                </a:cubicBezTo>
                <a:cubicBezTo>
                  <a:pt x="60456" y="113869"/>
                  <a:pt x="51169" y="117241"/>
                  <a:pt x="39908" y="117241"/>
                </a:cubicBezTo>
                <a:cubicBezTo>
                  <a:pt x="36375" y="117241"/>
                  <a:pt x="33036" y="116882"/>
                  <a:pt x="29890" y="116164"/>
                </a:cubicBezTo>
                <a:cubicBezTo>
                  <a:pt x="26743" y="115447"/>
                  <a:pt x="22797" y="114094"/>
                  <a:pt x="18050" y="112107"/>
                </a:cubicBezTo>
                <a:cubicBezTo>
                  <a:pt x="15400" y="111003"/>
                  <a:pt x="13220" y="110451"/>
                  <a:pt x="11509" y="110451"/>
                </a:cubicBezTo>
                <a:cubicBezTo>
                  <a:pt x="10074" y="110451"/>
                  <a:pt x="8556" y="111010"/>
                  <a:pt x="6955" y="112128"/>
                </a:cubicBezTo>
                <a:cubicBezTo>
                  <a:pt x="5354" y="113246"/>
                  <a:pt x="4057" y="114950"/>
                  <a:pt x="3063" y="117241"/>
                </a:cubicBezTo>
                <a:lnTo>
                  <a:pt x="0" y="117241"/>
                </a:lnTo>
                <a:lnTo>
                  <a:pt x="0" y="74849"/>
                </a:lnTo>
                <a:lnTo>
                  <a:pt x="3063" y="74849"/>
                </a:lnTo>
                <a:cubicBezTo>
                  <a:pt x="5492" y="86744"/>
                  <a:pt x="10170" y="95817"/>
                  <a:pt x="17098" y="102068"/>
                </a:cubicBezTo>
                <a:cubicBezTo>
                  <a:pt x="24025" y="108319"/>
                  <a:pt x="31490" y="111445"/>
                  <a:pt x="39494" y="111445"/>
                </a:cubicBezTo>
                <a:cubicBezTo>
                  <a:pt x="45676" y="111445"/>
                  <a:pt x="50603" y="109766"/>
                  <a:pt x="54273" y="106410"/>
                </a:cubicBezTo>
                <a:cubicBezTo>
                  <a:pt x="57944" y="103053"/>
                  <a:pt x="59779" y="99146"/>
                  <a:pt x="59779" y="94689"/>
                </a:cubicBezTo>
                <a:cubicBezTo>
                  <a:pt x="59779" y="92048"/>
                  <a:pt x="59076" y="89490"/>
                  <a:pt x="57668" y="87015"/>
                </a:cubicBezTo>
                <a:cubicBezTo>
                  <a:pt x="56261" y="84537"/>
                  <a:pt x="54122" y="82185"/>
                  <a:pt x="51251" y="79956"/>
                </a:cubicBezTo>
                <a:cubicBezTo>
                  <a:pt x="48381" y="77727"/>
                  <a:pt x="43303" y="74825"/>
                  <a:pt x="36017" y="71249"/>
                </a:cubicBezTo>
                <a:cubicBezTo>
                  <a:pt x="25805" y="66242"/>
                  <a:pt x="18464" y="61974"/>
                  <a:pt x="13993" y="58447"/>
                </a:cubicBezTo>
                <a:cubicBezTo>
                  <a:pt x="9522" y="54919"/>
                  <a:pt x="6086" y="50979"/>
                  <a:pt x="3684" y="46625"/>
                </a:cubicBezTo>
                <a:cubicBezTo>
                  <a:pt x="1283" y="42271"/>
                  <a:pt x="83" y="37477"/>
                  <a:pt x="83" y="32242"/>
                </a:cubicBezTo>
                <a:cubicBezTo>
                  <a:pt x="83" y="23313"/>
                  <a:pt x="3367" y="15708"/>
                  <a:pt x="9936" y="9426"/>
                </a:cubicBezTo>
                <a:cubicBezTo>
                  <a:pt x="16504" y="3142"/>
                  <a:pt x="24784" y="0"/>
                  <a:pt x="34775" y="0"/>
                </a:cubicBezTo>
                <a:cubicBezTo>
                  <a:pt x="38418" y="0"/>
                  <a:pt x="41951" y="447"/>
                  <a:pt x="45373" y="1340"/>
                </a:cubicBezTo>
                <a:cubicBezTo>
                  <a:pt x="47967" y="2010"/>
                  <a:pt x="51127" y="3251"/>
                  <a:pt x="54853" y="5064"/>
                </a:cubicBezTo>
                <a:cubicBezTo>
                  <a:pt x="58579" y="6876"/>
                  <a:pt x="61187" y="7783"/>
                  <a:pt x="62677" y="7783"/>
                </a:cubicBezTo>
                <a:cubicBezTo>
                  <a:pt x="64113" y="7783"/>
                  <a:pt x="65244" y="7337"/>
                  <a:pt x="66072" y="6445"/>
                </a:cubicBezTo>
                <a:cubicBezTo>
                  <a:pt x="66900" y="5552"/>
                  <a:pt x="67673" y="3403"/>
                  <a:pt x="68390" y="0"/>
                </a:cubicBezTo>
                <a:lnTo>
                  <a:pt x="70874" y="0"/>
                </a:lnTo>
                <a:close/>
                <a:moveTo>
                  <a:pt x="127730" y="34940"/>
                </a:moveTo>
                <a:cubicBezTo>
                  <a:pt x="134464" y="34940"/>
                  <a:pt x="140729" y="36681"/>
                  <a:pt x="146525" y="40162"/>
                </a:cubicBezTo>
                <a:cubicBezTo>
                  <a:pt x="152321" y="43643"/>
                  <a:pt x="156723" y="48588"/>
                  <a:pt x="159731" y="54998"/>
                </a:cubicBezTo>
                <a:cubicBezTo>
                  <a:pt x="162739" y="61408"/>
                  <a:pt x="164244" y="68425"/>
                  <a:pt x="164244" y="76049"/>
                </a:cubicBezTo>
                <a:cubicBezTo>
                  <a:pt x="164244" y="87044"/>
                  <a:pt x="161456" y="96244"/>
                  <a:pt x="155881" y="103649"/>
                </a:cubicBezTo>
                <a:cubicBezTo>
                  <a:pt x="149147" y="112600"/>
                  <a:pt x="139846" y="117075"/>
                  <a:pt x="127978" y="117075"/>
                </a:cubicBezTo>
                <a:cubicBezTo>
                  <a:pt x="116332" y="117075"/>
                  <a:pt x="107362" y="112986"/>
                  <a:pt x="101069" y="104808"/>
                </a:cubicBezTo>
                <a:cubicBezTo>
                  <a:pt x="94777" y="96630"/>
                  <a:pt x="91631" y="87154"/>
                  <a:pt x="91631" y="76380"/>
                </a:cubicBezTo>
                <a:cubicBezTo>
                  <a:pt x="91631" y="65275"/>
                  <a:pt x="94846" y="55592"/>
                  <a:pt x="101276" y="47331"/>
                </a:cubicBezTo>
                <a:cubicBezTo>
                  <a:pt x="107707" y="39071"/>
                  <a:pt x="116525" y="34940"/>
                  <a:pt x="127730" y="34940"/>
                </a:cubicBezTo>
                <a:moveTo>
                  <a:pt x="128061" y="40736"/>
                </a:moveTo>
                <a:cubicBezTo>
                  <a:pt x="125246" y="40736"/>
                  <a:pt x="122831" y="41800"/>
                  <a:pt x="120816" y="43929"/>
                </a:cubicBezTo>
                <a:cubicBezTo>
                  <a:pt x="118802" y="46056"/>
                  <a:pt x="117477" y="50255"/>
                  <a:pt x="116842" y="56527"/>
                </a:cubicBezTo>
                <a:cubicBezTo>
                  <a:pt x="116207" y="62799"/>
                  <a:pt x="115890" y="71517"/>
                  <a:pt x="115890" y="82681"/>
                </a:cubicBezTo>
                <a:cubicBezTo>
                  <a:pt x="115890" y="88594"/>
                  <a:pt x="116276" y="94120"/>
                  <a:pt x="117049" y="99261"/>
                </a:cubicBezTo>
                <a:cubicBezTo>
                  <a:pt x="117656" y="103183"/>
                  <a:pt x="118954" y="106167"/>
                  <a:pt x="120941" y="108213"/>
                </a:cubicBezTo>
                <a:cubicBezTo>
                  <a:pt x="122928" y="110257"/>
                  <a:pt x="125191" y="111279"/>
                  <a:pt x="127730" y="111279"/>
                </a:cubicBezTo>
                <a:cubicBezTo>
                  <a:pt x="130214" y="111279"/>
                  <a:pt x="132284" y="110588"/>
                  <a:pt x="133940" y="109207"/>
                </a:cubicBezTo>
                <a:cubicBezTo>
                  <a:pt x="136093" y="107328"/>
                  <a:pt x="137528" y="104703"/>
                  <a:pt x="138245" y="101331"/>
                </a:cubicBezTo>
                <a:cubicBezTo>
                  <a:pt x="139349" y="96082"/>
                  <a:pt x="139901" y="85472"/>
                  <a:pt x="139901" y="69500"/>
                </a:cubicBezTo>
                <a:cubicBezTo>
                  <a:pt x="139901" y="60106"/>
                  <a:pt x="139377" y="53655"/>
                  <a:pt x="138328" y="50147"/>
                </a:cubicBezTo>
                <a:cubicBezTo>
                  <a:pt x="137279" y="46636"/>
                  <a:pt x="135734" y="44080"/>
                  <a:pt x="133691" y="42477"/>
                </a:cubicBezTo>
                <a:cubicBezTo>
                  <a:pt x="132256" y="41317"/>
                  <a:pt x="130380" y="40736"/>
                  <a:pt x="128061" y="40736"/>
                </a:cubicBezTo>
                <a:close/>
                <a:moveTo>
                  <a:pt x="250766" y="37259"/>
                </a:moveTo>
                <a:lnTo>
                  <a:pt x="250766" y="97866"/>
                </a:lnTo>
                <a:cubicBezTo>
                  <a:pt x="250766" y="103809"/>
                  <a:pt x="251318" y="107515"/>
                  <a:pt x="252422" y="108987"/>
                </a:cubicBezTo>
                <a:cubicBezTo>
                  <a:pt x="253526" y="110458"/>
                  <a:pt x="255762" y="111388"/>
                  <a:pt x="259129" y="111776"/>
                </a:cubicBezTo>
                <a:lnTo>
                  <a:pt x="259129" y="114757"/>
                </a:lnTo>
                <a:lnTo>
                  <a:pt x="227583" y="114757"/>
                </a:lnTo>
                <a:lnTo>
                  <a:pt x="227583" y="104407"/>
                </a:lnTo>
                <a:cubicBezTo>
                  <a:pt x="223885" y="108823"/>
                  <a:pt x="220187" y="112038"/>
                  <a:pt x="216488" y="114053"/>
                </a:cubicBezTo>
                <a:cubicBezTo>
                  <a:pt x="212790" y="116068"/>
                  <a:pt x="208650" y="117075"/>
                  <a:pt x="204069" y="117075"/>
                </a:cubicBezTo>
                <a:cubicBezTo>
                  <a:pt x="199708" y="117075"/>
                  <a:pt x="195830" y="115736"/>
                  <a:pt x="192436" y="113059"/>
                </a:cubicBezTo>
                <a:cubicBezTo>
                  <a:pt x="189041" y="110382"/>
                  <a:pt x="186764" y="107250"/>
                  <a:pt x="185605" y="103662"/>
                </a:cubicBezTo>
                <a:cubicBezTo>
                  <a:pt x="184446" y="100074"/>
                  <a:pt x="183866" y="93809"/>
                  <a:pt x="183866" y="84867"/>
                </a:cubicBezTo>
                <a:lnTo>
                  <a:pt x="183866" y="54149"/>
                </a:lnTo>
                <a:cubicBezTo>
                  <a:pt x="183866" y="48228"/>
                  <a:pt x="183328" y="44540"/>
                  <a:pt x="182252" y="43088"/>
                </a:cubicBezTo>
                <a:cubicBezTo>
                  <a:pt x="181175" y="41636"/>
                  <a:pt x="178926" y="40686"/>
                  <a:pt x="175504" y="40239"/>
                </a:cubicBezTo>
                <a:lnTo>
                  <a:pt x="175504" y="37259"/>
                </a:lnTo>
                <a:lnTo>
                  <a:pt x="207049" y="37259"/>
                </a:lnTo>
                <a:lnTo>
                  <a:pt x="207049" y="90231"/>
                </a:lnTo>
                <a:cubicBezTo>
                  <a:pt x="207049" y="95757"/>
                  <a:pt x="207312" y="99322"/>
                  <a:pt x="207836" y="100924"/>
                </a:cubicBezTo>
                <a:cubicBezTo>
                  <a:pt x="208360" y="102527"/>
                  <a:pt x="209188" y="103743"/>
                  <a:pt x="210320" y="104573"/>
                </a:cubicBezTo>
                <a:cubicBezTo>
                  <a:pt x="211452" y="105401"/>
                  <a:pt x="212762" y="105815"/>
                  <a:pt x="214253" y="105815"/>
                </a:cubicBezTo>
                <a:cubicBezTo>
                  <a:pt x="216240" y="105815"/>
                  <a:pt x="218034" y="105290"/>
                  <a:pt x="219635" y="104241"/>
                </a:cubicBezTo>
                <a:cubicBezTo>
                  <a:pt x="221843" y="102806"/>
                  <a:pt x="224492" y="99908"/>
                  <a:pt x="227583" y="95548"/>
                </a:cubicBezTo>
                <a:lnTo>
                  <a:pt x="227583" y="54149"/>
                </a:lnTo>
                <a:cubicBezTo>
                  <a:pt x="227583" y="48228"/>
                  <a:pt x="227045" y="44540"/>
                  <a:pt x="225969" y="43088"/>
                </a:cubicBezTo>
                <a:cubicBezTo>
                  <a:pt x="224892" y="41636"/>
                  <a:pt x="222643" y="40686"/>
                  <a:pt x="219221" y="40239"/>
                </a:cubicBezTo>
                <a:lnTo>
                  <a:pt x="219221" y="37259"/>
                </a:lnTo>
                <a:lnTo>
                  <a:pt x="250766" y="37259"/>
                </a:lnTo>
                <a:close/>
                <a:moveTo>
                  <a:pt x="302406" y="37259"/>
                </a:moveTo>
                <a:lnTo>
                  <a:pt x="302406" y="54812"/>
                </a:lnTo>
                <a:cubicBezTo>
                  <a:pt x="307539" y="46808"/>
                  <a:pt x="312038" y="41495"/>
                  <a:pt x="315902" y="38873"/>
                </a:cubicBezTo>
                <a:cubicBezTo>
                  <a:pt x="319766" y="36251"/>
                  <a:pt x="323492" y="34940"/>
                  <a:pt x="327080" y="34940"/>
                </a:cubicBezTo>
                <a:cubicBezTo>
                  <a:pt x="330171" y="34940"/>
                  <a:pt x="332641" y="35896"/>
                  <a:pt x="334490" y="37807"/>
                </a:cubicBezTo>
                <a:cubicBezTo>
                  <a:pt x="336339" y="39718"/>
                  <a:pt x="337264" y="42419"/>
                  <a:pt x="337264" y="45908"/>
                </a:cubicBezTo>
                <a:cubicBezTo>
                  <a:pt x="337264" y="49620"/>
                  <a:pt x="336367" y="52502"/>
                  <a:pt x="334573" y="54553"/>
                </a:cubicBezTo>
                <a:cubicBezTo>
                  <a:pt x="332779" y="56602"/>
                  <a:pt x="330612" y="57627"/>
                  <a:pt x="328073" y="57627"/>
                </a:cubicBezTo>
                <a:cubicBezTo>
                  <a:pt x="325148" y="57627"/>
                  <a:pt x="322608" y="56688"/>
                  <a:pt x="320456" y="54812"/>
                </a:cubicBezTo>
                <a:cubicBezTo>
                  <a:pt x="318303" y="52935"/>
                  <a:pt x="317033" y="51886"/>
                  <a:pt x="316647" y="51665"/>
                </a:cubicBezTo>
                <a:cubicBezTo>
                  <a:pt x="316095" y="51334"/>
                  <a:pt x="315460" y="51169"/>
                  <a:pt x="314743" y="51169"/>
                </a:cubicBezTo>
                <a:cubicBezTo>
                  <a:pt x="313142" y="51169"/>
                  <a:pt x="311624" y="51776"/>
                  <a:pt x="310189" y="52990"/>
                </a:cubicBezTo>
                <a:cubicBezTo>
                  <a:pt x="307926" y="54867"/>
                  <a:pt x="306215" y="57544"/>
                  <a:pt x="305056" y="61021"/>
                </a:cubicBezTo>
                <a:cubicBezTo>
                  <a:pt x="303289" y="66376"/>
                  <a:pt x="302406" y="72282"/>
                  <a:pt x="302406" y="78740"/>
                </a:cubicBezTo>
                <a:lnTo>
                  <a:pt x="302406" y="96541"/>
                </a:lnTo>
                <a:lnTo>
                  <a:pt x="302489" y="101178"/>
                </a:lnTo>
                <a:cubicBezTo>
                  <a:pt x="302489" y="104324"/>
                  <a:pt x="302682" y="106339"/>
                  <a:pt x="303068" y="107222"/>
                </a:cubicBezTo>
                <a:cubicBezTo>
                  <a:pt x="303731" y="108713"/>
                  <a:pt x="304711" y="109803"/>
                  <a:pt x="306008" y="110493"/>
                </a:cubicBezTo>
                <a:cubicBezTo>
                  <a:pt x="307305" y="111183"/>
                  <a:pt x="309499" y="111610"/>
                  <a:pt x="312590" y="111776"/>
                </a:cubicBezTo>
                <a:lnTo>
                  <a:pt x="312590" y="114757"/>
                </a:lnTo>
                <a:lnTo>
                  <a:pt x="270778" y="114757"/>
                </a:lnTo>
                <a:lnTo>
                  <a:pt x="270778" y="111776"/>
                </a:lnTo>
                <a:cubicBezTo>
                  <a:pt x="274145" y="111500"/>
                  <a:pt x="276422" y="110575"/>
                  <a:pt x="277608" y="109002"/>
                </a:cubicBezTo>
                <a:cubicBezTo>
                  <a:pt x="278795" y="107429"/>
                  <a:pt x="279388" y="103276"/>
                  <a:pt x="279388" y="96541"/>
                </a:cubicBezTo>
                <a:lnTo>
                  <a:pt x="279388" y="53652"/>
                </a:lnTo>
                <a:cubicBezTo>
                  <a:pt x="279388" y="49209"/>
                  <a:pt x="279168" y="46377"/>
                  <a:pt x="278726" y="45155"/>
                </a:cubicBezTo>
                <a:cubicBezTo>
                  <a:pt x="278174" y="43600"/>
                  <a:pt x="277374" y="42461"/>
                  <a:pt x="276325" y="41740"/>
                </a:cubicBezTo>
                <a:cubicBezTo>
                  <a:pt x="275276" y="41017"/>
                  <a:pt x="273427" y="40517"/>
                  <a:pt x="270778" y="40239"/>
                </a:cubicBezTo>
                <a:lnTo>
                  <a:pt x="270778" y="37259"/>
                </a:lnTo>
                <a:lnTo>
                  <a:pt x="302406" y="37259"/>
                </a:lnTo>
                <a:close/>
                <a:moveTo>
                  <a:pt x="405521" y="94738"/>
                </a:moveTo>
                <a:lnTo>
                  <a:pt x="408088" y="96722"/>
                </a:lnTo>
                <a:cubicBezTo>
                  <a:pt x="404445" y="103589"/>
                  <a:pt x="399905" y="108699"/>
                  <a:pt x="394468" y="112050"/>
                </a:cubicBezTo>
                <a:cubicBezTo>
                  <a:pt x="389031" y="115400"/>
                  <a:pt x="383249" y="117075"/>
                  <a:pt x="377122" y="117075"/>
                </a:cubicBezTo>
                <a:cubicBezTo>
                  <a:pt x="366800" y="117075"/>
                  <a:pt x="358548" y="113180"/>
                  <a:pt x="352366" y="105390"/>
                </a:cubicBezTo>
                <a:cubicBezTo>
                  <a:pt x="346183" y="97599"/>
                  <a:pt x="343092" y="88233"/>
                  <a:pt x="343092" y="77294"/>
                </a:cubicBezTo>
                <a:cubicBezTo>
                  <a:pt x="343092" y="66739"/>
                  <a:pt x="345907" y="57456"/>
                  <a:pt x="351538" y="49445"/>
                </a:cubicBezTo>
                <a:cubicBezTo>
                  <a:pt x="358327" y="39775"/>
                  <a:pt x="367683" y="34940"/>
                  <a:pt x="379606" y="34940"/>
                </a:cubicBezTo>
                <a:cubicBezTo>
                  <a:pt x="387610" y="34940"/>
                  <a:pt x="393971" y="36961"/>
                  <a:pt x="398691" y="41003"/>
                </a:cubicBezTo>
                <a:cubicBezTo>
                  <a:pt x="403410" y="45042"/>
                  <a:pt x="405770" y="49553"/>
                  <a:pt x="405770" y="54535"/>
                </a:cubicBezTo>
                <a:cubicBezTo>
                  <a:pt x="405770" y="57690"/>
                  <a:pt x="404818" y="60208"/>
                  <a:pt x="402913" y="62090"/>
                </a:cubicBezTo>
                <a:cubicBezTo>
                  <a:pt x="401009" y="63972"/>
                  <a:pt x="398511" y="64913"/>
                  <a:pt x="395420" y="64913"/>
                </a:cubicBezTo>
                <a:cubicBezTo>
                  <a:pt x="392163" y="64913"/>
                  <a:pt x="389473" y="63833"/>
                  <a:pt x="387347" y="61673"/>
                </a:cubicBezTo>
                <a:cubicBezTo>
                  <a:pt x="385222" y="59512"/>
                  <a:pt x="383911" y="55662"/>
                  <a:pt x="383415" y="50123"/>
                </a:cubicBezTo>
                <a:cubicBezTo>
                  <a:pt x="383083" y="46634"/>
                  <a:pt x="382283" y="44196"/>
                  <a:pt x="381013" y="42811"/>
                </a:cubicBezTo>
                <a:cubicBezTo>
                  <a:pt x="379744" y="41428"/>
                  <a:pt x="378254" y="40736"/>
                  <a:pt x="376542" y="40736"/>
                </a:cubicBezTo>
                <a:cubicBezTo>
                  <a:pt x="373893" y="40736"/>
                  <a:pt x="371630" y="42144"/>
                  <a:pt x="369753" y="44959"/>
                </a:cubicBezTo>
                <a:cubicBezTo>
                  <a:pt x="366883" y="49209"/>
                  <a:pt x="365448" y="55722"/>
                  <a:pt x="365448" y="64499"/>
                </a:cubicBezTo>
                <a:cubicBezTo>
                  <a:pt x="365448" y="71785"/>
                  <a:pt x="366607" y="78754"/>
                  <a:pt x="368925" y="85405"/>
                </a:cubicBezTo>
                <a:cubicBezTo>
                  <a:pt x="371243" y="92057"/>
                  <a:pt x="374417" y="97011"/>
                  <a:pt x="378447" y="100267"/>
                </a:cubicBezTo>
                <a:cubicBezTo>
                  <a:pt x="381483" y="102641"/>
                  <a:pt x="385070" y="103827"/>
                  <a:pt x="389210" y="103827"/>
                </a:cubicBezTo>
                <a:cubicBezTo>
                  <a:pt x="391915" y="103827"/>
                  <a:pt x="394482" y="103194"/>
                  <a:pt x="396910" y="101928"/>
                </a:cubicBezTo>
                <a:cubicBezTo>
                  <a:pt x="399339" y="100660"/>
                  <a:pt x="402209" y="98264"/>
                  <a:pt x="405521" y="94738"/>
                </a:cubicBezTo>
                <a:close/>
                <a:moveTo>
                  <a:pt x="483041" y="73193"/>
                </a:moveTo>
                <a:lnTo>
                  <a:pt x="440566" y="73193"/>
                </a:lnTo>
                <a:cubicBezTo>
                  <a:pt x="441063" y="83487"/>
                  <a:pt x="443795" y="91623"/>
                  <a:pt x="448763" y="97600"/>
                </a:cubicBezTo>
                <a:cubicBezTo>
                  <a:pt x="452572" y="102193"/>
                  <a:pt x="457153" y="104490"/>
                  <a:pt x="462508" y="104490"/>
                </a:cubicBezTo>
                <a:cubicBezTo>
                  <a:pt x="465819" y="104490"/>
                  <a:pt x="468828" y="103565"/>
                  <a:pt x="471532" y="101716"/>
                </a:cubicBezTo>
                <a:cubicBezTo>
                  <a:pt x="474237" y="99867"/>
                  <a:pt x="477135" y="96541"/>
                  <a:pt x="480226" y="91739"/>
                </a:cubicBezTo>
                <a:lnTo>
                  <a:pt x="483041" y="93561"/>
                </a:lnTo>
                <a:cubicBezTo>
                  <a:pt x="478846" y="102116"/>
                  <a:pt x="474210" y="108174"/>
                  <a:pt x="469131" y="111735"/>
                </a:cubicBezTo>
                <a:cubicBezTo>
                  <a:pt x="464053" y="115295"/>
                  <a:pt x="458175" y="117075"/>
                  <a:pt x="451496" y="117075"/>
                </a:cubicBezTo>
                <a:cubicBezTo>
                  <a:pt x="440014" y="117075"/>
                  <a:pt x="431321" y="112655"/>
                  <a:pt x="425415" y="103815"/>
                </a:cubicBezTo>
                <a:cubicBezTo>
                  <a:pt x="420667" y="96687"/>
                  <a:pt x="418294" y="87847"/>
                  <a:pt x="418294" y="77294"/>
                </a:cubicBezTo>
                <a:cubicBezTo>
                  <a:pt x="418294" y="64363"/>
                  <a:pt x="421785" y="54073"/>
                  <a:pt x="428768" y="46421"/>
                </a:cubicBezTo>
                <a:cubicBezTo>
                  <a:pt x="435750" y="38767"/>
                  <a:pt x="443933" y="34940"/>
                  <a:pt x="453317" y="34940"/>
                </a:cubicBezTo>
                <a:cubicBezTo>
                  <a:pt x="461155" y="34940"/>
                  <a:pt x="467958" y="38156"/>
                  <a:pt x="473727" y="44586"/>
                </a:cubicBezTo>
                <a:cubicBezTo>
                  <a:pt x="479495" y="51017"/>
                  <a:pt x="482600" y="60552"/>
                  <a:pt x="483041" y="73193"/>
                </a:cubicBezTo>
                <a:moveTo>
                  <a:pt x="462673" y="67728"/>
                </a:moveTo>
                <a:cubicBezTo>
                  <a:pt x="462673" y="58841"/>
                  <a:pt x="462190" y="52742"/>
                  <a:pt x="461224" y="49430"/>
                </a:cubicBezTo>
                <a:cubicBezTo>
                  <a:pt x="460258" y="46118"/>
                  <a:pt x="458754" y="43606"/>
                  <a:pt x="456712" y="41895"/>
                </a:cubicBezTo>
                <a:cubicBezTo>
                  <a:pt x="455553" y="40902"/>
                  <a:pt x="454007" y="40405"/>
                  <a:pt x="452075" y="40405"/>
                </a:cubicBezTo>
                <a:cubicBezTo>
                  <a:pt x="449205" y="40405"/>
                  <a:pt x="446859" y="41813"/>
                  <a:pt x="445037" y="44628"/>
                </a:cubicBezTo>
                <a:cubicBezTo>
                  <a:pt x="441781" y="49540"/>
                  <a:pt x="440152" y="56274"/>
                  <a:pt x="440152" y="64830"/>
                </a:cubicBezTo>
                <a:lnTo>
                  <a:pt x="440152" y="67728"/>
                </a:lnTo>
                <a:lnTo>
                  <a:pt x="462673" y="67728"/>
                </a:lnTo>
                <a:close/>
                <a:moveTo>
                  <a:pt x="642447" y="0"/>
                </a:moveTo>
                <a:lnTo>
                  <a:pt x="642447" y="38915"/>
                </a:lnTo>
                <a:lnTo>
                  <a:pt x="639218" y="38915"/>
                </a:lnTo>
                <a:cubicBezTo>
                  <a:pt x="636790" y="28705"/>
                  <a:pt x="632263" y="20881"/>
                  <a:pt x="625640" y="15444"/>
                </a:cubicBezTo>
                <a:cubicBezTo>
                  <a:pt x="619016" y="10005"/>
                  <a:pt x="611509" y="7286"/>
                  <a:pt x="603119" y="7286"/>
                </a:cubicBezTo>
                <a:cubicBezTo>
                  <a:pt x="596109" y="7286"/>
                  <a:pt x="589678" y="9301"/>
                  <a:pt x="583827" y="13330"/>
                </a:cubicBezTo>
                <a:cubicBezTo>
                  <a:pt x="577976" y="17360"/>
                  <a:pt x="573698" y="22631"/>
                  <a:pt x="570994" y="29145"/>
                </a:cubicBezTo>
                <a:cubicBezTo>
                  <a:pt x="567516" y="37479"/>
                  <a:pt x="565777" y="46753"/>
                  <a:pt x="565777" y="56964"/>
                </a:cubicBezTo>
                <a:cubicBezTo>
                  <a:pt x="565777" y="67010"/>
                  <a:pt x="567047" y="76159"/>
                  <a:pt x="569586" y="84412"/>
                </a:cubicBezTo>
                <a:cubicBezTo>
                  <a:pt x="572125" y="92664"/>
                  <a:pt x="576099" y="98901"/>
                  <a:pt x="581509" y="103124"/>
                </a:cubicBezTo>
                <a:cubicBezTo>
                  <a:pt x="586918" y="107346"/>
                  <a:pt x="593928" y="109458"/>
                  <a:pt x="602539" y="109458"/>
                </a:cubicBezTo>
                <a:cubicBezTo>
                  <a:pt x="609605" y="109458"/>
                  <a:pt x="616077" y="107912"/>
                  <a:pt x="621955" y="104821"/>
                </a:cubicBezTo>
                <a:cubicBezTo>
                  <a:pt x="627834" y="101730"/>
                  <a:pt x="634030" y="96403"/>
                  <a:pt x="640543" y="88841"/>
                </a:cubicBezTo>
                <a:lnTo>
                  <a:pt x="640543" y="98528"/>
                </a:lnTo>
                <a:cubicBezTo>
                  <a:pt x="634251" y="105097"/>
                  <a:pt x="627696" y="109858"/>
                  <a:pt x="620879" y="112811"/>
                </a:cubicBezTo>
                <a:cubicBezTo>
                  <a:pt x="614062" y="115764"/>
                  <a:pt x="606100" y="117241"/>
                  <a:pt x="596992" y="117241"/>
                </a:cubicBezTo>
                <a:cubicBezTo>
                  <a:pt x="585014" y="117241"/>
                  <a:pt x="574375" y="114843"/>
                  <a:pt x="565074" y="110048"/>
                </a:cubicBezTo>
                <a:cubicBezTo>
                  <a:pt x="555773" y="105252"/>
                  <a:pt x="548597" y="98363"/>
                  <a:pt x="543546" y="89379"/>
                </a:cubicBezTo>
                <a:cubicBezTo>
                  <a:pt x="538496" y="80394"/>
                  <a:pt x="535970" y="70830"/>
                  <a:pt x="535970" y="60688"/>
                </a:cubicBezTo>
                <a:cubicBezTo>
                  <a:pt x="535970" y="49995"/>
                  <a:pt x="538772" y="39853"/>
                  <a:pt x="544374" y="30262"/>
                </a:cubicBezTo>
                <a:cubicBezTo>
                  <a:pt x="549977" y="20670"/>
                  <a:pt x="557539" y="13229"/>
                  <a:pt x="567061" y="7938"/>
                </a:cubicBezTo>
                <a:cubicBezTo>
                  <a:pt x="576582" y="2646"/>
                  <a:pt x="586697" y="0"/>
                  <a:pt x="597406" y="0"/>
                </a:cubicBezTo>
                <a:cubicBezTo>
                  <a:pt x="605299" y="0"/>
                  <a:pt x="613634" y="1711"/>
                  <a:pt x="622411" y="5133"/>
                </a:cubicBezTo>
                <a:cubicBezTo>
                  <a:pt x="627489" y="7121"/>
                  <a:pt x="630718" y="8114"/>
                  <a:pt x="632098" y="8114"/>
                </a:cubicBezTo>
                <a:cubicBezTo>
                  <a:pt x="633864" y="8114"/>
                  <a:pt x="635396" y="7466"/>
                  <a:pt x="636693" y="6168"/>
                </a:cubicBezTo>
                <a:cubicBezTo>
                  <a:pt x="637990" y="4871"/>
                  <a:pt x="638832" y="2815"/>
                  <a:pt x="639218" y="0"/>
                </a:cubicBezTo>
                <a:lnTo>
                  <a:pt x="642447" y="0"/>
                </a:lnTo>
                <a:close/>
                <a:moveTo>
                  <a:pt x="693919" y="34940"/>
                </a:moveTo>
                <a:cubicBezTo>
                  <a:pt x="700653" y="34940"/>
                  <a:pt x="706918" y="36681"/>
                  <a:pt x="712714" y="40162"/>
                </a:cubicBezTo>
                <a:cubicBezTo>
                  <a:pt x="718509" y="43643"/>
                  <a:pt x="722911" y="48588"/>
                  <a:pt x="725920" y="54998"/>
                </a:cubicBezTo>
                <a:cubicBezTo>
                  <a:pt x="728928" y="61408"/>
                  <a:pt x="730432" y="68425"/>
                  <a:pt x="730432" y="76049"/>
                </a:cubicBezTo>
                <a:cubicBezTo>
                  <a:pt x="730432" y="87044"/>
                  <a:pt x="727645" y="96244"/>
                  <a:pt x="722070" y="103649"/>
                </a:cubicBezTo>
                <a:cubicBezTo>
                  <a:pt x="715335" y="112600"/>
                  <a:pt x="706035" y="117075"/>
                  <a:pt x="694167" y="117075"/>
                </a:cubicBezTo>
                <a:cubicBezTo>
                  <a:pt x="682520" y="117075"/>
                  <a:pt x="673551" y="112986"/>
                  <a:pt x="667258" y="104808"/>
                </a:cubicBezTo>
                <a:cubicBezTo>
                  <a:pt x="660965" y="96630"/>
                  <a:pt x="657819" y="87154"/>
                  <a:pt x="657819" y="76380"/>
                </a:cubicBezTo>
                <a:cubicBezTo>
                  <a:pt x="657819" y="65275"/>
                  <a:pt x="661034" y="55592"/>
                  <a:pt x="667465" y="47331"/>
                </a:cubicBezTo>
                <a:cubicBezTo>
                  <a:pt x="673896" y="39071"/>
                  <a:pt x="682713" y="34940"/>
                  <a:pt x="693919" y="34940"/>
                </a:cubicBezTo>
                <a:moveTo>
                  <a:pt x="694250" y="40736"/>
                </a:moveTo>
                <a:cubicBezTo>
                  <a:pt x="691435" y="40736"/>
                  <a:pt x="689020" y="41800"/>
                  <a:pt x="687005" y="43929"/>
                </a:cubicBezTo>
                <a:cubicBezTo>
                  <a:pt x="684990" y="46056"/>
                  <a:pt x="683666" y="50255"/>
                  <a:pt x="683031" y="56527"/>
                </a:cubicBezTo>
                <a:cubicBezTo>
                  <a:pt x="682396" y="62799"/>
                  <a:pt x="682079" y="71517"/>
                  <a:pt x="682079" y="82681"/>
                </a:cubicBezTo>
                <a:cubicBezTo>
                  <a:pt x="682079" y="88594"/>
                  <a:pt x="682465" y="94120"/>
                  <a:pt x="683238" y="99261"/>
                </a:cubicBezTo>
                <a:cubicBezTo>
                  <a:pt x="683845" y="103183"/>
                  <a:pt x="685142" y="106167"/>
                  <a:pt x="687129" y="108213"/>
                </a:cubicBezTo>
                <a:cubicBezTo>
                  <a:pt x="689116" y="110257"/>
                  <a:pt x="691380" y="111279"/>
                  <a:pt x="693919" y="111279"/>
                </a:cubicBezTo>
                <a:cubicBezTo>
                  <a:pt x="696403" y="111279"/>
                  <a:pt x="698472" y="110588"/>
                  <a:pt x="700128" y="109207"/>
                </a:cubicBezTo>
                <a:cubicBezTo>
                  <a:pt x="702281" y="107328"/>
                  <a:pt x="703716" y="104703"/>
                  <a:pt x="704434" y="101331"/>
                </a:cubicBezTo>
                <a:cubicBezTo>
                  <a:pt x="705538" y="96082"/>
                  <a:pt x="706090" y="85472"/>
                  <a:pt x="706090" y="69500"/>
                </a:cubicBezTo>
                <a:cubicBezTo>
                  <a:pt x="706090" y="60106"/>
                  <a:pt x="705565" y="53655"/>
                  <a:pt x="704517" y="50147"/>
                </a:cubicBezTo>
                <a:cubicBezTo>
                  <a:pt x="703468" y="46636"/>
                  <a:pt x="701922" y="44080"/>
                  <a:pt x="699880" y="42477"/>
                </a:cubicBezTo>
                <a:cubicBezTo>
                  <a:pt x="698445" y="41317"/>
                  <a:pt x="696568" y="40736"/>
                  <a:pt x="694250" y="40736"/>
                </a:cubicBezTo>
                <a:close/>
                <a:moveTo>
                  <a:pt x="817452" y="2484"/>
                </a:moveTo>
                <a:lnTo>
                  <a:pt x="817452" y="91574"/>
                </a:lnTo>
                <a:cubicBezTo>
                  <a:pt x="817452" y="97530"/>
                  <a:pt x="817618" y="101054"/>
                  <a:pt x="817949" y="102146"/>
                </a:cubicBezTo>
                <a:cubicBezTo>
                  <a:pt x="818390" y="103950"/>
                  <a:pt x="819232" y="105289"/>
                  <a:pt x="820474" y="106164"/>
                </a:cubicBezTo>
                <a:cubicBezTo>
                  <a:pt x="821716" y="107037"/>
                  <a:pt x="823883" y="107583"/>
                  <a:pt x="826974" y="107802"/>
                </a:cubicBezTo>
                <a:lnTo>
                  <a:pt x="826974" y="110782"/>
                </a:lnTo>
                <a:lnTo>
                  <a:pt x="794269" y="117075"/>
                </a:lnTo>
                <a:lnTo>
                  <a:pt x="794269" y="104821"/>
                </a:lnTo>
                <a:cubicBezTo>
                  <a:pt x="790350" y="109568"/>
                  <a:pt x="786858" y="112797"/>
                  <a:pt x="783795" y="114508"/>
                </a:cubicBezTo>
                <a:cubicBezTo>
                  <a:pt x="780731" y="116219"/>
                  <a:pt x="777268" y="117075"/>
                  <a:pt x="773404" y="117075"/>
                </a:cubicBezTo>
                <a:cubicBezTo>
                  <a:pt x="763523" y="117075"/>
                  <a:pt x="755713" y="112655"/>
                  <a:pt x="749972" y="103815"/>
                </a:cubicBezTo>
                <a:cubicBezTo>
                  <a:pt x="745336" y="96632"/>
                  <a:pt x="743017" y="87819"/>
                  <a:pt x="743017" y="77376"/>
                </a:cubicBezTo>
                <a:cubicBezTo>
                  <a:pt x="743017" y="69033"/>
                  <a:pt x="744453" y="61560"/>
                  <a:pt x="747323" y="54957"/>
                </a:cubicBezTo>
                <a:cubicBezTo>
                  <a:pt x="750193" y="48353"/>
                  <a:pt x="754126" y="43367"/>
                  <a:pt x="759121" y="39996"/>
                </a:cubicBezTo>
                <a:cubicBezTo>
                  <a:pt x="764117" y="36626"/>
                  <a:pt x="769485" y="34940"/>
                  <a:pt x="775225" y="34940"/>
                </a:cubicBezTo>
                <a:cubicBezTo>
                  <a:pt x="778924" y="34940"/>
                  <a:pt x="782208" y="35664"/>
                  <a:pt x="785078" y="37111"/>
                </a:cubicBezTo>
                <a:cubicBezTo>
                  <a:pt x="787949" y="38558"/>
                  <a:pt x="791012" y="41091"/>
                  <a:pt x="794269" y="44710"/>
                </a:cubicBezTo>
                <a:lnTo>
                  <a:pt x="794269" y="21362"/>
                </a:lnTo>
                <a:cubicBezTo>
                  <a:pt x="794269" y="15455"/>
                  <a:pt x="794020" y="11895"/>
                  <a:pt x="793524" y="10681"/>
                </a:cubicBezTo>
                <a:cubicBezTo>
                  <a:pt x="792861" y="9080"/>
                  <a:pt x="791868" y="7893"/>
                  <a:pt x="790543" y="7121"/>
                </a:cubicBezTo>
                <a:cubicBezTo>
                  <a:pt x="789218" y="6348"/>
                  <a:pt x="786734" y="5961"/>
                  <a:pt x="783091" y="5961"/>
                </a:cubicBezTo>
                <a:lnTo>
                  <a:pt x="783091" y="2484"/>
                </a:lnTo>
                <a:lnTo>
                  <a:pt x="817452" y="2484"/>
                </a:lnTo>
                <a:moveTo>
                  <a:pt x="794269" y="54812"/>
                </a:moveTo>
                <a:cubicBezTo>
                  <a:pt x="790184" y="47084"/>
                  <a:pt x="785189" y="43220"/>
                  <a:pt x="779283" y="43220"/>
                </a:cubicBezTo>
                <a:cubicBezTo>
                  <a:pt x="777240" y="43220"/>
                  <a:pt x="775557" y="43772"/>
                  <a:pt x="774232" y="44876"/>
                </a:cubicBezTo>
                <a:cubicBezTo>
                  <a:pt x="772190" y="46587"/>
                  <a:pt x="770520" y="49595"/>
                  <a:pt x="769223" y="53901"/>
                </a:cubicBezTo>
                <a:cubicBezTo>
                  <a:pt x="767926" y="58206"/>
                  <a:pt x="767277" y="64802"/>
                  <a:pt x="767277" y="73689"/>
                </a:cubicBezTo>
                <a:cubicBezTo>
                  <a:pt x="767277" y="83459"/>
                  <a:pt x="767995" y="90690"/>
                  <a:pt x="769430" y="95382"/>
                </a:cubicBezTo>
                <a:cubicBezTo>
                  <a:pt x="770865" y="100074"/>
                  <a:pt x="772824" y="103469"/>
                  <a:pt x="775308" y="105566"/>
                </a:cubicBezTo>
                <a:cubicBezTo>
                  <a:pt x="776578" y="106615"/>
                  <a:pt x="778317" y="107139"/>
                  <a:pt x="780524" y="107139"/>
                </a:cubicBezTo>
                <a:cubicBezTo>
                  <a:pt x="785382" y="107139"/>
                  <a:pt x="789963" y="103319"/>
                  <a:pt x="794269" y="95677"/>
                </a:cubicBezTo>
                <a:lnTo>
                  <a:pt x="794269" y="54812"/>
                </a:lnTo>
                <a:close/>
                <a:moveTo>
                  <a:pt x="902044" y="73193"/>
                </a:moveTo>
                <a:lnTo>
                  <a:pt x="859570" y="73193"/>
                </a:lnTo>
                <a:cubicBezTo>
                  <a:pt x="860066" y="83487"/>
                  <a:pt x="862799" y="91623"/>
                  <a:pt x="867766" y="97600"/>
                </a:cubicBezTo>
                <a:cubicBezTo>
                  <a:pt x="871575" y="102193"/>
                  <a:pt x="876157" y="104490"/>
                  <a:pt x="881511" y="104490"/>
                </a:cubicBezTo>
                <a:cubicBezTo>
                  <a:pt x="884823" y="104490"/>
                  <a:pt x="887831" y="103565"/>
                  <a:pt x="890536" y="101716"/>
                </a:cubicBezTo>
                <a:cubicBezTo>
                  <a:pt x="893240" y="99867"/>
                  <a:pt x="896138" y="96541"/>
                  <a:pt x="899229" y="91739"/>
                </a:cubicBezTo>
                <a:lnTo>
                  <a:pt x="902044" y="93561"/>
                </a:lnTo>
                <a:cubicBezTo>
                  <a:pt x="897849" y="102116"/>
                  <a:pt x="893213" y="108174"/>
                  <a:pt x="888135" y="111735"/>
                </a:cubicBezTo>
                <a:cubicBezTo>
                  <a:pt x="883056" y="115295"/>
                  <a:pt x="877178" y="117075"/>
                  <a:pt x="870499" y="117075"/>
                </a:cubicBezTo>
                <a:cubicBezTo>
                  <a:pt x="859018" y="117075"/>
                  <a:pt x="850324" y="112655"/>
                  <a:pt x="844418" y="103815"/>
                </a:cubicBezTo>
                <a:cubicBezTo>
                  <a:pt x="839671" y="96687"/>
                  <a:pt x="837297" y="87847"/>
                  <a:pt x="837297" y="77294"/>
                </a:cubicBezTo>
                <a:cubicBezTo>
                  <a:pt x="837297" y="64363"/>
                  <a:pt x="840788" y="54073"/>
                  <a:pt x="847771" y="46421"/>
                </a:cubicBezTo>
                <a:cubicBezTo>
                  <a:pt x="854754" y="38767"/>
                  <a:pt x="862937" y="34940"/>
                  <a:pt x="872320" y="34940"/>
                </a:cubicBezTo>
                <a:cubicBezTo>
                  <a:pt x="880158" y="34940"/>
                  <a:pt x="886962" y="38156"/>
                  <a:pt x="892730" y="44586"/>
                </a:cubicBezTo>
                <a:cubicBezTo>
                  <a:pt x="898498" y="51017"/>
                  <a:pt x="901603" y="60552"/>
                  <a:pt x="902044" y="73193"/>
                </a:cubicBezTo>
                <a:moveTo>
                  <a:pt x="881676" y="67728"/>
                </a:moveTo>
                <a:cubicBezTo>
                  <a:pt x="881676" y="58841"/>
                  <a:pt x="881193" y="52742"/>
                  <a:pt x="880227" y="49430"/>
                </a:cubicBezTo>
                <a:cubicBezTo>
                  <a:pt x="879261" y="46118"/>
                  <a:pt x="877757" y="43606"/>
                  <a:pt x="875715" y="41895"/>
                </a:cubicBezTo>
                <a:cubicBezTo>
                  <a:pt x="874556" y="40902"/>
                  <a:pt x="873010" y="40405"/>
                  <a:pt x="871078" y="40405"/>
                </a:cubicBezTo>
                <a:cubicBezTo>
                  <a:pt x="868208" y="40405"/>
                  <a:pt x="865862" y="41813"/>
                  <a:pt x="864041" y="44628"/>
                </a:cubicBezTo>
                <a:cubicBezTo>
                  <a:pt x="860784" y="49540"/>
                  <a:pt x="859156" y="56274"/>
                  <a:pt x="859156" y="64830"/>
                </a:cubicBezTo>
                <a:lnTo>
                  <a:pt x="859156" y="67728"/>
                </a:lnTo>
                <a:lnTo>
                  <a:pt x="881676" y="67728"/>
                </a:lnTo>
                <a:close/>
              </a:path>
            </a:pathLst>
          </a:custGeom>
          <a:solidFill xmlns:a="http://schemas.openxmlformats.org/drawingml/2006/main">
            <a:srgbClr val="741B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D41F14-FF35-41D4-B2A7-A971974C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217" y="2171892"/>
            <a:ext cx="1856172" cy="369846"/>
          </a:xfrm>
          <a:custGeom xmlns:a="http://schemas.openxmlformats.org/drawingml/2006/main">
            <a:pathLst>
              <a:path w="1856172" h="369846">
                <a:moveTo>
                  <a:pt x="0" y="0"/>
                </a:moveTo>
                <a:lnTo>
                  <a:pt x="1856172" y="0"/>
                </a:lnTo>
                <a:lnTo>
                  <a:pt x="1856172" y="369846"/>
                </a:lnTo>
                <a:lnTo>
                  <a:pt x="0" y="3698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Text DecompiledCode">
            <a:extLst xmlns:a="http://schemas.openxmlformats.org/drawingml/2006/main">
              <a:ext uri="{FF2B5EF4-FFF2-40B4-BE49-F238E27FC236}">
                <a16:creationId xmlns:a16="http://schemas.microsoft.com/office/drawing/2014/main" id="{9A829E9D-34BF-49CB-8155-008BFD91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381" y="2296226"/>
            <a:ext cx="1269257" cy="151022"/>
          </a:xfrm>
          <a:custGeom xmlns:a="http://schemas.openxmlformats.org/drawingml/2006/main">
            <a:pathLst>
              <a:path w="1269257" h="151022">
                <a:moveTo>
                  <a:pt x="0" y="114757"/>
                </a:moveTo>
                <a:lnTo>
                  <a:pt x="0" y="111776"/>
                </a:lnTo>
                <a:lnTo>
                  <a:pt x="3726" y="111776"/>
                </a:lnTo>
                <a:cubicBezTo>
                  <a:pt x="6983" y="111776"/>
                  <a:pt x="9480" y="111263"/>
                  <a:pt x="11219" y="110236"/>
                </a:cubicBezTo>
                <a:cubicBezTo>
                  <a:pt x="12958" y="109210"/>
                  <a:pt x="14241" y="107810"/>
                  <a:pt x="15069" y="106035"/>
                </a:cubicBezTo>
                <a:cubicBezTo>
                  <a:pt x="15566" y="104868"/>
                  <a:pt x="15814" y="101373"/>
                  <a:pt x="15814" y="95548"/>
                </a:cubicBezTo>
                <a:lnTo>
                  <a:pt x="15814" y="21693"/>
                </a:lnTo>
                <a:cubicBezTo>
                  <a:pt x="15814" y="15923"/>
                  <a:pt x="15511" y="12317"/>
                  <a:pt x="14903" y="10875"/>
                </a:cubicBezTo>
                <a:cubicBezTo>
                  <a:pt x="14296" y="9431"/>
                  <a:pt x="13068" y="8168"/>
                  <a:pt x="11219" y="7087"/>
                </a:cubicBezTo>
                <a:cubicBezTo>
                  <a:pt x="9370" y="6005"/>
                  <a:pt x="6872" y="5465"/>
                  <a:pt x="3726" y="5465"/>
                </a:cubicBezTo>
                <a:lnTo>
                  <a:pt x="0" y="5465"/>
                </a:lnTo>
                <a:lnTo>
                  <a:pt x="0" y="2484"/>
                </a:lnTo>
                <a:lnTo>
                  <a:pt x="50258" y="2484"/>
                </a:lnTo>
                <a:cubicBezTo>
                  <a:pt x="63671" y="2484"/>
                  <a:pt x="74462" y="4305"/>
                  <a:pt x="82631" y="7949"/>
                </a:cubicBezTo>
                <a:cubicBezTo>
                  <a:pt x="92622" y="12420"/>
                  <a:pt x="100198" y="19181"/>
                  <a:pt x="105359" y="28234"/>
                </a:cubicBezTo>
                <a:cubicBezTo>
                  <a:pt x="110520" y="37286"/>
                  <a:pt x="113101" y="47525"/>
                  <a:pt x="113101" y="58951"/>
                </a:cubicBezTo>
                <a:cubicBezTo>
                  <a:pt x="113101" y="66845"/>
                  <a:pt x="111831" y="74117"/>
                  <a:pt x="109292" y="80769"/>
                </a:cubicBezTo>
                <a:cubicBezTo>
                  <a:pt x="106753" y="87420"/>
                  <a:pt x="103469" y="92912"/>
                  <a:pt x="99439" y="97245"/>
                </a:cubicBezTo>
                <a:cubicBezTo>
                  <a:pt x="95410" y="101578"/>
                  <a:pt x="90759" y="105056"/>
                  <a:pt x="85488" y="107678"/>
                </a:cubicBezTo>
                <a:cubicBezTo>
                  <a:pt x="80217" y="110299"/>
                  <a:pt x="73772" y="112328"/>
                  <a:pt x="66155" y="113763"/>
                </a:cubicBezTo>
                <a:cubicBezTo>
                  <a:pt x="62788" y="114426"/>
                  <a:pt x="57489" y="114757"/>
                  <a:pt x="50258" y="114757"/>
                </a:cubicBezTo>
                <a:lnTo>
                  <a:pt x="0" y="114757"/>
                </a:lnTo>
                <a:moveTo>
                  <a:pt x="42806" y="8776"/>
                </a:moveTo>
                <a:lnTo>
                  <a:pt x="42806" y="96303"/>
                </a:lnTo>
                <a:cubicBezTo>
                  <a:pt x="42806" y="100936"/>
                  <a:pt x="43027" y="103777"/>
                  <a:pt x="43468" y="104826"/>
                </a:cubicBezTo>
                <a:cubicBezTo>
                  <a:pt x="43910" y="105873"/>
                  <a:pt x="44655" y="106672"/>
                  <a:pt x="45704" y="107222"/>
                </a:cubicBezTo>
                <a:cubicBezTo>
                  <a:pt x="47194" y="108050"/>
                  <a:pt x="49347" y="108464"/>
                  <a:pt x="52162" y="108464"/>
                </a:cubicBezTo>
                <a:cubicBezTo>
                  <a:pt x="61380" y="108464"/>
                  <a:pt x="68418" y="105320"/>
                  <a:pt x="73275" y="99033"/>
                </a:cubicBezTo>
                <a:cubicBezTo>
                  <a:pt x="79899" y="90539"/>
                  <a:pt x="83211" y="77358"/>
                  <a:pt x="83211" y="59490"/>
                </a:cubicBezTo>
                <a:cubicBezTo>
                  <a:pt x="83211" y="45095"/>
                  <a:pt x="80948" y="33596"/>
                  <a:pt x="76422" y="24992"/>
                </a:cubicBezTo>
                <a:cubicBezTo>
                  <a:pt x="72834" y="18263"/>
                  <a:pt x="68225" y="13685"/>
                  <a:pt x="62595" y="11258"/>
                </a:cubicBezTo>
                <a:cubicBezTo>
                  <a:pt x="58620" y="9548"/>
                  <a:pt x="52024" y="8721"/>
                  <a:pt x="42806" y="8776"/>
                </a:cubicBezTo>
                <a:close/>
                <a:moveTo>
                  <a:pt x="191481" y="73193"/>
                </a:moveTo>
                <a:lnTo>
                  <a:pt x="149006" y="73193"/>
                </a:lnTo>
                <a:cubicBezTo>
                  <a:pt x="149503" y="83487"/>
                  <a:pt x="152235" y="91623"/>
                  <a:pt x="157203" y="97600"/>
                </a:cubicBezTo>
                <a:cubicBezTo>
                  <a:pt x="161012" y="102193"/>
                  <a:pt x="165593" y="104490"/>
                  <a:pt x="170947" y="104490"/>
                </a:cubicBezTo>
                <a:cubicBezTo>
                  <a:pt x="174259" y="104490"/>
                  <a:pt x="177267" y="103565"/>
                  <a:pt x="179972" y="101716"/>
                </a:cubicBezTo>
                <a:cubicBezTo>
                  <a:pt x="182677" y="99867"/>
                  <a:pt x="185575" y="96541"/>
                  <a:pt x="188666" y="91739"/>
                </a:cubicBezTo>
                <a:lnTo>
                  <a:pt x="191481" y="93561"/>
                </a:lnTo>
                <a:cubicBezTo>
                  <a:pt x="187286" y="102116"/>
                  <a:pt x="182649" y="108174"/>
                  <a:pt x="177571" y="111735"/>
                </a:cubicBezTo>
                <a:cubicBezTo>
                  <a:pt x="172493" y="115295"/>
                  <a:pt x="166614" y="117075"/>
                  <a:pt x="159935" y="117075"/>
                </a:cubicBezTo>
                <a:cubicBezTo>
                  <a:pt x="148454" y="117075"/>
                  <a:pt x="139760" y="112655"/>
                  <a:pt x="133854" y="103815"/>
                </a:cubicBezTo>
                <a:cubicBezTo>
                  <a:pt x="129107" y="96687"/>
                  <a:pt x="126734" y="87847"/>
                  <a:pt x="126734" y="77294"/>
                </a:cubicBezTo>
                <a:cubicBezTo>
                  <a:pt x="126734" y="64363"/>
                  <a:pt x="130225" y="54073"/>
                  <a:pt x="137207" y="46421"/>
                </a:cubicBezTo>
                <a:cubicBezTo>
                  <a:pt x="144190" y="38767"/>
                  <a:pt x="152373" y="34940"/>
                  <a:pt x="161757" y="34940"/>
                </a:cubicBezTo>
                <a:cubicBezTo>
                  <a:pt x="169595" y="34940"/>
                  <a:pt x="176398" y="38156"/>
                  <a:pt x="182166" y="44586"/>
                </a:cubicBezTo>
                <a:cubicBezTo>
                  <a:pt x="187934" y="51017"/>
                  <a:pt x="191039" y="60552"/>
                  <a:pt x="191481" y="73193"/>
                </a:cubicBezTo>
                <a:moveTo>
                  <a:pt x="171113" y="67728"/>
                </a:moveTo>
                <a:cubicBezTo>
                  <a:pt x="171113" y="58841"/>
                  <a:pt x="170630" y="52742"/>
                  <a:pt x="169664" y="49430"/>
                </a:cubicBezTo>
                <a:cubicBezTo>
                  <a:pt x="168698" y="46118"/>
                  <a:pt x="167194" y="43606"/>
                  <a:pt x="165151" y="41895"/>
                </a:cubicBezTo>
                <a:cubicBezTo>
                  <a:pt x="163992" y="40902"/>
                  <a:pt x="162447" y="40405"/>
                  <a:pt x="160515" y="40405"/>
                </a:cubicBezTo>
                <a:cubicBezTo>
                  <a:pt x="157644" y="40405"/>
                  <a:pt x="155299" y="41813"/>
                  <a:pt x="153477" y="44628"/>
                </a:cubicBezTo>
                <a:cubicBezTo>
                  <a:pt x="150220" y="49540"/>
                  <a:pt x="148592" y="56274"/>
                  <a:pt x="148592" y="64830"/>
                </a:cubicBezTo>
                <a:lnTo>
                  <a:pt x="148592" y="67728"/>
                </a:lnTo>
                <a:lnTo>
                  <a:pt x="171113" y="67728"/>
                </a:lnTo>
                <a:close/>
                <a:moveTo>
                  <a:pt x="264199" y="94738"/>
                </a:moveTo>
                <a:lnTo>
                  <a:pt x="266765" y="96722"/>
                </a:lnTo>
                <a:cubicBezTo>
                  <a:pt x="263122" y="103589"/>
                  <a:pt x="258582" y="108699"/>
                  <a:pt x="253145" y="112050"/>
                </a:cubicBezTo>
                <a:cubicBezTo>
                  <a:pt x="247708" y="115400"/>
                  <a:pt x="241926" y="117075"/>
                  <a:pt x="235799" y="117075"/>
                </a:cubicBezTo>
                <a:cubicBezTo>
                  <a:pt x="225477" y="117075"/>
                  <a:pt x="217225" y="113180"/>
                  <a:pt x="211043" y="105390"/>
                </a:cubicBezTo>
                <a:cubicBezTo>
                  <a:pt x="204861" y="97599"/>
                  <a:pt x="201770" y="88233"/>
                  <a:pt x="201770" y="77294"/>
                </a:cubicBezTo>
                <a:cubicBezTo>
                  <a:pt x="201770" y="66739"/>
                  <a:pt x="204585" y="57456"/>
                  <a:pt x="210215" y="49445"/>
                </a:cubicBezTo>
                <a:cubicBezTo>
                  <a:pt x="217004" y="39775"/>
                  <a:pt x="226360" y="34940"/>
                  <a:pt x="238283" y="34940"/>
                </a:cubicBezTo>
                <a:cubicBezTo>
                  <a:pt x="246287" y="34940"/>
                  <a:pt x="252648" y="36961"/>
                  <a:pt x="257368" y="41003"/>
                </a:cubicBezTo>
                <a:cubicBezTo>
                  <a:pt x="262087" y="45042"/>
                  <a:pt x="264447" y="49553"/>
                  <a:pt x="264447" y="54535"/>
                </a:cubicBezTo>
                <a:cubicBezTo>
                  <a:pt x="264447" y="57690"/>
                  <a:pt x="263495" y="60208"/>
                  <a:pt x="261590" y="62090"/>
                </a:cubicBezTo>
                <a:cubicBezTo>
                  <a:pt x="259686" y="63972"/>
                  <a:pt x="257188" y="64913"/>
                  <a:pt x="254097" y="64913"/>
                </a:cubicBezTo>
                <a:cubicBezTo>
                  <a:pt x="250841" y="64913"/>
                  <a:pt x="248150" y="63833"/>
                  <a:pt x="246025" y="61673"/>
                </a:cubicBezTo>
                <a:cubicBezTo>
                  <a:pt x="243900" y="59512"/>
                  <a:pt x="242589" y="55662"/>
                  <a:pt x="242092" y="50123"/>
                </a:cubicBezTo>
                <a:cubicBezTo>
                  <a:pt x="241761" y="46634"/>
                  <a:pt x="240960" y="44196"/>
                  <a:pt x="239691" y="42811"/>
                </a:cubicBezTo>
                <a:cubicBezTo>
                  <a:pt x="238421" y="41428"/>
                  <a:pt x="236931" y="40736"/>
                  <a:pt x="235220" y="40736"/>
                </a:cubicBezTo>
                <a:cubicBezTo>
                  <a:pt x="232570" y="40736"/>
                  <a:pt x="230307" y="42144"/>
                  <a:pt x="228430" y="44959"/>
                </a:cubicBezTo>
                <a:cubicBezTo>
                  <a:pt x="225560" y="49209"/>
                  <a:pt x="224125" y="55722"/>
                  <a:pt x="224125" y="64499"/>
                </a:cubicBezTo>
                <a:cubicBezTo>
                  <a:pt x="224125" y="71785"/>
                  <a:pt x="225284" y="78754"/>
                  <a:pt x="227602" y="85405"/>
                </a:cubicBezTo>
                <a:cubicBezTo>
                  <a:pt x="229921" y="92057"/>
                  <a:pt x="233095" y="97011"/>
                  <a:pt x="237124" y="100267"/>
                </a:cubicBezTo>
                <a:cubicBezTo>
                  <a:pt x="240160" y="102641"/>
                  <a:pt x="243748" y="103827"/>
                  <a:pt x="247888" y="103827"/>
                </a:cubicBezTo>
                <a:cubicBezTo>
                  <a:pt x="250592" y="103827"/>
                  <a:pt x="253159" y="103194"/>
                  <a:pt x="255588" y="101928"/>
                </a:cubicBezTo>
                <a:cubicBezTo>
                  <a:pt x="258016" y="100660"/>
                  <a:pt x="260887" y="98264"/>
                  <a:pt x="264199" y="94738"/>
                </a:cubicBezTo>
                <a:close/>
                <a:moveTo>
                  <a:pt x="312657" y="34940"/>
                </a:moveTo>
                <a:cubicBezTo>
                  <a:pt x="319391" y="34940"/>
                  <a:pt x="325656" y="36681"/>
                  <a:pt x="331452" y="40162"/>
                </a:cubicBezTo>
                <a:cubicBezTo>
                  <a:pt x="337247" y="43643"/>
                  <a:pt x="341650" y="48588"/>
                  <a:pt x="344658" y="54998"/>
                </a:cubicBezTo>
                <a:cubicBezTo>
                  <a:pt x="347666" y="61408"/>
                  <a:pt x="349170" y="68425"/>
                  <a:pt x="349170" y="76049"/>
                </a:cubicBezTo>
                <a:cubicBezTo>
                  <a:pt x="349170" y="87044"/>
                  <a:pt x="346383" y="96244"/>
                  <a:pt x="340808" y="103649"/>
                </a:cubicBezTo>
                <a:cubicBezTo>
                  <a:pt x="334074" y="112600"/>
                  <a:pt x="324773" y="117075"/>
                  <a:pt x="312905" y="117075"/>
                </a:cubicBezTo>
                <a:cubicBezTo>
                  <a:pt x="301258" y="117075"/>
                  <a:pt x="292289" y="112986"/>
                  <a:pt x="285996" y="104808"/>
                </a:cubicBezTo>
                <a:cubicBezTo>
                  <a:pt x="279704" y="96630"/>
                  <a:pt x="276557" y="87154"/>
                  <a:pt x="276557" y="76380"/>
                </a:cubicBezTo>
                <a:cubicBezTo>
                  <a:pt x="276557" y="65275"/>
                  <a:pt x="279773" y="55592"/>
                  <a:pt x="286203" y="47331"/>
                </a:cubicBezTo>
                <a:cubicBezTo>
                  <a:pt x="292634" y="39071"/>
                  <a:pt x="301452" y="34940"/>
                  <a:pt x="312657" y="34940"/>
                </a:cubicBezTo>
                <a:moveTo>
                  <a:pt x="312988" y="40736"/>
                </a:moveTo>
                <a:cubicBezTo>
                  <a:pt x="310173" y="40736"/>
                  <a:pt x="307758" y="41800"/>
                  <a:pt x="305743" y="43929"/>
                </a:cubicBezTo>
                <a:cubicBezTo>
                  <a:pt x="303728" y="46056"/>
                  <a:pt x="302404" y="50255"/>
                  <a:pt x="301769" y="56527"/>
                </a:cubicBezTo>
                <a:cubicBezTo>
                  <a:pt x="301134" y="62799"/>
                  <a:pt x="300817" y="71517"/>
                  <a:pt x="300817" y="82681"/>
                </a:cubicBezTo>
                <a:cubicBezTo>
                  <a:pt x="300817" y="88594"/>
                  <a:pt x="301203" y="94120"/>
                  <a:pt x="301976" y="99261"/>
                </a:cubicBezTo>
                <a:cubicBezTo>
                  <a:pt x="302583" y="103183"/>
                  <a:pt x="303880" y="106167"/>
                  <a:pt x="305867" y="108213"/>
                </a:cubicBezTo>
                <a:cubicBezTo>
                  <a:pt x="307855" y="110257"/>
                  <a:pt x="310118" y="111279"/>
                  <a:pt x="312657" y="111279"/>
                </a:cubicBezTo>
                <a:cubicBezTo>
                  <a:pt x="315141" y="111279"/>
                  <a:pt x="317211" y="110588"/>
                  <a:pt x="318867" y="109207"/>
                </a:cubicBezTo>
                <a:cubicBezTo>
                  <a:pt x="321019" y="107328"/>
                  <a:pt x="322454" y="104703"/>
                  <a:pt x="323172" y="101331"/>
                </a:cubicBezTo>
                <a:cubicBezTo>
                  <a:pt x="324276" y="96082"/>
                  <a:pt x="324828" y="85472"/>
                  <a:pt x="324828" y="69500"/>
                </a:cubicBezTo>
                <a:cubicBezTo>
                  <a:pt x="324828" y="60106"/>
                  <a:pt x="324304" y="53655"/>
                  <a:pt x="323255" y="50147"/>
                </a:cubicBezTo>
                <a:cubicBezTo>
                  <a:pt x="322206" y="46636"/>
                  <a:pt x="320660" y="44080"/>
                  <a:pt x="318618" y="42477"/>
                </a:cubicBezTo>
                <a:cubicBezTo>
                  <a:pt x="317183" y="41317"/>
                  <a:pt x="315306" y="40736"/>
                  <a:pt x="312988" y="40736"/>
                </a:cubicBezTo>
                <a:close/>
                <a:moveTo>
                  <a:pt x="393053" y="37259"/>
                </a:moveTo>
                <a:lnTo>
                  <a:pt x="393053" y="47525"/>
                </a:lnTo>
                <a:cubicBezTo>
                  <a:pt x="397303" y="42858"/>
                  <a:pt x="401236" y="39593"/>
                  <a:pt x="404851" y="37732"/>
                </a:cubicBezTo>
                <a:cubicBezTo>
                  <a:pt x="408467" y="35871"/>
                  <a:pt x="412427" y="34940"/>
                  <a:pt x="416732" y="34940"/>
                </a:cubicBezTo>
                <a:cubicBezTo>
                  <a:pt x="421700" y="34940"/>
                  <a:pt x="425868" y="36106"/>
                  <a:pt x="429235" y="38439"/>
                </a:cubicBezTo>
                <a:cubicBezTo>
                  <a:pt x="432602" y="40771"/>
                  <a:pt x="435196" y="44324"/>
                  <a:pt x="437018" y="49099"/>
                </a:cubicBezTo>
                <a:cubicBezTo>
                  <a:pt x="441434" y="44101"/>
                  <a:pt x="445670" y="40493"/>
                  <a:pt x="449727" y="38273"/>
                </a:cubicBezTo>
                <a:cubicBezTo>
                  <a:pt x="453784" y="36051"/>
                  <a:pt x="458021" y="34940"/>
                  <a:pt x="462436" y="34940"/>
                </a:cubicBezTo>
                <a:cubicBezTo>
                  <a:pt x="467791" y="34940"/>
                  <a:pt x="472055" y="36170"/>
                  <a:pt x="475229" y="38630"/>
                </a:cubicBezTo>
                <a:cubicBezTo>
                  <a:pt x="478402" y="41090"/>
                  <a:pt x="480610" y="44213"/>
                  <a:pt x="481852" y="47999"/>
                </a:cubicBezTo>
                <a:cubicBezTo>
                  <a:pt x="483094" y="51785"/>
                  <a:pt x="483715" y="57823"/>
                  <a:pt x="483715" y="66113"/>
                </a:cubicBezTo>
                <a:lnTo>
                  <a:pt x="483715" y="97866"/>
                </a:lnTo>
                <a:cubicBezTo>
                  <a:pt x="483715" y="103827"/>
                  <a:pt x="484253" y="107526"/>
                  <a:pt x="485330" y="108961"/>
                </a:cubicBezTo>
                <a:cubicBezTo>
                  <a:pt x="486406" y="110396"/>
                  <a:pt x="488656" y="111334"/>
                  <a:pt x="492078" y="111776"/>
                </a:cubicBezTo>
                <a:lnTo>
                  <a:pt x="492078" y="114757"/>
                </a:lnTo>
                <a:lnTo>
                  <a:pt x="452087" y="114757"/>
                </a:lnTo>
                <a:lnTo>
                  <a:pt x="452087" y="111776"/>
                </a:lnTo>
                <a:cubicBezTo>
                  <a:pt x="455233" y="111500"/>
                  <a:pt x="457551" y="110286"/>
                  <a:pt x="459042" y="108133"/>
                </a:cubicBezTo>
                <a:cubicBezTo>
                  <a:pt x="460035" y="106643"/>
                  <a:pt x="460532" y="103220"/>
                  <a:pt x="460532" y="97866"/>
                </a:cubicBezTo>
                <a:lnTo>
                  <a:pt x="460532" y="64582"/>
                </a:lnTo>
                <a:cubicBezTo>
                  <a:pt x="460532" y="57682"/>
                  <a:pt x="460256" y="53294"/>
                  <a:pt x="459704" y="51417"/>
                </a:cubicBezTo>
                <a:cubicBezTo>
                  <a:pt x="459152" y="49540"/>
                  <a:pt x="458283" y="48146"/>
                  <a:pt x="457096" y="47236"/>
                </a:cubicBezTo>
                <a:cubicBezTo>
                  <a:pt x="455909" y="46325"/>
                  <a:pt x="454516" y="45870"/>
                  <a:pt x="452915" y="45870"/>
                </a:cubicBezTo>
                <a:cubicBezTo>
                  <a:pt x="450541" y="45870"/>
                  <a:pt x="448140" y="46739"/>
                  <a:pt x="445711" y="48478"/>
                </a:cubicBezTo>
                <a:cubicBezTo>
                  <a:pt x="443283" y="50216"/>
                  <a:pt x="440826" y="52825"/>
                  <a:pt x="438343" y="56302"/>
                </a:cubicBezTo>
                <a:lnTo>
                  <a:pt x="438343" y="97866"/>
                </a:lnTo>
                <a:cubicBezTo>
                  <a:pt x="438343" y="103441"/>
                  <a:pt x="438812" y="106946"/>
                  <a:pt x="439750" y="108381"/>
                </a:cubicBezTo>
                <a:cubicBezTo>
                  <a:pt x="441020" y="110424"/>
                  <a:pt x="443448" y="111555"/>
                  <a:pt x="447036" y="111776"/>
                </a:cubicBezTo>
                <a:lnTo>
                  <a:pt x="447036" y="114757"/>
                </a:lnTo>
                <a:lnTo>
                  <a:pt x="406962" y="114757"/>
                </a:lnTo>
                <a:lnTo>
                  <a:pt x="406962" y="111776"/>
                </a:lnTo>
                <a:cubicBezTo>
                  <a:pt x="409115" y="111666"/>
                  <a:pt x="410813" y="111127"/>
                  <a:pt x="412054" y="110161"/>
                </a:cubicBezTo>
                <a:cubicBezTo>
                  <a:pt x="413296" y="109195"/>
                  <a:pt x="414124" y="108036"/>
                  <a:pt x="414538" y="106684"/>
                </a:cubicBezTo>
                <a:cubicBezTo>
                  <a:pt x="414952" y="105332"/>
                  <a:pt x="415159" y="102392"/>
                  <a:pt x="415159" y="97866"/>
                </a:cubicBezTo>
                <a:lnTo>
                  <a:pt x="415159" y="64530"/>
                </a:lnTo>
                <a:cubicBezTo>
                  <a:pt x="415159" y="57508"/>
                  <a:pt x="414883" y="53113"/>
                  <a:pt x="414331" y="51345"/>
                </a:cubicBezTo>
                <a:cubicBezTo>
                  <a:pt x="413779" y="49575"/>
                  <a:pt x="412855" y="48192"/>
                  <a:pt x="411558" y="47197"/>
                </a:cubicBezTo>
                <a:cubicBezTo>
                  <a:pt x="410261" y="46202"/>
                  <a:pt x="408867" y="45704"/>
                  <a:pt x="407376" y="45704"/>
                </a:cubicBezTo>
                <a:cubicBezTo>
                  <a:pt x="405169" y="45704"/>
                  <a:pt x="403154" y="46288"/>
                  <a:pt x="401332" y="47456"/>
                </a:cubicBezTo>
                <a:cubicBezTo>
                  <a:pt x="398738" y="49181"/>
                  <a:pt x="395978" y="52129"/>
                  <a:pt x="393053" y="56302"/>
                </a:cubicBezTo>
                <a:lnTo>
                  <a:pt x="393053" y="97866"/>
                </a:lnTo>
                <a:cubicBezTo>
                  <a:pt x="393053" y="103331"/>
                  <a:pt x="393591" y="106932"/>
                  <a:pt x="394667" y="108671"/>
                </a:cubicBezTo>
                <a:cubicBezTo>
                  <a:pt x="395743" y="110410"/>
                  <a:pt x="397993" y="111445"/>
                  <a:pt x="401415" y="111776"/>
                </a:cubicBezTo>
                <a:lnTo>
                  <a:pt x="401415" y="114757"/>
                </a:lnTo>
                <a:lnTo>
                  <a:pt x="361507" y="114757"/>
                </a:lnTo>
                <a:lnTo>
                  <a:pt x="361507" y="111776"/>
                </a:lnTo>
                <a:cubicBezTo>
                  <a:pt x="364764" y="111445"/>
                  <a:pt x="367082" y="110396"/>
                  <a:pt x="368462" y="108630"/>
                </a:cubicBezTo>
                <a:cubicBezTo>
                  <a:pt x="369400" y="107415"/>
                  <a:pt x="369869" y="103827"/>
                  <a:pt x="369869" y="97866"/>
                </a:cubicBezTo>
                <a:lnTo>
                  <a:pt x="369869" y="54149"/>
                </a:lnTo>
                <a:cubicBezTo>
                  <a:pt x="369869" y="48228"/>
                  <a:pt x="369331" y="44540"/>
                  <a:pt x="368255" y="43088"/>
                </a:cubicBezTo>
                <a:cubicBezTo>
                  <a:pt x="367178" y="41636"/>
                  <a:pt x="364929" y="40686"/>
                  <a:pt x="361507" y="40239"/>
                </a:cubicBezTo>
                <a:lnTo>
                  <a:pt x="361507" y="37259"/>
                </a:lnTo>
                <a:lnTo>
                  <a:pt x="393053" y="37259"/>
                </a:lnTo>
                <a:close/>
                <a:moveTo>
                  <a:pt x="532150" y="106891"/>
                </a:moveTo>
                <a:lnTo>
                  <a:pt x="532150" y="135622"/>
                </a:lnTo>
                <a:cubicBezTo>
                  <a:pt x="532150" y="139649"/>
                  <a:pt x="532468" y="142390"/>
                  <a:pt x="533103" y="143844"/>
                </a:cubicBezTo>
                <a:cubicBezTo>
                  <a:pt x="533737" y="145300"/>
                  <a:pt x="534717" y="146364"/>
                  <a:pt x="536042" y="147035"/>
                </a:cubicBezTo>
                <a:cubicBezTo>
                  <a:pt x="537367" y="147706"/>
                  <a:pt x="539961" y="148041"/>
                  <a:pt x="543825" y="148041"/>
                </a:cubicBezTo>
                <a:lnTo>
                  <a:pt x="543825" y="151022"/>
                </a:lnTo>
                <a:lnTo>
                  <a:pt x="499694" y="151022"/>
                </a:lnTo>
                <a:lnTo>
                  <a:pt x="499694" y="148041"/>
                </a:lnTo>
                <a:cubicBezTo>
                  <a:pt x="503116" y="147929"/>
                  <a:pt x="505655" y="146950"/>
                  <a:pt x="507311" y="145104"/>
                </a:cubicBezTo>
                <a:cubicBezTo>
                  <a:pt x="508415" y="143819"/>
                  <a:pt x="508967" y="140493"/>
                  <a:pt x="508967" y="135125"/>
                </a:cubicBezTo>
                <a:lnTo>
                  <a:pt x="508967" y="53487"/>
                </a:lnTo>
                <a:cubicBezTo>
                  <a:pt x="508967" y="47953"/>
                  <a:pt x="508332" y="44418"/>
                  <a:pt x="507063" y="42881"/>
                </a:cubicBezTo>
                <a:cubicBezTo>
                  <a:pt x="505793" y="41344"/>
                  <a:pt x="503337" y="40464"/>
                  <a:pt x="499694" y="40239"/>
                </a:cubicBezTo>
                <a:lnTo>
                  <a:pt x="499694" y="37259"/>
                </a:lnTo>
                <a:lnTo>
                  <a:pt x="532150" y="37259"/>
                </a:lnTo>
                <a:lnTo>
                  <a:pt x="532150" y="47443"/>
                </a:lnTo>
                <a:cubicBezTo>
                  <a:pt x="534855" y="43468"/>
                  <a:pt x="537615" y="40598"/>
                  <a:pt x="540430" y="38832"/>
                </a:cubicBezTo>
                <a:cubicBezTo>
                  <a:pt x="544459" y="36238"/>
                  <a:pt x="548848" y="34940"/>
                  <a:pt x="553595" y="34940"/>
                </a:cubicBezTo>
                <a:cubicBezTo>
                  <a:pt x="559280" y="34940"/>
                  <a:pt x="564455" y="36736"/>
                  <a:pt x="569119" y="40327"/>
                </a:cubicBezTo>
                <a:cubicBezTo>
                  <a:pt x="573783" y="43919"/>
                  <a:pt x="577330" y="48878"/>
                  <a:pt x="579759" y="55205"/>
                </a:cubicBezTo>
                <a:cubicBezTo>
                  <a:pt x="582187" y="61532"/>
                  <a:pt x="583402" y="68342"/>
                  <a:pt x="583402" y="75635"/>
                </a:cubicBezTo>
                <a:cubicBezTo>
                  <a:pt x="583402" y="83480"/>
                  <a:pt x="582146" y="90649"/>
                  <a:pt x="579634" y="97142"/>
                </a:cubicBezTo>
                <a:cubicBezTo>
                  <a:pt x="577123" y="103634"/>
                  <a:pt x="573480" y="108580"/>
                  <a:pt x="568705" y="111978"/>
                </a:cubicBezTo>
                <a:cubicBezTo>
                  <a:pt x="563931" y="115376"/>
                  <a:pt x="558618" y="117075"/>
                  <a:pt x="552767" y="117075"/>
                </a:cubicBezTo>
                <a:cubicBezTo>
                  <a:pt x="548517" y="117075"/>
                  <a:pt x="544542" y="116137"/>
                  <a:pt x="540844" y="114260"/>
                </a:cubicBezTo>
                <a:cubicBezTo>
                  <a:pt x="538084" y="112825"/>
                  <a:pt x="535186" y="110368"/>
                  <a:pt x="532150" y="106891"/>
                </a:cubicBezTo>
                <a:moveTo>
                  <a:pt x="532150" y="98516"/>
                </a:moveTo>
                <a:cubicBezTo>
                  <a:pt x="536897" y="105258"/>
                  <a:pt x="541976" y="108630"/>
                  <a:pt x="547385" y="108630"/>
                </a:cubicBezTo>
                <a:cubicBezTo>
                  <a:pt x="550366" y="108630"/>
                  <a:pt x="552822" y="107055"/>
                  <a:pt x="554754" y="103905"/>
                </a:cubicBezTo>
                <a:cubicBezTo>
                  <a:pt x="557624" y="99262"/>
                  <a:pt x="559059" y="90418"/>
                  <a:pt x="559059" y="77374"/>
                </a:cubicBezTo>
                <a:cubicBezTo>
                  <a:pt x="559059" y="63999"/>
                  <a:pt x="557486" y="54851"/>
                  <a:pt x="554340" y="49932"/>
                </a:cubicBezTo>
                <a:cubicBezTo>
                  <a:pt x="552242" y="46672"/>
                  <a:pt x="549427" y="45042"/>
                  <a:pt x="545895" y="45042"/>
                </a:cubicBezTo>
                <a:cubicBezTo>
                  <a:pt x="540320" y="45042"/>
                  <a:pt x="535738" y="49076"/>
                  <a:pt x="532150" y="57145"/>
                </a:cubicBezTo>
                <a:lnTo>
                  <a:pt x="532150" y="98516"/>
                </a:lnTo>
                <a:close/>
                <a:moveTo>
                  <a:pt x="615087" y="0"/>
                </a:moveTo>
                <a:cubicBezTo>
                  <a:pt x="618675" y="0"/>
                  <a:pt x="621711" y="1260"/>
                  <a:pt x="624195" y="3780"/>
                </a:cubicBezTo>
                <a:cubicBezTo>
                  <a:pt x="626679" y="6299"/>
                  <a:pt x="627921" y="9330"/>
                  <a:pt x="627921" y="12875"/>
                </a:cubicBezTo>
                <a:cubicBezTo>
                  <a:pt x="627921" y="16420"/>
                  <a:pt x="626665" y="19438"/>
                  <a:pt x="624153" y="21931"/>
                </a:cubicBezTo>
                <a:cubicBezTo>
                  <a:pt x="621642" y="24422"/>
                  <a:pt x="618620" y="25667"/>
                  <a:pt x="615087" y="25667"/>
                </a:cubicBezTo>
                <a:cubicBezTo>
                  <a:pt x="611555" y="25667"/>
                  <a:pt x="608546" y="24422"/>
                  <a:pt x="606062" y="21931"/>
                </a:cubicBezTo>
                <a:cubicBezTo>
                  <a:pt x="603578" y="19438"/>
                  <a:pt x="602336" y="16420"/>
                  <a:pt x="602336" y="12875"/>
                </a:cubicBezTo>
                <a:cubicBezTo>
                  <a:pt x="602336" y="9330"/>
                  <a:pt x="603578" y="6299"/>
                  <a:pt x="606062" y="3780"/>
                </a:cubicBezTo>
                <a:cubicBezTo>
                  <a:pt x="608546" y="1260"/>
                  <a:pt x="611555" y="0"/>
                  <a:pt x="615087" y="0"/>
                </a:cubicBezTo>
                <a:moveTo>
                  <a:pt x="626679" y="37259"/>
                </a:moveTo>
                <a:lnTo>
                  <a:pt x="626679" y="98694"/>
                </a:lnTo>
                <a:cubicBezTo>
                  <a:pt x="626679" y="104159"/>
                  <a:pt x="627314" y="107650"/>
                  <a:pt x="628583" y="109168"/>
                </a:cubicBezTo>
                <a:cubicBezTo>
                  <a:pt x="629853" y="110686"/>
                  <a:pt x="632337" y="111555"/>
                  <a:pt x="636035" y="111776"/>
                </a:cubicBezTo>
                <a:lnTo>
                  <a:pt x="636035" y="114757"/>
                </a:lnTo>
                <a:lnTo>
                  <a:pt x="594222" y="114757"/>
                </a:lnTo>
                <a:lnTo>
                  <a:pt x="594222" y="111776"/>
                </a:lnTo>
                <a:cubicBezTo>
                  <a:pt x="597645" y="111666"/>
                  <a:pt x="600184" y="110672"/>
                  <a:pt x="601840" y="108795"/>
                </a:cubicBezTo>
                <a:cubicBezTo>
                  <a:pt x="602944" y="107526"/>
                  <a:pt x="603496" y="104159"/>
                  <a:pt x="603496" y="98694"/>
                </a:cubicBezTo>
                <a:lnTo>
                  <a:pt x="603496" y="53487"/>
                </a:lnTo>
                <a:cubicBezTo>
                  <a:pt x="603496" y="47953"/>
                  <a:pt x="602861" y="44418"/>
                  <a:pt x="601591" y="42881"/>
                </a:cubicBezTo>
                <a:cubicBezTo>
                  <a:pt x="600322" y="41344"/>
                  <a:pt x="597865" y="40464"/>
                  <a:pt x="594222" y="40239"/>
                </a:cubicBezTo>
                <a:lnTo>
                  <a:pt x="594222" y="37259"/>
                </a:lnTo>
                <a:lnTo>
                  <a:pt x="626679" y="37259"/>
                </a:lnTo>
                <a:close/>
                <a:moveTo>
                  <a:pt x="673732" y="2484"/>
                </a:moveTo>
                <a:lnTo>
                  <a:pt x="673732" y="98694"/>
                </a:lnTo>
                <a:cubicBezTo>
                  <a:pt x="673732" y="104159"/>
                  <a:pt x="674367" y="107650"/>
                  <a:pt x="675637" y="109168"/>
                </a:cubicBezTo>
                <a:cubicBezTo>
                  <a:pt x="676906" y="110686"/>
                  <a:pt x="679390" y="111555"/>
                  <a:pt x="683088" y="111776"/>
                </a:cubicBezTo>
                <a:lnTo>
                  <a:pt x="683088" y="114757"/>
                </a:lnTo>
                <a:lnTo>
                  <a:pt x="641276" y="114757"/>
                </a:lnTo>
                <a:lnTo>
                  <a:pt x="641276" y="111776"/>
                </a:lnTo>
                <a:cubicBezTo>
                  <a:pt x="644698" y="111666"/>
                  <a:pt x="647237" y="110672"/>
                  <a:pt x="648893" y="108795"/>
                </a:cubicBezTo>
                <a:cubicBezTo>
                  <a:pt x="649997" y="107526"/>
                  <a:pt x="650549" y="104159"/>
                  <a:pt x="650549" y="98694"/>
                </a:cubicBezTo>
                <a:lnTo>
                  <a:pt x="650549" y="18547"/>
                </a:lnTo>
                <a:cubicBezTo>
                  <a:pt x="650549" y="13103"/>
                  <a:pt x="649914" y="9617"/>
                  <a:pt x="648645" y="8091"/>
                </a:cubicBezTo>
                <a:cubicBezTo>
                  <a:pt x="647375" y="6563"/>
                  <a:pt x="644919" y="5687"/>
                  <a:pt x="641276" y="5465"/>
                </a:cubicBezTo>
                <a:lnTo>
                  <a:pt x="641276" y="2484"/>
                </a:lnTo>
                <a:lnTo>
                  <a:pt x="673732" y="2484"/>
                </a:lnTo>
                <a:close/>
                <a:moveTo>
                  <a:pt x="755974" y="73193"/>
                </a:moveTo>
                <a:lnTo>
                  <a:pt x="713499" y="73193"/>
                </a:lnTo>
                <a:cubicBezTo>
                  <a:pt x="713996" y="83487"/>
                  <a:pt x="716728" y="91623"/>
                  <a:pt x="721696" y="97600"/>
                </a:cubicBezTo>
                <a:cubicBezTo>
                  <a:pt x="725505" y="102193"/>
                  <a:pt x="730086" y="104490"/>
                  <a:pt x="735440" y="104490"/>
                </a:cubicBezTo>
                <a:cubicBezTo>
                  <a:pt x="738752" y="104490"/>
                  <a:pt x="741761" y="103565"/>
                  <a:pt x="744465" y="101716"/>
                </a:cubicBezTo>
                <a:cubicBezTo>
                  <a:pt x="747170" y="99867"/>
                  <a:pt x="750068" y="96541"/>
                  <a:pt x="753159" y="91739"/>
                </a:cubicBezTo>
                <a:lnTo>
                  <a:pt x="755974" y="93561"/>
                </a:lnTo>
                <a:cubicBezTo>
                  <a:pt x="751779" y="102116"/>
                  <a:pt x="747142" y="108174"/>
                  <a:pt x="742064" y="111735"/>
                </a:cubicBezTo>
                <a:cubicBezTo>
                  <a:pt x="736986" y="115295"/>
                  <a:pt x="731107" y="117075"/>
                  <a:pt x="724428" y="117075"/>
                </a:cubicBezTo>
                <a:cubicBezTo>
                  <a:pt x="712947" y="117075"/>
                  <a:pt x="704253" y="112655"/>
                  <a:pt x="698347" y="103815"/>
                </a:cubicBezTo>
                <a:cubicBezTo>
                  <a:pt x="693600" y="96687"/>
                  <a:pt x="691227" y="87847"/>
                  <a:pt x="691227" y="77294"/>
                </a:cubicBezTo>
                <a:cubicBezTo>
                  <a:pt x="691227" y="64363"/>
                  <a:pt x="694718" y="54073"/>
                  <a:pt x="701701" y="46421"/>
                </a:cubicBezTo>
                <a:cubicBezTo>
                  <a:pt x="708683" y="38767"/>
                  <a:pt x="716866" y="34940"/>
                  <a:pt x="726250" y="34940"/>
                </a:cubicBezTo>
                <a:cubicBezTo>
                  <a:pt x="734088" y="34940"/>
                  <a:pt x="740891" y="38156"/>
                  <a:pt x="746659" y="44586"/>
                </a:cubicBezTo>
                <a:cubicBezTo>
                  <a:pt x="752428" y="51017"/>
                  <a:pt x="755532" y="60552"/>
                  <a:pt x="755974" y="73193"/>
                </a:cubicBezTo>
                <a:moveTo>
                  <a:pt x="735606" y="67728"/>
                </a:moveTo>
                <a:cubicBezTo>
                  <a:pt x="735606" y="58841"/>
                  <a:pt x="735123" y="52742"/>
                  <a:pt x="734157" y="49430"/>
                </a:cubicBezTo>
                <a:cubicBezTo>
                  <a:pt x="733191" y="46118"/>
                  <a:pt x="731687" y="43606"/>
                  <a:pt x="729645" y="41895"/>
                </a:cubicBezTo>
                <a:cubicBezTo>
                  <a:pt x="728485" y="40902"/>
                  <a:pt x="726940" y="40405"/>
                  <a:pt x="725008" y="40405"/>
                </a:cubicBezTo>
                <a:cubicBezTo>
                  <a:pt x="722138" y="40405"/>
                  <a:pt x="719792" y="41813"/>
                  <a:pt x="717970" y="44628"/>
                </a:cubicBezTo>
                <a:cubicBezTo>
                  <a:pt x="714713" y="49540"/>
                  <a:pt x="713085" y="56274"/>
                  <a:pt x="713085" y="64830"/>
                </a:cubicBezTo>
                <a:lnTo>
                  <a:pt x="713085" y="67728"/>
                </a:lnTo>
                <a:lnTo>
                  <a:pt x="735606" y="67728"/>
                </a:lnTo>
                <a:close/>
                <a:moveTo>
                  <a:pt x="840780" y="2484"/>
                </a:moveTo>
                <a:lnTo>
                  <a:pt x="840780" y="91574"/>
                </a:lnTo>
                <a:cubicBezTo>
                  <a:pt x="840780" y="97530"/>
                  <a:pt x="840946" y="101054"/>
                  <a:pt x="841277" y="102146"/>
                </a:cubicBezTo>
                <a:cubicBezTo>
                  <a:pt x="841718" y="103950"/>
                  <a:pt x="842560" y="105289"/>
                  <a:pt x="843802" y="106164"/>
                </a:cubicBezTo>
                <a:cubicBezTo>
                  <a:pt x="845044" y="107037"/>
                  <a:pt x="847211" y="107583"/>
                  <a:pt x="850302" y="107802"/>
                </a:cubicBezTo>
                <a:lnTo>
                  <a:pt x="850302" y="110782"/>
                </a:lnTo>
                <a:lnTo>
                  <a:pt x="817597" y="117075"/>
                </a:lnTo>
                <a:lnTo>
                  <a:pt x="817597" y="104821"/>
                </a:lnTo>
                <a:cubicBezTo>
                  <a:pt x="813678" y="109568"/>
                  <a:pt x="810187" y="112797"/>
                  <a:pt x="807123" y="114508"/>
                </a:cubicBezTo>
                <a:cubicBezTo>
                  <a:pt x="804060" y="116219"/>
                  <a:pt x="800596" y="117075"/>
                  <a:pt x="796732" y="117075"/>
                </a:cubicBezTo>
                <a:cubicBezTo>
                  <a:pt x="786852" y="117075"/>
                  <a:pt x="779041" y="112655"/>
                  <a:pt x="773300" y="103815"/>
                </a:cubicBezTo>
                <a:cubicBezTo>
                  <a:pt x="768664" y="96632"/>
                  <a:pt x="766346" y="87819"/>
                  <a:pt x="766346" y="77376"/>
                </a:cubicBezTo>
                <a:cubicBezTo>
                  <a:pt x="766346" y="69033"/>
                  <a:pt x="767781" y="61560"/>
                  <a:pt x="770651" y="54957"/>
                </a:cubicBezTo>
                <a:cubicBezTo>
                  <a:pt x="773521" y="48353"/>
                  <a:pt x="777454" y="43367"/>
                  <a:pt x="782450" y="39996"/>
                </a:cubicBezTo>
                <a:cubicBezTo>
                  <a:pt x="787445" y="36626"/>
                  <a:pt x="792813" y="34940"/>
                  <a:pt x="798554" y="34940"/>
                </a:cubicBezTo>
                <a:cubicBezTo>
                  <a:pt x="802252" y="34940"/>
                  <a:pt x="805536" y="35664"/>
                  <a:pt x="808406" y="37111"/>
                </a:cubicBezTo>
                <a:cubicBezTo>
                  <a:pt x="811277" y="38558"/>
                  <a:pt x="814340" y="41091"/>
                  <a:pt x="817597" y="44710"/>
                </a:cubicBezTo>
                <a:lnTo>
                  <a:pt x="817597" y="21362"/>
                </a:lnTo>
                <a:cubicBezTo>
                  <a:pt x="817597" y="15455"/>
                  <a:pt x="817349" y="11895"/>
                  <a:pt x="816852" y="10681"/>
                </a:cubicBezTo>
                <a:cubicBezTo>
                  <a:pt x="816189" y="9080"/>
                  <a:pt x="815196" y="7893"/>
                  <a:pt x="813871" y="7121"/>
                </a:cubicBezTo>
                <a:cubicBezTo>
                  <a:pt x="812546" y="6348"/>
                  <a:pt x="810062" y="5961"/>
                  <a:pt x="806419" y="5961"/>
                </a:cubicBezTo>
                <a:lnTo>
                  <a:pt x="806419" y="2484"/>
                </a:lnTo>
                <a:lnTo>
                  <a:pt x="840780" y="2484"/>
                </a:lnTo>
                <a:moveTo>
                  <a:pt x="817597" y="54812"/>
                </a:moveTo>
                <a:cubicBezTo>
                  <a:pt x="813512" y="47084"/>
                  <a:pt x="808517" y="43220"/>
                  <a:pt x="802611" y="43220"/>
                </a:cubicBezTo>
                <a:cubicBezTo>
                  <a:pt x="800568" y="43220"/>
                  <a:pt x="798885" y="43772"/>
                  <a:pt x="797560" y="44876"/>
                </a:cubicBezTo>
                <a:cubicBezTo>
                  <a:pt x="795518" y="46587"/>
                  <a:pt x="793848" y="49595"/>
                  <a:pt x="792551" y="53901"/>
                </a:cubicBezTo>
                <a:cubicBezTo>
                  <a:pt x="791254" y="58206"/>
                  <a:pt x="790605" y="64802"/>
                  <a:pt x="790605" y="73689"/>
                </a:cubicBezTo>
                <a:cubicBezTo>
                  <a:pt x="790605" y="83459"/>
                  <a:pt x="791323" y="90690"/>
                  <a:pt x="792758" y="95382"/>
                </a:cubicBezTo>
                <a:cubicBezTo>
                  <a:pt x="794193" y="100074"/>
                  <a:pt x="796152" y="103469"/>
                  <a:pt x="798636" y="105566"/>
                </a:cubicBezTo>
                <a:cubicBezTo>
                  <a:pt x="799906" y="106615"/>
                  <a:pt x="801645" y="107139"/>
                  <a:pt x="803853" y="107139"/>
                </a:cubicBezTo>
                <a:cubicBezTo>
                  <a:pt x="808710" y="107139"/>
                  <a:pt x="813291" y="103319"/>
                  <a:pt x="817597" y="95677"/>
                </a:cubicBezTo>
                <a:lnTo>
                  <a:pt x="817597" y="54812"/>
                </a:lnTo>
                <a:close/>
                <a:moveTo>
                  <a:pt x="1009660" y="0"/>
                </a:moveTo>
                <a:lnTo>
                  <a:pt x="1009660" y="38915"/>
                </a:lnTo>
                <a:lnTo>
                  <a:pt x="1006431" y="38915"/>
                </a:lnTo>
                <a:cubicBezTo>
                  <a:pt x="1004003" y="28705"/>
                  <a:pt x="999476" y="20881"/>
                  <a:pt x="992853" y="15444"/>
                </a:cubicBezTo>
                <a:cubicBezTo>
                  <a:pt x="986229" y="10005"/>
                  <a:pt x="978722" y="7286"/>
                  <a:pt x="970332" y="7286"/>
                </a:cubicBezTo>
                <a:cubicBezTo>
                  <a:pt x="963322" y="7286"/>
                  <a:pt x="956891" y="9301"/>
                  <a:pt x="951040" y="13330"/>
                </a:cubicBezTo>
                <a:cubicBezTo>
                  <a:pt x="945189" y="17360"/>
                  <a:pt x="940911" y="22631"/>
                  <a:pt x="938207" y="29145"/>
                </a:cubicBezTo>
                <a:cubicBezTo>
                  <a:pt x="934729" y="37479"/>
                  <a:pt x="932990" y="46753"/>
                  <a:pt x="932990" y="56964"/>
                </a:cubicBezTo>
                <a:cubicBezTo>
                  <a:pt x="932990" y="67010"/>
                  <a:pt x="934260" y="76159"/>
                  <a:pt x="936799" y="84412"/>
                </a:cubicBezTo>
                <a:cubicBezTo>
                  <a:pt x="939338" y="92664"/>
                  <a:pt x="943312" y="98901"/>
                  <a:pt x="948722" y="103124"/>
                </a:cubicBezTo>
                <a:cubicBezTo>
                  <a:pt x="954131" y="107346"/>
                  <a:pt x="961141" y="109458"/>
                  <a:pt x="969752" y="109458"/>
                </a:cubicBezTo>
                <a:cubicBezTo>
                  <a:pt x="976818" y="109458"/>
                  <a:pt x="983290" y="107912"/>
                  <a:pt x="989168" y="104821"/>
                </a:cubicBezTo>
                <a:cubicBezTo>
                  <a:pt x="995047" y="101730"/>
                  <a:pt x="1001243" y="96403"/>
                  <a:pt x="1007756" y="88841"/>
                </a:cubicBezTo>
                <a:lnTo>
                  <a:pt x="1007756" y="98528"/>
                </a:lnTo>
                <a:cubicBezTo>
                  <a:pt x="1001463" y="105097"/>
                  <a:pt x="994909" y="109858"/>
                  <a:pt x="988092" y="112811"/>
                </a:cubicBezTo>
                <a:cubicBezTo>
                  <a:pt x="981275" y="115764"/>
                  <a:pt x="973312" y="117241"/>
                  <a:pt x="964205" y="117241"/>
                </a:cubicBezTo>
                <a:cubicBezTo>
                  <a:pt x="952227" y="117241"/>
                  <a:pt x="941587" y="114843"/>
                  <a:pt x="932287" y="110048"/>
                </a:cubicBezTo>
                <a:cubicBezTo>
                  <a:pt x="922986" y="105252"/>
                  <a:pt x="915810" y="98363"/>
                  <a:pt x="910759" y="89379"/>
                </a:cubicBezTo>
                <a:cubicBezTo>
                  <a:pt x="905709" y="80394"/>
                  <a:pt x="903183" y="70830"/>
                  <a:pt x="903183" y="60688"/>
                </a:cubicBezTo>
                <a:cubicBezTo>
                  <a:pt x="903183" y="49995"/>
                  <a:pt x="905985" y="39853"/>
                  <a:pt x="911587" y="30262"/>
                </a:cubicBezTo>
                <a:cubicBezTo>
                  <a:pt x="917190" y="20670"/>
                  <a:pt x="924752" y="13229"/>
                  <a:pt x="934274" y="7938"/>
                </a:cubicBezTo>
                <a:cubicBezTo>
                  <a:pt x="943795" y="2646"/>
                  <a:pt x="953910" y="0"/>
                  <a:pt x="964619" y="0"/>
                </a:cubicBezTo>
                <a:cubicBezTo>
                  <a:pt x="972512" y="0"/>
                  <a:pt x="980847" y="1711"/>
                  <a:pt x="989623" y="5133"/>
                </a:cubicBezTo>
                <a:cubicBezTo>
                  <a:pt x="994702" y="7121"/>
                  <a:pt x="997931" y="8114"/>
                  <a:pt x="999311" y="8114"/>
                </a:cubicBezTo>
                <a:cubicBezTo>
                  <a:pt x="1001077" y="8114"/>
                  <a:pt x="1002609" y="7466"/>
                  <a:pt x="1003906" y="6168"/>
                </a:cubicBezTo>
                <a:cubicBezTo>
                  <a:pt x="1005203" y="4871"/>
                  <a:pt x="1006045" y="2815"/>
                  <a:pt x="1006431" y="0"/>
                </a:cubicBezTo>
                <a:lnTo>
                  <a:pt x="1009660" y="0"/>
                </a:lnTo>
                <a:close/>
                <a:moveTo>
                  <a:pt x="1061131" y="34940"/>
                </a:moveTo>
                <a:cubicBezTo>
                  <a:pt x="1067866" y="34940"/>
                  <a:pt x="1074131" y="36681"/>
                  <a:pt x="1079926" y="40162"/>
                </a:cubicBezTo>
                <a:cubicBezTo>
                  <a:pt x="1085722" y="43643"/>
                  <a:pt x="1090124" y="48588"/>
                  <a:pt x="1093133" y="54998"/>
                </a:cubicBezTo>
                <a:cubicBezTo>
                  <a:pt x="1096141" y="61408"/>
                  <a:pt x="1097645" y="68425"/>
                  <a:pt x="1097645" y="76049"/>
                </a:cubicBezTo>
                <a:cubicBezTo>
                  <a:pt x="1097645" y="87044"/>
                  <a:pt x="1094857" y="96244"/>
                  <a:pt x="1089282" y="103649"/>
                </a:cubicBezTo>
                <a:cubicBezTo>
                  <a:pt x="1082548" y="112600"/>
                  <a:pt x="1073247" y="117075"/>
                  <a:pt x="1061380" y="117075"/>
                </a:cubicBezTo>
                <a:cubicBezTo>
                  <a:pt x="1049733" y="117075"/>
                  <a:pt x="1040763" y="112986"/>
                  <a:pt x="1034471" y="104808"/>
                </a:cubicBezTo>
                <a:cubicBezTo>
                  <a:pt x="1028178" y="96630"/>
                  <a:pt x="1025032" y="87154"/>
                  <a:pt x="1025032" y="76380"/>
                </a:cubicBezTo>
                <a:cubicBezTo>
                  <a:pt x="1025032" y="65275"/>
                  <a:pt x="1028247" y="55592"/>
                  <a:pt x="1034678" y="47331"/>
                </a:cubicBezTo>
                <a:cubicBezTo>
                  <a:pt x="1041108" y="39071"/>
                  <a:pt x="1049926" y="34940"/>
                  <a:pt x="1061131" y="34940"/>
                </a:cubicBezTo>
                <a:moveTo>
                  <a:pt x="1061463" y="40736"/>
                </a:moveTo>
                <a:cubicBezTo>
                  <a:pt x="1058648" y="40736"/>
                  <a:pt x="1056233" y="41800"/>
                  <a:pt x="1054218" y="43929"/>
                </a:cubicBezTo>
                <a:cubicBezTo>
                  <a:pt x="1052203" y="46056"/>
                  <a:pt x="1050878" y="50255"/>
                  <a:pt x="1050244" y="56527"/>
                </a:cubicBezTo>
                <a:cubicBezTo>
                  <a:pt x="1049609" y="62799"/>
                  <a:pt x="1049291" y="71517"/>
                  <a:pt x="1049291" y="82681"/>
                </a:cubicBezTo>
                <a:cubicBezTo>
                  <a:pt x="1049291" y="88594"/>
                  <a:pt x="1049678" y="94120"/>
                  <a:pt x="1050451" y="99261"/>
                </a:cubicBezTo>
                <a:cubicBezTo>
                  <a:pt x="1051058" y="103183"/>
                  <a:pt x="1052355" y="106167"/>
                  <a:pt x="1054342" y="108213"/>
                </a:cubicBezTo>
                <a:cubicBezTo>
                  <a:pt x="1056329" y="110257"/>
                  <a:pt x="1058592" y="111279"/>
                  <a:pt x="1061131" y="111279"/>
                </a:cubicBezTo>
                <a:cubicBezTo>
                  <a:pt x="1063615" y="111279"/>
                  <a:pt x="1065685" y="110588"/>
                  <a:pt x="1067341" y="109207"/>
                </a:cubicBezTo>
                <a:cubicBezTo>
                  <a:pt x="1069494" y="107328"/>
                  <a:pt x="1070929" y="104703"/>
                  <a:pt x="1071647" y="101331"/>
                </a:cubicBezTo>
                <a:cubicBezTo>
                  <a:pt x="1072751" y="96082"/>
                  <a:pt x="1073303" y="85472"/>
                  <a:pt x="1073303" y="69500"/>
                </a:cubicBezTo>
                <a:cubicBezTo>
                  <a:pt x="1073303" y="60106"/>
                  <a:pt x="1072778" y="53655"/>
                  <a:pt x="1071729" y="50147"/>
                </a:cubicBezTo>
                <a:cubicBezTo>
                  <a:pt x="1070681" y="46636"/>
                  <a:pt x="1069135" y="44080"/>
                  <a:pt x="1067093" y="42477"/>
                </a:cubicBezTo>
                <a:cubicBezTo>
                  <a:pt x="1065658" y="41317"/>
                  <a:pt x="1063781" y="40736"/>
                  <a:pt x="1061463" y="40736"/>
                </a:cubicBezTo>
                <a:close/>
                <a:moveTo>
                  <a:pt x="1184665" y="2484"/>
                </a:moveTo>
                <a:lnTo>
                  <a:pt x="1184665" y="91574"/>
                </a:lnTo>
                <a:cubicBezTo>
                  <a:pt x="1184665" y="97530"/>
                  <a:pt x="1184830" y="101054"/>
                  <a:pt x="1185162" y="102146"/>
                </a:cubicBezTo>
                <a:cubicBezTo>
                  <a:pt x="1185603" y="103950"/>
                  <a:pt x="1186445" y="105289"/>
                  <a:pt x="1187687" y="106164"/>
                </a:cubicBezTo>
                <a:cubicBezTo>
                  <a:pt x="1188929" y="107037"/>
                  <a:pt x="1191095" y="107583"/>
                  <a:pt x="1194186" y="107802"/>
                </a:cubicBezTo>
                <a:lnTo>
                  <a:pt x="1194186" y="110782"/>
                </a:lnTo>
                <a:lnTo>
                  <a:pt x="1161482" y="117075"/>
                </a:lnTo>
                <a:lnTo>
                  <a:pt x="1161482" y="104821"/>
                </a:lnTo>
                <a:cubicBezTo>
                  <a:pt x="1157563" y="109568"/>
                  <a:pt x="1154071" y="112797"/>
                  <a:pt x="1151008" y="114508"/>
                </a:cubicBezTo>
                <a:cubicBezTo>
                  <a:pt x="1147944" y="116219"/>
                  <a:pt x="1144481" y="117075"/>
                  <a:pt x="1140617" y="117075"/>
                </a:cubicBezTo>
                <a:cubicBezTo>
                  <a:pt x="1130736" y="117075"/>
                  <a:pt x="1122926" y="112655"/>
                  <a:pt x="1117185" y="103815"/>
                </a:cubicBezTo>
                <a:cubicBezTo>
                  <a:pt x="1112549" y="96632"/>
                  <a:pt x="1110230" y="87819"/>
                  <a:pt x="1110230" y="77376"/>
                </a:cubicBezTo>
                <a:cubicBezTo>
                  <a:pt x="1110230" y="69033"/>
                  <a:pt x="1111665" y="61560"/>
                  <a:pt x="1114536" y="54957"/>
                </a:cubicBezTo>
                <a:cubicBezTo>
                  <a:pt x="1117406" y="48353"/>
                  <a:pt x="1121339" y="43367"/>
                  <a:pt x="1126334" y="39996"/>
                </a:cubicBezTo>
                <a:cubicBezTo>
                  <a:pt x="1131330" y="36626"/>
                  <a:pt x="1136698" y="34940"/>
                  <a:pt x="1142438" y="34940"/>
                </a:cubicBezTo>
                <a:cubicBezTo>
                  <a:pt x="1146137" y="34940"/>
                  <a:pt x="1149421" y="35664"/>
                  <a:pt x="1152291" y="37111"/>
                </a:cubicBezTo>
                <a:cubicBezTo>
                  <a:pt x="1155161" y="38558"/>
                  <a:pt x="1158225" y="41091"/>
                  <a:pt x="1161482" y="44710"/>
                </a:cubicBezTo>
                <a:lnTo>
                  <a:pt x="1161482" y="21362"/>
                </a:lnTo>
                <a:cubicBezTo>
                  <a:pt x="1161482" y="15455"/>
                  <a:pt x="1161233" y="11895"/>
                  <a:pt x="1160736" y="10681"/>
                </a:cubicBezTo>
                <a:cubicBezTo>
                  <a:pt x="1160074" y="9080"/>
                  <a:pt x="1159080" y="7893"/>
                  <a:pt x="1157756" y="7121"/>
                </a:cubicBezTo>
                <a:cubicBezTo>
                  <a:pt x="1156431" y="6348"/>
                  <a:pt x="1153947" y="5961"/>
                  <a:pt x="1150304" y="5961"/>
                </a:cubicBezTo>
                <a:lnTo>
                  <a:pt x="1150304" y="2484"/>
                </a:lnTo>
                <a:lnTo>
                  <a:pt x="1184665" y="2484"/>
                </a:lnTo>
                <a:moveTo>
                  <a:pt x="1161482" y="54812"/>
                </a:moveTo>
                <a:cubicBezTo>
                  <a:pt x="1157397" y="47084"/>
                  <a:pt x="1152402" y="43220"/>
                  <a:pt x="1146495" y="43220"/>
                </a:cubicBezTo>
                <a:cubicBezTo>
                  <a:pt x="1144453" y="43220"/>
                  <a:pt x="1142769" y="43772"/>
                  <a:pt x="1141445" y="44876"/>
                </a:cubicBezTo>
                <a:cubicBezTo>
                  <a:pt x="1139402" y="46587"/>
                  <a:pt x="1137733" y="49595"/>
                  <a:pt x="1136436" y="53901"/>
                </a:cubicBezTo>
                <a:cubicBezTo>
                  <a:pt x="1135138" y="58206"/>
                  <a:pt x="1134490" y="64802"/>
                  <a:pt x="1134490" y="73689"/>
                </a:cubicBezTo>
                <a:cubicBezTo>
                  <a:pt x="1134490" y="83459"/>
                  <a:pt x="1135207" y="90690"/>
                  <a:pt x="1136642" y="95382"/>
                </a:cubicBezTo>
                <a:cubicBezTo>
                  <a:pt x="1138078" y="100074"/>
                  <a:pt x="1140037" y="103469"/>
                  <a:pt x="1142521" y="105566"/>
                </a:cubicBezTo>
                <a:cubicBezTo>
                  <a:pt x="1143791" y="106615"/>
                  <a:pt x="1145529" y="107139"/>
                  <a:pt x="1147737" y="107139"/>
                </a:cubicBezTo>
                <a:cubicBezTo>
                  <a:pt x="1152595" y="107139"/>
                  <a:pt x="1157176" y="103319"/>
                  <a:pt x="1161482" y="95677"/>
                </a:cubicBezTo>
                <a:lnTo>
                  <a:pt x="1161482" y="54812"/>
                </a:lnTo>
                <a:close/>
                <a:moveTo>
                  <a:pt x="1269257" y="73193"/>
                </a:moveTo>
                <a:lnTo>
                  <a:pt x="1226782" y="73193"/>
                </a:lnTo>
                <a:cubicBezTo>
                  <a:pt x="1227279" y="83487"/>
                  <a:pt x="1230012" y="91623"/>
                  <a:pt x="1234979" y="97600"/>
                </a:cubicBezTo>
                <a:cubicBezTo>
                  <a:pt x="1238788" y="102193"/>
                  <a:pt x="1243369" y="104490"/>
                  <a:pt x="1248724" y="104490"/>
                </a:cubicBezTo>
                <a:cubicBezTo>
                  <a:pt x="1252036" y="104490"/>
                  <a:pt x="1255044" y="103565"/>
                  <a:pt x="1257749" y="101716"/>
                </a:cubicBezTo>
                <a:cubicBezTo>
                  <a:pt x="1260453" y="99867"/>
                  <a:pt x="1263351" y="96541"/>
                  <a:pt x="1266442" y="91739"/>
                </a:cubicBezTo>
                <a:lnTo>
                  <a:pt x="1269257" y="93561"/>
                </a:lnTo>
                <a:cubicBezTo>
                  <a:pt x="1265062" y="102116"/>
                  <a:pt x="1260426" y="108174"/>
                  <a:pt x="1255347" y="111735"/>
                </a:cubicBezTo>
                <a:cubicBezTo>
                  <a:pt x="1250269" y="115295"/>
                  <a:pt x="1244391" y="117075"/>
                  <a:pt x="1237712" y="117075"/>
                </a:cubicBezTo>
                <a:cubicBezTo>
                  <a:pt x="1226230" y="117075"/>
                  <a:pt x="1217537" y="112655"/>
                  <a:pt x="1211631" y="103815"/>
                </a:cubicBezTo>
                <a:cubicBezTo>
                  <a:pt x="1206884" y="96687"/>
                  <a:pt x="1204510" y="87847"/>
                  <a:pt x="1204510" y="77294"/>
                </a:cubicBezTo>
                <a:cubicBezTo>
                  <a:pt x="1204510" y="64363"/>
                  <a:pt x="1208001" y="54073"/>
                  <a:pt x="1214984" y="46421"/>
                </a:cubicBezTo>
                <a:cubicBezTo>
                  <a:pt x="1221966" y="38767"/>
                  <a:pt x="1230150" y="34940"/>
                  <a:pt x="1239533" y="34940"/>
                </a:cubicBezTo>
                <a:cubicBezTo>
                  <a:pt x="1247371" y="34940"/>
                  <a:pt x="1254174" y="38156"/>
                  <a:pt x="1259943" y="44586"/>
                </a:cubicBezTo>
                <a:cubicBezTo>
                  <a:pt x="1265711" y="51017"/>
                  <a:pt x="1268816" y="60552"/>
                  <a:pt x="1269257" y="73193"/>
                </a:cubicBezTo>
                <a:moveTo>
                  <a:pt x="1248889" y="67728"/>
                </a:moveTo>
                <a:cubicBezTo>
                  <a:pt x="1248889" y="58841"/>
                  <a:pt x="1248406" y="52742"/>
                  <a:pt x="1247440" y="49430"/>
                </a:cubicBezTo>
                <a:cubicBezTo>
                  <a:pt x="1246474" y="46118"/>
                  <a:pt x="1244970" y="43606"/>
                  <a:pt x="1242928" y="41895"/>
                </a:cubicBezTo>
                <a:cubicBezTo>
                  <a:pt x="1241769" y="40902"/>
                  <a:pt x="1240223" y="40405"/>
                  <a:pt x="1238291" y="40405"/>
                </a:cubicBezTo>
                <a:cubicBezTo>
                  <a:pt x="1235421" y="40405"/>
                  <a:pt x="1233075" y="41813"/>
                  <a:pt x="1231253" y="44628"/>
                </a:cubicBezTo>
                <a:cubicBezTo>
                  <a:pt x="1227997" y="49540"/>
                  <a:pt x="1226368" y="56274"/>
                  <a:pt x="1226368" y="64830"/>
                </a:cubicBezTo>
                <a:lnTo>
                  <a:pt x="1226368" y="67728"/>
                </a:lnTo>
                <a:lnTo>
                  <a:pt x="1248889" y="67728"/>
                </a:lnTo>
                <a:close/>
              </a:path>
            </a:pathLst>
          </a:custGeom>
          <a:solidFill xmlns:a="http://schemas.openxmlformats.org/drawingml/2006/main">
            <a:srgbClr val="741B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36115E-6A14-4299-9FF7-AB003004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2" y="3588904"/>
            <a:ext cx="4895399" cy="520803"/>
          </a:xfrm>
          <a:custGeom xmlns:a="http://schemas.openxmlformats.org/drawingml/2006/main">
            <a:pathLst>
              <a:path w="4895399" h="520803">
                <a:moveTo>
                  <a:pt x="41" y="41"/>
                </a:moveTo>
                <a:lnTo>
                  <a:pt x="41" y="41"/>
                </a:lnTo>
                <a:cubicBezTo>
                  <a:pt x="41" y="18"/>
                  <a:pt x="59" y="0"/>
                  <a:pt x="82" y="0"/>
                </a:cubicBezTo>
                <a:lnTo>
                  <a:pt x="4895359" y="41"/>
                </a:lnTo>
                <a:cubicBezTo>
                  <a:pt x="4895369" y="41"/>
                  <a:pt x="4895380" y="45"/>
                  <a:pt x="4895387" y="53"/>
                </a:cubicBezTo>
                <a:cubicBezTo>
                  <a:pt x="4895395" y="60"/>
                  <a:pt x="4895399" y="71"/>
                  <a:pt x="4895399" y="81"/>
                </a:cubicBezTo>
                <a:lnTo>
                  <a:pt x="4895359" y="520762"/>
                </a:lnTo>
                <a:cubicBezTo>
                  <a:pt x="4895359" y="520785"/>
                  <a:pt x="4895340" y="520803"/>
                  <a:pt x="4895318" y="520803"/>
                </a:cubicBezTo>
                <a:lnTo>
                  <a:pt x="41" y="520762"/>
                </a:lnTo>
                <a:cubicBezTo>
                  <a:pt x="18" y="520762"/>
                  <a:pt x="0" y="520744"/>
                  <a:pt x="0" y="520722"/>
                </a:cubicBezTo>
                <a:lnTo>
                  <a:pt x="41" y="41"/>
                </a:lnTo>
                <a:close/>
              </a:path>
            </a:pathLst>
          </a:custGeom>
          <a:solidFill xmlns:a="http://schemas.openxmlformats.org/drawingml/2006/main">
            <a:srgbClr val="DFF0FF">
              <a:alpha val="7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AE2B0-9B84-412F-8277-5EA53E52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2" y="3588904"/>
            <a:ext cx="4895399" cy="520803"/>
          </a:xfrm>
          <a:custGeom xmlns:a="http://schemas.openxmlformats.org/drawingml/2006/main">
            <a:pathLst>
              <a:path w="4895399" h="520803" fill="none">
                <a:moveTo>
                  <a:pt x="41" y="41"/>
                </a:moveTo>
                <a:lnTo>
                  <a:pt x="41" y="41"/>
                </a:lnTo>
                <a:cubicBezTo>
                  <a:pt x="41" y="18"/>
                  <a:pt x="59" y="0"/>
                  <a:pt x="82" y="0"/>
                </a:cubicBezTo>
                <a:lnTo>
                  <a:pt x="4895359" y="41"/>
                </a:lnTo>
                <a:cubicBezTo>
                  <a:pt x="4895369" y="41"/>
                  <a:pt x="4895380" y="45"/>
                  <a:pt x="4895387" y="53"/>
                </a:cubicBezTo>
                <a:cubicBezTo>
                  <a:pt x="4895395" y="60"/>
                  <a:pt x="4895399" y="71"/>
                  <a:pt x="4895399" y="81"/>
                </a:cubicBezTo>
                <a:lnTo>
                  <a:pt x="4895359" y="520762"/>
                </a:lnTo>
                <a:cubicBezTo>
                  <a:pt x="4895359" y="520785"/>
                  <a:pt x="4895340" y="520803"/>
                  <a:pt x="4895318" y="520803"/>
                </a:cubicBezTo>
                <a:lnTo>
                  <a:pt x="41" y="520762"/>
                </a:lnTo>
                <a:cubicBezTo>
                  <a:pt x="18" y="520762"/>
                  <a:pt x="0" y="520744"/>
                  <a:pt x="0" y="520722"/>
                </a:cubicBezTo>
                <a:lnTo>
                  <a:pt x="41" y="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6D9EEB"/>
            </a:solidFill>
            <a:round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9A51EC-0EAA-4F6E-A899-B83120AD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02" y="3588922"/>
            <a:ext cx="3790587" cy="520722"/>
          </a:xfrm>
          <a:custGeom xmlns:a="http://schemas.openxmlformats.org/drawingml/2006/main">
            <a:pathLst>
              <a:path w="3790587" h="520722">
                <a:moveTo>
                  <a:pt x="0" y="0"/>
                </a:moveTo>
                <a:lnTo>
                  <a:pt x="3790587" y="0"/>
                </a:lnTo>
                <a:lnTo>
                  <a:pt x="3790587" y="520722"/>
                </a:lnTo>
                <a:lnTo>
                  <a:pt x="0" y="5207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Text Whataretheoriginalnameanddatatypeofvariables:">
            <a:extLst xmlns:a="http://schemas.openxmlformats.org/drawingml/2006/main">
              <a:ext uri="{FF2B5EF4-FFF2-40B4-BE49-F238E27FC236}">
                <a16:creationId xmlns:a16="http://schemas.microsoft.com/office/drawing/2014/main" id="{BF0B7EB1-00E1-43C9-84F8-3CC483F9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02" y="3699390"/>
            <a:ext cx="3511916" cy="137918"/>
          </a:xfrm>
          <a:custGeom xmlns:a="http://schemas.openxmlformats.org/drawingml/2006/main">
            <a:pathLst>
              <a:path w="3511916" h="137918">
                <a:moveTo>
                  <a:pt x="27914" y="106919"/>
                </a:moveTo>
                <a:lnTo>
                  <a:pt x="0" y="1722"/>
                </a:lnTo>
                <a:lnTo>
                  <a:pt x="14280" y="1722"/>
                </a:lnTo>
                <a:lnTo>
                  <a:pt x="30282" y="70677"/>
                </a:lnTo>
                <a:cubicBezTo>
                  <a:pt x="32004" y="77918"/>
                  <a:pt x="33487" y="85095"/>
                  <a:pt x="34731" y="92208"/>
                </a:cubicBezTo>
                <a:cubicBezTo>
                  <a:pt x="37410" y="80966"/>
                  <a:pt x="38988" y="74483"/>
                  <a:pt x="39467" y="72760"/>
                </a:cubicBezTo>
                <a:lnTo>
                  <a:pt x="59487" y="1722"/>
                </a:lnTo>
                <a:lnTo>
                  <a:pt x="76278" y="1722"/>
                </a:lnTo>
                <a:lnTo>
                  <a:pt x="91347" y="54980"/>
                </a:lnTo>
                <a:cubicBezTo>
                  <a:pt x="95126" y="68180"/>
                  <a:pt x="97853" y="80590"/>
                  <a:pt x="99528" y="92208"/>
                </a:cubicBezTo>
                <a:cubicBezTo>
                  <a:pt x="100867" y="85574"/>
                  <a:pt x="102613" y="77941"/>
                  <a:pt x="104766" y="69311"/>
                </a:cubicBezTo>
                <a:lnTo>
                  <a:pt x="121270" y="1722"/>
                </a:lnTo>
                <a:lnTo>
                  <a:pt x="135263" y="1722"/>
                </a:lnTo>
                <a:lnTo>
                  <a:pt x="106416" y="106919"/>
                </a:lnTo>
                <a:lnTo>
                  <a:pt x="92998" y="106919"/>
                </a:lnTo>
                <a:lnTo>
                  <a:pt x="70825" y="26741"/>
                </a:lnTo>
                <a:cubicBezTo>
                  <a:pt x="68959" y="20063"/>
                  <a:pt x="67859" y="15957"/>
                  <a:pt x="67524" y="14423"/>
                </a:cubicBezTo>
                <a:cubicBezTo>
                  <a:pt x="66423" y="19247"/>
                  <a:pt x="65395" y="23361"/>
                  <a:pt x="64438" y="26763"/>
                </a:cubicBezTo>
                <a:lnTo>
                  <a:pt x="42122" y="106919"/>
                </a:lnTo>
                <a:lnTo>
                  <a:pt x="27914" y="106919"/>
                </a:lnTo>
                <a:close/>
                <a:moveTo>
                  <a:pt x="146476" y="106919"/>
                </a:moveTo>
                <a:lnTo>
                  <a:pt x="146476" y="1722"/>
                </a:lnTo>
                <a:lnTo>
                  <a:pt x="159392" y="1722"/>
                </a:lnTo>
                <a:lnTo>
                  <a:pt x="159392" y="39534"/>
                </a:lnTo>
                <a:cubicBezTo>
                  <a:pt x="165420" y="32505"/>
                  <a:pt x="173026" y="28990"/>
                  <a:pt x="182211" y="28990"/>
                </a:cubicBezTo>
                <a:cubicBezTo>
                  <a:pt x="187856" y="28990"/>
                  <a:pt x="192759" y="30102"/>
                  <a:pt x="196921" y="32327"/>
                </a:cubicBezTo>
                <a:cubicBezTo>
                  <a:pt x="201083" y="34551"/>
                  <a:pt x="204061" y="37625"/>
                  <a:pt x="205855" y="41548"/>
                </a:cubicBezTo>
                <a:cubicBezTo>
                  <a:pt x="207649" y="45470"/>
                  <a:pt x="208546" y="51163"/>
                  <a:pt x="208546" y="58626"/>
                </a:cubicBezTo>
                <a:lnTo>
                  <a:pt x="208546" y="106919"/>
                </a:lnTo>
                <a:lnTo>
                  <a:pt x="195630" y="106919"/>
                </a:lnTo>
                <a:lnTo>
                  <a:pt x="195630" y="58677"/>
                </a:lnTo>
                <a:cubicBezTo>
                  <a:pt x="195630" y="52227"/>
                  <a:pt x="194231" y="47532"/>
                  <a:pt x="191432" y="44593"/>
                </a:cubicBezTo>
                <a:cubicBezTo>
                  <a:pt x="188633" y="41654"/>
                  <a:pt x="184675" y="40184"/>
                  <a:pt x="179556" y="40184"/>
                </a:cubicBezTo>
                <a:cubicBezTo>
                  <a:pt x="175729" y="40184"/>
                  <a:pt x="172129" y="41176"/>
                  <a:pt x="168757" y="43160"/>
                </a:cubicBezTo>
                <a:cubicBezTo>
                  <a:pt x="165384" y="45142"/>
                  <a:pt x="162980" y="47830"/>
                  <a:pt x="161545" y="51224"/>
                </a:cubicBezTo>
                <a:cubicBezTo>
                  <a:pt x="160110" y="54616"/>
                  <a:pt x="159392" y="59299"/>
                  <a:pt x="159392" y="65272"/>
                </a:cubicBezTo>
                <a:lnTo>
                  <a:pt x="159392" y="106919"/>
                </a:lnTo>
                <a:lnTo>
                  <a:pt x="146476" y="106919"/>
                </a:lnTo>
                <a:close/>
                <a:moveTo>
                  <a:pt x="277913" y="97303"/>
                </a:moveTo>
                <a:cubicBezTo>
                  <a:pt x="273129" y="101449"/>
                  <a:pt x="268525" y="104375"/>
                  <a:pt x="264100" y="106082"/>
                </a:cubicBezTo>
                <a:cubicBezTo>
                  <a:pt x="259675" y="107788"/>
                  <a:pt x="254927" y="108641"/>
                  <a:pt x="249856" y="108641"/>
                </a:cubicBezTo>
                <a:cubicBezTo>
                  <a:pt x="241484" y="108641"/>
                  <a:pt x="235050" y="106596"/>
                  <a:pt x="230553" y="102505"/>
                </a:cubicBezTo>
                <a:cubicBezTo>
                  <a:pt x="226057" y="98415"/>
                  <a:pt x="223808" y="93189"/>
                  <a:pt x="223808" y="86826"/>
                </a:cubicBezTo>
                <a:cubicBezTo>
                  <a:pt x="223808" y="83095"/>
                  <a:pt x="224657" y="79687"/>
                  <a:pt x="226356" y="76601"/>
                </a:cubicBezTo>
                <a:cubicBezTo>
                  <a:pt x="228054" y="73515"/>
                  <a:pt x="230278" y="71040"/>
                  <a:pt x="233029" y="69174"/>
                </a:cubicBezTo>
                <a:cubicBezTo>
                  <a:pt x="235780" y="67308"/>
                  <a:pt x="238877" y="65897"/>
                  <a:pt x="242322" y="64940"/>
                </a:cubicBezTo>
                <a:cubicBezTo>
                  <a:pt x="244857" y="64271"/>
                  <a:pt x="248684" y="63625"/>
                  <a:pt x="253803" y="63003"/>
                </a:cubicBezTo>
                <a:cubicBezTo>
                  <a:pt x="264231" y="61759"/>
                  <a:pt x="271910" y="60276"/>
                  <a:pt x="276837" y="58554"/>
                </a:cubicBezTo>
                <a:cubicBezTo>
                  <a:pt x="276885" y="56792"/>
                  <a:pt x="276909" y="55672"/>
                  <a:pt x="276909" y="55195"/>
                </a:cubicBezTo>
                <a:cubicBezTo>
                  <a:pt x="276909" y="49952"/>
                  <a:pt x="275689" y="46259"/>
                  <a:pt x="273249" y="44115"/>
                </a:cubicBezTo>
                <a:cubicBezTo>
                  <a:pt x="269948" y="41207"/>
                  <a:pt x="265045" y="39754"/>
                  <a:pt x="258539" y="39754"/>
                </a:cubicBezTo>
                <a:cubicBezTo>
                  <a:pt x="252463" y="39754"/>
                  <a:pt x="247978" y="40818"/>
                  <a:pt x="245084" y="42947"/>
                </a:cubicBezTo>
                <a:cubicBezTo>
                  <a:pt x="242190" y="45076"/>
                  <a:pt x="240049" y="48843"/>
                  <a:pt x="238662" y="54249"/>
                </a:cubicBezTo>
                <a:lnTo>
                  <a:pt x="226033" y="52526"/>
                </a:lnTo>
                <a:cubicBezTo>
                  <a:pt x="227181" y="47104"/>
                  <a:pt x="229070" y="42726"/>
                  <a:pt x="231701" y="39390"/>
                </a:cubicBezTo>
                <a:cubicBezTo>
                  <a:pt x="234333" y="36055"/>
                  <a:pt x="238136" y="33488"/>
                  <a:pt x="243111" y="31690"/>
                </a:cubicBezTo>
                <a:cubicBezTo>
                  <a:pt x="248086" y="29890"/>
                  <a:pt x="253851" y="28990"/>
                  <a:pt x="260404" y="28990"/>
                </a:cubicBezTo>
                <a:cubicBezTo>
                  <a:pt x="266910" y="28990"/>
                  <a:pt x="272197" y="29758"/>
                  <a:pt x="276263" y="31295"/>
                </a:cubicBezTo>
                <a:cubicBezTo>
                  <a:pt x="280329" y="32831"/>
                  <a:pt x="283319" y="34763"/>
                  <a:pt x="285232" y="37092"/>
                </a:cubicBezTo>
                <a:cubicBezTo>
                  <a:pt x="287146" y="39420"/>
                  <a:pt x="288486" y="42360"/>
                  <a:pt x="289251" y="45914"/>
                </a:cubicBezTo>
                <a:cubicBezTo>
                  <a:pt x="289681" y="48122"/>
                  <a:pt x="289897" y="52088"/>
                  <a:pt x="289897" y="57812"/>
                </a:cubicBezTo>
                <a:lnTo>
                  <a:pt x="289897" y="74984"/>
                </a:lnTo>
                <a:cubicBezTo>
                  <a:pt x="289897" y="86957"/>
                  <a:pt x="290172" y="94540"/>
                  <a:pt x="290722" y="97734"/>
                </a:cubicBezTo>
                <a:cubicBezTo>
                  <a:pt x="291272" y="100927"/>
                  <a:pt x="292360" y="103988"/>
                  <a:pt x="293987" y="106919"/>
                </a:cubicBezTo>
                <a:lnTo>
                  <a:pt x="280497" y="106919"/>
                </a:lnTo>
                <a:cubicBezTo>
                  <a:pt x="279157" y="104178"/>
                  <a:pt x="278296" y="100973"/>
                  <a:pt x="277913" y="97303"/>
                </a:cubicBezTo>
                <a:moveTo>
                  <a:pt x="276837" y="68744"/>
                </a:moveTo>
                <a:cubicBezTo>
                  <a:pt x="272149" y="70648"/>
                  <a:pt x="265116" y="72267"/>
                  <a:pt x="255740" y="73601"/>
                </a:cubicBezTo>
                <a:cubicBezTo>
                  <a:pt x="250430" y="74362"/>
                  <a:pt x="246675" y="75218"/>
                  <a:pt x="244474" y="76171"/>
                </a:cubicBezTo>
                <a:cubicBezTo>
                  <a:pt x="242274" y="77123"/>
                  <a:pt x="240575" y="78515"/>
                  <a:pt x="239379" y="80348"/>
                </a:cubicBezTo>
                <a:cubicBezTo>
                  <a:pt x="238184" y="82181"/>
                  <a:pt x="237586" y="84216"/>
                  <a:pt x="237586" y="86454"/>
                </a:cubicBezTo>
                <a:cubicBezTo>
                  <a:pt x="237586" y="89882"/>
                  <a:pt x="238889" y="92739"/>
                  <a:pt x="241496" y="95025"/>
                </a:cubicBezTo>
                <a:cubicBezTo>
                  <a:pt x="244104" y="97309"/>
                  <a:pt x="247919" y="98451"/>
                  <a:pt x="252942" y="98451"/>
                </a:cubicBezTo>
                <a:cubicBezTo>
                  <a:pt x="257917" y="98451"/>
                  <a:pt x="262342" y="97367"/>
                  <a:pt x="266217" y="95197"/>
                </a:cubicBezTo>
                <a:cubicBezTo>
                  <a:pt x="270092" y="93027"/>
                  <a:pt x="272938" y="90062"/>
                  <a:pt x="274756" y="86302"/>
                </a:cubicBezTo>
                <a:cubicBezTo>
                  <a:pt x="276143" y="83400"/>
                  <a:pt x="276837" y="79118"/>
                  <a:pt x="276837" y="73455"/>
                </a:cubicBezTo>
                <a:lnTo>
                  <a:pt x="276837" y="68744"/>
                </a:lnTo>
                <a:close/>
                <a:moveTo>
                  <a:pt x="338095" y="95366"/>
                </a:moveTo>
                <a:lnTo>
                  <a:pt x="339961" y="106775"/>
                </a:lnTo>
                <a:cubicBezTo>
                  <a:pt x="336325" y="107540"/>
                  <a:pt x="333072" y="107923"/>
                  <a:pt x="330202" y="107923"/>
                </a:cubicBezTo>
                <a:cubicBezTo>
                  <a:pt x="325514" y="107923"/>
                  <a:pt x="321878" y="107182"/>
                  <a:pt x="319295" y="105699"/>
                </a:cubicBezTo>
                <a:cubicBezTo>
                  <a:pt x="316712" y="104216"/>
                  <a:pt x="314894" y="102266"/>
                  <a:pt x="313841" y="99850"/>
                </a:cubicBezTo>
                <a:cubicBezTo>
                  <a:pt x="312789" y="97435"/>
                  <a:pt x="312263" y="92352"/>
                  <a:pt x="312263" y="84602"/>
                </a:cubicBezTo>
                <a:lnTo>
                  <a:pt x="312263" y="40758"/>
                </a:lnTo>
                <a:lnTo>
                  <a:pt x="302791" y="40758"/>
                </a:lnTo>
                <a:lnTo>
                  <a:pt x="302791" y="30712"/>
                </a:lnTo>
                <a:lnTo>
                  <a:pt x="312263" y="30712"/>
                </a:lnTo>
                <a:lnTo>
                  <a:pt x="312263" y="11840"/>
                </a:lnTo>
                <a:lnTo>
                  <a:pt x="325107" y="4090"/>
                </a:lnTo>
                <a:lnTo>
                  <a:pt x="325107" y="30712"/>
                </a:lnTo>
                <a:lnTo>
                  <a:pt x="338095" y="30712"/>
                </a:lnTo>
                <a:lnTo>
                  <a:pt x="338095" y="40758"/>
                </a:lnTo>
                <a:lnTo>
                  <a:pt x="325107" y="40758"/>
                </a:lnTo>
                <a:lnTo>
                  <a:pt x="325107" y="85320"/>
                </a:lnTo>
                <a:cubicBezTo>
                  <a:pt x="325107" y="89003"/>
                  <a:pt x="325334" y="91371"/>
                  <a:pt x="325789" y="92424"/>
                </a:cubicBezTo>
                <a:cubicBezTo>
                  <a:pt x="326243" y="93476"/>
                  <a:pt x="326985" y="94313"/>
                  <a:pt x="328013" y="94935"/>
                </a:cubicBezTo>
                <a:cubicBezTo>
                  <a:pt x="329042" y="95557"/>
                  <a:pt x="330513" y="95868"/>
                  <a:pt x="332426" y="95868"/>
                </a:cubicBezTo>
                <a:cubicBezTo>
                  <a:pt x="333862" y="95868"/>
                  <a:pt x="335751" y="95701"/>
                  <a:pt x="338095" y="95366"/>
                </a:cubicBezTo>
                <a:close/>
                <a:moveTo>
                  <a:pt x="441038" y="97303"/>
                </a:moveTo>
                <a:cubicBezTo>
                  <a:pt x="436254" y="101449"/>
                  <a:pt x="431650" y="104375"/>
                  <a:pt x="427225" y="106082"/>
                </a:cubicBezTo>
                <a:cubicBezTo>
                  <a:pt x="422800" y="107788"/>
                  <a:pt x="418052" y="108641"/>
                  <a:pt x="412981" y="108641"/>
                </a:cubicBezTo>
                <a:cubicBezTo>
                  <a:pt x="404609" y="108641"/>
                  <a:pt x="398175" y="106596"/>
                  <a:pt x="393678" y="102505"/>
                </a:cubicBezTo>
                <a:cubicBezTo>
                  <a:pt x="389181" y="98415"/>
                  <a:pt x="386933" y="93189"/>
                  <a:pt x="386933" y="86826"/>
                </a:cubicBezTo>
                <a:cubicBezTo>
                  <a:pt x="386933" y="83095"/>
                  <a:pt x="387782" y="79687"/>
                  <a:pt x="389480" y="76601"/>
                </a:cubicBezTo>
                <a:cubicBezTo>
                  <a:pt x="391178" y="73515"/>
                  <a:pt x="393403" y="71040"/>
                  <a:pt x="396154" y="69174"/>
                </a:cubicBezTo>
                <a:cubicBezTo>
                  <a:pt x="398904" y="67308"/>
                  <a:pt x="402002" y="65897"/>
                  <a:pt x="405446" y="64940"/>
                </a:cubicBezTo>
                <a:cubicBezTo>
                  <a:pt x="407982" y="64271"/>
                  <a:pt x="411809" y="63625"/>
                  <a:pt x="416927" y="63003"/>
                </a:cubicBezTo>
                <a:cubicBezTo>
                  <a:pt x="427356" y="61759"/>
                  <a:pt x="435034" y="60276"/>
                  <a:pt x="439961" y="58554"/>
                </a:cubicBezTo>
                <a:cubicBezTo>
                  <a:pt x="440009" y="56792"/>
                  <a:pt x="440033" y="55672"/>
                  <a:pt x="440033" y="55195"/>
                </a:cubicBezTo>
                <a:cubicBezTo>
                  <a:pt x="440033" y="49952"/>
                  <a:pt x="438813" y="46259"/>
                  <a:pt x="436374" y="44115"/>
                </a:cubicBezTo>
                <a:cubicBezTo>
                  <a:pt x="433073" y="41207"/>
                  <a:pt x="428169" y="39754"/>
                  <a:pt x="421663" y="39754"/>
                </a:cubicBezTo>
                <a:cubicBezTo>
                  <a:pt x="415588" y="39754"/>
                  <a:pt x="411103" y="40818"/>
                  <a:pt x="408209" y="42947"/>
                </a:cubicBezTo>
                <a:cubicBezTo>
                  <a:pt x="405315" y="45076"/>
                  <a:pt x="403174" y="48843"/>
                  <a:pt x="401787" y="54249"/>
                </a:cubicBezTo>
                <a:lnTo>
                  <a:pt x="389157" y="52526"/>
                </a:lnTo>
                <a:cubicBezTo>
                  <a:pt x="390305" y="47104"/>
                  <a:pt x="392195" y="42726"/>
                  <a:pt x="394826" y="39390"/>
                </a:cubicBezTo>
                <a:cubicBezTo>
                  <a:pt x="397457" y="36055"/>
                  <a:pt x="401260" y="33488"/>
                  <a:pt x="406235" y="31690"/>
                </a:cubicBezTo>
                <a:cubicBezTo>
                  <a:pt x="411211" y="29890"/>
                  <a:pt x="416975" y="28990"/>
                  <a:pt x="423529" y="28990"/>
                </a:cubicBezTo>
                <a:cubicBezTo>
                  <a:pt x="430035" y="28990"/>
                  <a:pt x="435321" y="29758"/>
                  <a:pt x="439387" y="31295"/>
                </a:cubicBezTo>
                <a:cubicBezTo>
                  <a:pt x="443454" y="32831"/>
                  <a:pt x="446444" y="34763"/>
                  <a:pt x="448357" y="37092"/>
                </a:cubicBezTo>
                <a:cubicBezTo>
                  <a:pt x="450271" y="39420"/>
                  <a:pt x="451610" y="42360"/>
                  <a:pt x="452376" y="45914"/>
                </a:cubicBezTo>
                <a:cubicBezTo>
                  <a:pt x="452806" y="48122"/>
                  <a:pt x="453021" y="52088"/>
                  <a:pt x="453021" y="57812"/>
                </a:cubicBezTo>
                <a:lnTo>
                  <a:pt x="453021" y="74984"/>
                </a:lnTo>
                <a:cubicBezTo>
                  <a:pt x="453021" y="86957"/>
                  <a:pt x="453296" y="94540"/>
                  <a:pt x="453847" y="97734"/>
                </a:cubicBezTo>
                <a:cubicBezTo>
                  <a:pt x="454397" y="100927"/>
                  <a:pt x="455485" y="103988"/>
                  <a:pt x="457112" y="106919"/>
                </a:cubicBezTo>
                <a:lnTo>
                  <a:pt x="443621" y="106919"/>
                </a:lnTo>
                <a:cubicBezTo>
                  <a:pt x="442282" y="104178"/>
                  <a:pt x="441421" y="100973"/>
                  <a:pt x="441038" y="97303"/>
                </a:cubicBezTo>
                <a:moveTo>
                  <a:pt x="439961" y="68744"/>
                </a:moveTo>
                <a:cubicBezTo>
                  <a:pt x="435273" y="70648"/>
                  <a:pt x="428241" y="72267"/>
                  <a:pt x="418865" y="73601"/>
                </a:cubicBezTo>
                <a:cubicBezTo>
                  <a:pt x="413555" y="74362"/>
                  <a:pt x="409799" y="75218"/>
                  <a:pt x="407599" y="76171"/>
                </a:cubicBezTo>
                <a:cubicBezTo>
                  <a:pt x="405398" y="77123"/>
                  <a:pt x="403700" y="78515"/>
                  <a:pt x="402504" y="80348"/>
                </a:cubicBezTo>
                <a:cubicBezTo>
                  <a:pt x="401308" y="82181"/>
                  <a:pt x="400710" y="84216"/>
                  <a:pt x="400710" y="86454"/>
                </a:cubicBezTo>
                <a:cubicBezTo>
                  <a:pt x="400710" y="89882"/>
                  <a:pt x="402014" y="92739"/>
                  <a:pt x="404621" y="95025"/>
                </a:cubicBezTo>
                <a:cubicBezTo>
                  <a:pt x="407228" y="97309"/>
                  <a:pt x="411043" y="98451"/>
                  <a:pt x="416066" y="98451"/>
                </a:cubicBezTo>
                <a:cubicBezTo>
                  <a:pt x="421041" y="98451"/>
                  <a:pt x="425466" y="97367"/>
                  <a:pt x="429341" y="95197"/>
                </a:cubicBezTo>
                <a:cubicBezTo>
                  <a:pt x="433216" y="93027"/>
                  <a:pt x="436063" y="90062"/>
                  <a:pt x="437881" y="86302"/>
                </a:cubicBezTo>
                <a:cubicBezTo>
                  <a:pt x="439268" y="83400"/>
                  <a:pt x="439961" y="79118"/>
                  <a:pt x="439961" y="73455"/>
                </a:cubicBezTo>
                <a:lnTo>
                  <a:pt x="439961" y="68744"/>
                </a:lnTo>
                <a:close/>
                <a:moveTo>
                  <a:pt x="472876" y="106919"/>
                </a:moveTo>
                <a:lnTo>
                  <a:pt x="472876" y="30712"/>
                </a:lnTo>
                <a:lnTo>
                  <a:pt x="484501" y="30712"/>
                </a:lnTo>
                <a:lnTo>
                  <a:pt x="484501" y="42265"/>
                </a:lnTo>
                <a:cubicBezTo>
                  <a:pt x="487467" y="36859"/>
                  <a:pt x="490205" y="33295"/>
                  <a:pt x="492717" y="31573"/>
                </a:cubicBezTo>
                <a:cubicBezTo>
                  <a:pt x="495228" y="29851"/>
                  <a:pt x="497991" y="28990"/>
                  <a:pt x="501005" y="28990"/>
                </a:cubicBezTo>
                <a:cubicBezTo>
                  <a:pt x="505358" y="28990"/>
                  <a:pt x="509783" y="30377"/>
                  <a:pt x="514280" y="33152"/>
                </a:cubicBezTo>
                <a:lnTo>
                  <a:pt x="509831" y="45126"/>
                </a:lnTo>
                <a:cubicBezTo>
                  <a:pt x="506674" y="43267"/>
                  <a:pt x="503516" y="42337"/>
                  <a:pt x="500359" y="42337"/>
                </a:cubicBezTo>
                <a:cubicBezTo>
                  <a:pt x="497537" y="42337"/>
                  <a:pt x="495001" y="43186"/>
                  <a:pt x="492753" y="44884"/>
                </a:cubicBezTo>
                <a:cubicBezTo>
                  <a:pt x="490504" y="46583"/>
                  <a:pt x="488902" y="48939"/>
                  <a:pt x="487945" y="51952"/>
                </a:cubicBezTo>
                <a:cubicBezTo>
                  <a:pt x="486510" y="56545"/>
                  <a:pt x="485792" y="61568"/>
                  <a:pt x="485792" y="67021"/>
                </a:cubicBezTo>
                <a:lnTo>
                  <a:pt x="485792" y="106919"/>
                </a:lnTo>
                <a:lnTo>
                  <a:pt x="472876" y="106919"/>
                </a:lnTo>
                <a:close/>
                <a:moveTo>
                  <a:pt x="574124" y="82234"/>
                </a:moveTo>
                <a:lnTo>
                  <a:pt x="587471" y="83956"/>
                </a:lnTo>
                <a:cubicBezTo>
                  <a:pt x="585366" y="91776"/>
                  <a:pt x="581468" y="97846"/>
                  <a:pt x="575775" y="102165"/>
                </a:cubicBezTo>
                <a:cubicBezTo>
                  <a:pt x="570082" y="106482"/>
                  <a:pt x="562811" y="108641"/>
                  <a:pt x="553961" y="108641"/>
                </a:cubicBezTo>
                <a:cubicBezTo>
                  <a:pt x="542814" y="108641"/>
                  <a:pt x="533976" y="105208"/>
                  <a:pt x="527446" y="98344"/>
                </a:cubicBezTo>
                <a:cubicBezTo>
                  <a:pt x="520916" y="91479"/>
                  <a:pt x="517651" y="81851"/>
                  <a:pt x="517651" y="69461"/>
                </a:cubicBezTo>
                <a:cubicBezTo>
                  <a:pt x="517651" y="56641"/>
                  <a:pt x="520952" y="46690"/>
                  <a:pt x="527554" y="39610"/>
                </a:cubicBezTo>
                <a:cubicBezTo>
                  <a:pt x="534156" y="32530"/>
                  <a:pt x="542719" y="28990"/>
                  <a:pt x="553243" y="28990"/>
                </a:cubicBezTo>
                <a:cubicBezTo>
                  <a:pt x="563433" y="28990"/>
                  <a:pt x="571756" y="32453"/>
                  <a:pt x="578215" y="39379"/>
                </a:cubicBezTo>
                <a:cubicBezTo>
                  <a:pt x="584673" y="46304"/>
                  <a:pt x="587902" y="56046"/>
                  <a:pt x="587902" y="68607"/>
                </a:cubicBezTo>
                <a:cubicBezTo>
                  <a:pt x="587902" y="69371"/>
                  <a:pt x="587878" y="70517"/>
                  <a:pt x="587830" y="72044"/>
                </a:cubicBezTo>
                <a:lnTo>
                  <a:pt x="530998" y="72044"/>
                </a:lnTo>
                <a:cubicBezTo>
                  <a:pt x="531477" y="80440"/>
                  <a:pt x="533845" y="86868"/>
                  <a:pt x="538102" y="91329"/>
                </a:cubicBezTo>
                <a:cubicBezTo>
                  <a:pt x="542360" y="95790"/>
                  <a:pt x="547670" y="98021"/>
                  <a:pt x="554032" y="98021"/>
                </a:cubicBezTo>
                <a:cubicBezTo>
                  <a:pt x="558768" y="98021"/>
                  <a:pt x="562811" y="96766"/>
                  <a:pt x="566159" y="94256"/>
                </a:cubicBezTo>
                <a:cubicBezTo>
                  <a:pt x="569508" y="91744"/>
                  <a:pt x="572163" y="87737"/>
                  <a:pt x="574124" y="82234"/>
                </a:cubicBezTo>
                <a:moveTo>
                  <a:pt x="531716" y="61424"/>
                </a:moveTo>
                <a:lnTo>
                  <a:pt x="574268" y="61424"/>
                </a:lnTo>
                <a:cubicBezTo>
                  <a:pt x="573694" y="55035"/>
                  <a:pt x="572067" y="50243"/>
                  <a:pt x="569388" y="47048"/>
                </a:cubicBezTo>
                <a:cubicBezTo>
                  <a:pt x="565274" y="42089"/>
                  <a:pt x="559940" y="39610"/>
                  <a:pt x="553387" y="39610"/>
                </a:cubicBezTo>
                <a:cubicBezTo>
                  <a:pt x="547455" y="39610"/>
                  <a:pt x="542467" y="41589"/>
                  <a:pt x="538425" y="45548"/>
                </a:cubicBezTo>
                <a:cubicBezTo>
                  <a:pt x="534383" y="49505"/>
                  <a:pt x="532146" y="54797"/>
                  <a:pt x="531716" y="61424"/>
                </a:cubicBezTo>
                <a:close/>
                <a:moveTo>
                  <a:pt x="672575" y="95366"/>
                </a:moveTo>
                <a:lnTo>
                  <a:pt x="674440" y="106775"/>
                </a:lnTo>
                <a:cubicBezTo>
                  <a:pt x="670804" y="107540"/>
                  <a:pt x="667551" y="107923"/>
                  <a:pt x="664681" y="107923"/>
                </a:cubicBezTo>
                <a:cubicBezTo>
                  <a:pt x="659993" y="107923"/>
                  <a:pt x="656357" y="107182"/>
                  <a:pt x="653774" y="105699"/>
                </a:cubicBezTo>
                <a:cubicBezTo>
                  <a:pt x="651191" y="104216"/>
                  <a:pt x="649373" y="102266"/>
                  <a:pt x="648320" y="99850"/>
                </a:cubicBezTo>
                <a:cubicBezTo>
                  <a:pt x="647268" y="97435"/>
                  <a:pt x="646742" y="92352"/>
                  <a:pt x="646742" y="84602"/>
                </a:cubicBezTo>
                <a:lnTo>
                  <a:pt x="646742" y="40758"/>
                </a:lnTo>
                <a:lnTo>
                  <a:pt x="637270" y="40758"/>
                </a:lnTo>
                <a:lnTo>
                  <a:pt x="637270" y="30712"/>
                </a:lnTo>
                <a:lnTo>
                  <a:pt x="646742" y="30712"/>
                </a:lnTo>
                <a:lnTo>
                  <a:pt x="646742" y="11840"/>
                </a:lnTo>
                <a:lnTo>
                  <a:pt x="659586" y="4090"/>
                </a:lnTo>
                <a:lnTo>
                  <a:pt x="659586" y="30712"/>
                </a:lnTo>
                <a:lnTo>
                  <a:pt x="672575" y="30712"/>
                </a:lnTo>
                <a:lnTo>
                  <a:pt x="672575" y="40758"/>
                </a:lnTo>
                <a:lnTo>
                  <a:pt x="659586" y="40758"/>
                </a:lnTo>
                <a:lnTo>
                  <a:pt x="659586" y="85320"/>
                </a:lnTo>
                <a:cubicBezTo>
                  <a:pt x="659586" y="89003"/>
                  <a:pt x="659814" y="91371"/>
                  <a:pt x="660268" y="92424"/>
                </a:cubicBezTo>
                <a:cubicBezTo>
                  <a:pt x="660723" y="93476"/>
                  <a:pt x="661464" y="94313"/>
                  <a:pt x="662493" y="94935"/>
                </a:cubicBezTo>
                <a:cubicBezTo>
                  <a:pt x="663521" y="95557"/>
                  <a:pt x="664992" y="95868"/>
                  <a:pt x="666906" y="95868"/>
                </a:cubicBezTo>
                <a:cubicBezTo>
                  <a:pt x="668341" y="95868"/>
                  <a:pt x="670230" y="95701"/>
                  <a:pt x="672575" y="95366"/>
                </a:cubicBezTo>
                <a:close/>
                <a:moveTo>
                  <a:pt x="685082" y="106919"/>
                </a:moveTo>
                <a:lnTo>
                  <a:pt x="685082" y="1722"/>
                </a:lnTo>
                <a:lnTo>
                  <a:pt x="697998" y="1722"/>
                </a:lnTo>
                <a:lnTo>
                  <a:pt x="697998" y="39534"/>
                </a:lnTo>
                <a:cubicBezTo>
                  <a:pt x="704025" y="32505"/>
                  <a:pt x="711632" y="28990"/>
                  <a:pt x="720817" y="28990"/>
                </a:cubicBezTo>
                <a:cubicBezTo>
                  <a:pt x="726462" y="28990"/>
                  <a:pt x="731365" y="30102"/>
                  <a:pt x="735527" y="32327"/>
                </a:cubicBezTo>
                <a:cubicBezTo>
                  <a:pt x="739689" y="34551"/>
                  <a:pt x="742667" y="37625"/>
                  <a:pt x="744461" y="41548"/>
                </a:cubicBezTo>
                <a:cubicBezTo>
                  <a:pt x="746255" y="45470"/>
                  <a:pt x="747152" y="51163"/>
                  <a:pt x="747152" y="58626"/>
                </a:cubicBezTo>
                <a:lnTo>
                  <a:pt x="747152" y="106919"/>
                </a:lnTo>
                <a:lnTo>
                  <a:pt x="734235" y="106919"/>
                </a:lnTo>
                <a:lnTo>
                  <a:pt x="734235" y="58677"/>
                </a:lnTo>
                <a:cubicBezTo>
                  <a:pt x="734235" y="52227"/>
                  <a:pt x="732836" y="47532"/>
                  <a:pt x="730038" y="44593"/>
                </a:cubicBezTo>
                <a:cubicBezTo>
                  <a:pt x="727239" y="41654"/>
                  <a:pt x="723280" y="40184"/>
                  <a:pt x="718162" y="40184"/>
                </a:cubicBezTo>
                <a:cubicBezTo>
                  <a:pt x="714335" y="40184"/>
                  <a:pt x="710735" y="41176"/>
                  <a:pt x="707362" y="43160"/>
                </a:cubicBezTo>
                <a:cubicBezTo>
                  <a:pt x="703990" y="45142"/>
                  <a:pt x="701586" y="47830"/>
                  <a:pt x="700151" y="51224"/>
                </a:cubicBezTo>
                <a:cubicBezTo>
                  <a:pt x="698715" y="54616"/>
                  <a:pt x="697998" y="59299"/>
                  <a:pt x="697998" y="65272"/>
                </a:cubicBezTo>
                <a:lnTo>
                  <a:pt x="697998" y="106919"/>
                </a:lnTo>
                <a:lnTo>
                  <a:pt x="685082" y="106919"/>
                </a:lnTo>
                <a:close/>
                <a:moveTo>
                  <a:pt x="818959" y="82234"/>
                </a:moveTo>
                <a:lnTo>
                  <a:pt x="832305" y="83956"/>
                </a:lnTo>
                <a:cubicBezTo>
                  <a:pt x="830201" y="91776"/>
                  <a:pt x="826302" y="97846"/>
                  <a:pt x="820609" y="102165"/>
                </a:cubicBezTo>
                <a:cubicBezTo>
                  <a:pt x="814916" y="106482"/>
                  <a:pt x="807645" y="108641"/>
                  <a:pt x="798795" y="108641"/>
                </a:cubicBezTo>
                <a:cubicBezTo>
                  <a:pt x="787648" y="108641"/>
                  <a:pt x="778810" y="105208"/>
                  <a:pt x="772280" y="98344"/>
                </a:cubicBezTo>
                <a:cubicBezTo>
                  <a:pt x="765750" y="91479"/>
                  <a:pt x="762485" y="81851"/>
                  <a:pt x="762485" y="69461"/>
                </a:cubicBezTo>
                <a:cubicBezTo>
                  <a:pt x="762485" y="56641"/>
                  <a:pt x="765786" y="46690"/>
                  <a:pt x="772388" y="39610"/>
                </a:cubicBezTo>
                <a:cubicBezTo>
                  <a:pt x="778990" y="32530"/>
                  <a:pt x="787553" y="28990"/>
                  <a:pt x="798077" y="28990"/>
                </a:cubicBezTo>
                <a:cubicBezTo>
                  <a:pt x="808267" y="28990"/>
                  <a:pt x="816591" y="32453"/>
                  <a:pt x="823049" y="39379"/>
                </a:cubicBezTo>
                <a:cubicBezTo>
                  <a:pt x="829507" y="46304"/>
                  <a:pt x="832736" y="56046"/>
                  <a:pt x="832736" y="68607"/>
                </a:cubicBezTo>
                <a:cubicBezTo>
                  <a:pt x="832736" y="69371"/>
                  <a:pt x="832712" y="70517"/>
                  <a:pt x="832664" y="72044"/>
                </a:cubicBezTo>
                <a:lnTo>
                  <a:pt x="775832" y="72044"/>
                </a:lnTo>
                <a:cubicBezTo>
                  <a:pt x="776311" y="80440"/>
                  <a:pt x="778679" y="86868"/>
                  <a:pt x="782936" y="91329"/>
                </a:cubicBezTo>
                <a:cubicBezTo>
                  <a:pt x="787194" y="95790"/>
                  <a:pt x="792504" y="98021"/>
                  <a:pt x="798866" y="98021"/>
                </a:cubicBezTo>
                <a:cubicBezTo>
                  <a:pt x="803602" y="98021"/>
                  <a:pt x="807645" y="96766"/>
                  <a:pt x="810993" y="94256"/>
                </a:cubicBezTo>
                <a:cubicBezTo>
                  <a:pt x="814342" y="91744"/>
                  <a:pt x="816997" y="87737"/>
                  <a:pt x="818959" y="82234"/>
                </a:cubicBezTo>
                <a:moveTo>
                  <a:pt x="776550" y="61424"/>
                </a:moveTo>
                <a:lnTo>
                  <a:pt x="819102" y="61424"/>
                </a:lnTo>
                <a:cubicBezTo>
                  <a:pt x="818528" y="55035"/>
                  <a:pt x="816901" y="50243"/>
                  <a:pt x="814223" y="47048"/>
                </a:cubicBezTo>
                <a:cubicBezTo>
                  <a:pt x="810108" y="42089"/>
                  <a:pt x="804774" y="39610"/>
                  <a:pt x="798221" y="39610"/>
                </a:cubicBezTo>
                <a:cubicBezTo>
                  <a:pt x="792289" y="39610"/>
                  <a:pt x="787302" y="41589"/>
                  <a:pt x="783259" y="45548"/>
                </a:cubicBezTo>
                <a:cubicBezTo>
                  <a:pt x="779217" y="49505"/>
                  <a:pt x="776980" y="54797"/>
                  <a:pt x="776550" y="61424"/>
                </a:cubicBezTo>
                <a:close/>
                <a:moveTo>
                  <a:pt x="884400" y="68815"/>
                </a:moveTo>
                <a:cubicBezTo>
                  <a:pt x="884400" y="54703"/>
                  <a:pt x="888323" y="44250"/>
                  <a:pt x="896168" y="37457"/>
                </a:cubicBezTo>
                <a:cubicBezTo>
                  <a:pt x="902722" y="31812"/>
                  <a:pt x="910711" y="28990"/>
                  <a:pt x="920135" y="28990"/>
                </a:cubicBezTo>
                <a:cubicBezTo>
                  <a:pt x="930612" y="28990"/>
                  <a:pt x="939175" y="32422"/>
                  <a:pt x="945824" y="39287"/>
                </a:cubicBezTo>
                <a:cubicBezTo>
                  <a:pt x="952474" y="46152"/>
                  <a:pt x="955799" y="55636"/>
                  <a:pt x="955799" y="67739"/>
                </a:cubicBezTo>
                <a:cubicBezTo>
                  <a:pt x="955799" y="77546"/>
                  <a:pt x="954328" y="85260"/>
                  <a:pt x="951386" y="90881"/>
                </a:cubicBezTo>
                <a:cubicBezTo>
                  <a:pt x="948444" y="96502"/>
                  <a:pt x="944162" y="100867"/>
                  <a:pt x="938541" y="103977"/>
                </a:cubicBezTo>
                <a:cubicBezTo>
                  <a:pt x="932920" y="107086"/>
                  <a:pt x="926785" y="108641"/>
                  <a:pt x="920135" y="108641"/>
                </a:cubicBezTo>
                <a:cubicBezTo>
                  <a:pt x="909467" y="108641"/>
                  <a:pt x="900845" y="105220"/>
                  <a:pt x="894267" y="98379"/>
                </a:cubicBezTo>
                <a:cubicBezTo>
                  <a:pt x="887689" y="91539"/>
                  <a:pt x="884400" y="81684"/>
                  <a:pt x="884400" y="68815"/>
                </a:cubicBezTo>
                <a:moveTo>
                  <a:pt x="897675" y="68851"/>
                </a:moveTo>
                <a:cubicBezTo>
                  <a:pt x="897675" y="78598"/>
                  <a:pt x="899804" y="85897"/>
                  <a:pt x="904062" y="90746"/>
                </a:cubicBezTo>
                <a:cubicBezTo>
                  <a:pt x="908319" y="95596"/>
                  <a:pt x="913677" y="98021"/>
                  <a:pt x="920135" y="98021"/>
                </a:cubicBezTo>
                <a:cubicBezTo>
                  <a:pt x="926546" y="98021"/>
                  <a:pt x="931880" y="95584"/>
                  <a:pt x="936137" y="90710"/>
                </a:cubicBezTo>
                <a:cubicBezTo>
                  <a:pt x="940395" y="85837"/>
                  <a:pt x="942524" y="78407"/>
                  <a:pt x="942524" y="68421"/>
                </a:cubicBezTo>
                <a:cubicBezTo>
                  <a:pt x="942524" y="59009"/>
                  <a:pt x="940383" y="51878"/>
                  <a:pt x="936101" y="47028"/>
                </a:cubicBezTo>
                <a:cubicBezTo>
                  <a:pt x="931820" y="42178"/>
                  <a:pt x="926498" y="39754"/>
                  <a:pt x="920135" y="39754"/>
                </a:cubicBezTo>
                <a:cubicBezTo>
                  <a:pt x="913677" y="39754"/>
                  <a:pt x="908319" y="42166"/>
                  <a:pt x="904062" y="46992"/>
                </a:cubicBezTo>
                <a:cubicBezTo>
                  <a:pt x="899804" y="51818"/>
                  <a:pt x="897675" y="59104"/>
                  <a:pt x="897675" y="68851"/>
                </a:cubicBezTo>
                <a:close/>
                <a:moveTo>
                  <a:pt x="970774" y="106919"/>
                </a:moveTo>
                <a:lnTo>
                  <a:pt x="970774" y="30712"/>
                </a:lnTo>
                <a:lnTo>
                  <a:pt x="982398" y="30712"/>
                </a:lnTo>
                <a:lnTo>
                  <a:pt x="982398" y="42265"/>
                </a:lnTo>
                <a:cubicBezTo>
                  <a:pt x="985364" y="36859"/>
                  <a:pt x="988103" y="33295"/>
                  <a:pt x="990615" y="31573"/>
                </a:cubicBezTo>
                <a:cubicBezTo>
                  <a:pt x="993126" y="29851"/>
                  <a:pt x="995889" y="28990"/>
                  <a:pt x="998903" y="28990"/>
                </a:cubicBezTo>
                <a:cubicBezTo>
                  <a:pt x="1003256" y="28990"/>
                  <a:pt x="1007681" y="30377"/>
                  <a:pt x="1012178" y="33152"/>
                </a:cubicBezTo>
                <a:lnTo>
                  <a:pt x="1007729" y="45126"/>
                </a:lnTo>
                <a:cubicBezTo>
                  <a:pt x="1004572" y="43267"/>
                  <a:pt x="1001414" y="42337"/>
                  <a:pt x="998257" y="42337"/>
                </a:cubicBezTo>
                <a:cubicBezTo>
                  <a:pt x="995434" y="42337"/>
                  <a:pt x="992899" y="43186"/>
                  <a:pt x="990651" y="44884"/>
                </a:cubicBezTo>
                <a:cubicBezTo>
                  <a:pt x="988402" y="46583"/>
                  <a:pt x="986800" y="48939"/>
                  <a:pt x="985843" y="51952"/>
                </a:cubicBezTo>
                <a:cubicBezTo>
                  <a:pt x="984408" y="56545"/>
                  <a:pt x="983690" y="61568"/>
                  <a:pt x="983690" y="67021"/>
                </a:cubicBezTo>
                <a:lnTo>
                  <a:pt x="983690" y="106919"/>
                </a:lnTo>
                <a:lnTo>
                  <a:pt x="970774" y="106919"/>
                </a:lnTo>
                <a:close/>
                <a:moveTo>
                  <a:pt x="1019926" y="16504"/>
                </a:moveTo>
                <a:lnTo>
                  <a:pt x="1019926" y="1722"/>
                </a:lnTo>
                <a:lnTo>
                  <a:pt x="1032843" y="1722"/>
                </a:lnTo>
                <a:lnTo>
                  <a:pt x="1032843" y="16504"/>
                </a:lnTo>
                <a:lnTo>
                  <a:pt x="1019926" y="16504"/>
                </a:lnTo>
                <a:moveTo>
                  <a:pt x="1019926" y="106919"/>
                </a:moveTo>
                <a:lnTo>
                  <a:pt x="1019926" y="30712"/>
                </a:lnTo>
                <a:lnTo>
                  <a:pt x="1032843" y="30712"/>
                </a:lnTo>
                <a:lnTo>
                  <a:pt x="1032843" y="106919"/>
                </a:lnTo>
                <a:lnTo>
                  <a:pt x="1019926" y="106919"/>
                </a:lnTo>
                <a:close/>
                <a:moveTo>
                  <a:pt x="1050112" y="113233"/>
                </a:moveTo>
                <a:lnTo>
                  <a:pt x="1062669" y="114955"/>
                </a:lnTo>
                <a:cubicBezTo>
                  <a:pt x="1063195" y="118877"/>
                  <a:pt x="1064654" y="121733"/>
                  <a:pt x="1067046" y="123524"/>
                </a:cubicBezTo>
                <a:cubicBezTo>
                  <a:pt x="1070251" y="125944"/>
                  <a:pt x="1074629" y="127154"/>
                  <a:pt x="1080178" y="127154"/>
                </a:cubicBezTo>
                <a:cubicBezTo>
                  <a:pt x="1086158" y="127154"/>
                  <a:pt x="1090774" y="125955"/>
                  <a:pt x="1094027" y="123557"/>
                </a:cubicBezTo>
                <a:cubicBezTo>
                  <a:pt x="1097280" y="121159"/>
                  <a:pt x="1099481" y="117803"/>
                  <a:pt x="1100629" y="113489"/>
                </a:cubicBezTo>
                <a:cubicBezTo>
                  <a:pt x="1101299" y="110850"/>
                  <a:pt x="1101609" y="105312"/>
                  <a:pt x="1101562" y="96873"/>
                </a:cubicBezTo>
                <a:cubicBezTo>
                  <a:pt x="1095917" y="103570"/>
                  <a:pt x="1088884" y="106919"/>
                  <a:pt x="1080465" y="106919"/>
                </a:cubicBezTo>
                <a:cubicBezTo>
                  <a:pt x="1069988" y="106919"/>
                  <a:pt x="1061880" y="103139"/>
                  <a:pt x="1056139" y="95581"/>
                </a:cubicBezTo>
                <a:cubicBezTo>
                  <a:pt x="1050399" y="88022"/>
                  <a:pt x="1047528" y="78957"/>
                  <a:pt x="1047528" y="68385"/>
                </a:cubicBezTo>
                <a:cubicBezTo>
                  <a:pt x="1047528" y="61113"/>
                  <a:pt x="1048844" y="54404"/>
                  <a:pt x="1051475" y="48257"/>
                </a:cubicBezTo>
                <a:cubicBezTo>
                  <a:pt x="1054106" y="42110"/>
                  <a:pt x="1057921" y="37362"/>
                  <a:pt x="1062920" y="34013"/>
                </a:cubicBezTo>
                <a:cubicBezTo>
                  <a:pt x="1067919" y="30664"/>
                  <a:pt x="1073791" y="28990"/>
                  <a:pt x="1080537" y="28990"/>
                </a:cubicBezTo>
                <a:cubicBezTo>
                  <a:pt x="1089530" y="28990"/>
                  <a:pt x="1096945" y="32674"/>
                  <a:pt x="1102781" y="40041"/>
                </a:cubicBezTo>
                <a:lnTo>
                  <a:pt x="1102781" y="30712"/>
                </a:lnTo>
                <a:lnTo>
                  <a:pt x="1114693" y="30712"/>
                </a:lnTo>
                <a:lnTo>
                  <a:pt x="1114693" y="96630"/>
                </a:lnTo>
                <a:cubicBezTo>
                  <a:pt x="1114693" y="108502"/>
                  <a:pt x="1113485" y="116915"/>
                  <a:pt x="1111069" y="121869"/>
                </a:cubicBezTo>
                <a:cubicBezTo>
                  <a:pt x="1108654" y="126823"/>
                  <a:pt x="1104827" y="130736"/>
                  <a:pt x="1099588" y="133608"/>
                </a:cubicBezTo>
                <a:cubicBezTo>
                  <a:pt x="1094350" y="136481"/>
                  <a:pt x="1087904" y="137918"/>
                  <a:pt x="1080250" y="137918"/>
                </a:cubicBezTo>
                <a:cubicBezTo>
                  <a:pt x="1071160" y="137918"/>
                  <a:pt x="1063817" y="135867"/>
                  <a:pt x="1058220" y="131765"/>
                </a:cubicBezTo>
                <a:cubicBezTo>
                  <a:pt x="1052623" y="127662"/>
                  <a:pt x="1049920" y="121485"/>
                  <a:pt x="1050112" y="113233"/>
                </a:cubicBezTo>
                <a:moveTo>
                  <a:pt x="1060803" y="67454"/>
                </a:moveTo>
                <a:cubicBezTo>
                  <a:pt x="1060803" y="77427"/>
                  <a:pt x="1062789" y="84704"/>
                  <a:pt x="1066759" y="89284"/>
                </a:cubicBezTo>
                <a:cubicBezTo>
                  <a:pt x="1070730" y="93865"/>
                  <a:pt x="1075705" y="96155"/>
                  <a:pt x="1081685" y="96155"/>
                </a:cubicBezTo>
                <a:cubicBezTo>
                  <a:pt x="1087617" y="96155"/>
                  <a:pt x="1092592" y="93877"/>
                  <a:pt x="1096610" y="89320"/>
                </a:cubicBezTo>
                <a:cubicBezTo>
                  <a:pt x="1100629" y="84763"/>
                  <a:pt x="1102638" y="77618"/>
                  <a:pt x="1102638" y="67883"/>
                </a:cubicBezTo>
                <a:cubicBezTo>
                  <a:pt x="1102638" y="58578"/>
                  <a:pt x="1100569" y="51564"/>
                  <a:pt x="1096431" y="46840"/>
                </a:cubicBezTo>
                <a:cubicBezTo>
                  <a:pt x="1092293" y="42116"/>
                  <a:pt x="1087306" y="39754"/>
                  <a:pt x="1081470" y="39754"/>
                </a:cubicBezTo>
                <a:cubicBezTo>
                  <a:pt x="1075729" y="39754"/>
                  <a:pt x="1070849" y="42080"/>
                  <a:pt x="1066831" y="46732"/>
                </a:cubicBezTo>
                <a:cubicBezTo>
                  <a:pt x="1062813" y="51384"/>
                  <a:pt x="1060803" y="58292"/>
                  <a:pt x="1060803" y="67454"/>
                </a:cubicBezTo>
                <a:close/>
                <a:moveTo>
                  <a:pt x="1134261" y="16504"/>
                </a:moveTo>
                <a:lnTo>
                  <a:pt x="1134261" y="1722"/>
                </a:lnTo>
                <a:lnTo>
                  <a:pt x="1147177" y="1722"/>
                </a:lnTo>
                <a:lnTo>
                  <a:pt x="1147177" y="16504"/>
                </a:lnTo>
                <a:lnTo>
                  <a:pt x="1134261" y="16504"/>
                </a:lnTo>
                <a:moveTo>
                  <a:pt x="1134261" y="106919"/>
                </a:moveTo>
                <a:lnTo>
                  <a:pt x="1134261" y="30712"/>
                </a:lnTo>
                <a:lnTo>
                  <a:pt x="1147177" y="30712"/>
                </a:lnTo>
                <a:lnTo>
                  <a:pt x="1147177" y="106919"/>
                </a:lnTo>
                <a:lnTo>
                  <a:pt x="1134261" y="106919"/>
                </a:lnTo>
                <a:close/>
                <a:moveTo>
                  <a:pt x="1166814" y="106919"/>
                </a:moveTo>
                <a:lnTo>
                  <a:pt x="1166814" y="30712"/>
                </a:lnTo>
                <a:lnTo>
                  <a:pt x="1178439" y="30712"/>
                </a:lnTo>
                <a:lnTo>
                  <a:pt x="1178439" y="41548"/>
                </a:lnTo>
                <a:cubicBezTo>
                  <a:pt x="1184036" y="33176"/>
                  <a:pt x="1192120" y="28990"/>
                  <a:pt x="1202693" y="28990"/>
                </a:cubicBezTo>
                <a:cubicBezTo>
                  <a:pt x="1207285" y="28990"/>
                  <a:pt x="1211507" y="29815"/>
                  <a:pt x="1215358" y="31466"/>
                </a:cubicBezTo>
                <a:cubicBezTo>
                  <a:pt x="1219209" y="33116"/>
                  <a:pt x="1222091" y="35281"/>
                  <a:pt x="1224004" y="37960"/>
                </a:cubicBezTo>
                <a:cubicBezTo>
                  <a:pt x="1225918" y="40639"/>
                  <a:pt x="1227258" y="43820"/>
                  <a:pt x="1228023" y="47503"/>
                </a:cubicBezTo>
                <a:cubicBezTo>
                  <a:pt x="1228501" y="49895"/>
                  <a:pt x="1228740" y="54081"/>
                  <a:pt x="1228740" y="60061"/>
                </a:cubicBezTo>
                <a:lnTo>
                  <a:pt x="1228740" y="106919"/>
                </a:lnTo>
                <a:lnTo>
                  <a:pt x="1215824" y="106919"/>
                </a:lnTo>
                <a:lnTo>
                  <a:pt x="1215824" y="60563"/>
                </a:lnTo>
                <a:cubicBezTo>
                  <a:pt x="1215824" y="55301"/>
                  <a:pt x="1215322" y="51366"/>
                  <a:pt x="1214317" y="48759"/>
                </a:cubicBezTo>
                <a:cubicBezTo>
                  <a:pt x="1213313" y="46152"/>
                  <a:pt x="1211531" y="44071"/>
                  <a:pt x="1208971" y="42516"/>
                </a:cubicBezTo>
                <a:cubicBezTo>
                  <a:pt x="1206412" y="40962"/>
                  <a:pt x="1203410" y="40184"/>
                  <a:pt x="1199966" y="40184"/>
                </a:cubicBezTo>
                <a:cubicBezTo>
                  <a:pt x="1194464" y="40184"/>
                  <a:pt x="1189716" y="41930"/>
                  <a:pt x="1185722" y="45422"/>
                </a:cubicBezTo>
                <a:cubicBezTo>
                  <a:pt x="1181727" y="48915"/>
                  <a:pt x="1179730" y="55540"/>
                  <a:pt x="1179730" y="65299"/>
                </a:cubicBezTo>
                <a:lnTo>
                  <a:pt x="1179730" y="106919"/>
                </a:lnTo>
                <a:lnTo>
                  <a:pt x="1166814" y="106919"/>
                </a:lnTo>
                <a:close/>
                <a:moveTo>
                  <a:pt x="1298251" y="97303"/>
                </a:moveTo>
                <a:cubicBezTo>
                  <a:pt x="1293467" y="101449"/>
                  <a:pt x="1288863" y="104375"/>
                  <a:pt x="1284438" y="106082"/>
                </a:cubicBezTo>
                <a:cubicBezTo>
                  <a:pt x="1280013" y="107788"/>
                  <a:pt x="1275265" y="108641"/>
                  <a:pt x="1270194" y="108641"/>
                </a:cubicBezTo>
                <a:cubicBezTo>
                  <a:pt x="1261822" y="108641"/>
                  <a:pt x="1255388" y="106596"/>
                  <a:pt x="1250891" y="102505"/>
                </a:cubicBezTo>
                <a:cubicBezTo>
                  <a:pt x="1246395" y="98415"/>
                  <a:pt x="1244146" y="93189"/>
                  <a:pt x="1244146" y="86826"/>
                </a:cubicBezTo>
                <a:cubicBezTo>
                  <a:pt x="1244146" y="83095"/>
                  <a:pt x="1244995" y="79687"/>
                  <a:pt x="1246694" y="76601"/>
                </a:cubicBezTo>
                <a:cubicBezTo>
                  <a:pt x="1248392" y="73515"/>
                  <a:pt x="1250616" y="71040"/>
                  <a:pt x="1253367" y="69174"/>
                </a:cubicBezTo>
                <a:cubicBezTo>
                  <a:pt x="1256118" y="67308"/>
                  <a:pt x="1259215" y="65897"/>
                  <a:pt x="1262660" y="64940"/>
                </a:cubicBezTo>
                <a:cubicBezTo>
                  <a:pt x="1265195" y="64271"/>
                  <a:pt x="1269022" y="63625"/>
                  <a:pt x="1274141" y="63003"/>
                </a:cubicBezTo>
                <a:cubicBezTo>
                  <a:pt x="1284570" y="61759"/>
                  <a:pt x="1292248" y="60276"/>
                  <a:pt x="1297175" y="58554"/>
                </a:cubicBezTo>
                <a:cubicBezTo>
                  <a:pt x="1297223" y="56792"/>
                  <a:pt x="1297247" y="55672"/>
                  <a:pt x="1297247" y="55195"/>
                </a:cubicBezTo>
                <a:cubicBezTo>
                  <a:pt x="1297247" y="49952"/>
                  <a:pt x="1296027" y="46259"/>
                  <a:pt x="1293587" y="44115"/>
                </a:cubicBezTo>
                <a:cubicBezTo>
                  <a:pt x="1290286" y="41207"/>
                  <a:pt x="1285383" y="39754"/>
                  <a:pt x="1278877" y="39754"/>
                </a:cubicBezTo>
                <a:cubicBezTo>
                  <a:pt x="1272801" y="39754"/>
                  <a:pt x="1268316" y="40818"/>
                  <a:pt x="1265422" y="42947"/>
                </a:cubicBezTo>
                <a:cubicBezTo>
                  <a:pt x="1262528" y="45076"/>
                  <a:pt x="1260387" y="48843"/>
                  <a:pt x="1259000" y="54249"/>
                </a:cubicBezTo>
                <a:lnTo>
                  <a:pt x="1246371" y="52526"/>
                </a:lnTo>
                <a:cubicBezTo>
                  <a:pt x="1247519" y="47104"/>
                  <a:pt x="1249408" y="42726"/>
                  <a:pt x="1252039" y="39390"/>
                </a:cubicBezTo>
                <a:cubicBezTo>
                  <a:pt x="1254671" y="36055"/>
                  <a:pt x="1258474" y="33488"/>
                  <a:pt x="1263449" y="31690"/>
                </a:cubicBezTo>
                <a:cubicBezTo>
                  <a:pt x="1268424" y="29890"/>
                  <a:pt x="1274189" y="28990"/>
                  <a:pt x="1280742" y="28990"/>
                </a:cubicBezTo>
                <a:cubicBezTo>
                  <a:pt x="1287248" y="28990"/>
                  <a:pt x="1292535" y="29758"/>
                  <a:pt x="1296601" y="31295"/>
                </a:cubicBezTo>
                <a:cubicBezTo>
                  <a:pt x="1300667" y="32831"/>
                  <a:pt x="1303657" y="34763"/>
                  <a:pt x="1305571" y="37092"/>
                </a:cubicBezTo>
                <a:cubicBezTo>
                  <a:pt x="1307484" y="39420"/>
                  <a:pt x="1308824" y="42360"/>
                  <a:pt x="1309589" y="45914"/>
                </a:cubicBezTo>
                <a:cubicBezTo>
                  <a:pt x="1310019" y="48122"/>
                  <a:pt x="1310235" y="52088"/>
                  <a:pt x="1310235" y="57812"/>
                </a:cubicBezTo>
                <a:lnTo>
                  <a:pt x="1310235" y="74984"/>
                </a:lnTo>
                <a:cubicBezTo>
                  <a:pt x="1310235" y="86957"/>
                  <a:pt x="1310510" y="94540"/>
                  <a:pt x="1311060" y="97734"/>
                </a:cubicBezTo>
                <a:cubicBezTo>
                  <a:pt x="1311610" y="100927"/>
                  <a:pt x="1312698" y="103988"/>
                  <a:pt x="1314325" y="106919"/>
                </a:cubicBezTo>
                <a:lnTo>
                  <a:pt x="1300835" y="106919"/>
                </a:lnTo>
                <a:cubicBezTo>
                  <a:pt x="1299495" y="104178"/>
                  <a:pt x="1298634" y="100973"/>
                  <a:pt x="1298251" y="97303"/>
                </a:cubicBezTo>
                <a:moveTo>
                  <a:pt x="1297175" y="68744"/>
                </a:moveTo>
                <a:cubicBezTo>
                  <a:pt x="1292487" y="70648"/>
                  <a:pt x="1285455" y="72267"/>
                  <a:pt x="1276078" y="73601"/>
                </a:cubicBezTo>
                <a:cubicBezTo>
                  <a:pt x="1270768" y="74362"/>
                  <a:pt x="1267013" y="75218"/>
                  <a:pt x="1264812" y="76171"/>
                </a:cubicBezTo>
                <a:cubicBezTo>
                  <a:pt x="1262612" y="77123"/>
                  <a:pt x="1260913" y="78515"/>
                  <a:pt x="1259718" y="80348"/>
                </a:cubicBezTo>
                <a:cubicBezTo>
                  <a:pt x="1258522" y="82181"/>
                  <a:pt x="1257924" y="84216"/>
                  <a:pt x="1257924" y="86454"/>
                </a:cubicBezTo>
                <a:cubicBezTo>
                  <a:pt x="1257924" y="89882"/>
                  <a:pt x="1259227" y="92739"/>
                  <a:pt x="1261834" y="95025"/>
                </a:cubicBezTo>
                <a:cubicBezTo>
                  <a:pt x="1264442" y="97309"/>
                  <a:pt x="1268257" y="98451"/>
                  <a:pt x="1273280" y="98451"/>
                </a:cubicBezTo>
                <a:cubicBezTo>
                  <a:pt x="1278255" y="98451"/>
                  <a:pt x="1282680" y="97367"/>
                  <a:pt x="1286555" y="95197"/>
                </a:cubicBezTo>
                <a:cubicBezTo>
                  <a:pt x="1290430" y="93027"/>
                  <a:pt x="1293276" y="90062"/>
                  <a:pt x="1295094" y="86302"/>
                </a:cubicBezTo>
                <a:cubicBezTo>
                  <a:pt x="1296481" y="83400"/>
                  <a:pt x="1297175" y="79118"/>
                  <a:pt x="1297175" y="73455"/>
                </a:cubicBezTo>
                <a:lnTo>
                  <a:pt x="1297175" y="68744"/>
                </a:lnTo>
                <a:close/>
                <a:moveTo>
                  <a:pt x="1329946" y="106919"/>
                </a:moveTo>
                <a:lnTo>
                  <a:pt x="1329946" y="1722"/>
                </a:lnTo>
                <a:lnTo>
                  <a:pt x="1342862" y="1722"/>
                </a:lnTo>
                <a:lnTo>
                  <a:pt x="1342862" y="106919"/>
                </a:lnTo>
                <a:lnTo>
                  <a:pt x="1329946" y="106919"/>
                </a:lnTo>
                <a:close/>
                <a:moveTo>
                  <a:pt x="1403565" y="106919"/>
                </a:moveTo>
                <a:lnTo>
                  <a:pt x="1403565" y="30712"/>
                </a:lnTo>
                <a:lnTo>
                  <a:pt x="1415190" y="30712"/>
                </a:lnTo>
                <a:lnTo>
                  <a:pt x="1415190" y="41548"/>
                </a:lnTo>
                <a:cubicBezTo>
                  <a:pt x="1420787" y="33176"/>
                  <a:pt x="1428872" y="28990"/>
                  <a:pt x="1439444" y="28990"/>
                </a:cubicBezTo>
                <a:cubicBezTo>
                  <a:pt x="1444036" y="28990"/>
                  <a:pt x="1448258" y="29815"/>
                  <a:pt x="1452109" y="31466"/>
                </a:cubicBezTo>
                <a:cubicBezTo>
                  <a:pt x="1455960" y="33116"/>
                  <a:pt x="1458842" y="35281"/>
                  <a:pt x="1460756" y="37960"/>
                </a:cubicBezTo>
                <a:cubicBezTo>
                  <a:pt x="1462669" y="40639"/>
                  <a:pt x="1464009" y="43820"/>
                  <a:pt x="1464774" y="47503"/>
                </a:cubicBezTo>
                <a:cubicBezTo>
                  <a:pt x="1465253" y="49895"/>
                  <a:pt x="1465492" y="54081"/>
                  <a:pt x="1465492" y="60061"/>
                </a:cubicBezTo>
                <a:lnTo>
                  <a:pt x="1465492" y="106919"/>
                </a:lnTo>
                <a:lnTo>
                  <a:pt x="1452575" y="106919"/>
                </a:lnTo>
                <a:lnTo>
                  <a:pt x="1452575" y="60563"/>
                </a:lnTo>
                <a:cubicBezTo>
                  <a:pt x="1452575" y="55301"/>
                  <a:pt x="1452073" y="51366"/>
                  <a:pt x="1451069" y="48759"/>
                </a:cubicBezTo>
                <a:cubicBezTo>
                  <a:pt x="1450064" y="46152"/>
                  <a:pt x="1448282" y="44071"/>
                  <a:pt x="1445723" y="42516"/>
                </a:cubicBezTo>
                <a:cubicBezTo>
                  <a:pt x="1443163" y="40962"/>
                  <a:pt x="1440161" y="40184"/>
                  <a:pt x="1436717" y="40184"/>
                </a:cubicBezTo>
                <a:cubicBezTo>
                  <a:pt x="1431216" y="40184"/>
                  <a:pt x="1426468" y="41930"/>
                  <a:pt x="1422473" y="45422"/>
                </a:cubicBezTo>
                <a:cubicBezTo>
                  <a:pt x="1418479" y="48915"/>
                  <a:pt x="1416481" y="55540"/>
                  <a:pt x="1416481" y="65299"/>
                </a:cubicBezTo>
                <a:lnTo>
                  <a:pt x="1416481" y="106919"/>
                </a:lnTo>
                <a:lnTo>
                  <a:pt x="1403565" y="106919"/>
                </a:lnTo>
                <a:close/>
                <a:moveTo>
                  <a:pt x="1535002" y="97303"/>
                </a:moveTo>
                <a:cubicBezTo>
                  <a:pt x="1530219" y="101449"/>
                  <a:pt x="1525614" y="104375"/>
                  <a:pt x="1521189" y="106082"/>
                </a:cubicBezTo>
                <a:cubicBezTo>
                  <a:pt x="1516764" y="107788"/>
                  <a:pt x="1512016" y="108641"/>
                  <a:pt x="1506945" y="108641"/>
                </a:cubicBezTo>
                <a:cubicBezTo>
                  <a:pt x="1498574" y="108641"/>
                  <a:pt x="1492139" y="106596"/>
                  <a:pt x="1487642" y="102505"/>
                </a:cubicBezTo>
                <a:cubicBezTo>
                  <a:pt x="1483146" y="98415"/>
                  <a:pt x="1480897" y="93189"/>
                  <a:pt x="1480897" y="86826"/>
                </a:cubicBezTo>
                <a:cubicBezTo>
                  <a:pt x="1480897" y="83095"/>
                  <a:pt x="1481746" y="79687"/>
                  <a:pt x="1483445" y="76601"/>
                </a:cubicBezTo>
                <a:cubicBezTo>
                  <a:pt x="1485143" y="73515"/>
                  <a:pt x="1487367" y="71040"/>
                  <a:pt x="1490118" y="69174"/>
                </a:cubicBezTo>
                <a:cubicBezTo>
                  <a:pt x="1492869" y="67308"/>
                  <a:pt x="1495966" y="65897"/>
                  <a:pt x="1499411" y="64940"/>
                </a:cubicBezTo>
                <a:cubicBezTo>
                  <a:pt x="1501946" y="64271"/>
                  <a:pt x="1505773" y="63625"/>
                  <a:pt x="1510892" y="63003"/>
                </a:cubicBezTo>
                <a:cubicBezTo>
                  <a:pt x="1521321" y="61759"/>
                  <a:pt x="1528999" y="60276"/>
                  <a:pt x="1533926" y="58554"/>
                </a:cubicBezTo>
                <a:cubicBezTo>
                  <a:pt x="1533974" y="56792"/>
                  <a:pt x="1533998" y="55672"/>
                  <a:pt x="1533998" y="55195"/>
                </a:cubicBezTo>
                <a:cubicBezTo>
                  <a:pt x="1533998" y="49952"/>
                  <a:pt x="1532778" y="46259"/>
                  <a:pt x="1530338" y="44115"/>
                </a:cubicBezTo>
                <a:cubicBezTo>
                  <a:pt x="1527037" y="41207"/>
                  <a:pt x="1522134" y="39754"/>
                  <a:pt x="1515628" y="39754"/>
                </a:cubicBezTo>
                <a:cubicBezTo>
                  <a:pt x="1509552" y="39754"/>
                  <a:pt x="1505068" y="40818"/>
                  <a:pt x="1502173" y="42947"/>
                </a:cubicBezTo>
                <a:cubicBezTo>
                  <a:pt x="1499279" y="45076"/>
                  <a:pt x="1497138" y="48843"/>
                  <a:pt x="1495751" y="54249"/>
                </a:cubicBezTo>
                <a:lnTo>
                  <a:pt x="1483122" y="52526"/>
                </a:lnTo>
                <a:cubicBezTo>
                  <a:pt x="1484270" y="47104"/>
                  <a:pt x="1486159" y="42726"/>
                  <a:pt x="1488791" y="39390"/>
                </a:cubicBezTo>
                <a:cubicBezTo>
                  <a:pt x="1491422" y="36055"/>
                  <a:pt x="1495225" y="33488"/>
                  <a:pt x="1500200" y="31690"/>
                </a:cubicBezTo>
                <a:cubicBezTo>
                  <a:pt x="1505175" y="29890"/>
                  <a:pt x="1510940" y="28990"/>
                  <a:pt x="1517494" y="28990"/>
                </a:cubicBezTo>
                <a:cubicBezTo>
                  <a:pt x="1524000" y="28990"/>
                  <a:pt x="1529286" y="29758"/>
                  <a:pt x="1533352" y="31295"/>
                </a:cubicBezTo>
                <a:cubicBezTo>
                  <a:pt x="1537418" y="32831"/>
                  <a:pt x="1540408" y="34763"/>
                  <a:pt x="1542322" y="37092"/>
                </a:cubicBezTo>
                <a:cubicBezTo>
                  <a:pt x="1544235" y="39420"/>
                  <a:pt x="1545575" y="42360"/>
                  <a:pt x="1546340" y="45914"/>
                </a:cubicBezTo>
                <a:cubicBezTo>
                  <a:pt x="1546771" y="48122"/>
                  <a:pt x="1546986" y="52088"/>
                  <a:pt x="1546986" y="57812"/>
                </a:cubicBezTo>
                <a:lnTo>
                  <a:pt x="1546986" y="74984"/>
                </a:lnTo>
                <a:cubicBezTo>
                  <a:pt x="1546986" y="86957"/>
                  <a:pt x="1547261" y="94540"/>
                  <a:pt x="1547811" y="97734"/>
                </a:cubicBezTo>
                <a:cubicBezTo>
                  <a:pt x="1548361" y="100927"/>
                  <a:pt x="1549450" y="103988"/>
                  <a:pt x="1551076" y="106919"/>
                </a:cubicBezTo>
                <a:lnTo>
                  <a:pt x="1537586" y="106919"/>
                </a:lnTo>
                <a:cubicBezTo>
                  <a:pt x="1536246" y="104178"/>
                  <a:pt x="1535385" y="100973"/>
                  <a:pt x="1535002" y="97303"/>
                </a:cubicBezTo>
                <a:moveTo>
                  <a:pt x="1533926" y="68744"/>
                </a:moveTo>
                <a:cubicBezTo>
                  <a:pt x="1529238" y="70648"/>
                  <a:pt x="1522206" y="72267"/>
                  <a:pt x="1512829" y="73601"/>
                </a:cubicBezTo>
                <a:cubicBezTo>
                  <a:pt x="1507519" y="74362"/>
                  <a:pt x="1503764" y="75218"/>
                  <a:pt x="1501563" y="76171"/>
                </a:cubicBezTo>
                <a:cubicBezTo>
                  <a:pt x="1499363" y="77123"/>
                  <a:pt x="1497665" y="78515"/>
                  <a:pt x="1496469" y="80348"/>
                </a:cubicBezTo>
                <a:cubicBezTo>
                  <a:pt x="1495273" y="82181"/>
                  <a:pt x="1494675" y="84216"/>
                  <a:pt x="1494675" y="86454"/>
                </a:cubicBezTo>
                <a:cubicBezTo>
                  <a:pt x="1494675" y="89882"/>
                  <a:pt x="1495978" y="92739"/>
                  <a:pt x="1498585" y="95025"/>
                </a:cubicBezTo>
                <a:cubicBezTo>
                  <a:pt x="1501193" y="97309"/>
                  <a:pt x="1505008" y="98451"/>
                  <a:pt x="1510031" y="98451"/>
                </a:cubicBezTo>
                <a:cubicBezTo>
                  <a:pt x="1515006" y="98451"/>
                  <a:pt x="1519431" y="97367"/>
                  <a:pt x="1523306" y="95197"/>
                </a:cubicBezTo>
                <a:cubicBezTo>
                  <a:pt x="1527181" y="93027"/>
                  <a:pt x="1530027" y="90062"/>
                  <a:pt x="1531845" y="86302"/>
                </a:cubicBezTo>
                <a:cubicBezTo>
                  <a:pt x="1533232" y="83400"/>
                  <a:pt x="1533926" y="79118"/>
                  <a:pt x="1533926" y="73455"/>
                </a:cubicBezTo>
                <a:lnTo>
                  <a:pt x="1533926" y="68744"/>
                </a:lnTo>
                <a:close/>
                <a:moveTo>
                  <a:pt x="1566984" y="106919"/>
                </a:moveTo>
                <a:lnTo>
                  <a:pt x="1566984" y="30712"/>
                </a:lnTo>
                <a:lnTo>
                  <a:pt x="1578537" y="30712"/>
                </a:lnTo>
                <a:lnTo>
                  <a:pt x="1578537" y="41404"/>
                </a:lnTo>
                <a:cubicBezTo>
                  <a:pt x="1580929" y="37673"/>
                  <a:pt x="1584110" y="34671"/>
                  <a:pt x="1588080" y="32398"/>
                </a:cubicBezTo>
                <a:cubicBezTo>
                  <a:pt x="1592051" y="30126"/>
                  <a:pt x="1596572" y="28990"/>
                  <a:pt x="1601643" y="28990"/>
                </a:cubicBezTo>
                <a:cubicBezTo>
                  <a:pt x="1607288" y="28990"/>
                  <a:pt x="1611916" y="30162"/>
                  <a:pt x="1615528" y="32506"/>
                </a:cubicBezTo>
                <a:cubicBezTo>
                  <a:pt x="1619140" y="34850"/>
                  <a:pt x="1621687" y="38127"/>
                  <a:pt x="1623170" y="42337"/>
                </a:cubicBezTo>
                <a:cubicBezTo>
                  <a:pt x="1629198" y="33439"/>
                  <a:pt x="1637043" y="28990"/>
                  <a:pt x="1646706" y="28990"/>
                </a:cubicBezTo>
                <a:cubicBezTo>
                  <a:pt x="1654265" y="28990"/>
                  <a:pt x="1660077" y="31083"/>
                  <a:pt x="1664143" y="35269"/>
                </a:cubicBezTo>
                <a:cubicBezTo>
                  <a:pt x="1668210" y="39455"/>
                  <a:pt x="1670243" y="45901"/>
                  <a:pt x="1670243" y="54607"/>
                </a:cubicBezTo>
                <a:lnTo>
                  <a:pt x="1670243" y="106919"/>
                </a:lnTo>
                <a:lnTo>
                  <a:pt x="1657398" y="106919"/>
                </a:lnTo>
                <a:lnTo>
                  <a:pt x="1657398" y="58913"/>
                </a:lnTo>
                <a:cubicBezTo>
                  <a:pt x="1657398" y="53746"/>
                  <a:pt x="1656980" y="50027"/>
                  <a:pt x="1656142" y="47755"/>
                </a:cubicBezTo>
                <a:cubicBezTo>
                  <a:pt x="1655305" y="45482"/>
                  <a:pt x="1653786" y="43652"/>
                  <a:pt x="1651586" y="42265"/>
                </a:cubicBezTo>
                <a:cubicBezTo>
                  <a:pt x="1649385" y="40878"/>
                  <a:pt x="1646802" y="40184"/>
                  <a:pt x="1643836" y="40184"/>
                </a:cubicBezTo>
                <a:cubicBezTo>
                  <a:pt x="1638478" y="40184"/>
                  <a:pt x="1634029" y="41966"/>
                  <a:pt x="1630489" y="45530"/>
                </a:cubicBezTo>
                <a:cubicBezTo>
                  <a:pt x="1626949" y="49094"/>
                  <a:pt x="1625179" y="54799"/>
                  <a:pt x="1625179" y="62644"/>
                </a:cubicBezTo>
                <a:lnTo>
                  <a:pt x="1625179" y="106919"/>
                </a:lnTo>
                <a:lnTo>
                  <a:pt x="1612263" y="106919"/>
                </a:lnTo>
                <a:lnTo>
                  <a:pt x="1612263" y="57406"/>
                </a:lnTo>
                <a:cubicBezTo>
                  <a:pt x="1612263" y="51665"/>
                  <a:pt x="1611210" y="47360"/>
                  <a:pt x="1609105" y="44490"/>
                </a:cubicBezTo>
                <a:cubicBezTo>
                  <a:pt x="1607001" y="41619"/>
                  <a:pt x="1603556" y="40184"/>
                  <a:pt x="1598772" y="40184"/>
                </a:cubicBezTo>
                <a:cubicBezTo>
                  <a:pt x="1595137" y="40184"/>
                  <a:pt x="1591776" y="41141"/>
                  <a:pt x="1588690" y="43054"/>
                </a:cubicBezTo>
                <a:cubicBezTo>
                  <a:pt x="1585605" y="44968"/>
                  <a:pt x="1583368" y="47767"/>
                  <a:pt x="1581981" y="51450"/>
                </a:cubicBezTo>
                <a:cubicBezTo>
                  <a:pt x="1580594" y="55134"/>
                  <a:pt x="1579900" y="60444"/>
                  <a:pt x="1579900" y="67380"/>
                </a:cubicBezTo>
                <a:lnTo>
                  <a:pt x="1579900" y="106919"/>
                </a:lnTo>
                <a:lnTo>
                  <a:pt x="1566984" y="106919"/>
                </a:lnTo>
                <a:close/>
                <a:moveTo>
                  <a:pt x="1741569" y="82234"/>
                </a:moveTo>
                <a:lnTo>
                  <a:pt x="1754915" y="83956"/>
                </a:lnTo>
                <a:cubicBezTo>
                  <a:pt x="1752811" y="91776"/>
                  <a:pt x="1748912" y="97846"/>
                  <a:pt x="1743219" y="102165"/>
                </a:cubicBezTo>
                <a:cubicBezTo>
                  <a:pt x="1737526" y="106482"/>
                  <a:pt x="1730255" y="108641"/>
                  <a:pt x="1721405" y="108641"/>
                </a:cubicBezTo>
                <a:cubicBezTo>
                  <a:pt x="1710258" y="108641"/>
                  <a:pt x="1701420" y="105208"/>
                  <a:pt x="1694890" y="98344"/>
                </a:cubicBezTo>
                <a:cubicBezTo>
                  <a:pt x="1688360" y="91479"/>
                  <a:pt x="1685095" y="81851"/>
                  <a:pt x="1685095" y="69461"/>
                </a:cubicBezTo>
                <a:cubicBezTo>
                  <a:pt x="1685095" y="56641"/>
                  <a:pt x="1688396" y="46690"/>
                  <a:pt x="1694998" y="39610"/>
                </a:cubicBezTo>
                <a:cubicBezTo>
                  <a:pt x="1701600" y="32530"/>
                  <a:pt x="1710163" y="28990"/>
                  <a:pt x="1720687" y="28990"/>
                </a:cubicBezTo>
                <a:cubicBezTo>
                  <a:pt x="1730877" y="28990"/>
                  <a:pt x="1739201" y="32453"/>
                  <a:pt x="1745659" y="39379"/>
                </a:cubicBezTo>
                <a:cubicBezTo>
                  <a:pt x="1752117" y="46304"/>
                  <a:pt x="1755346" y="56046"/>
                  <a:pt x="1755346" y="68607"/>
                </a:cubicBezTo>
                <a:cubicBezTo>
                  <a:pt x="1755346" y="69371"/>
                  <a:pt x="1755322" y="70517"/>
                  <a:pt x="1755274" y="72044"/>
                </a:cubicBezTo>
                <a:lnTo>
                  <a:pt x="1698442" y="72044"/>
                </a:lnTo>
                <a:cubicBezTo>
                  <a:pt x="1698921" y="80440"/>
                  <a:pt x="1701289" y="86868"/>
                  <a:pt x="1705546" y="91329"/>
                </a:cubicBezTo>
                <a:cubicBezTo>
                  <a:pt x="1709804" y="95790"/>
                  <a:pt x="1715114" y="98021"/>
                  <a:pt x="1721476" y="98021"/>
                </a:cubicBezTo>
                <a:cubicBezTo>
                  <a:pt x="1726212" y="98021"/>
                  <a:pt x="1730255" y="96766"/>
                  <a:pt x="1733603" y="94256"/>
                </a:cubicBezTo>
                <a:cubicBezTo>
                  <a:pt x="1736952" y="91744"/>
                  <a:pt x="1739607" y="87737"/>
                  <a:pt x="1741569" y="82234"/>
                </a:cubicBezTo>
                <a:moveTo>
                  <a:pt x="1699160" y="61424"/>
                </a:moveTo>
                <a:lnTo>
                  <a:pt x="1741712" y="61424"/>
                </a:lnTo>
                <a:cubicBezTo>
                  <a:pt x="1741138" y="55035"/>
                  <a:pt x="1739511" y="50243"/>
                  <a:pt x="1736833" y="47048"/>
                </a:cubicBezTo>
                <a:cubicBezTo>
                  <a:pt x="1732718" y="42089"/>
                  <a:pt x="1727384" y="39610"/>
                  <a:pt x="1720831" y="39610"/>
                </a:cubicBezTo>
                <a:cubicBezTo>
                  <a:pt x="1714899" y="39610"/>
                  <a:pt x="1709912" y="41589"/>
                  <a:pt x="1705869" y="45548"/>
                </a:cubicBezTo>
                <a:cubicBezTo>
                  <a:pt x="1701827" y="49505"/>
                  <a:pt x="1699590" y="54797"/>
                  <a:pt x="1699160" y="61424"/>
                </a:cubicBezTo>
                <a:close/>
                <a:moveTo>
                  <a:pt x="1861546" y="97303"/>
                </a:moveTo>
                <a:cubicBezTo>
                  <a:pt x="1856762" y="101449"/>
                  <a:pt x="1852158" y="104375"/>
                  <a:pt x="1847732" y="106082"/>
                </a:cubicBezTo>
                <a:cubicBezTo>
                  <a:pt x="1843307" y="107788"/>
                  <a:pt x="1838559" y="108641"/>
                  <a:pt x="1833489" y="108641"/>
                </a:cubicBezTo>
                <a:cubicBezTo>
                  <a:pt x="1825117" y="108641"/>
                  <a:pt x="1818683" y="106596"/>
                  <a:pt x="1814186" y="102505"/>
                </a:cubicBezTo>
                <a:cubicBezTo>
                  <a:pt x="1809689" y="98415"/>
                  <a:pt x="1807441" y="93189"/>
                  <a:pt x="1807441" y="86826"/>
                </a:cubicBezTo>
                <a:cubicBezTo>
                  <a:pt x="1807441" y="83095"/>
                  <a:pt x="1808290" y="79687"/>
                  <a:pt x="1809988" y="76601"/>
                </a:cubicBezTo>
                <a:cubicBezTo>
                  <a:pt x="1811686" y="73515"/>
                  <a:pt x="1813911" y="71040"/>
                  <a:pt x="1816661" y="69174"/>
                </a:cubicBezTo>
                <a:cubicBezTo>
                  <a:pt x="1819412" y="67308"/>
                  <a:pt x="1822510" y="65897"/>
                  <a:pt x="1825954" y="64940"/>
                </a:cubicBezTo>
                <a:cubicBezTo>
                  <a:pt x="1828490" y="64271"/>
                  <a:pt x="1832317" y="63625"/>
                  <a:pt x="1837435" y="63003"/>
                </a:cubicBezTo>
                <a:cubicBezTo>
                  <a:pt x="1847864" y="61759"/>
                  <a:pt x="1855542" y="60276"/>
                  <a:pt x="1860469" y="58554"/>
                </a:cubicBezTo>
                <a:cubicBezTo>
                  <a:pt x="1860517" y="56792"/>
                  <a:pt x="1860541" y="55672"/>
                  <a:pt x="1860541" y="55195"/>
                </a:cubicBezTo>
                <a:cubicBezTo>
                  <a:pt x="1860541" y="49952"/>
                  <a:pt x="1859321" y="46259"/>
                  <a:pt x="1856882" y="44115"/>
                </a:cubicBezTo>
                <a:cubicBezTo>
                  <a:pt x="1853581" y="41207"/>
                  <a:pt x="1848677" y="39754"/>
                  <a:pt x="1842171" y="39754"/>
                </a:cubicBezTo>
                <a:cubicBezTo>
                  <a:pt x="1836096" y="39754"/>
                  <a:pt x="1831611" y="40818"/>
                  <a:pt x="1828717" y="42947"/>
                </a:cubicBezTo>
                <a:cubicBezTo>
                  <a:pt x="1825823" y="45076"/>
                  <a:pt x="1823682" y="48843"/>
                  <a:pt x="1822294" y="54249"/>
                </a:cubicBezTo>
                <a:lnTo>
                  <a:pt x="1809665" y="52526"/>
                </a:lnTo>
                <a:cubicBezTo>
                  <a:pt x="1810813" y="47104"/>
                  <a:pt x="1812703" y="42726"/>
                  <a:pt x="1815334" y="39390"/>
                </a:cubicBezTo>
                <a:cubicBezTo>
                  <a:pt x="1817965" y="36055"/>
                  <a:pt x="1821768" y="33488"/>
                  <a:pt x="1826743" y="31690"/>
                </a:cubicBezTo>
                <a:cubicBezTo>
                  <a:pt x="1831719" y="29890"/>
                  <a:pt x="1837483" y="28990"/>
                  <a:pt x="1844037" y="28990"/>
                </a:cubicBezTo>
                <a:cubicBezTo>
                  <a:pt x="1850543" y="28990"/>
                  <a:pt x="1855829" y="29758"/>
                  <a:pt x="1859895" y="31295"/>
                </a:cubicBezTo>
                <a:cubicBezTo>
                  <a:pt x="1863962" y="32831"/>
                  <a:pt x="1866951" y="34763"/>
                  <a:pt x="1868865" y="37092"/>
                </a:cubicBezTo>
                <a:cubicBezTo>
                  <a:pt x="1870779" y="39420"/>
                  <a:pt x="1872118" y="42360"/>
                  <a:pt x="1872883" y="45914"/>
                </a:cubicBezTo>
                <a:cubicBezTo>
                  <a:pt x="1873314" y="48122"/>
                  <a:pt x="1873529" y="52088"/>
                  <a:pt x="1873529" y="57812"/>
                </a:cubicBezTo>
                <a:lnTo>
                  <a:pt x="1873529" y="74984"/>
                </a:lnTo>
                <a:cubicBezTo>
                  <a:pt x="1873529" y="86957"/>
                  <a:pt x="1873804" y="94540"/>
                  <a:pt x="1874354" y="97734"/>
                </a:cubicBezTo>
                <a:cubicBezTo>
                  <a:pt x="1874905" y="100927"/>
                  <a:pt x="1875993" y="103988"/>
                  <a:pt x="1877619" y="106919"/>
                </a:cubicBezTo>
                <a:lnTo>
                  <a:pt x="1864129" y="106919"/>
                </a:lnTo>
                <a:cubicBezTo>
                  <a:pt x="1862790" y="104178"/>
                  <a:pt x="1861928" y="100973"/>
                  <a:pt x="1861546" y="97303"/>
                </a:cubicBezTo>
                <a:moveTo>
                  <a:pt x="1860469" y="68744"/>
                </a:moveTo>
                <a:cubicBezTo>
                  <a:pt x="1855781" y="70648"/>
                  <a:pt x="1848749" y="72267"/>
                  <a:pt x="1839373" y="73601"/>
                </a:cubicBezTo>
                <a:cubicBezTo>
                  <a:pt x="1834063" y="74362"/>
                  <a:pt x="1830307" y="75218"/>
                  <a:pt x="1828107" y="76171"/>
                </a:cubicBezTo>
                <a:cubicBezTo>
                  <a:pt x="1825906" y="77123"/>
                  <a:pt x="1824208" y="78515"/>
                  <a:pt x="1823012" y="80348"/>
                </a:cubicBezTo>
                <a:cubicBezTo>
                  <a:pt x="1821816" y="82181"/>
                  <a:pt x="1821218" y="84216"/>
                  <a:pt x="1821218" y="86454"/>
                </a:cubicBezTo>
                <a:cubicBezTo>
                  <a:pt x="1821218" y="89882"/>
                  <a:pt x="1822522" y="92739"/>
                  <a:pt x="1825129" y="95025"/>
                </a:cubicBezTo>
                <a:cubicBezTo>
                  <a:pt x="1827736" y="97309"/>
                  <a:pt x="1831551" y="98451"/>
                  <a:pt x="1836574" y="98451"/>
                </a:cubicBezTo>
                <a:cubicBezTo>
                  <a:pt x="1841549" y="98451"/>
                  <a:pt x="1845974" y="97367"/>
                  <a:pt x="1849849" y="95197"/>
                </a:cubicBezTo>
                <a:cubicBezTo>
                  <a:pt x="1853724" y="93027"/>
                  <a:pt x="1856571" y="90062"/>
                  <a:pt x="1858388" y="86302"/>
                </a:cubicBezTo>
                <a:cubicBezTo>
                  <a:pt x="1859776" y="83400"/>
                  <a:pt x="1860469" y="79118"/>
                  <a:pt x="1860469" y="73455"/>
                </a:cubicBezTo>
                <a:lnTo>
                  <a:pt x="1860469" y="68744"/>
                </a:lnTo>
                <a:close/>
                <a:moveTo>
                  <a:pt x="1893527" y="106919"/>
                </a:moveTo>
                <a:lnTo>
                  <a:pt x="1893527" y="30712"/>
                </a:lnTo>
                <a:lnTo>
                  <a:pt x="1905152" y="30712"/>
                </a:lnTo>
                <a:lnTo>
                  <a:pt x="1905152" y="41548"/>
                </a:lnTo>
                <a:cubicBezTo>
                  <a:pt x="1910749" y="33176"/>
                  <a:pt x="1918834" y="28990"/>
                  <a:pt x="1929406" y="28990"/>
                </a:cubicBezTo>
                <a:cubicBezTo>
                  <a:pt x="1933998" y="28990"/>
                  <a:pt x="1938220" y="29815"/>
                  <a:pt x="1942071" y="31466"/>
                </a:cubicBezTo>
                <a:cubicBezTo>
                  <a:pt x="1945922" y="33116"/>
                  <a:pt x="1948804" y="35281"/>
                  <a:pt x="1950718" y="37960"/>
                </a:cubicBezTo>
                <a:cubicBezTo>
                  <a:pt x="1952631" y="40639"/>
                  <a:pt x="1953971" y="43820"/>
                  <a:pt x="1954736" y="47503"/>
                </a:cubicBezTo>
                <a:cubicBezTo>
                  <a:pt x="1955215" y="49895"/>
                  <a:pt x="1955454" y="54081"/>
                  <a:pt x="1955454" y="60061"/>
                </a:cubicBezTo>
                <a:lnTo>
                  <a:pt x="1955454" y="106919"/>
                </a:lnTo>
                <a:lnTo>
                  <a:pt x="1942538" y="106919"/>
                </a:lnTo>
                <a:lnTo>
                  <a:pt x="1942538" y="60563"/>
                </a:lnTo>
                <a:cubicBezTo>
                  <a:pt x="1942538" y="55301"/>
                  <a:pt x="1942035" y="51366"/>
                  <a:pt x="1941031" y="48759"/>
                </a:cubicBezTo>
                <a:cubicBezTo>
                  <a:pt x="1940026" y="46152"/>
                  <a:pt x="1938244" y="44071"/>
                  <a:pt x="1935685" y="42516"/>
                </a:cubicBezTo>
                <a:cubicBezTo>
                  <a:pt x="1933125" y="40962"/>
                  <a:pt x="1930123" y="40184"/>
                  <a:pt x="1926679" y="40184"/>
                </a:cubicBezTo>
                <a:cubicBezTo>
                  <a:pt x="1921178" y="40184"/>
                  <a:pt x="1916430" y="41930"/>
                  <a:pt x="1912435" y="45422"/>
                </a:cubicBezTo>
                <a:cubicBezTo>
                  <a:pt x="1908441" y="48915"/>
                  <a:pt x="1906444" y="55540"/>
                  <a:pt x="1906444" y="65299"/>
                </a:cubicBezTo>
                <a:lnTo>
                  <a:pt x="1906444" y="106919"/>
                </a:lnTo>
                <a:lnTo>
                  <a:pt x="1893527" y="106919"/>
                </a:lnTo>
                <a:close/>
                <a:moveTo>
                  <a:pt x="2024677" y="106919"/>
                </a:moveTo>
                <a:lnTo>
                  <a:pt x="2024677" y="97303"/>
                </a:lnTo>
                <a:cubicBezTo>
                  <a:pt x="2019845" y="104862"/>
                  <a:pt x="2012742" y="108641"/>
                  <a:pt x="2003365" y="108641"/>
                </a:cubicBezTo>
                <a:cubicBezTo>
                  <a:pt x="1997290" y="108641"/>
                  <a:pt x="1991705" y="106966"/>
                  <a:pt x="1986610" y="103618"/>
                </a:cubicBezTo>
                <a:cubicBezTo>
                  <a:pt x="1981515" y="100269"/>
                  <a:pt x="1977568" y="95593"/>
                  <a:pt x="1974770" y="89589"/>
                </a:cubicBezTo>
                <a:cubicBezTo>
                  <a:pt x="1971971" y="83585"/>
                  <a:pt x="1970572" y="76685"/>
                  <a:pt x="1970572" y="68887"/>
                </a:cubicBezTo>
                <a:cubicBezTo>
                  <a:pt x="1970572" y="61281"/>
                  <a:pt x="1971840" y="54380"/>
                  <a:pt x="1974375" y="48185"/>
                </a:cubicBezTo>
                <a:cubicBezTo>
                  <a:pt x="1976911" y="41990"/>
                  <a:pt x="1980714" y="37242"/>
                  <a:pt x="1985785" y="33941"/>
                </a:cubicBezTo>
                <a:cubicBezTo>
                  <a:pt x="1990855" y="30640"/>
                  <a:pt x="1996524" y="28990"/>
                  <a:pt x="2002791" y="28990"/>
                </a:cubicBezTo>
                <a:cubicBezTo>
                  <a:pt x="2007384" y="28990"/>
                  <a:pt x="2011474" y="29965"/>
                  <a:pt x="2015062" y="31916"/>
                </a:cubicBezTo>
                <a:cubicBezTo>
                  <a:pt x="2018650" y="33866"/>
                  <a:pt x="2021568" y="36406"/>
                  <a:pt x="2023816" y="39536"/>
                </a:cubicBezTo>
                <a:lnTo>
                  <a:pt x="2023816" y="1722"/>
                </a:lnTo>
                <a:lnTo>
                  <a:pt x="2036661" y="1722"/>
                </a:lnTo>
                <a:lnTo>
                  <a:pt x="2036661" y="106919"/>
                </a:lnTo>
                <a:lnTo>
                  <a:pt x="2024677" y="106919"/>
                </a:lnTo>
                <a:moveTo>
                  <a:pt x="1983847" y="68923"/>
                </a:moveTo>
                <a:cubicBezTo>
                  <a:pt x="1983847" y="78670"/>
                  <a:pt x="1985904" y="85956"/>
                  <a:pt x="1990018" y="90782"/>
                </a:cubicBezTo>
                <a:cubicBezTo>
                  <a:pt x="1994132" y="95608"/>
                  <a:pt x="1998988" y="98021"/>
                  <a:pt x="2004585" y="98021"/>
                </a:cubicBezTo>
                <a:cubicBezTo>
                  <a:pt x="2010230" y="98021"/>
                  <a:pt x="2015026" y="95715"/>
                  <a:pt x="2018972" y="91105"/>
                </a:cubicBezTo>
                <a:cubicBezTo>
                  <a:pt x="2022919" y="86495"/>
                  <a:pt x="2024892" y="79459"/>
                  <a:pt x="2024892" y="69997"/>
                </a:cubicBezTo>
                <a:cubicBezTo>
                  <a:pt x="2024892" y="59582"/>
                  <a:pt x="2022883" y="51937"/>
                  <a:pt x="2018865" y="47064"/>
                </a:cubicBezTo>
                <a:cubicBezTo>
                  <a:pt x="2014846" y="42190"/>
                  <a:pt x="2009895" y="39754"/>
                  <a:pt x="2004011" y="39754"/>
                </a:cubicBezTo>
                <a:cubicBezTo>
                  <a:pt x="1998270" y="39754"/>
                  <a:pt x="1993475" y="42095"/>
                  <a:pt x="1989624" y="46777"/>
                </a:cubicBezTo>
                <a:cubicBezTo>
                  <a:pt x="1985773" y="51459"/>
                  <a:pt x="1983847" y="58841"/>
                  <a:pt x="1983847" y="68923"/>
                </a:cubicBezTo>
                <a:close/>
                <a:moveTo>
                  <a:pt x="2147094" y="106919"/>
                </a:moveTo>
                <a:lnTo>
                  <a:pt x="2147094" y="97303"/>
                </a:lnTo>
                <a:cubicBezTo>
                  <a:pt x="2142263" y="104862"/>
                  <a:pt x="2135159" y="108641"/>
                  <a:pt x="2125782" y="108641"/>
                </a:cubicBezTo>
                <a:cubicBezTo>
                  <a:pt x="2119707" y="108641"/>
                  <a:pt x="2114122" y="106966"/>
                  <a:pt x="2109027" y="103618"/>
                </a:cubicBezTo>
                <a:cubicBezTo>
                  <a:pt x="2103932" y="100269"/>
                  <a:pt x="2099985" y="95593"/>
                  <a:pt x="2097187" y="89589"/>
                </a:cubicBezTo>
                <a:cubicBezTo>
                  <a:pt x="2094388" y="83585"/>
                  <a:pt x="2092989" y="76685"/>
                  <a:pt x="2092989" y="68887"/>
                </a:cubicBezTo>
                <a:cubicBezTo>
                  <a:pt x="2092989" y="61281"/>
                  <a:pt x="2094257" y="54380"/>
                  <a:pt x="2096792" y="48185"/>
                </a:cubicBezTo>
                <a:cubicBezTo>
                  <a:pt x="2099328" y="41990"/>
                  <a:pt x="2103131" y="37242"/>
                  <a:pt x="2108202" y="33941"/>
                </a:cubicBezTo>
                <a:cubicBezTo>
                  <a:pt x="2113273" y="30640"/>
                  <a:pt x="2118941" y="28990"/>
                  <a:pt x="2125208" y="28990"/>
                </a:cubicBezTo>
                <a:cubicBezTo>
                  <a:pt x="2129801" y="28990"/>
                  <a:pt x="2133891" y="29965"/>
                  <a:pt x="2137479" y="31916"/>
                </a:cubicBezTo>
                <a:cubicBezTo>
                  <a:pt x="2141067" y="33866"/>
                  <a:pt x="2143985" y="36406"/>
                  <a:pt x="2146233" y="39536"/>
                </a:cubicBezTo>
                <a:lnTo>
                  <a:pt x="2146233" y="1722"/>
                </a:lnTo>
                <a:lnTo>
                  <a:pt x="2159078" y="1722"/>
                </a:lnTo>
                <a:lnTo>
                  <a:pt x="2159078" y="106919"/>
                </a:lnTo>
                <a:lnTo>
                  <a:pt x="2147094" y="106919"/>
                </a:lnTo>
                <a:moveTo>
                  <a:pt x="2106264" y="68923"/>
                </a:moveTo>
                <a:cubicBezTo>
                  <a:pt x="2106264" y="78670"/>
                  <a:pt x="2108321" y="85956"/>
                  <a:pt x="2112435" y="90782"/>
                </a:cubicBezTo>
                <a:cubicBezTo>
                  <a:pt x="2116549" y="95608"/>
                  <a:pt x="2121405" y="98021"/>
                  <a:pt x="2127002" y="98021"/>
                </a:cubicBezTo>
                <a:cubicBezTo>
                  <a:pt x="2132647" y="98021"/>
                  <a:pt x="2137443" y="95715"/>
                  <a:pt x="2141389" y="91105"/>
                </a:cubicBezTo>
                <a:cubicBezTo>
                  <a:pt x="2145336" y="86495"/>
                  <a:pt x="2147309" y="79459"/>
                  <a:pt x="2147309" y="69997"/>
                </a:cubicBezTo>
                <a:cubicBezTo>
                  <a:pt x="2147309" y="59582"/>
                  <a:pt x="2145300" y="51937"/>
                  <a:pt x="2141282" y="47064"/>
                </a:cubicBezTo>
                <a:cubicBezTo>
                  <a:pt x="2137263" y="42190"/>
                  <a:pt x="2132312" y="39754"/>
                  <a:pt x="2126428" y="39754"/>
                </a:cubicBezTo>
                <a:cubicBezTo>
                  <a:pt x="2120687" y="39754"/>
                  <a:pt x="2115892" y="42095"/>
                  <a:pt x="2112041" y="46777"/>
                </a:cubicBezTo>
                <a:cubicBezTo>
                  <a:pt x="2108190" y="51459"/>
                  <a:pt x="2106264" y="58841"/>
                  <a:pt x="2106264" y="68923"/>
                </a:cubicBezTo>
                <a:close/>
                <a:moveTo>
                  <a:pt x="2229091" y="97303"/>
                </a:moveTo>
                <a:cubicBezTo>
                  <a:pt x="2224307" y="101449"/>
                  <a:pt x="2219702" y="104375"/>
                  <a:pt x="2215277" y="106082"/>
                </a:cubicBezTo>
                <a:cubicBezTo>
                  <a:pt x="2210852" y="107788"/>
                  <a:pt x="2206104" y="108641"/>
                  <a:pt x="2201033" y="108641"/>
                </a:cubicBezTo>
                <a:cubicBezTo>
                  <a:pt x="2192662" y="108641"/>
                  <a:pt x="2186227" y="106596"/>
                  <a:pt x="2181731" y="102505"/>
                </a:cubicBezTo>
                <a:cubicBezTo>
                  <a:pt x="2177234" y="98415"/>
                  <a:pt x="2174985" y="93189"/>
                  <a:pt x="2174985" y="86826"/>
                </a:cubicBezTo>
                <a:cubicBezTo>
                  <a:pt x="2174985" y="83095"/>
                  <a:pt x="2175835" y="79687"/>
                  <a:pt x="2177533" y="76601"/>
                </a:cubicBezTo>
                <a:cubicBezTo>
                  <a:pt x="2179231" y="73515"/>
                  <a:pt x="2181456" y="71040"/>
                  <a:pt x="2184206" y="69174"/>
                </a:cubicBezTo>
                <a:cubicBezTo>
                  <a:pt x="2186957" y="67308"/>
                  <a:pt x="2190055" y="65897"/>
                  <a:pt x="2193499" y="64940"/>
                </a:cubicBezTo>
                <a:cubicBezTo>
                  <a:pt x="2196034" y="64271"/>
                  <a:pt x="2199861" y="63625"/>
                  <a:pt x="2204980" y="63003"/>
                </a:cubicBezTo>
                <a:cubicBezTo>
                  <a:pt x="2215409" y="61759"/>
                  <a:pt x="2223087" y="60276"/>
                  <a:pt x="2228014" y="58554"/>
                </a:cubicBezTo>
                <a:cubicBezTo>
                  <a:pt x="2228062" y="56792"/>
                  <a:pt x="2228086" y="55672"/>
                  <a:pt x="2228086" y="55195"/>
                </a:cubicBezTo>
                <a:cubicBezTo>
                  <a:pt x="2228086" y="49952"/>
                  <a:pt x="2226866" y="46259"/>
                  <a:pt x="2224426" y="44115"/>
                </a:cubicBezTo>
                <a:cubicBezTo>
                  <a:pt x="2221125" y="41207"/>
                  <a:pt x="2216222" y="39754"/>
                  <a:pt x="2209716" y="39754"/>
                </a:cubicBezTo>
                <a:cubicBezTo>
                  <a:pt x="2203641" y="39754"/>
                  <a:pt x="2199156" y="40818"/>
                  <a:pt x="2196262" y="42947"/>
                </a:cubicBezTo>
                <a:cubicBezTo>
                  <a:pt x="2193367" y="45076"/>
                  <a:pt x="2191227" y="48843"/>
                  <a:pt x="2189839" y="54249"/>
                </a:cubicBezTo>
                <a:lnTo>
                  <a:pt x="2177210" y="52526"/>
                </a:lnTo>
                <a:cubicBezTo>
                  <a:pt x="2178358" y="47104"/>
                  <a:pt x="2180248" y="42726"/>
                  <a:pt x="2182879" y="39390"/>
                </a:cubicBezTo>
                <a:cubicBezTo>
                  <a:pt x="2185510" y="36055"/>
                  <a:pt x="2189313" y="33488"/>
                  <a:pt x="2194288" y="31690"/>
                </a:cubicBezTo>
                <a:cubicBezTo>
                  <a:pt x="2199263" y="29890"/>
                  <a:pt x="2205028" y="28990"/>
                  <a:pt x="2211582" y="28990"/>
                </a:cubicBezTo>
                <a:cubicBezTo>
                  <a:pt x="2218088" y="28990"/>
                  <a:pt x="2223374" y="29758"/>
                  <a:pt x="2227440" y="31295"/>
                </a:cubicBezTo>
                <a:cubicBezTo>
                  <a:pt x="2231506" y="32831"/>
                  <a:pt x="2234496" y="34763"/>
                  <a:pt x="2236410" y="37092"/>
                </a:cubicBezTo>
                <a:cubicBezTo>
                  <a:pt x="2238323" y="39420"/>
                  <a:pt x="2239663" y="42360"/>
                  <a:pt x="2240428" y="45914"/>
                </a:cubicBezTo>
                <a:cubicBezTo>
                  <a:pt x="2240859" y="48122"/>
                  <a:pt x="2241074" y="52088"/>
                  <a:pt x="2241074" y="57812"/>
                </a:cubicBezTo>
                <a:lnTo>
                  <a:pt x="2241074" y="74984"/>
                </a:lnTo>
                <a:cubicBezTo>
                  <a:pt x="2241074" y="86957"/>
                  <a:pt x="2241349" y="94540"/>
                  <a:pt x="2241899" y="97734"/>
                </a:cubicBezTo>
                <a:cubicBezTo>
                  <a:pt x="2242449" y="100927"/>
                  <a:pt x="2243538" y="103988"/>
                  <a:pt x="2245164" y="106919"/>
                </a:cubicBezTo>
                <a:lnTo>
                  <a:pt x="2231674" y="106919"/>
                </a:lnTo>
                <a:cubicBezTo>
                  <a:pt x="2230334" y="104178"/>
                  <a:pt x="2229473" y="100973"/>
                  <a:pt x="2229091" y="97303"/>
                </a:cubicBezTo>
                <a:moveTo>
                  <a:pt x="2228014" y="68744"/>
                </a:moveTo>
                <a:cubicBezTo>
                  <a:pt x="2223326" y="70648"/>
                  <a:pt x="2216294" y="72267"/>
                  <a:pt x="2206918" y="73601"/>
                </a:cubicBezTo>
                <a:cubicBezTo>
                  <a:pt x="2201607" y="74362"/>
                  <a:pt x="2197852" y="75218"/>
                  <a:pt x="2195652" y="76171"/>
                </a:cubicBezTo>
                <a:cubicBezTo>
                  <a:pt x="2193451" y="77123"/>
                  <a:pt x="2191753" y="78515"/>
                  <a:pt x="2190557" y="80348"/>
                </a:cubicBezTo>
                <a:cubicBezTo>
                  <a:pt x="2189361" y="82181"/>
                  <a:pt x="2188763" y="84216"/>
                  <a:pt x="2188763" y="86454"/>
                </a:cubicBezTo>
                <a:cubicBezTo>
                  <a:pt x="2188763" y="89882"/>
                  <a:pt x="2190066" y="92739"/>
                  <a:pt x="2192674" y="95025"/>
                </a:cubicBezTo>
                <a:cubicBezTo>
                  <a:pt x="2195281" y="97309"/>
                  <a:pt x="2199096" y="98451"/>
                  <a:pt x="2204119" y="98451"/>
                </a:cubicBezTo>
                <a:cubicBezTo>
                  <a:pt x="2209094" y="98451"/>
                  <a:pt x="2213519" y="97367"/>
                  <a:pt x="2217394" y="95197"/>
                </a:cubicBezTo>
                <a:cubicBezTo>
                  <a:pt x="2221269" y="93027"/>
                  <a:pt x="2224115" y="90062"/>
                  <a:pt x="2225933" y="86302"/>
                </a:cubicBezTo>
                <a:cubicBezTo>
                  <a:pt x="2227321" y="83400"/>
                  <a:pt x="2228014" y="79118"/>
                  <a:pt x="2228014" y="73455"/>
                </a:cubicBezTo>
                <a:lnTo>
                  <a:pt x="2228014" y="68744"/>
                </a:lnTo>
                <a:close/>
                <a:moveTo>
                  <a:pt x="2289273" y="95366"/>
                </a:moveTo>
                <a:lnTo>
                  <a:pt x="2291138" y="106775"/>
                </a:lnTo>
                <a:cubicBezTo>
                  <a:pt x="2287503" y="107540"/>
                  <a:pt x="2284250" y="107923"/>
                  <a:pt x="2281379" y="107923"/>
                </a:cubicBezTo>
                <a:cubicBezTo>
                  <a:pt x="2276691" y="107923"/>
                  <a:pt x="2273056" y="107182"/>
                  <a:pt x="2270472" y="105699"/>
                </a:cubicBezTo>
                <a:cubicBezTo>
                  <a:pt x="2267889" y="104216"/>
                  <a:pt x="2266071" y="102266"/>
                  <a:pt x="2265019" y="99850"/>
                </a:cubicBezTo>
                <a:cubicBezTo>
                  <a:pt x="2263966" y="97435"/>
                  <a:pt x="2263440" y="92352"/>
                  <a:pt x="2263440" y="84602"/>
                </a:cubicBezTo>
                <a:lnTo>
                  <a:pt x="2263440" y="40758"/>
                </a:lnTo>
                <a:lnTo>
                  <a:pt x="2253968" y="40758"/>
                </a:lnTo>
                <a:lnTo>
                  <a:pt x="2253968" y="30712"/>
                </a:lnTo>
                <a:lnTo>
                  <a:pt x="2263440" y="30712"/>
                </a:lnTo>
                <a:lnTo>
                  <a:pt x="2263440" y="11840"/>
                </a:lnTo>
                <a:lnTo>
                  <a:pt x="2276285" y="4090"/>
                </a:lnTo>
                <a:lnTo>
                  <a:pt x="2276285" y="30712"/>
                </a:lnTo>
                <a:lnTo>
                  <a:pt x="2289273" y="30712"/>
                </a:lnTo>
                <a:lnTo>
                  <a:pt x="2289273" y="40758"/>
                </a:lnTo>
                <a:lnTo>
                  <a:pt x="2276285" y="40758"/>
                </a:lnTo>
                <a:lnTo>
                  <a:pt x="2276285" y="85320"/>
                </a:lnTo>
                <a:cubicBezTo>
                  <a:pt x="2276285" y="89003"/>
                  <a:pt x="2276512" y="91371"/>
                  <a:pt x="2276966" y="92424"/>
                </a:cubicBezTo>
                <a:cubicBezTo>
                  <a:pt x="2277421" y="93476"/>
                  <a:pt x="2278162" y="94313"/>
                  <a:pt x="2279191" y="94935"/>
                </a:cubicBezTo>
                <a:cubicBezTo>
                  <a:pt x="2280219" y="95557"/>
                  <a:pt x="2281690" y="95868"/>
                  <a:pt x="2283604" y="95868"/>
                </a:cubicBezTo>
                <a:cubicBezTo>
                  <a:pt x="2285039" y="95868"/>
                  <a:pt x="2286929" y="95701"/>
                  <a:pt x="2289273" y="95366"/>
                </a:cubicBezTo>
                <a:close/>
                <a:moveTo>
                  <a:pt x="2351508" y="97303"/>
                </a:moveTo>
                <a:cubicBezTo>
                  <a:pt x="2346724" y="101449"/>
                  <a:pt x="2342119" y="104375"/>
                  <a:pt x="2337694" y="106082"/>
                </a:cubicBezTo>
                <a:cubicBezTo>
                  <a:pt x="2333269" y="107788"/>
                  <a:pt x="2328521" y="108641"/>
                  <a:pt x="2323450" y="108641"/>
                </a:cubicBezTo>
                <a:cubicBezTo>
                  <a:pt x="2315079" y="108641"/>
                  <a:pt x="2308644" y="106596"/>
                  <a:pt x="2304148" y="102505"/>
                </a:cubicBezTo>
                <a:cubicBezTo>
                  <a:pt x="2299651" y="98415"/>
                  <a:pt x="2297402" y="93189"/>
                  <a:pt x="2297402" y="86826"/>
                </a:cubicBezTo>
                <a:cubicBezTo>
                  <a:pt x="2297402" y="83095"/>
                  <a:pt x="2298252" y="79687"/>
                  <a:pt x="2299950" y="76601"/>
                </a:cubicBezTo>
                <a:cubicBezTo>
                  <a:pt x="2301648" y="73515"/>
                  <a:pt x="2303873" y="71040"/>
                  <a:pt x="2306623" y="69174"/>
                </a:cubicBezTo>
                <a:cubicBezTo>
                  <a:pt x="2309374" y="67308"/>
                  <a:pt x="2312472" y="65897"/>
                  <a:pt x="2315916" y="64940"/>
                </a:cubicBezTo>
                <a:cubicBezTo>
                  <a:pt x="2318451" y="64271"/>
                  <a:pt x="2322278" y="63625"/>
                  <a:pt x="2327397" y="63003"/>
                </a:cubicBezTo>
                <a:cubicBezTo>
                  <a:pt x="2337826" y="61759"/>
                  <a:pt x="2345504" y="60276"/>
                  <a:pt x="2350431" y="58554"/>
                </a:cubicBezTo>
                <a:cubicBezTo>
                  <a:pt x="2350479" y="56792"/>
                  <a:pt x="2350503" y="55672"/>
                  <a:pt x="2350503" y="55195"/>
                </a:cubicBezTo>
                <a:cubicBezTo>
                  <a:pt x="2350503" y="49952"/>
                  <a:pt x="2349283" y="46259"/>
                  <a:pt x="2346843" y="44115"/>
                </a:cubicBezTo>
                <a:cubicBezTo>
                  <a:pt x="2343543" y="41207"/>
                  <a:pt x="2338639" y="39754"/>
                  <a:pt x="2332133" y="39754"/>
                </a:cubicBezTo>
                <a:cubicBezTo>
                  <a:pt x="2326058" y="39754"/>
                  <a:pt x="2321573" y="40818"/>
                  <a:pt x="2318679" y="42947"/>
                </a:cubicBezTo>
                <a:cubicBezTo>
                  <a:pt x="2315784" y="45076"/>
                  <a:pt x="2313644" y="48843"/>
                  <a:pt x="2312256" y="54249"/>
                </a:cubicBezTo>
                <a:lnTo>
                  <a:pt x="2299627" y="52526"/>
                </a:lnTo>
                <a:cubicBezTo>
                  <a:pt x="2300775" y="47104"/>
                  <a:pt x="2302665" y="42726"/>
                  <a:pt x="2305296" y="39390"/>
                </a:cubicBezTo>
                <a:cubicBezTo>
                  <a:pt x="2307927" y="36055"/>
                  <a:pt x="2311730" y="33488"/>
                  <a:pt x="2316705" y="31690"/>
                </a:cubicBezTo>
                <a:cubicBezTo>
                  <a:pt x="2321680" y="29890"/>
                  <a:pt x="2327445" y="28990"/>
                  <a:pt x="2333999" y="28990"/>
                </a:cubicBezTo>
                <a:cubicBezTo>
                  <a:pt x="2340505" y="28990"/>
                  <a:pt x="2345791" y="29758"/>
                  <a:pt x="2349857" y="31295"/>
                </a:cubicBezTo>
                <a:cubicBezTo>
                  <a:pt x="2353923" y="32831"/>
                  <a:pt x="2356913" y="34763"/>
                  <a:pt x="2358827" y="37092"/>
                </a:cubicBezTo>
                <a:cubicBezTo>
                  <a:pt x="2360740" y="39420"/>
                  <a:pt x="2362080" y="42360"/>
                  <a:pt x="2362845" y="45914"/>
                </a:cubicBezTo>
                <a:cubicBezTo>
                  <a:pt x="2363276" y="48122"/>
                  <a:pt x="2363491" y="52088"/>
                  <a:pt x="2363491" y="57812"/>
                </a:cubicBezTo>
                <a:lnTo>
                  <a:pt x="2363491" y="74984"/>
                </a:lnTo>
                <a:cubicBezTo>
                  <a:pt x="2363491" y="86957"/>
                  <a:pt x="2363766" y="94540"/>
                  <a:pt x="2364316" y="97734"/>
                </a:cubicBezTo>
                <a:cubicBezTo>
                  <a:pt x="2364866" y="100927"/>
                  <a:pt x="2365955" y="103988"/>
                  <a:pt x="2367581" y="106919"/>
                </a:cubicBezTo>
                <a:lnTo>
                  <a:pt x="2354091" y="106919"/>
                </a:lnTo>
                <a:cubicBezTo>
                  <a:pt x="2352751" y="104178"/>
                  <a:pt x="2351890" y="100973"/>
                  <a:pt x="2351508" y="97303"/>
                </a:cubicBezTo>
                <a:moveTo>
                  <a:pt x="2350431" y="68744"/>
                </a:moveTo>
                <a:cubicBezTo>
                  <a:pt x="2345743" y="70648"/>
                  <a:pt x="2338711" y="72267"/>
                  <a:pt x="2329335" y="73601"/>
                </a:cubicBezTo>
                <a:cubicBezTo>
                  <a:pt x="2324024" y="74362"/>
                  <a:pt x="2320269" y="75218"/>
                  <a:pt x="2318069" y="76171"/>
                </a:cubicBezTo>
                <a:cubicBezTo>
                  <a:pt x="2315868" y="77123"/>
                  <a:pt x="2314170" y="78515"/>
                  <a:pt x="2312974" y="80348"/>
                </a:cubicBezTo>
                <a:cubicBezTo>
                  <a:pt x="2311778" y="82181"/>
                  <a:pt x="2311180" y="84216"/>
                  <a:pt x="2311180" y="86454"/>
                </a:cubicBezTo>
                <a:cubicBezTo>
                  <a:pt x="2311180" y="89882"/>
                  <a:pt x="2312483" y="92739"/>
                  <a:pt x="2315091" y="95025"/>
                </a:cubicBezTo>
                <a:cubicBezTo>
                  <a:pt x="2317698" y="97309"/>
                  <a:pt x="2321513" y="98451"/>
                  <a:pt x="2326536" y="98451"/>
                </a:cubicBezTo>
                <a:cubicBezTo>
                  <a:pt x="2331511" y="98451"/>
                  <a:pt x="2335936" y="97367"/>
                  <a:pt x="2339811" y="95197"/>
                </a:cubicBezTo>
                <a:cubicBezTo>
                  <a:pt x="2343686" y="93027"/>
                  <a:pt x="2346532" y="90062"/>
                  <a:pt x="2348350" y="86302"/>
                </a:cubicBezTo>
                <a:cubicBezTo>
                  <a:pt x="2349738" y="83400"/>
                  <a:pt x="2350431" y="79118"/>
                  <a:pt x="2350431" y="73455"/>
                </a:cubicBezTo>
                <a:lnTo>
                  <a:pt x="2350431" y="68744"/>
                </a:lnTo>
                <a:close/>
                <a:moveTo>
                  <a:pt x="2452397" y="95366"/>
                </a:moveTo>
                <a:lnTo>
                  <a:pt x="2454263" y="106775"/>
                </a:lnTo>
                <a:cubicBezTo>
                  <a:pt x="2450627" y="107540"/>
                  <a:pt x="2447374" y="107923"/>
                  <a:pt x="2444504" y="107923"/>
                </a:cubicBezTo>
                <a:cubicBezTo>
                  <a:pt x="2439816" y="107923"/>
                  <a:pt x="2436180" y="107182"/>
                  <a:pt x="2433597" y="105699"/>
                </a:cubicBezTo>
                <a:cubicBezTo>
                  <a:pt x="2431014" y="104216"/>
                  <a:pt x="2429196" y="102266"/>
                  <a:pt x="2428143" y="99850"/>
                </a:cubicBezTo>
                <a:cubicBezTo>
                  <a:pt x="2427091" y="97435"/>
                  <a:pt x="2426565" y="92352"/>
                  <a:pt x="2426565" y="84602"/>
                </a:cubicBezTo>
                <a:lnTo>
                  <a:pt x="2426565" y="40758"/>
                </a:lnTo>
                <a:lnTo>
                  <a:pt x="2417093" y="40758"/>
                </a:lnTo>
                <a:lnTo>
                  <a:pt x="2417093" y="30712"/>
                </a:lnTo>
                <a:lnTo>
                  <a:pt x="2426565" y="30712"/>
                </a:lnTo>
                <a:lnTo>
                  <a:pt x="2426565" y="11840"/>
                </a:lnTo>
                <a:lnTo>
                  <a:pt x="2439409" y="4090"/>
                </a:lnTo>
                <a:lnTo>
                  <a:pt x="2439409" y="30712"/>
                </a:lnTo>
                <a:lnTo>
                  <a:pt x="2452397" y="30712"/>
                </a:lnTo>
                <a:lnTo>
                  <a:pt x="2452397" y="40758"/>
                </a:lnTo>
                <a:lnTo>
                  <a:pt x="2439409" y="40758"/>
                </a:lnTo>
                <a:lnTo>
                  <a:pt x="2439409" y="85320"/>
                </a:lnTo>
                <a:cubicBezTo>
                  <a:pt x="2439409" y="89003"/>
                  <a:pt x="2439636" y="91371"/>
                  <a:pt x="2440091" y="92424"/>
                </a:cubicBezTo>
                <a:cubicBezTo>
                  <a:pt x="2440545" y="93476"/>
                  <a:pt x="2441287" y="94313"/>
                  <a:pt x="2442315" y="94935"/>
                </a:cubicBezTo>
                <a:cubicBezTo>
                  <a:pt x="2443344" y="95557"/>
                  <a:pt x="2444815" y="95868"/>
                  <a:pt x="2446729" y="95868"/>
                </a:cubicBezTo>
                <a:cubicBezTo>
                  <a:pt x="2448164" y="95868"/>
                  <a:pt x="2450053" y="95701"/>
                  <a:pt x="2452397" y="95366"/>
                </a:cubicBezTo>
                <a:close/>
                <a:moveTo>
                  <a:pt x="2464330" y="136348"/>
                </a:moveTo>
                <a:lnTo>
                  <a:pt x="2462895" y="124284"/>
                </a:lnTo>
                <a:cubicBezTo>
                  <a:pt x="2465718" y="125049"/>
                  <a:pt x="2468181" y="125432"/>
                  <a:pt x="2470286" y="125432"/>
                </a:cubicBezTo>
                <a:cubicBezTo>
                  <a:pt x="2473156" y="125432"/>
                  <a:pt x="2475453" y="124953"/>
                  <a:pt x="2477175" y="123995"/>
                </a:cubicBezTo>
                <a:cubicBezTo>
                  <a:pt x="2478897" y="123036"/>
                  <a:pt x="2480308" y="121695"/>
                  <a:pt x="2481409" y="119969"/>
                </a:cubicBezTo>
                <a:cubicBezTo>
                  <a:pt x="2482222" y="118676"/>
                  <a:pt x="2483537" y="115467"/>
                  <a:pt x="2485355" y="110341"/>
                </a:cubicBezTo>
                <a:cubicBezTo>
                  <a:pt x="2485594" y="109621"/>
                  <a:pt x="2485977" y="108568"/>
                  <a:pt x="2486503" y="107179"/>
                </a:cubicBezTo>
                <a:lnTo>
                  <a:pt x="2457585" y="30712"/>
                </a:lnTo>
                <a:lnTo>
                  <a:pt x="2471506" y="30712"/>
                </a:lnTo>
                <a:lnTo>
                  <a:pt x="2487364" y="74856"/>
                </a:lnTo>
                <a:cubicBezTo>
                  <a:pt x="2489421" y="80455"/>
                  <a:pt x="2491263" y="86341"/>
                  <a:pt x="2492890" y="92513"/>
                </a:cubicBezTo>
                <a:cubicBezTo>
                  <a:pt x="2494373" y="86568"/>
                  <a:pt x="2496143" y="80774"/>
                  <a:pt x="2498200" y="75132"/>
                </a:cubicBezTo>
                <a:lnTo>
                  <a:pt x="2514489" y="30712"/>
                </a:lnTo>
                <a:lnTo>
                  <a:pt x="2527405" y="30712"/>
                </a:lnTo>
                <a:lnTo>
                  <a:pt x="2498415" y="108201"/>
                </a:lnTo>
                <a:cubicBezTo>
                  <a:pt x="2495306" y="116595"/>
                  <a:pt x="2492890" y="122376"/>
                  <a:pt x="2491168" y="125542"/>
                </a:cubicBezTo>
                <a:cubicBezTo>
                  <a:pt x="2488871" y="129811"/>
                  <a:pt x="2486240" y="132941"/>
                  <a:pt x="2483274" y="134931"/>
                </a:cubicBezTo>
                <a:cubicBezTo>
                  <a:pt x="2480308" y="136922"/>
                  <a:pt x="2476768" y="137918"/>
                  <a:pt x="2472654" y="137918"/>
                </a:cubicBezTo>
                <a:cubicBezTo>
                  <a:pt x="2470167" y="137918"/>
                  <a:pt x="2467392" y="137395"/>
                  <a:pt x="2464330" y="136348"/>
                </a:cubicBezTo>
                <a:close/>
                <a:moveTo>
                  <a:pt x="2538384" y="136196"/>
                </a:moveTo>
                <a:lnTo>
                  <a:pt x="2538384" y="30712"/>
                </a:lnTo>
                <a:lnTo>
                  <a:pt x="2550152" y="30712"/>
                </a:lnTo>
                <a:lnTo>
                  <a:pt x="2550152" y="40684"/>
                </a:lnTo>
                <a:cubicBezTo>
                  <a:pt x="2552927" y="36785"/>
                  <a:pt x="2556060" y="33862"/>
                  <a:pt x="2559552" y="31914"/>
                </a:cubicBezTo>
                <a:cubicBezTo>
                  <a:pt x="2563045" y="29965"/>
                  <a:pt x="2567278" y="28990"/>
                  <a:pt x="2572254" y="28990"/>
                </a:cubicBezTo>
                <a:cubicBezTo>
                  <a:pt x="2578760" y="28990"/>
                  <a:pt x="2584500" y="30664"/>
                  <a:pt x="2589475" y="34013"/>
                </a:cubicBezTo>
                <a:cubicBezTo>
                  <a:pt x="2594451" y="37362"/>
                  <a:pt x="2598206" y="42086"/>
                  <a:pt x="2600741" y="48185"/>
                </a:cubicBezTo>
                <a:cubicBezTo>
                  <a:pt x="2603277" y="54285"/>
                  <a:pt x="2604544" y="60970"/>
                  <a:pt x="2604544" y="68241"/>
                </a:cubicBezTo>
                <a:cubicBezTo>
                  <a:pt x="2604544" y="76039"/>
                  <a:pt x="2603145" y="83059"/>
                  <a:pt x="2600347" y="89302"/>
                </a:cubicBezTo>
                <a:cubicBezTo>
                  <a:pt x="2597548" y="95545"/>
                  <a:pt x="2593482" y="100329"/>
                  <a:pt x="2588148" y="103654"/>
                </a:cubicBezTo>
                <a:cubicBezTo>
                  <a:pt x="2582814" y="106978"/>
                  <a:pt x="2577205" y="108641"/>
                  <a:pt x="2571321" y="108641"/>
                </a:cubicBezTo>
                <a:cubicBezTo>
                  <a:pt x="2567015" y="108641"/>
                  <a:pt x="2563152" y="107732"/>
                  <a:pt x="2559732" y="105914"/>
                </a:cubicBezTo>
                <a:cubicBezTo>
                  <a:pt x="2556311" y="104096"/>
                  <a:pt x="2553501" y="101800"/>
                  <a:pt x="2551300" y="99025"/>
                </a:cubicBezTo>
                <a:lnTo>
                  <a:pt x="2551300" y="136196"/>
                </a:lnTo>
                <a:lnTo>
                  <a:pt x="2538384" y="136196"/>
                </a:lnTo>
                <a:moveTo>
                  <a:pt x="2550081" y="69282"/>
                </a:moveTo>
                <a:cubicBezTo>
                  <a:pt x="2550081" y="79077"/>
                  <a:pt x="2552066" y="86315"/>
                  <a:pt x="2556036" y="90997"/>
                </a:cubicBezTo>
                <a:cubicBezTo>
                  <a:pt x="2560007" y="95680"/>
                  <a:pt x="2564815" y="98021"/>
                  <a:pt x="2570460" y="98021"/>
                </a:cubicBezTo>
                <a:cubicBezTo>
                  <a:pt x="2576200" y="98021"/>
                  <a:pt x="2581116" y="95596"/>
                  <a:pt x="2585206" y="90746"/>
                </a:cubicBezTo>
                <a:cubicBezTo>
                  <a:pt x="2589296" y="85897"/>
                  <a:pt x="2591341" y="78383"/>
                  <a:pt x="2591341" y="68205"/>
                </a:cubicBezTo>
                <a:cubicBezTo>
                  <a:pt x="2591341" y="58506"/>
                  <a:pt x="2589344" y="51244"/>
                  <a:pt x="2585349" y="46418"/>
                </a:cubicBezTo>
                <a:cubicBezTo>
                  <a:pt x="2581355" y="41592"/>
                  <a:pt x="2576583" y="39180"/>
                  <a:pt x="2571034" y="39180"/>
                </a:cubicBezTo>
                <a:cubicBezTo>
                  <a:pt x="2565532" y="39180"/>
                  <a:pt x="2560665" y="41748"/>
                  <a:pt x="2556431" y="46885"/>
                </a:cubicBezTo>
                <a:cubicBezTo>
                  <a:pt x="2552197" y="52021"/>
                  <a:pt x="2550081" y="59487"/>
                  <a:pt x="2550081" y="69282"/>
                </a:cubicBezTo>
                <a:close/>
                <a:moveTo>
                  <a:pt x="2672261" y="82234"/>
                </a:moveTo>
                <a:lnTo>
                  <a:pt x="2685608" y="83956"/>
                </a:lnTo>
                <a:cubicBezTo>
                  <a:pt x="2683503" y="91776"/>
                  <a:pt x="2679604" y="97846"/>
                  <a:pt x="2673911" y="102165"/>
                </a:cubicBezTo>
                <a:cubicBezTo>
                  <a:pt x="2668218" y="106482"/>
                  <a:pt x="2660947" y="108641"/>
                  <a:pt x="2652097" y="108641"/>
                </a:cubicBezTo>
                <a:cubicBezTo>
                  <a:pt x="2640951" y="108641"/>
                  <a:pt x="2632113" y="105208"/>
                  <a:pt x="2625583" y="98344"/>
                </a:cubicBezTo>
                <a:cubicBezTo>
                  <a:pt x="2619053" y="91479"/>
                  <a:pt x="2615788" y="81851"/>
                  <a:pt x="2615788" y="69461"/>
                </a:cubicBezTo>
                <a:cubicBezTo>
                  <a:pt x="2615788" y="56641"/>
                  <a:pt x="2619089" y="46690"/>
                  <a:pt x="2625690" y="39610"/>
                </a:cubicBezTo>
                <a:cubicBezTo>
                  <a:pt x="2632292" y="32530"/>
                  <a:pt x="2640855" y="28990"/>
                  <a:pt x="2651379" y="28990"/>
                </a:cubicBezTo>
                <a:cubicBezTo>
                  <a:pt x="2661569" y="28990"/>
                  <a:pt x="2669893" y="32453"/>
                  <a:pt x="2676351" y="39379"/>
                </a:cubicBezTo>
                <a:cubicBezTo>
                  <a:pt x="2682809" y="46304"/>
                  <a:pt x="2686038" y="56046"/>
                  <a:pt x="2686038" y="68607"/>
                </a:cubicBezTo>
                <a:cubicBezTo>
                  <a:pt x="2686038" y="69371"/>
                  <a:pt x="2686014" y="70517"/>
                  <a:pt x="2685967" y="72044"/>
                </a:cubicBezTo>
                <a:lnTo>
                  <a:pt x="2629135" y="72044"/>
                </a:lnTo>
                <a:cubicBezTo>
                  <a:pt x="2629613" y="80440"/>
                  <a:pt x="2631981" y="86868"/>
                  <a:pt x="2636239" y="91329"/>
                </a:cubicBezTo>
                <a:cubicBezTo>
                  <a:pt x="2640496" y="95790"/>
                  <a:pt x="2645806" y="98021"/>
                  <a:pt x="2652169" y="98021"/>
                </a:cubicBezTo>
                <a:cubicBezTo>
                  <a:pt x="2656905" y="98021"/>
                  <a:pt x="2660947" y="96766"/>
                  <a:pt x="2664296" y="94256"/>
                </a:cubicBezTo>
                <a:cubicBezTo>
                  <a:pt x="2667644" y="91744"/>
                  <a:pt x="2670299" y="87737"/>
                  <a:pt x="2672261" y="82234"/>
                </a:cubicBezTo>
                <a:moveTo>
                  <a:pt x="2629852" y="61424"/>
                </a:moveTo>
                <a:lnTo>
                  <a:pt x="2672404" y="61424"/>
                </a:lnTo>
                <a:cubicBezTo>
                  <a:pt x="2671830" y="55035"/>
                  <a:pt x="2670204" y="50243"/>
                  <a:pt x="2667525" y="47048"/>
                </a:cubicBezTo>
                <a:cubicBezTo>
                  <a:pt x="2663411" y="42089"/>
                  <a:pt x="2658077" y="39610"/>
                  <a:pt x="2651523" y="39610"/>
                </a:cubicBezTo>
                <a:cubicBezTo>
                  <a:pt x="2645591" y="39610"/>
                  <a:pt x="2640604" y="41589"/>
                  <a:pt x="2636562" y="45548"/>
                </a:cubicBezTo>
                <a:cubicBezTo>
                  <a:pt x="2632519" y="49505"/>
                  <a:pt x="2630283" y="54797"/>
                  <a:pt x="2629852" y="61424"/>
                </a:cubicBezTo>
                <a:close/>
                <a:moveTo>
                  <a:pt x="2737702" y="68815"/>
                </a:moveTo>
                <a:cubicBezTo>
                  <a:pt x="2737702" y="54703"/>
                  <a:pt x="2741625" y="44250"/>
                  <a:pt x="2749471" y="37457"/>
                </a:cubicBezTo>
                <a:cubicBezTo>
                  <a:pt x="2756025" y="31812"/>
                  <a:pt x="2764013" y="28990"/>
                  <a:pt x="2773438" y="28990"/>
                </a:cubicBezTo>
                <a:cubicBezTo>
                  <a:pt x="2783914" y="28990"/>
                  <a:pt x="2792477" y="32422"/>
                  <a:pt x="2799127" y="39287"/>
                </a:cubicBezTo>
                <a:cubicBezTo>
                  <a:pt x="2805776" y="46152"/>
                  <a:pt x="2809101" y="55636"/>
                  <a:pt x="2809101" y="67739"/>
                </a:cubicBezTo>
                <a:cubicBezTo>
                  <a:pt x="2809101" y="77546"/>
                  <a:pt x="2807630" y="85260"/>
                  <a:pt x="2804688" y="90881"/>
                </a:cubicBezTo>
                <a:cubicBezTo>
                  <a:pt x="2801746" y="96502"/>
                  <a:pt x="2797464" y="100867"/>
                  <a:pt x="2791843" y="103977"/>
                </a:cubicBezTo>
                <a:cubicBezTo>
                  <a:pt x="2786222" y="107086"/>
                  <a:pt x="2780087" y="108641"/>
                  <a:pt x="2773438" y="108641"/>
                </a:cubicBezTo>
                <a:cubicBezTo>
                  <a:pt x="2762770" y="108641"/>
                  <a:pt x="2754147" y="105220"/>
                  <a:pt x="2747569" y="98379"/>
                </a:cubicBezTo>
                <a:cubicBezTo>
                  <a:pt x="2740991" y="91539"/>
                  <a:pt x="2737702" y="81684"/>
                  <a:pt x="2737702" y="68815"/>
                </a:cubicBezTo>
                <a:moveTo>
                  <a:pt x="2750978" y="68851"/>
                </a:moveTo>
                <a:cubicBezTo>
                  <a:pt x="2750978" y="78598"/>
                  <a:pt x="2753106" y="85897"/>
                  <a:pt x="2757364" y="90746"/>
                </a:cubicBezTo>
                <a:cubicBezTo>
                  <a:pt x="2761622" y="95596"/>
                  <a:pt x="2766979" y="98021"/>
                  <a:pt x="2773438" y="98021"/>
                </a:cubicBezTo>
                <a:cubicBezTo>
                  <a:pt x="2779848" y="98021"/>
                  <a:pt x="2785182" y="95584"/>
                  <a:pt x="2789440" y="90710"/>
                </a:cubicBezTo>
                <a:cubicBezTo>
                  <a:pt x="2793697" y="85837"/>
                  <a:pt x="2795826" y="78407"/>
                  <a:pt x="2795826" y="68421"/>
                </a:cubicBezTo>
                <a:cubicBezTo>
                  <a:pt x="2795826" y="59009"/>
                  <a:pt x="2793685" y="51878"/>
                  <a:pt x="2789404" y="47028"/>
                </a:cubicBezTo>
                <a:cubicBezTo>
                  <a:pt x="2785122" y="42178"/>
                  <a:pt x="2779800" y="39754"/>
                  <a:pt x="2773438" y="39754"/>
                </a:cubicBezTo>
                <a:cubicBezTo>
                  <a:pt x="2766979" y="39754"/>
                  <a:pt x="2761622" y="42166"/>
                  <a:pt x="2757364" y="46992"/>
                </a:cubicBezTo>
                <a:cubicBezTo>
                  <a:pt x="2753106" y="51818"/>
                  <a:pt x="2750978" y="59104"/>
                  <a:pt x="2750978" y="68851"/>
                </a:cubicBezTo>
                <a:close/>
                <a:moveTo>
                  <a:pt x="2827305" y="106919"/>
                </a:moveTo>
                <a:lnTo>
                  <a:pt x="2827305" y="40758"/>
                </a:lnTo>
                <a:lnTo>
                  <a:pt x="2815896" y="40758"/>
                </a:lnTo>
                <a:lnTo>
                  <a:pt x="2815896" y="30712"/>
                </a:lnTo>
                <a:lnTo>
                  <a:pt x="2827305" y="30712"/>
                </a:lnTo>
                <a:lnTo>
                  <a:pt x="2827305" y="22622"/>
                </a:lnTo>
                <a:cubicBezTo>
                  <a:pt x="2827305" y="17515"/>
                  <a:pt x="2827760" y="13721"/>
                  <a:pt x="2828668" y="11239"/>
                </a:cubicBezTo>
                <a:cubicBezTo>
                  <a:pt x="2829912" y="7899"/>
                  <a:pt x="2832101" y="5191"/>
                  <a:pt x="2835234" y="3115"/>
                </a:cubicBezTo>
                <a:cubicBezTo>
                  <a:pt x="2838368" y="1038"/>
                  <a:pt x="2842757" y="0"/>
                  <a:pt x="2848402" y="0"/>
                </a:cubicBezTo>
                <a:cubicBezTo>
                  <a:pt x="2852037" y="0"/>
                  <a:pt x="2856056" y="433"/>
                  <a:pt x="2860457" y="1298"/>
                </a:cubicBezTo>
                <a:lnTo>
                  <a:pt x="2858520" y="12625"/>
                </a:lnTo>
                <a:cubicBezTo>
                  <a:pt x="2855841" y="12149"/>
                  <a:pt x="2853305" y="11912"/>
                  <a:pt x="2850913" y="11912"/>
                </a:cubicBezTo>
                <a:cubicBezTo>
                  <a:pt x="2846991" y="11912"/>
                  <a:pt x="2844216" y="12743"/>
                  <a:pt x="2842589" y="14405"/>
                </a:cubicBezTo>
                <a:cubicBezTo>
                  <a:pt x="2840963" y="16066"/>
                  <a:pt x="2840150" y="19176"/>
                  <a:pt x="2840150" y="23734"/>
                </a:cubicBezTo>
                <a:lnTo>
                  <a:pt x="2840150" y="30712"/>
                </a:lnTo>
                <a:lnTo>
                  <a:pt x="2855003" y="30712"/>
                </a:lnTo>
                <a:lnTo>
                  <a:pt x="2855003" y="40758"/>
                </a:lnTo>
                <a:lnTo>
                  <a:pt x="2840150" y="40758"/>
                </a:lnTo>
                <a:lnTo>
                  <a:pt x="2840150" y="106919"/>
                </a:lnTo>
                <a:lnTo>
                  <a:pt x="2827305" y="106919"/>
                </a:lnTo>
                <a:close/>
                <a:moveTo>
                  <a:pt x="2926804" y="106919"/>
                </a:moveTo>
                <a:lnTo>
                  <a:pt x="2897814" y="30712"/>
                </a:lnTo>
                <a:lnTo>
                  <a:pt x="2911447" y="30712"/>
                </a:lnTo>
                <a:lnTo>
                  <a:pt x="2927808" y="76350"/>
                </a:lnTo>
                <a:cubicBezTo>
                  <a:pt x="2929578" y="81277"/>
                  <a:pt x="2931205" y="86396"/>
                  <a:pt x="2932688" y="91706"/>
                </a:cubicBezTo>
                <a:cubicBezTo>
                  <a:pt x="2933836" y="87688"/>
                  <a:pt x="2935438" y="82856"/>
                  <a:pt x="2937495" y="77211"/>
                </a:cubicBezTo>
                <a:lnTo>
                  <a:pt x="2954430" y="30712"/>
                </a:lnTo>
                <a:lnTo>
                  <a:pt x="2967705" y="30712"/>
                </a:lnTo>
                <a:lnTo>
                  <a:pt x="2938859" y="106919"/>
                </a:lnTo>
                <a:lnTo>
                  <a:pt x="2926804" y="106919"/>
                </a:lnTo>
                <a:close/>
                <a:moveTo>
                  <a:pt x="3028842" y="97303"/>
                </a:moveTo>
                <a:cubicBezTo>
                  <a:pt x="3024058" y="101449"/>
                  <a:pt x="3019454" y="104375"/>
                  <a:pt x="3015029" y="106082"/>
                </a:cubicBezTo>
                <a:cubicBezTo>
                  <a:pt x="3010604" y="107788"/>
                  <a:pt x="3005856" y="108641"/>
                  <a:pt x="3000785" y="108641"/>
                </a:cubicBezTo>
                <a:cubicBezTo>
                  <a:pt x="2992413" y="108641"/>
                  <a:pt x="2985979" y="106596"/>
                  <a:pt x="2981482" y="102505"/>
                </a:cubicBezTo>
                <a:cubicBezTo>
                  <a:pt x="2976986" y="98415"/>
                  <a:pt x="2974737" y="93189"/>
                  <a:pt x="2974737" y="86826"/>
                </a:cubicBezTo>
                <a:cubicBezTo>
                  <a:pt x="2974737" y="83095"/>
                  <a:pt x="2975586" y="79687"/>
                  <a:pt x="2977285" y="76601"/>
                </a:cubicBezTo>
                <a:cubicBezTo>
                  <a:pt x="2978983" y="73515"/>
                  <a:pt x="2981207" y="71040"/>
                  <a:pt x="2983958" y="69174"/>
                </a:cubicBezTo>
                <a:cubicBezTo>
                  <a:pt x="2986709" y="67308"/>
                  <a:pt x="2989806" y="65897"/>
                  <a:pt x="2993251" y="64940"/>
                </a:cubicBezTo>
                <a:cubicBezTo>
                  <a:pt x="2995786" y="64271"/>
                  <a:pt x="2999613" y="63625"/>
                  <a:pt x="3004732" y="63003"/>
                </a:cubicBezTo>
                <a:cubicBezTo>
                  <a:pt x="3015160" y="61759"/>
                  <a:pt x="3022839" y="60276"/>
                  <a:pt x="3027766" y="58554"/>
                </a:cubicBezTo>
                <a:cubicBezTo>
                  <a:pt x="3027814" y="56792"/>
                  <a:pt x="3027838" y="55672"/>
                  <a:pt x="3027838" y="55195"/>
                </a:cubicBezTo>
                <a:cubicBezTo>
                  <a:pt x="3027838" y="49952"/>
                  <a:pt x="3026618" y="46259"/>
                  <a:pt x="3024178" y="44115"/>
                </a:cubicBezTo>
                <a:cubicBezTo>
                  <a:pt x="3020877" y="41207"/>
                  <a:pt x="3015974" y="39754"/>
                  <a:pt x="3009468" y="39754"/>
                </a:cubicBezTo>
                <a:cubicBezTo>
                  <a:pt x="3003392" y="39754"/>
                  <a:pt x="2998907" y="40818"/>
                  <a:pt x="2996013" y="42947"/>
                </a:cubicBezTo>
                <a:cubicBezTo>
                  <a:pt x="2993119" y="45076"/>
                  <a:pt x="2990978" y="48843"/>
                  <a:pt x="2989591" y="54249"/>
                </a:cubicBezTo>
                <a:lnTo>
                  <a:pt x="2976962" y="52526"/>
                </a:lnTo>
                <a:cubicBezTo>
                  <a:pt x="2978110" y="47104"/>
                  <a:pt x="2979999" y="42726"/>
                  <a:pt x="2982630" y="39390"/>
                </a:cubicBezTo>
                <a:cubicBezTo>
                  <a:pt x="2985262" y="36055"/>
                  <a:pt x="2989065" y="33488"/>
                  <a:pt x="2994040" y="31690"/>
                </a:cubicBezTo>
                <a:cubicBezTo>
                  <a:pt x="2999015" y="29890"/>
                  <a:pt x="3004780" y="28990"/>
                  <a:pt x="3011333" y="28990"/>
                </a:cubicBezTo>
                <a:cubicBezTo>
                  <a:pt x="3017839" y="28990"/>
                  <a:pt x="3023126" y="29758"/>
                  <a:pt x="3027192" y="31295"/>
                </a:cubicBezTo>
                <a:cubicBezTo>
                  <a:pt x="3031258" y="32831"/>
                  <a:pt x="3034248" y="34763"/>
                  <a:pt x="3036161" y="37092"/>
                </a:cubicBezTo>
                <a:cubicBezTo>
                  <a:pt x="3038075" y="39420"/>
                  <a:pt x="3039414" y="42360"/>
                  <a:pt x="3040180" y="45914"/>
                </a:cubicBezTo>
                <a:cubicBezTo>
                  <a:pt x="3040610" y="48122"/>
                  <a:pt x="3040826" y="52088"/>
                  <a:pt x="3040826" y="57812"/>
                </a:cubicBezTo>
                <a:lnTo>
                  <a:pt x="3040826" y="74984"/>
                </a:lnTo>
                <a:cubicBezTo>
                  <a:pt x="3040826" y="86957"/>
                  <a:pt x="3041101" y="94540"/>
                  <a:pt x="3041651" y="97734"/>
                </a:cubicBezTo>
                <a:cubicBezTo>
                  <a:pt x="3042201" y="100927"/>
                  <a:pt x="3043289" y="103988"/>
                  <a:pt x="3044916" y="106919"/>
                </a:cubicBezTo>
                <a:lnTo>
                  <a:pt x="3031426" y="106919"/>
                </a:lnTo>
                <a:cubicBezTo>
                  <a:pt x="3030086" y="104178"/>
                  <a:pt x="3029225" y="100973"/>
                  <a:pt x="3028842" y="97303"/>
                </a:cubicBezTo>
                <a:moveTo>
                  <a:pt x="3027766" y="68744"/>
                </a:moveTo>
                <a:cubicBezTo>
                  <a:pt x="3023078" y="70648"/>
                  <a:pt x="3016045" y="72267"/>
                  <a:pt x="3006669" y="73601"/>
                </a:cubicBezTo>
                <a:cubicBezTo>
                  <a:pt x="3001359" y="74362"/>
                  <a:pt x="2997604" y="75218"/>
                  <a:pt x="2995403" y="76171"/>
                </a:cubicBezTo>
                <a:cubicBezTo>
                  <a:pt x="2993203" y="77123"/>
                  <a:pt x="2991504" y="78515"/>
                  <a:pt x="2990308" y="80348"/>
                </a:cubicBezTo>
                <a:cubicBezTo>
                  <a:pt x="2989113" y="82181"/>
                  <a:pt x="2988515" y="84216"/>
                  <a:pt x="2988515" y="86454"/>
                </a:cubicBezTo>
                <a:cubicBezTo>
                  <a:pt x="2988515" y="89882"/>
                  <a:pt x="2989818" y="92739"/>
                  <a:pt x="2992425" y="95025"/>
                </a:cubicBezTo>
                <a:cubicBezTo>
                  <a:pt x="2995033" y="97309"/>
                  <a:pt x="2998848" y="98451"/>
                  <a:pt x="3003871" y="98451"/>
                </a:cubicBezTo>
                <a:cubicBezTo>
                  <a:pt x="3008846" y="98451"/>
                  <a:pt x="3013271" y="97367"/>
                  <a:pt x="3017146" y="95197"/>
                </a:cubicBezTo>
                <a:cubicBezTo>
                  <a:pt x="3021021" y="93027"/>
                  <a:pt x="3023867" y="90062"/>
                  <a:pt x="3025685" y="86302"/>
                </a:cubicBezTo>
                <a:cubicBezTo>
                  <a:pt x="3027072" y="83400"/>
                  <a:pt x="3027766" y="79118"/>
                  <a:pt x="3027766" y="73455"/>
                </a:cubicBezTo>
                <a:lnTo>
                  <a:pt x="3027766" y="68744"/>
                </a:lnTo>
                <a:close/>
                <a:moveTo>
                  <a:pt x="3060680" y="106919"/>
                </a:moveTo>
                <a:lnTo>
                  <a:pt x="3060680" y="30712"/>
                </a:lnTo>
                <a:lnTo>
                  <a:pt x="3072305" y="30712"/>
                </a:lnTo>
                <a:lnTo>
                  <a:pt x="3072305" y="42265"/>
                </a:lnTo>
                <a:cubicBezTo>
                  <a:pt x="3075271" y="36859"/>
                  <a:pt x="3078010" y="33295"/>
                  <a:pt x="3080521" y="31573"/>
                </a:cubicBezTo>
                <a:cubicBezTo>
                  <a:pt x="3083033" y="29851"/>
                  <a:pt x="3085795" y="28990"/>
                  <a:pt x="3088809" y="28990"/>
                </a:cubicBezTo>
                <a:cubicBezTo>
                  <a:pt x="3093162" y="28990"/>
                  <a:pt x="3097587" y="30377"/>
                  <a:pt x="3102084" y="33152"/>
                </a:cubicBezTo>
                <a:lnTo>
                  <a:pt x="3097635" y="45126"/>
                </a:lnTo>
                <a:cubicBezTo>
                  <a:pt x="3094478" y="43267"/>
                  <a:pt x="3091321" y="42337"/>
                  <a:pt x="3088163" y="42337"/>
                </a:cubicBezTo>
                <a:cubicBezTo>
                  <a:pt x="3085341" y="42337"/>
                  <a:pt x="3082805" y="43186"/>
                  <a:pt x="3080557" y="44884"/>
                </a:cubicBezTo>
                <a:cubicBezTo>
                  <a:pt x="3078309" y="46583"/>
                  <a:pt x="3076706" y="48939"/>
                  <a:pt x="3075749" y="51952"/>
                </a:cubicBezTo>
                <a:cubicBezTo>
                  <a:pt x="3074314" y="56545"/>
                  <a:pt x="3073597" y="61568"/>
                  <a:pt x="3073597" y="67021"/>
                </a:cubicBezTo>
                <a:lnTo>
                  <a:pt x="3073597" y="106919"/>
                </a:lnTo>
                <a:lnTo>
                  <a:pt x="3060680" y="106919"/>
                </a:lnTo>
                <a:close/>
                <a:moveTo>
                  <a:pt x="3109833" y="16504"/>
                </a:moveTo>
                <a:lnTo>
                  <a:pt x="3109833" y="1722"/>
                </a:lnTo>
                <a:lnTo>
                  <a:pt x="3122749" y="1722"/>
                </a:lnTo>
                <a:lnTo>
                  <a:pt x="3122749" y="16504"/>
                </a:lnTo>
                <a:lnTo>
                  <a:pt x="3109833" y="16504"/>
                </a:lnTo>
                <a:moveTo>
                  <a:pt x="3109833" y="106919"/>
                </a:moveTo>
                <a:lnTo>
                  <a:pt x="3109833" y="30712"/>
                </a:lnTo>
                <a:lnTo>
                  <a:pt x="3122749" y="30712"/>
                </a:lnTo>
                <a:lnTo>
                  <a:pt x="3122749" y="106919"/>
                </a:lnTo>
                <a:lnTo>
                  <a:pt x="3109833" y="106919"/>
                </a:lnTo>
                <a:close/>
                <a:moveTo>
                  <a:pt x="3192114" y="97303"/>
                </a:moveTo>
                <a:cubicBezTo>
                  <a:pt x="3187330" y="101449"/>
                  <a:pt x="3182726" y="104375"/>
                  <a:pt x="3178301" y="106082"/>
                </a:cubicBezTo>
                <a:cubicBezTo>
                  <a:pt x="3173876" y="107788"/>
                  <a:pt x="3169128" y="108641"/>
                  <a:pt x="3164057" y="108641"/>
                </a:cubicBezTo>
                <a:cubicBezTo>
                  <a:pt x="3155685" y="108641"/>
                  <a:pt x="3149251" y="106596"/>
                  <a:pt x="3144754" y="102505"/>
                </a:cubicBezTo>
                <a:cubicBezTo>
                  <a:pt x="3140257" y="98415"/>
                  <a:pt x="3138009" y="93189"/>
                  <a:pt x="3138009" y="86826"/>
                </a:cubicBezTo>
                <a:cubicBezTo>
                  <a:pt x="3138009" y="83095"/>
                  <a:pt x="3138858" y="79687"/>
                  <a:pt x="3140556" y="76601"/>
                </a:cubicBezTo>
                <a:cubicBezTo>
                  <a:pt x="3142255" y="73515"/>
                  <a:pt x="3144479" y="71040"/>
                  <a:pt x="3147230" y="69174"/>
                </a:cubicBezTo>
                <a:cubicBezTo>
                  <a:pt x="3149980" y="67308"/>
                  <a:pt x="3153078" y="65897"/>
                  <a:pt x="3156522" y="64940"/>
                </a:cubicBezTo>
                <a:cubicBezTo>
                  <a:pt x="3159058" y="64271"/>
                  <a:pt x="3162885" y="63625"/>
                  <a:pt x="3168004" y="63003"/>
                </a:cubicBezTo>
                <a:cubicBezTo>
                  <a:pt x="3178432" y="61759"/>
                  <a:pt x="3186110" y="60276"/>
                  <a:pt x="3191038" y="58554"/>
                </a:cubicBezTo>
                <a:cubicBezTo>
                  <a:pt x="3191086" y="56792"/>
                  <a:pt x="3191109" y="55672"/>
                  <a:pt x="3191109" y="55195"/>
                </a:cubicBezTo>
                <a:cubicBezTo>
                  <a:pt x="3191109" y="49952"/>
                  <a:pt x="3189890" y="46259"/>
                  <a:pt x="3187450" y="44115"/>
                </a:cubicBezTo>
                <a:cubicBezTo>
                  <a:pt x="3184149" y="41207"/>
                  <a:pt x="3179246" y="39754"/>
                  <a:pt x="3172740" y="39754"/>
                </a:cubicBezTo>
                <a:cubicBezTo>
                  <a:pt x="3166664" y="39754"/>
                  <a:pt x="3162179" y="40818"/>
                  <a:pt x="3159285" y="42947"/>
                </a:cubicBezTo>
                <a:cubicBezTo>
                  <a:pt x="3156391" y="45076"/>
                  <a:pt x="3154250" y="48843"/>
                  <a:pt x="3152863" y="54249"/>
                </a:cubicBezTo>
                <a:lnTo>
                  <a:pt x="3140233" y="52526"/>
                </a:lnTo>
                <a:cubicBezTo>
                  <a:pt x="3141382" y="47104"/>
                  <a:pt x="3143271" y="42726"/>
                  <a:pt x="3145902" y="39390"/>
                </a:cubicBezTo>
                <a:cubicBezTo>
                  <a:pt x="3148533" y="36055"/>
                  <a:pt x="3152337" y="33488"/>
                  <a:pt x="3157312" y="31690"/>
                </a:cubicBezTo>
                <a:cubicBezTo>
                  <a:pt x="3162287" y="29890"/>
                  <a:pt x="3168051" y="28990"/>
                  <a:pt x="3174605" y="28990"/>
                </a:cubicBezTo>
                <a:cubicBezTo>
                  <a:pt x="3181111" y="28990"/>
                  <a:pt x="3186397" y="29758"/>
                  <a:pt x="3190464" y="31295"/>
                </a:cubicBezTo>
                <a:cubicBezTo>
                  <a:pt x="3194530" y="32831"/>
                  <a:pt x="3197520" y="34763"/>
                  <a:pt x="3199433" y="37092"/>
                </a:cubicBezTo>
                <a:cubicBezTo>
                  <a:pt x="3201347" y="39420"/>
                  <a:pt x="3202686" y="42360"/>
                  <a:pt x="3203452" y="45914"/>
                </a:cubicBezTo>
                <a:cubicBezTo>
                  <a:pt x="3203882" y="48122"/>
                  <a:pt x="3204098" y="52088"/>
                  <a:pt x="3204098" y="57812"/>
                </a:cubicBezTo>
                <a:lnTo>
                  <a:pt x="3204098" y="74984"/>
                </a:lnTo>
                <a:cubicBezTo>
                  <a:pt x="3204098" y="86957"/>
                  <a:pt x="3204373" y="94540"/>
                  <a:pt x="3204923" y="97734"/>
                </a:cubicBezTo>
                <a:cubicBezTo>
                  <a:pt x="3205473" y="100927"/>
                  <a:pt x="3206561" y="103988"/>
                  <a:pt x="3208188" y="106919"/>
                </a:cubicBezTo>
                <a:lnTo>
                  <a:pt x="3194697" y="106919"/>
                </a:lnTo>
                <a:cubicBezTo>
                  <a:pt x="3193358" y="104178"/>
                  <a:pt x="3192497" y="100973"/>
                  <a:pt x="3192114" y="97303"/>
                </a:cubicBezTo>
                <a:moveTo>
                  <a:pt x="3191038" y="68744"/>
                </a:moveTo>
                <a:cubicBezTo>
                  <a:pt x="3186350" y="70648"/>
                  <a:pt x="3179317" y="72267"/>
                  <a:pt x="3169941" y="73601"/>
                </a:cubicBezTo>
                <a:cubicBezTo>
                  <a:pt x="3164631" y="74362"/>
                  <a:pt x="3160876" y="75218"/>
                  <a:pt x="3158675" y="76171"/>
                </a:cubicBezTo>
                <a:cubicBezTo>
                  <a:pt x="3156475" y="77123"/>
                  <a:pt x="3154776" y="78515"/>
                  <a:pt x="3153580" y="80348"/>
                </a:cubicBezTo>
                <a:cubicBezTo>
                  <a:pt x="3152384" y="82181"/>
                  <a:pt x="3151786" y="84216"/>
                  <a:pt x="3151786" y="86454"/>
                </a:cubicBezTo>
                <a:cubicBezTo>
                  <a:pt x="3151786" y="89882"/>
                  <a:pt x="3153090" y="92739"/>
                  <a:pt x="3155697" y="95025"/>
                </a:cubicBezTo>
                <a:cubicBezTo>
                  <a:pt x="3158304" y="97309"/>
                  <a:pt x="3162119" y="98451"/>
                  <a:pt x="3167142" y="98451"/>
                </a:cubicBezTo>
                <a:cubicBezTo>
                  <a:pt x="3172118" y="98451"/>
                  <a:pt x="3176543" y="97367"/>
                  <a:pt x="3180418" y="95197"/>
                </a:cubicBezTo>
                <a:cubicBezTo>
                  <a:pt x="3184293" y="93027"/>
                  <a:pt x="3187139" y="90062"/>
                  <a:pt x="3188957" y="86302"/>
                </a:cubicBezTo>
                <a:cubicBezTo>
                  <a:pt x="3190344" y="83400"/>
                  <a:pt x="3191038" y="79118"/>
                  <a:pt x="3191038" y="73455"/>
                </a:cubicBezTo>
                <a:lnTo>
                  <a:pt x="3191038" y="68744"/>
                </a:lnTo>
                <a:close/>
                <a:moveTo>
                  <a:pt x="3236007" y="106919"/>
                </a:moveTo>
                <a:lnTo>
                  <a:pt x="3224023" y="106919"/>
                </a:lnTo>
                <a:lnTo>
                  <a:pt x="3224023" y="1722"/>
                </a:lnTo>
                <a:lnTo>
                  <a:pt x="3236940" y="1722"/>
                </a:lnTo>
                <a:lnTo>
                  <a:pt x="3236940" y="39251"/>
                </a:lnTo>
                <a:cubicBezTo>
                  <a:pt x="3242393" y="32410"/>
                  <a:pt x="3249354" y="28990"/>
                  <a:pt x="3257821" y="28990"/>
                </a:cubicBezTo>
                <a:cubicBezTo>
                  <a:pt x="3262509" y="28990"/>
                  <a:pt x="3266946" y="29935"/>
                  <a:pt x="3271132" y="31824"/>
                </a:cubicBezTo>
                <a:cubicBezTo>
                  <a:pt x="3275318" y="33714"/>
                  <a:pt x="3278762" y="36369"/>
                  <a:pt x="3281465" y="39790"/>
                </a:cubicBezTo>
                <a:cubicBezTo>
                  <a:pt x="3284168" y="43210"/>
                  <a:pt x="3286285" y="47336"/>
                  <a:pt x="3287816" y="52168"/>
                </a:cubicBezTo>
                <a:cubicBezTo>
                  <a:pt x="3289347" y="56999"/>
                  <a:pt x="3290112" y="62166"/>
                  <a:pt x="3290112" y="67667"/>
                </a:cubicBezTo>
                <a:cubicBezTo>
                  <a:pt x="3290112" y="80727"/>
                  <a:pt x="3286883" y="90821"/>
                  <a:pt x="3280425" y="97949"/>
                </a:cubicBezTo>
                <a:cubicBezTo>
                  <a:pt x="3273967" y="105077"/>
                  <a:pt x="3266217" y="108641"/>
                  <a:pt x="3257175" y="108641"/>
                </a:cubicBezTo>
                <a:cubicBezTo>
                  <a:pt x="3248182" y="108641"/>
                  <a:pt x="3241126" y="104885"/>
                  <a:pt x="3236007" y="97375"/>
                </a:cubicBezTo>
                <a:lnTo>
                  <a:pt x="3236007" y="106919"/>
                </a:lnTo>
                <a:moveTo>
                  <a:pt x="3235863" y="68241"/>
                </a:moveTo>
                <a:cubicBezTo>
                  <a:pt x="3235863" y="77378"/>
                  <a:pt x="3237107" y="83980"/>
                  <a:pt x="3239595" y="88046"/>
                </a:cubicBezTo>
                <a:cubicBezTo>
                  <a:pt x="3243661" y="94696"/>
                  <a:pt x="3249162" y="98021"/>
                  <a:pt x="3256099" y="98021"/>
                </a:cubicBezTo>
                <a:cubicBezTo>
                  <a:pt x="3261744" y="98021"/>
                  <a:pt x="3266623" y="95569"/>
                  <a:pt x="3270738" y="90666"/>
                </a:cubicBezTo>
                <a:cubicBezTo>
                  <a:pt x="3274852" y="85762"/>
                  <a:pt x="3276909" y="78455"/>
                  <a:pt x="3276909" y="68744"/>
                </a:cubicBezTo>
                <a:cubicBezTo>
                  <a:pt x="3276909" y="58793"/>
                  <a:pt x="3274935" y="51450"/>
                  <a:pt x="3270989" y="46714"/>
                </a:cubicBezTo>
                <a:cubicBezTo>
                  <a:pt x="3267042" y="41978"/>
                  <a:pt x="3262270" y="39610"/>
                  <a:pt x="3256673" y="39610"/>
                </a:cubicBezTo>
                <a:cubicBezTo>
                  <a:pt x="3251028" y="39610"/>
                  <a:pt x="3246149" y="42062"/>
                  <a:pt x="3242035" y="46965"/>
                </a:cubicBezTo>
                <a:cubicBezTo>
                  <a:pt x="3237921" y="51869"/>
                  <a:pt x="3235863" y="58961"/>
                  <a:pt x="3235863" y="68241"/>
                </a:cubicBezTo>
                <a:close/>
                <a:moveTo>
                  <a:pt x="3305518" y="106919"/>
                </a:moveTo>
                <a:lnTo>
                  <a:pt x="3305518" y="1722"/>
                </a:lnTo>
                <a:lnTo>
                  <a:pt x="3318434" y="1722"/>
                </a:lnTo>
                <a:lnTo>
                  <a:pt x="3318434" y="106919"/>
                </a:lnTo>
                <a:lnTo>
                  <a:pt x="3305518" y="106919"/>
                </a:lnTo>
                <a:close/>
                <a:moveTo>
                  <a:pt x="3390597" y="82234"/>
                </a:moveTo>
                <a:lnTo>
                  <a:pt x="3403944" y="83956"/>
                </a:lnTo>
                <a:cubicBezTo>
                  <a:pt x="3401839" y="91776"/>
                  <a:pt x="3397940" y="97846"/>
                  <a:pt x="3392247" y="102165"/>
                </a:cubicBezTo>
                <a:cubicBezTo>
                  <a:pt x="3386555" y="106482"/>
                  <a:pt x="3379283" y="108641"/>
                  <a:pt x="3370433" y="108641"/>
                </a:cubicBezTo>
                <a:cubicBezTo>
                  <a:pt x="3359287" y="108641"/>
                  <a:pt x="3350449" y="105208"/>
                  <a:pt x="3343919" y="98344"/>
                </a:cubicBezTo>
                <a:cubicBezTo>
                  <a:pt x="3337389" y="91479"/>
                  <a:pt x="3334124" y="81851"/>
                  <a:pt x="3334124" y="69461"/>
                </a:cubicBezTo>
                <a:cubicBezTo>
                  <a:pt x="3334124" y="56641"/>
                  <a:pt x="3337425" y="46690"/>
                  <a:pt x="3344026" y="39610"/>
                </a:cubicBezTo>
                <a:cubicBezTo>
                  <a:pt x="3350628" y="32530"/>
                  <a:pt x="3359191" y="28990"/>
                  <a:pt x="3369715" y="28990"/>
                </a:cubicBezTo>
                <a:cubicBezTo>
                  <a:pt x="3379905" y="28990"/>
                  <a:pt x="3388229" y="32453"/>
                  <a:pt x="3394687" y="39379"/>
                </a:cubicBezTo>
                <a:cubicBezTo>
                  <a:pt x="3401145" y="46304"/>
                  <a:pt x="3404374" y="56046"/>
                  <a:pt x="3404374" y="68607"/>
                </a:cubicBezTo>
                <a:cubicBezTo>
                  <a:pt x="3404374" y="69371"/>
                  <a:pt x="3404350" y="70517"/>
                  <a:pt x="3404303" y="72044"/>
                </a:cubicBezTo>
                <a:lnTo>
                  <a:pt x="3347471" y="72044"/>
                </a:lnTo>
                <a:cubicBezTo>
                  <a:pt x="3347949" y="80440"/>
                  <a:pt x="3350317" y="86868"/>
                  <a:pt x="3354575" y="91329"/>
                </a:cubicBezTo>
                <a:cubicBezTo>
                  <a:pt x="3358832" y="95790"/>
                  <a:pt x="3364142" y="98021"/>
                  <a:pt x="3370505" y="98021"/>
                </a:cubicBezTo>
                <a:cubicBezTo>
                  <a:pt x="3375241" y="98021"/>
                  <a:pt x="3379283" y="96766"/>
                  <a:pt x="3382632" y="94256"/>
                </a:cubicBezTo>
                <a:cubicBezTo>
                  <a:pt x="3385981" y="91744"/>
                  <a:pt x="3388636" y="87737"/>
                  <a:pt x="3390597" y="82234"/>
                </a:cubicBezTo>
                <a:moveTo>
                  <a:pt x="3348188" y="61424"/>
                </a:moveTo>
                <a:lnTo>
                  <a:pt x="3390740" y="61424"/>
                </a:lnTo>
                <a:cubicBezTo>
                  <a:pt x="3390166" y="55035"/>
                  <a:pt x="3388540" y="50243"/>
                  <a:pt x="3385861" y="47048"/>
                </a:cubicBezTo>
                <a:cubicBezTo>
                  <a:pt x="3381747" y="42089"/>
                  <a:pt x="3376413" y="39610"/>
                  <a:pt x="3369859" y="39610"/>
                </a:cubicBezTo>
                <a:cubicBezTo>
                  <a:pt x="3363927" y="39610"/>
                  <a:pt x="3358940" y="41589"/>
                  <a:pt x="3354898" y="45548"/>
                </a:cubicBezTo>
                <a:cubicBezTo>
                  <a:pt x="3350855" y="49505"/>
                  <a:pt x="3348619" y="54797"/>
                  <a:pt x="3348188" y="61424"/>
                </a:cubicBezTo>
                <a:close/>
                <a:moveTo>
                  <a:pt x="3414972" y="84100"/>
                </a:moveTo>
                <a:lnTo>
                  <a:pt x="3427745" y="82091"/>
                </a:lnTo>
                <a:cubicBezTo>
                  <a:pt x="3428463" y="87232"/>
                  <a:pt x="3430460" y="91172"/>
                  <a:pt x="3433737" y="93913"/>
                </a:cubicBezTo>
                <a:cubicBezTo>
                  <a:pt x="3437014" y="96651"/>
                  <a:pt x="3441594" y="98021"/>
                  <a:pt x="3447478" y="98021"/>
                </a:cubicBezTo>
                <a:cubicBezTo>
                  <a:pt x="3453410" y="98021"/>
                  <a:pt x="3457812" y="96813"/>
                  <a:pt x="3460682" y="94397"/>
                </a:cubicBezTo>
                <a:cubicBezTo>
                  <a:pt x="3463552" y="91981"/>
                  <a:pt x="3464987" y="89147"/>
                  <a:pt x="3464987" y="85894"/>
                </a:cubicBezTo>
                <a:cubicBezTo>
                  <a:pt x="3464987" y="82976"/>
                  <a:pt x="3463720" y="80679"/>
                  <a:pt x="3461184" y="79005"/>
                </a:cubicBezTo>
                <a:cubicBezTo>
                  <a:pt x="3459414" y="77857"/>
                  <a:pt x="3455013" y="76398"/>
                  <a:pt x="3447981" y="74628"/>
                </a:cubicBezTo>
                <a:cubicBezTo>
                  <a:pt x="3438509" y="72236"/>
                  <a:pt x="3431943" y="70167"/>
                  <a:pt x="3428283" y="68421"/>
                </a:cubicBezTo>
                <a:cubicBezTo>
                  <a:pt x="3424624" y="66675"/>
                  <a:pt x="3421849" y="64259"/>
                  <a:pt x="3419959" y="61173"/>
                </a:cubicBezTo>
                <a:cubicBezTo>
                  <a:pt x="3418070" y="58088"/>
                  <a:pt x="3417125" y="54679"/>
                  <a:pt x="3417125" y="50948"/>
                </a:cubicBezTo>
                <a:cubicBezTo>
                  <a:pt x="3417125" y="47551"/>
                  <a:pt x="3417902" y="44406"/>
                  <a:pt x="3419457" y="41512"/>
                </a:cubicBezTo>
                <a:cubicBezTo>
                  <a:pt x="3421012" y="38617"/>
                  <a:pt x="3423129" y="36214"/>
                  <a:pt x="3425808" y="34300"/>
                </a:cubicBezTo>
                <a:cubicBezTo>
                  <a:pt x="3427817" y="32817"/>
                  <a:pt x="3430556" y="31561"/>
                  <a:pt x="3434024" y="30533"/>
                </a:cubicBezTo>
                <a:cubicBezTo>
                  <a:pt x="3437492" y="29504"/>
                  <a:pt x="3441212" y="28990"/>
                  <a:pt x="3445182" y="28990"/>
                </a:cubicBezTo>
                <a:cubicBezTo>
                  <a:pt x="3451162" y="28990"/>
                  <a:pt x="3456412" y="29851"/>
                  <a:pt x="3460933" y="31573"/>
                </a:cubicBezTo>
                <a:cubicBezTo>
                  <a:pt x="3465454" y="33295"/>
                  <a:pt x="3468790" y="35628"/>
                  <a:pt x="3470943" y="38570"/>
                </a:cubicBezTo>
                <a:cubicBezTo>
                  <a:pt x="3473096" y="41512"/>
                  <a:pt x="3474579" y="45446"/>
                  <a:pt x="3475392" y="50374"/>
                </a:cubicBezTo>
                <a:lnTo>
                  <a:pt x="3462763" y="52096"/>
                </a:lnTo>
                <a:cubicBezTo>
                  <a:pt x="3462189" y="48173"/>
                  <a:pt x="3460526" y="45112"/>
                  <a:pt x="3457776" y="42911"/>
                </a:cubicBezTo>
                <a:cubicBezTo>
                  <a:pt x="3455025" y="40710"/>
                  <a:pt x="3451138" y="39610"/>
                  <a:pt x="3446115" y="39610"/>
                </a:cubicBezTo>
                <a:cubicBezTo>
                  <a:pt x="3440183" y="39610"/>
                  <a:pt x="3435949" y="40591"/>
                  <a:pt x="3433414" y="42552"/>
                </a:cubicBezTo>
                <a:cubicBezTo>
                  <a:pt x="3430879" y="44514"/>
                  <a:pt x="3429611" y="46810"/>
                  <a:pt x="3429611" y="49441"/>
                </a:cubicBezTo>
                <a:cubicBezTo>
                  <a:pt x="3429611" y="51115"/>
                  <a:pt x="3430137" y="52622"/>
                  <a:pt x="3431190" y="53962"/>
                </a:cubicBezTo>
                <a:cubicBezTo>
                  <a:pt x="3432242" y="55349"/>
                  <a:pt x="3433892" y="56497"/>
                  <a:pt x="3436141" y="57406"/>
                </a:cubicBezTo>
                <a:cubicBezTo>
                  <a:pt x="3437432" y="57884"/>
                  <a:pt x="3441236" y="58985"/>
                  <a:pt x="3447550" y="60707"/>
                </a:cubicBezTo>
                <a:cubicBezTo>
                  <a:pt x="3456687" y="63147"/>
                  <a:pt x="3463062" y="65144"/>
                  <a:pt x="3466674" y="66699"/>
                </a:cubicBezTo>
                <a:cubicBezTo>
                  <a:pt x="3470285" y="68253"/>
                  <a:pt x="3473120" y="70514"/>
                  <a:pt x="3475177" y="73480"/>
                </a:cubicBezTo>
                <a:cubicBezTo>
                  <a:pt x="3477234" y="76446"/>
                  <a:pt x="3478262" y="80129"/>
                  <a:pt x="3478262" y="84530"/>
                </a:cubicBezTo>
                <a:cubicBezTo>
                  <a:pt x="3478262" y="88836"/>
                  <a:pt x="3477007" y="92890"/>
                  <a:pt x="3474495" y="96693"/>
                </a:cubicBezTo>
                <a:cubicBezTo>
                  <a:pt x="3471984" y="100496"/>
                  <a:pt x="3468360" y="103438"/>
                  <a:pt x="3463624" y="105519"/>
                </a:cubicBezTo>
                <a:cubicBezTo>
                  <a:pt x="3458888" y="107600"/>
                  <a:pt x="3453530" y="108641"/>
                  <a:pt x="3447550" y="108641"/>
                </a:cubicBezTo>
                <a:cubicBezTo>
                  <a:pt x="3437648" y="108641"/>
                  <a:pt x="3430101" y="106578"/>
                  <a:pt x="3424911" y="102452"/>
                </a:cubicBezTo>
                <a:cubicBezTo>
                  <a:pt x="3419720" y="98326"/>
                  <a:pt x="3416407" y="92208"/>
                  <a:pt x="3414972" y="84100"/>
                </a:cubicBezTo>
                <a:close/>
                <a:moveTo>
                  <a:pt x="3497206" y="45494"/>
                </a:moveTo>
                <a:lnTo>
                  <a:pt x="3497206" y="30712"/>
                </a:lnTo>
                <a:lnTo>
                  <a:pt x="3511916" y="30712"/>
                </a:lnTo>
                <a:lnTo>
                  <a:pt x="3511916" y="45494"/>
                </a:lnTo>
                <a:lnTo>
                  <a:pt x="3497206" y="45494"/>
                </a:lnTo>
                <a:moveTo>
                  <a:pt x="3497206" y="106919"/>
                </a:moveTo>
                <a:lnTo>
                  <a:pt x="3497206" y="92137"/>
                </a:lnTo>
                <a:lnTo>
                  <a:pt x="3511916" y="92137"/>
                </a:lnTo>
                <a:lnTo>
                  <a:pt x="3511916" y="106919"/>
                </a:lnTo>
                <a:lnTo>
                  <a:pt x="3497206" y="1069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Text a1,a2,v3,v4,dest?">
            <a:extLst xmlns:a="http://schemas.openxmlformats.org/drawingml/2006/main">
              <a:ext uri="{FF2B5EF4-FFF2-40B4-BE49-F238E27FC236}">
                <a16:creationId xmlns:a16="http://schemas.microsoft.com/office/drawing/2014/main" id="{57A4E249-A4D8-407D-936C-4005002B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94" y="3875741"/>
            <a:ext cx="1831223" cy="130599"/>
          </a:xfrm>
          <a:custGeom xmlns:a="http://schemas.openxmlformats.org/drawingml/2006/main">
            <a:pathLst>
              <a:path w="1831223" h="130599">
                <a:moveTo>
                  <a:pt x="50948" y="106919"/>
                </a:moveTo>
                <a:lnTo>
                  <a:pt x="50948" y="103474"/>
                </a:lnTo>
                <a:cubicBezTo>
                  <a:pt x="47264" y="105388"/>
                  <a:pt x="43198" y="106823"/>
                  <a:pt x="38749" y="107780"/>
                </a:cubicBezTo>
                <a:cubicBezTo>
                  <a:pt x="34300" y="108736"/>
                  <a:pt x="30258" y="109215"/>
                  <a:pt x="26622" y="109215"/>
                </a:cubicBezTo>
                <a:cubicBezTo>
                  <a:pt x="18729" y="109215"/>
                  <a:pt x="12318" y="107126"/>
                  <a:pt x="7391" y="102947"/>
                </a:cubicBezTo>
                <a:cubicBezTo>
                  <a:pt x="2464" y="98767"/>
                  <a:pt x="0" y="94146"/>
                  <a:pt x="0" y="89082"/>
                </a:cubicBezTo>
                <a:cubicBezTo>
                  <a:pt x="0" y="82922"/>
                  <a:pt x="3145" y="77203"/>
                  <a:pt x="9436" y="71926"/>
                </a:cubicBezTo>
                <a:cubicBezTo>
                  <a:pt x="15727" y="66647"/>
                  <a:pt x="24421" y="64008"/>
                  <a:pt x="35520" y="64008"/>
                </a:cubicBezTo>
                <a:cubicBezTo>
                  <a:pt x="39969" y="64008"/>
                  <a:pt x="45112" y="64486"/>
                  <a:pt x="50948" y="65443"/>
                </a:cubicBezTo>
                <a:lnTo>
                  <a:pt x="50948" y="61949"/>
                </a:lnTo>
                <a:cubicBezTo>
                  <a:pt x="50948" y="59763"/>
                  <a:pt x="50003" y="57982"/>
                  <a:pt x="48113" y="56603"/>
                </a:cubicBezTo>
                <a:cubicBezTo>
                  <a:pt x="46224" y="55225"/>
                  <a:pt x="42624" y="54536"/>
                  <a:pt x="37314" y="54536"/>
                </a:cubicBezTo>
                <a:cubicBezTo>
                  <a:pt x="32961" y="54536"/>
                  <a:pt x="27316" y="55379"/>
                  <a:pt x="20379" y="57065"/>
                </a:cubicBezTo>
                <a:cubicBezTo>
                  <a:pt x="17796" y="57675"/>
                  <a:pt x="15787" y="57980"/>
                  <a:pt x="14351" y="57980"/>
                </a:cubicBezTo>
                <a:cubicBezTo>
                  <a:pt x="12390" y="57980"/>
                  <a:pt x="10728" y="57274"/>
                  <a:pt x="9364" y="55863"/>
                </a:cubicBezTo>
                <a:cubicBezTo>
                  <a:pt x="8001" y="54452"/>
                  <a:pt x="7319" y="52646"/>
                  <a:pt x="7319" y="50445"/>
                </a:cubicBezTo>
                <a:cubicBezTo>
                  <a:pt x="7319" y="49202"/>
                  <a:pt x="7558" y="48125"/>
                  <a:pt x="8037" y="47216"/>
                </a:cubicBezTo>
                <a:cubicBezTo>
                  <a:pt x="8515" y="46307"/>
                  <a:pt x="9185" y="45578"/>
                  <a:pt x="10046" y="45028"/>
                </a:cubicBezTo>
                <a:cubicBezTo>
                  <a:pt x="10907" y="44478"/>
                  <a:pt x="12701" y="43820"/>
                  <a:pt x="15428" y="43054"/>
                </a:cubicBezTo>
                <a:cubicBezTo>
                  <a:pt x="19064" y="42050"/>
                  <a:pt x="22771" y="41249"/>
                  <a:pt x="26550" y="40651"/>
                </a:cubicBezTo>
                <a:cubicBezTo>
                  <a:pt x="30329" y="40053"/>
                  <a:pt x="33750" y="39754"/>
                  <a:pt x="36812" y="39754"/>
                </a:cubicBezTo>
                <a:cubicBezTo>
                  <a:pt x="45949" y="39754"/>
                  <a:pt x="53041" y="41727"/>
                  <a:pt x="58088" y="45674"/>
                </a:cubicBezTo>
                <a:cubicBezTo>
                  <a:pt x="63135" y="49620"/>
                  <a:pt x="65658" y="55014"/>
                  <a:pt x="65658" y="61855"/>
                </a:cubicBezTo>
                <a:lnTo>
                  <a:pt x="65658" y="92137"/>
                </a:lnTo>
                <a:lnTo>
                  <a:pt x="68170" y="92137"/>
                </a:lnTo>
                <a:cubicBezTo>
                  <a:pt x="71710" y="92137"/>
                  <a:pt x="74233" y="92818"/>
                  <a:pt x="75740" y="94182"/>
                </a:cubicBezTo>
                <a:cubicBezTo>
                  <a:pt x="77247" y="95545"/>
                  <a:pt x="78000" y="97327"/>
                  <a:pt x="78000" y="99528"/>
                </a:cubicBezTo>
                <a:cubicBezTo>
                  <a:pt x="78000" y="101728"/>
                  <a:pt x="77247" y="103510"/>
                  <a:pt x="75740" y="104873"/>
                </a:cubicBezTo>
                <a:cubicBezTo>
                  <a:pt x="74233" y="106237"/>
                  <a:pt x="71710" y="106919"/>
                  <a:pt x="68170" y="106919"/>
                </a:cubicBezTo>
                <a:lnTo>
                  <a:pt x="50948" y="106919"/>
                </a:lnTo>
                <a:moveTo>
                  <a:pt x="50948" y="80496"/>
                </a:moveTo>
                <a:cubicBezTo>
                  <a:pt x="45064" y="79358"/>
                  <a:pt x="39634" y="78790"/>
                  <a:pt x="34659" y="78790"/>
                </a:cubicBezTo>
                <a:cubicBezTo>
                  <a:pt x="28679" y="78790"/>
                  <a:pt x="23536" y="80235"/>
                  <a:pt x="19231" y="83127"/>
                </a:cubicBezTo>
                <a:cubicBezTo>
                  <a:pt x="16552" y="84976"/>
                  <a:pt x="15213" y="86848"/>
                  <a:pt x="15213" y="88744"/>
                </a:cubicBezTo>
                <a:cubicBezTo>
                  <a:pt x="15213" y="90119"/>
                  <a:pt x="15858" y="91234"/>
                  <a:pt x="17150" y="92087"/>
                </a:cubicBezTo>
                <a:cubicBezTo>
                  <a:pt x="19542" y="93651"/>
                  <a:pt x="22819" y="94433"/>
                  <a:pt x="26981" y="94433"/>
                </a:cubicBezTo>
                <a:cubicBezTo>
                  <a:pt x="30521" y="94433"/>
                  <a:pt x="34527" y="93746"/>
                  <a:pt x="39000" y="92372"/>
                </a:cubicBezTo>
                <a:cubicBezTo>
                  <a:pt x="43473" y="90997"/>
                  <a:pt x="47456" y="89123"/>
                  <a:pt x="50948" y="86752"/>
                </a:cubicBezTo>
                <a:lnTo>
                  <a:pt x="50948" y="80496"/>
                </a:lnTo>
                <a:close/>
                <a:moveTo>
                  <a:pt x="133383" y="11625"/>
                </a:moveTo>
                <a:lnTo>
                  <a:pt x="133383" y="92137"/>
                </a:lnTo>
                <a:lnTo>
                  <a:pt x="148237" y="92137"/>
                </a:lnTo>
                <a:cubicBezTo>
                  <a:pt x="151777" y="92137"/>
                  <a:pt x="154300" y="92818"/>
                  <a:pt x="155807" y="94182"/>
                </a:cubicBezTo>
                <a:cubicBezTo>
                  <a:pt x="157314" y="95545"/>
                  <a:pt x="158067" y="97327"/>
                  <a:pt x="158067" y="99528"/>
                </a:cubicBezTo>
                <a:cubicBezTo>
                  <a:pt x="158067" y="101728"/>
                  <a:pt x="157314" y="103510"/>
                  <a:pt x="155807" y="104873"/>
                </a:cubicBezTo>
                <a:cubicBezTo>
                  <a:pt x="154300" y="106237"/>
                  <a:pt x="151777" y="106919"/>
                  <a:pt x="148237" y="106919"/>
                </a:cubicBezTo>
                <a:lnTo>
                  <a:pt x="103819" y="106919"/>
                </a:lnTo>
                <a:cubicBezTo>
                  <a:pt x="100279" y="106919"/>
                  <a:pt x="97755" y="106225"/>
                  <a:pt x="96248" y="104838"/>
                </a:cubicBezTo>
                <a:cubicBezTo>
                  <a:pt x="94741" y="103450"/>
                  <a:pt x="93988" y="101656"/>
                  <a:pt x="93988" y="99456"/>
                </a:cubicBezTo>
                <a:cubicBezTo>
                  <a:pt x="93988" y="97255"/>
                  <a:pt x="94741" y="95485"/>
                  <a:pt x="96248" y="94146"/>
                </a:cubicBezTo>
                <a:cubicBezTo>
                  <a:pt x="97755" y="92806"/>
                  <a:pt x="100279" y="92137"/>
                  <a:pt x="103819" y="92137"/>
                </a:cubicBezTo>
                <a:lnTo>
                  <a:pt x="118672" y="92137"/>
                </a:lnTo>
                <a:lnTo>
                  <a:pt x="118672" y="30842"/>
                </a:lnTo>
                <a:lnTo>
                  <a:pt x="105541" y="34298"/>
                </a:lnTo>
                <a:cubicBezTo>
                  <a:pt x="103436" y="34873"/>
                  <a:pt x="101857" y="35161"/>
                  <a:pt x="100805" y="35161"/>
                </a:cubicBezTo>
                <a:cubicBezTo>
                  <a:pt x="98939" y="35161"/>
                  <a:pt x="97325" y="34417"/>
                  <a:pt x="95961" y="32930"/>
                </a:cubicBezTo>
                <a:cubicBezTo>
                  <a:pt x="94598" y="31442"/>
                  <a:pt x="93916" y="29619"/>
                  <a:pt x="93916" y="27461"/>
                </a:cubicBezTo>
                <a:cubicBezTo>
                  <a:pt x="93916" y="25493"/>
                  <a:pt x="94418" y="23946"/>
                  <a:pt x="95423" y="22819"/>
                </a:cubicBezTo>
                <a:cubicBezTo>
                  <a:pt x="96428" y="21690"/>
                  <a:pt x="98533" y="20694"/>
                  <a:pt x="101738" y="19830"/>
                </a:cubicBezTo>
                <a:lnTo>
                  <a:pt x="133383" y="11625"/>
                </a:lnTo>
                <a:close/>
                <a:moveTo>
                  <a:pt x="210579" y="87114"/>
                </a:moveTo>
                <a:lnTo>
                  <a:pt x="230241" y="87114"/>
                </a:lnTo>
                <a:lnTo>
                  <a:pt x="209073" y="127076"/>
                </a:lnTo>
                <a:cubicBezTo>
                  <a:pt x="207829" y="129424"/>
                  <a:pt x="206274" y="130599"/>
                  <a:pt x="204408" y="130599"/>
                </a:cubicBezTo>
                <a:cubicBezTo>
                  <a:pt x="203164" y="130599"/>
                  <a:pt x="202100" y="130191"/>
                  <a:pt x="201215" y="129376"/>
                </a:cubicBezTo>
                <a:cubicBezTo>
                  <a:pt x="200330" y="128562"/>
                  <a:pt x="199888" y="127651"/>
                  <a:pt x="199888" y="126645"/>
                </a:cubicBezTo>
                <a:cubicBezTo>
                  <a:pt x="199888" y="125926"/>
                  <a:pt x="200055" y="124944"/>
                  <a:pt x="200390" y="123699"/>
                </a:cubicBezTo>
                <a:lnTo>
                  <a:pt x="210579" y="87114"/>
                </a:lnTo>
                <a:close/>
                <a:moveTo>
                  <a:pt x="403650" y="106919"/>
                </a:moveTo>
                <a:lnTo>
                  <a:pt x="403650" y="103474"/>
                </a:lnTo>
                <a:cubicBezTo>
                  <a:pt x="399966" y="105388"/>
                  <a:pt x="395900" y="106823"/>
                  <a:pt x="391451" y="107780"/>
                </a:cubicBezTo>
                <a:cubicBezTo>
                  <a:pt x="387002" y="108736"/>
                  <a:pt x="382960" y="109215"/>
                  <a:pt x="379324" y="109215"/>
                </a:cubicBezTo>
                <a:cubicBezTo>
                  <a:pt x="371431" y="109215"/>
                  <a:pt x="365021" y="107126"/>
                  <a:pt x="360093" y="102947"/>
                </a:cubicBezTo>
                <a:cubicBezTo>
                  <a:pt x="355166" y="98767"/>
                  <a:pt x="352702" y="94146"/>
                  <a:pt x="352702" y="89082"/>
                </a:cubicBezTo>
                <a:cubicBezTo>
                  <a:pt x="352702" y="82922"/>
                  <a:pt x="355848" y="77203"/>
                  <a:pt x="362138" y="71926"/>
                </a:cubicBezTo>
                <a:cubicBezTo>
                  <a:pt x="368429" y="66647"/>
                  <a:pt x="377124" y="64008"/>
                  <a:pt x="388222" y="64008"/>
                </a:cubicBezTo>
                <a:cubicBezTo>
                  <a:pt x="392671" y="64008"/>
                  <a:pt x="397814" y="64486"/>
                  <a:pt x="403650" y="65443"/>
                </a:cubicBezTo>
                <a:lnTo>
                  <a:pt x="403650" y="61949"/>
                </a:lnTo>
                <a:cubicBezTo>
                  <a:pt x="403650" y="59763"/>
                  <a:pt x="402705" y="57982"/>
                  <a:pt x="400816" y="56603"/>
                </a:cubicBezTo>
                <a:cubicBezTo>
                  <a:pt x="398926" y="55225"/>
                  <a:pt x="395326" y="54536"/>
                  <a:pt x="390016" y="54536"/>
                </a:cubicBezTo>
                <a:cubicBezTo>
                  <a:pt x="385663" y="54536"/>
                  <a:pt x="380018" y="55379"/>
                  <a:pt x="373081" y="57065"/>
                </a:cubicBezTo>
                <a:cubicBezTo>
                  <a:pt x="370498" y="57675"/>
                  <a:pt x="368489" y="57980"/>
                  <a:pt x="367054" y="57980"/>
                </a:cubicBezTo>
                <a:cubicBezTo>
                  <a:pt x="365092" y="57980"/>
                  <a:pt x="363430" y="57274"/>
                  <a:pt x="362067" y="55863"/>
                </a:cubicBezTo>
                <a:cubicBezTo>
                  <a:pt x="360703" y="54452"/>
                  <a:pt x="360021" y="52646"/>
                  <a:pt x="360021" y="50445"/>
                </a:cubicBezTo>
                <a:cubicBezTo>
                  <a:pt x="360021" y="49202"/>
                  <a:pt x="360261" y="48125"/>
                  <a:pt x="360739" y="47216"/>
                </a:cubicBezTo>
                <a:cubicBezTo>
                  <a:pt x="361217" y="46307"/>
                  <a:pt x="361887" y="45578"/>
                  <a:pt x="362748" y="45028"/>
                </a:cubicBezTo>
                <a:cubicBezTo>
                  <a:pt x="363609" y="44478"/>
                  <a:pt x="365403" y="43820"/>
                  <a:pt x="368130" y="43054"/>
                </a:cubicBezTo>
                <a:cubicBezTo>
                  <a:pt x="371766" y="42050"/>
                  <a:pt x="375473" y="41249"/>
                  <a:pt x="379252" y="40651"/>
                </a:cubicBezTo>
                <a:cubicBezTo>
                  <a:pt x="383032" y="40053"/>
                  <a:pt x="386452" y="39754"/>
                  <a:pt x="389514" y="39754"/>
                </a:cubicBezTo>
                <a:cubicBezTo>
                  <a:pt x="398651" y="39754"/>
                  <a:pt x="405743" y="41727"/>
                  <a:pt x="410790" y="45674"/>
                </a:cubicBezTo>
                <a:cubicBezTo>
                  <a:pt x="415837" y="49620"/>
                  <a:pt x="418360" y="55014"/>
                  <a:pt x="418360" y="61855"/>
                </a:cubicBezTo>
                <a:lnTo>
                  <a:pt x="418360" y="92137"/>
                </a:lnTo>
                <a:lnTo>
                  <a:pt x="420872" y="92137"/>
                </a:lnTo>
                <a:cubicBezTo>
                  <a:pt x="424412" y="92137"/>
                  <a:pt x="426935" y="92818"/>
                  <a:pt x="428442" y="94182"/>
                </a:cubicBezTo>
                <a:cubicBezTo>
                  <a:pt x="429949" y="95545"/>
                  <a:pt x="430703" y="97327"/>
                  <a:pt x="430703" y="99528"/>
                </a:cubicBezTo>
                <a:cubicBezTo>
                  <a:pt x="430703" y="101728"/>
                  <a:pt x="429949" y="103510"/>
                  <a:pt x="428442" y="104873"/>
                </a:cubicBezTo>
                <a:cubicBezTo>
                  <a:pt x="426935" y="106237"/>
                  <a:pt x="424412" y="106919"/>
                  <a:pt x="420872" y="106919"/>
                </a:cubicBezTo>
                <a:lnTo>
                  <a:pt x="403650" y="106919"/>
                </a:lnTo>
                <a:moveTo>
                  <a:pt x="403650" y="80496"/>
                </a:moveTo>
                <a:cubicBezTo>
                  <a:pt x="397766" y="79358"/>
                  <a:pt x="392336" y="78790"/>
                  <a:pt x="387361" y="78790"/>
                </a:cubicBezTo>
                <a:cubicBezTo>
                  <a:pt x="381381" y="78790"/>
                  <a:pt x="376239" y="80235"/>
                  <a:pt x="371933" y="83127"/>
                </a:cubicBezTo>
                <a:cubicBezTo>
                  <a:pt x="369254" y="84976"/>
                  <a:pt x="367915" y="86848"/>
                  <a:pt x="367915" y="88744"/>
                </a:cubicBezTo>
                <a:cubicBezTo>
                  <a:pt x="367915" y="90119"/>
                  <a:pt x="368561" y="91234"/>
                  <a:pt x="369852" y="92087"/>
                </a:cubicBezTo>
                <a:cubicBezTo>
                  <a:pt x="372244" y="93651"/>
                  <a:pt x="375521" y="94433"/>
                  <a:pt x="379683" y="94433"/>
                </a:cubicBezTo>
                <a:cubicBezTo>
                  <a:pt x="383223" y="94433"/>
                  <a:pt x="387229" y="93746"/>
                  <a:pt x="391702" y="92372"/>
                </a:cubicBezTo>
                <a:cubicBezTo>
                  <a:pt x="396175" y="90997"/>
                  <a:pt x="400158" y="89123"/>
                  <a:pt x="403650" y="86752"/>
                </a:cubicBezTo>
                <a:lnTo>
                  <a:pt x="403650" y="80496"/>
                </a:lnTo>
                <a:close/>
                <a:moveTo>
                  <a:pt x="464845" y="92137"/>
                </a:moveTo>
                <a:lnTo>
                  <a:pt x="497064" y="92137"/>
                </a:lnTo>
                <a:cubicBezTo>
                  <a:pt x="498834" y="90701"/>
                  <a:pt x="500508" y="89984"/>
                  <a:pt x="502087" y="89984"/>
                </a:cubicBezTo>
                <a:cubicBezTo>
                  <a:pt x="504335" y="89984"/>
                  <a:pt x="506117" y="90731"/>
                  <a:pt x="507433" y="92224"/>
                </a:cubicBezTo>
                <a:cubicBezTo>
                  <a:pt x="508748" y="93717"/>
                  <a:pt x="509406" y="96272"/>
                  <a:pt x="509406" y="99886"/>
                </a:cubicBezTo>
                <a:lnTo>
                  <a:pt x="509406" y="106919"/>
                </a:lnTo>
                <a:lnTo>
                  <a:pt x="442385" y="106919"/>
                </a:lnTo>
                <a:lnTo>
                  <a:pt x="442385" y="91275"/>
                </a:lnTo>
                <a:cubicBezTo>
                  <a:pt x="468887" y="69437"/>
                  <a:pt x="484889" y="55389"/>
                  <a:pt x="490390" y="49129"/>
                </a:cubicBezTo>
                <a:cubicBezTo>
                  <a:pt x="493165" y="45927"/>
                  <a:pt x="494552" y="42892"/>
                  <a:pt x="494552" y="40025"/>
                </a:cubicBezTo>
                <a:cubicBezTo>
                  <a:pt x="494552" y="36442"/>
                  <a:pt x="492986" y="33276"/>
                  <a:pt x="489852" y="30528"/>
                </a:cubicBezTo>
                <a:cubicBezTo>
                  <a:pt x="486719" y="27781"/>
                  <a:pt x="482545" y="26407"/>
                  <a:pt x="477331" y="26407"/>
                </a:cubicBezTo>
                <a:cubicBezTo>
                  <a:pt x="472068" y="26407"/>
                  <a:pt x="467691" y="27932"/>
                  <a:pt x="464199" y="30981"/>
                </a:cubicBezTo>
                <a:cubicBezTo>
                  <a:pt x="462381" y="32600"/>
                  <a:pt x="460922" y="35006"/>
                  <a:pt x="459822" y="38197"/>
                </a:cubicBezTo>
                <a:cubicBezTo>
                  <a:pt x="459152" y="40199"/>
                  <a:pt x="458231" y="41629"/>
                  <a:pt x="457059" y="42487"/>
                </a:cubicBezTo>
                <a:cubicBezTo>
                  <a:pt x="455887" y="43344"/>
                  <a:pt x="454440" y="43772"/>
                  <a:pt x="452718" y="43772"/>
                </a:cubicBezTo>
                <a:cubicBezTo>
                  <a:pt x="450708" y="43772"/>
                  <a:pt x="448974" y="43054"/>
                  <a:pt x="447515" y="41619"/>
                </a:cubicBezTo>
                <a:cubicBezTo>
                  <a:pt x="446056" y="40184"/>
                  <a:pt x="445327" y="38510"/>
                  <a:pt x="445327" y="36596"/>
                </a:cubicBezTo>
                <a:cubicBezTo>
                  <a:pt x="445327" y="33726"/>
                  <a:pt x="446654" y="30138"/>
                  <a:pt x="449309" y="25833"/>
                </a:cubicBezTo>
                <a:cubicBezTo>
                  <a:pt x="451964" y="21527"/>
                  <a:pt x="455839" y="18083"/>
                  <a:pt x="460934" y="15500"/>
                </a:cubicBezTo>
                <a:cubicBezTo>
                  <a:pt x="466029" y="12916"/>
                  <a:pt x="471566" y="11625"/>
                  <a:pt x="477546" y="11625"/>
                </a:cubicBezTo>
                <a:cubicBezTo>
                  <a:pt x="486826" y="11625"/>
                  <a:pt x="494433" y="14435"/>
                  <a:pt x="500365" y="20056"/>
                </a:cubicBezTo>
                <a:cubicBezTo>
                  <a:pt x="506297" y="25677"/>
                  <a:pt x="509263" y="32482"/>
                  <a:pt x="509263" y="40471"/>
                </a:cubicBezTo>
                <a:cubicBezTo>
                  <a:pt x="509263" y="44537"/>
                  <a:pt x="508413" y="48305"/>
                  <a:pt x="506715" y="51773"/>
                </a:cubicBezTo>
                <a:cubicBezTo>
                  <a:pt x="505017" y="55241"/>
                  <a:pt x="500939" y="60037"/>
                  <a:pt x="494481" y="66160"/>
                </a:cubicBezTo>
                <a:cubicBezTo>
                  <a:pt x="489410" y="70992"/>
                  <a:pt x="479531" y="79651"/>
                  <a:pt x="464845" y="92137"/>
                </a:cubicBezTo>
                <a:close/>
                <a:moveTo>
                  <a:pt x="563282" y="87114"/>
                </a:moveTo>
                <a:lnTo>
                  <a:pt x="582943" y="87114"/>
                </a:lnTo>
                <a:lnTo>
                  <a:pt x="561775" y="127076"/>
                </a:lnTo>
                <a:cubicBezTo>
                  <a:pt x="560531" y="129424"/>
                  <a:pt x="558976" y="130599"/>
                  <a:pt x="557111" y="130599"/>
                </a:cubicBezTo>
                <a:cubicBezTo>
                  <a:pt x="555867" y="130599"/>
                  <a:pt x="554802" y="130191"/>
                  <a:pt x="553917" y="129376"/>
                </a:cubicBezTo>
                <a:cubicBezTo>
                  <a:pt x="553032" y="128562"/>
                  <a:pt x="552590" y="127651"/>
                  <a:pt x="552590" y="126645"/>
                </a:cubicBezTo>
                <a:cubicBezTo>
                  <a:pt x="552590" y="125926"/>
                  <a:pt x="552757" y="124944"/>
                  <a:pt x="553092" y="123699"/>
                </a:cubicBezTo>
                <a:lnTo>
                  <a:pt x="563282" y="87114"/>
                </a:lnTo>
                <a:close/>
                <a:moveTo>
                  <a:pt x="743221" y="88997"/>
                </a:moveTo>
                <a:lnTo>
                  <a:pt x="759079" y="56545"/>
                </a:lnTo>
                <a:cubicBezTo>
                  <a:pt x="755156" y="56545"/>
                  <a:pt x="752645" y="56114"/>
                  <a:pt x="751544" y="55251"/>
                </a:cubicBezTo>
                <a:cubicBezTo>
                  <a:pt x="749153" y="53339"/>
                  <a:pt x="747957" y="51283"/>
                  <a:pt x="747957" y="49082"/>
                </a:cubicBezTo>
                <a:cubicBezTo>
                  <a:pt x="747957" y="46882"/>
                  <a:pt x="748710" y="45112"/>
                  <a:pt x="750217" y="43772"/>
                </a:cubicBezTo>
                <a:cubicBezTo>
                  <a:pt x="751724" y="42433"/>
                  <a:pt x="754247" y="41763"/>
                  <a:pt x="757787" y="41763"/>
                </a:cubicBezTo>
                <a:lnTo>
                  <a:pt x="777951" y="41763"/>
                </a:lnTo>
                <a:cubicBezTo>
                  <a:pt x="781491" y="41763"/>
                  <a:pt x="784015" y="42445"/>
                  <a:pt x="785522" y="43808"/>
                </a:cubicBezTo>
                <a:cubicBezTo>
                  <a:pt x="787028" y="45171"/>
                  <a:pt x="787782" y="46953"/>
                  <a:pt x="787782" y="49154"/>
                </a:cubicBezTo>
                <a:cubicBezTo>
                  <a:pt x="787782" y="51354"/>
                  <a:pt x="787028" y="53136"/>
                  <a:pt x="785522" y="54500"/>
                </a:cubicBezTo>
                <a:cubicBezTo>
                  <a:pt x="784015" y="55863"/>
                  <a:pt x="781491" y="56545"/>
                  <a:pt x="777951" y="56545"/>
                </a:cubicBezTo>
                <a:lnTo>
                  <a:pt x="775511" y="56545"/>
                </a:lnTo>
                <a:lnTo>
                  <a:pt x="750899" y="106919"/>
                </a:lnTo>
                <a:lnTo>
                  <a:pt x="735543" y="106919"/>
                </a:lnTo>
                <a:lnTo>
                  <a:pt x="710930" y="56545"/>
                </a:lnTo>
                <a:lnTo>
                  <a:pt x="708849" y="56545"/>
                </a:lnTo>
                <a:cubicBezTo>
                  <a:pt x="705309" y="56545"/>
                  <a:pt x="702785" y="55851"/>
                  <a:pt x="701278" y="54464"/>
                </a:cubicBezTo>
                <a:cubicBezTo>
                  <a:pt x="699771" y="53077"/>
                  <a:pt x="699018" y="51283"/>
                  <a:pt x="699018" y="49082"/>
                </a:cubicBezTo>
                <a:cubicBezTo>
                  <a:pt x="699018" y="46882"/>
                  <a:pt x="699771" y="45112"/>
                  <a:pt x="701278" y="43772"/>
                </a:cubicBezTo>
                <a:cubicBezTo>
                  <a:pt x="702785" y="42433"/>
                  <a:pt x="705309" y="41763"/>
                  <a:pt x="708849" y="41763"/>
                </a:cubicBezTo>
                <a:lnTo>
                  <a:pt x="728582" y="41763"/>
                </a:lnTo>
                <a:cubicBezTo>
                  <a:pt x="732074" y="41763"/>
                  <a:pt x="734574" y="42445"/>
                  <a:pt x="736081" y="43808"/>
                </a:cubicBezTo>
                <a:cubicBezTo>
                  <a:pt x="737588" y="45171"/>
                  <a:pt x="738341" y="46953"/>
                  <a:pt x="738341" y="49154"/>
                </a:cubicBezTo>
                <a:cubicBezTo>
                  <a:pt x="738341" y="51354"/>
                  <a:pt x="737193" y="53364"/>
                  <a:pt x="734897" y="55181"/>
                </a:cubicBezTo>
                <a:cubicBezTo>
                  <a:pt x="733749" y="56090"/>
                  <a:pt x="731189" y="56545"/>
                  <a:pt x="727219" y="56545"/>
                </a:cubicBezTo>
                <a:lnTo>
                  <a:pt x="743221" y="88997"/>
                </a:lnTo>
                <a:close/>
                <a:moveTo>
                  <a:pt x="852277" y="57765"/>
                </a:moveTo>
                <a:cubicBezTo>
                  <a:pt x="856631" y="60731"/>
                  <a:pt x="859884" y="64163"/>
                  <a:pt x="862036" y="68062"/>
                </a:cubicBezTo>
                <a:cubicBezTo>
                  <a:pt x="864189" y="71961"/>
                  <a:pt x="865266" y="76326"/>
                  <a:pt x="865266" y="81158"/>
                </a:cubicBezTo>
                <a:cubicBezTo>
                  <a:pt x="865266" y="86372"/>
                  <a:pt x="863842" y="91192"/>
                  <a:pt x="860996" y="95617"/>
                </a:cubicBezTo>
                <a:cubicBezTo>
                  <a:pt x="858150" y="100042"/>
                  <a:pt x="854024" y="103391"/>
                  <a:pt x="848618" y="105663"/>
                </a:cubicBezTo>
                <a:cubicBezTo>
                  <a:pt x="843212" y="107935"/>
                  <a:pt x="836132" y="109071"/>
                  <a:pt x="827378" y="109071"/>
                </a:cubicBezTo>
                <a:cubicBezTo>
                  <a:pt x="815992" y="109071"/>
                  <a:pt x="807429" y="107295"/>
                  <a:pt x="801688" y="103743"/>
                </a:cubicBezTo>
                <a:cubicBezTo>
                  <a:pt x="798483" y="101727"/>
                  <a:pt x="796881" y="99326"/>
                  <a:pt x="796881" y="96541"/>
                </a:cubicBezTo>
                <a:cubicBezTo>
                  <a:pt x="796881" y="94428"/>
                  <a:pt x="797586" y="92640"/>
                  <a:pt x="798998" y="91177"/>
                </a:cubicBezTo>
                <a:cubicBezTo>
                  <a:pt x="800409" y="89712"/>
                  <a:pt x="802119" y="88979"/>
                  <a:pt x="804128" y="88979"/>
                </a:cubicBezTo>
                <a:cubicBezTo>
                  <a:pt x="805516" y="88979"/>
                  <a:pt x="806951" y="89458"/>
                  <a:pt x="808434" y="90414"/>
                </a:cubicBezTo>
                <a:cubicBezTo>
                  <a:pt x="810539" y="91850"/>
                  <a:pt x="812524" y="92806"/>
                  <a:pt x="814390" y="93285"/>
                </a:cubicBezTo>
                <a:cubicBezTo>
                  <a:pt x="817260" y="93954"/>
                  <a:pt x="821207" y="94289"/>
                  <a:pt x="826230" y="94289"/>
                </a:cubicBezTo>
                <a:cubicBezTo>
                  <a:pt x="834793" y="94289"/>
                  <a:pt x="840988" y="93180"/>
                  <a:pt x="844815" y="90962"/>
                </a:cubicBezTo>
                <a:cubicBezTo>
                  <a:pt x="848642" y="88742"/>
                  <a:pt x="850555" y="85604"/>
                  <a:pt x="850555" y="81548"/>
                </a:cubicBezTo>
                <a:cubicBezTo>
                  <a:pt x="850555" y="78542"/>
                  <a:pt x="849443" y="75643"/>
                  <a:pt x="847219" y="72852"/>
                </a:cubicBezTo>
                <a:cubicBezTo>
                  <a:pt x="844994" y="70059"/>
                  <a:pt x="842016" y="67899"/>
                  <a:pt x="838285" y="66371"/>
                </a:cubicBezTo>
                <a:cubicBezTo>
                  <a:pt x="836132" y="65512"/>
                  <a:pt x="832496" y="64915"/>
                  <a:pt x="827378" y="64582"/>
                </a:cubicBezTo>
                <a:cubicBezTo>
                  <a:pt x="824938" y="64438"/>
                  <a:pt x="823060" y="63685"/>
                  <a:pt x="821745" y="62321"/>
                </a:cubicBezTo>
                <a:cubicBezTo>
                  <a:pt x="820429" y="60958"/>
                  <a:pt x="819771" y="59272"/>
                  <a:pt x="819771" y="57262"/>
                </a:cubicBezTo>
                <a:cubicBezTo>
                  <a:pt x="819771" y="55158"/>
                  <a:pt x="820489" y="53388"/>
                  <a:pt x="821924" y="51952"/>
                </a:cubicBezTo>
                <a:cubicBezTo>
                  <a:pt x="823359" y="50517"/>
                  <a:pt x="825177" y="49800"/>
                  <a:pt x="827378" y="49800"/>
                </a:cubicBezTo>
                <a:cubicBezTo>
                  <a:pt x="832257" y="49800"/>
                  <a:pt x="834864" y="49776"/>
                  <a:pt x="835199" y="49728"/>
                </a:cubicBezTo>
                <a:cubicBezTo>
                  <a:pt x="837113" y="49537"/>
                  <a:pt x="839026" y="48917"/>
                  <a:pt x="840940" y="47869"/>
                </a:cubicBezTo>
                <a:cubicBezTo>
                  <a:pt x="842853" y="46819"/>
                  <a:pt x="844396" y="45377"/>
                  <a:pt x="845568" y="43541"/>
                </a:cubicBezTo>
                <a:cubicBezTo>
                  <a:pt x="846740" y="41704"/>
                  <a:pt x="847326" y="39807"/>
                  <a:pt x="847326" y="37852"/>
                </a:cubicBezTo>
                <a:cubicBezTo>
                  <a:pt x="847326" y="34753"/>
                  <a:pt x="845951" y="32071"/>
                  <a:pt x="843200" y="29806"/>
                </a:cubicBezTo>
                <a:cubicBezTo>
                  <a:pt x="840449" y="27540"/>
                  <a:pt x="836323" y="26407"/>
                  <a:pt x="830822" y="26407"/>
                </a:cubicBezTo>
                <a:cubicBezTo>
                  <a:pt x="823742" y="26407"/>
                  <a:pt x="818336" y="28448"/>
                  <a:pt x="814605" y="32531"/>
                </a:cubicBezTo>
                <a:cubicBezTo>
                  <a:pt x="813505" y="33716"/>
                  <a:pt x="812620" y="34476"/>
                  <a:pt x="811950" y="34809"/>
                </a:cubicBezTo>
                <a:cubicBezTo>
                  <a:pt x="810945" y="35331"/>
                  <a:pt x="809821" y="35592"/>
                  <a:pt x="808577" y="35592"/>
                </a:cubicBezTo>
                <a:cubicBezTo>
                  <a:pt x="806568" y="35592"/>
                  <a:pt x="804846" y="34872"/>
                  <a:pt x="803411" y="33432"/>
                </a:cubicBezTo>
                <a:cubicBezTo>
                  <a:pt x="801976" y="31993"/>
                  <a:pt x="801258" y="30217"/>
                  <a:pt x="801258" y="28106"/>
                </a:cubicBezTo>
                <a:cubicBezTo>
                  <a:pt x="801258" y="24795"/>
                  <a:pt x="803459" y="21580"/>
                  <a:pt x="807860" y="18462"/>
                </a:cubicBezTo>
                <a:cubicBezTo>
                  <a:pt x="814270" y="13904"/>
                  <a:pt x="822283" y="11625"/>
                  <a:pt x="831898" y="11625"/>
                </a:cubicBezTo>
                <a:cubicBezTo>
                  <a:pt x="840988" y="11625"/>
                  <a:pt x="848283" y="14212"/>
                  <a:pt x="853784" y="19388"/>
                </a:cubicBezTo>
                <a:cubicBezTo>
                  <a:pt x="859286" y="24562"/>
                  <a:pt x="862036" y="30790"/>
                  <a:pt x="862036" y="38072"/>
                </a:cubicBezTo>
                <a:cubicBezTo>
                  <a:pt x="862036" y="41857"/>
                  <a:pt x="861223" y="45391"/>
                  <a:pt x="859597" y="48674"/>
                </a:cubicBezTo>
                <a:cubicBezTo>
                  <a:pt x="857970" y="51955"/>
                  <a:pt x="855530" y="54986"/>
                  <a:pt x="852277" y="57765"/>
                </a:cubicBezTo>
                <a:close/>
                <a:moveTo>
                  <a:pt x="915984" y="87114"/>
                </a:moveTo>
                <a:lnTo>
                  <a:pt x="935645" y="87114"/>
                </a:lnTo>
                <a:lnTo>
                  <a:pt x="914477" y="127076"/>
                </a:lnTo>
                <a:cubicBezTo>
                  <a:pt x="913233" y="129424"/>
                  <a:pt x="911678" y="130599"/>
                  <a:pt x="909813" y="130599"/>
                </a:cubicBezTo>
                <a:cubicBezTo>
                  <a:pt x="908569" y="130599"/>
                  <a:pt x="907505" y="130191"/>
                  <a:pt x="906620" y="129376"/>
                </a:cubicBezTo>
                <a:cubicBezTo>
                  <a:pt x="905734" y="128562"/>
                  <a:pt x="905292" y="127651"/>
                  <a:pt x="905292" y="126645"/>
                </a:cubicBezTo>
                <a:cubicBezTo>
                  <a:pt x="905292" y="125926"/>
                  <a:pt x="905459" y="124944"/>
                  <a:pt x="905794" y="123699"/>
                </a:cubicBezTo>
                <a:lnTo>
                  <a:pt x="915984" y="87114"/>
                </a:lnTo>
                <a:close/>
                <a:moveTo>
                  <a:pt x="1095923" y="88997"/>
                </a:moveTo>
                <a:lnTo>
                  <a:pt x="1111781" y="56545"/>
                </a:lnTo>
                <a:cubicBezTo>
                  <a:pt x="1107859" y="56545"/>
                  <a:pt x="1105347" y="56114"/>
                  <a:pt x="1104247" y="55251"/>
                </a:cubicBezTo>
                <a:cubicBezTo>
                  <a:pt x="1101855" y="53339"/>
                  <a:pt x="1100659" y="51283"/>
                  <a:pt x="1100659" y="49082"/>
                </a:cubicBezTo>
                <a:cubicBezTo>
                  <a:pt x="1100659" y="46882"/>
                  <a:pt x="1101412" y="45112"/>
                  <a:pt x="1102919" y="43772"/>
                </a:cubicBezTo>
                <a:cubicBezTo>
                  <a:pt x="1104426" y="42433"/>
                  <a:pt x="1106950" y="41763"/>
                  <a:pt x="1110490" y="41763"/>
                </a:cubicBezTo>
                <a:lnTo>
                  <a:pt x="1130653" y="41763"/>
                </a:lnTo>
                <a:cubicBezTo>
                  <a:pt x="1134194" y="41763"/>
                  <a:pt x="1136717" y="42445"/>
                  <a:pt x="1138224" y="43808"/>
                </a:cubicBezTo>
                <a:cubicBezTo>
                  <a:pt x="1139731" y="45171"/>
                  <a:pt x="1140484" y="46953"/>
                  <a:pt x="1140484" y="49154"/>
                </a:cubicBezTo>
                <a:cubicBezTo>
                  <a:pt x="1140484" y="51354"/>
                  <a:pt x="1139731" y="53136"/>
                  <a:pt x="1138224" y="54500"/>
                </a:cubicBezTo>
                <a:cubicBezTo>
                  <a:pt x="1136717" y="55863"/>
                  <a:pt x="1134194" y="56545"/>
                  <a:pt x="1130653" y="56545"/>
                </a:cubicBezTo>
                <a:lnTo>
                  <a:pt x="1128214" y="56545"/>
                </a:lnTo>
                <a:lnTo>
                  <a:pt x="1103601" y="106919"/>
                </a:lnTo>
                <a:lnTo>
                  <a:pt x="1088245" y="106919"/>
                </a:lnTo>
                <a:lnTo>
                  <a:pt x="1063632" y="56545"/>
                </a:lnTo>
                <a:lnTo>
                  <a:pt x="1061551" y="56545"/>
                </a:lnTo>
                <a:cubicBezTo>
                  <a:pt x="1058011" y="56545"/>
                  <a:pt x="1055488" y="55851"/>
                  <a:pt x="1053981" y="54464"/>
                </a:cubicBezTo>
                <a:cubicBezTo>
                  <a:pt x="1052474" y="53077"/>
                  <a:pt x="1051720" y="51283"/>
                  <a:pt x="1051720" y="49082"/>
                </a:cubicBezTo>
                <a:cubicBezTo>
                  <a:pt x="1051720" y="46882"/>
                  <a:pt x="1052474" y="45112"/>
                  <a:pt x="1053981" y="43772"/>
                </a:cubicBezTo>
                <a:cubicBezTo>
                  <a:pt x="1055488" y="42433"/>
                  <a:pt x="1058011" y="41763"/>
                  <a:pt x="1061551" y="41763"/>
                </a:cubicBezTo>
                <a:lnTo>
                  <a:pt x="1081284" y="41763"/>
                </a:lnTo>
                <a:cubicBezTo>
                  <a:pt x="1084777" y="41763"/>
                  <a:pt x="1087276" y="42445"/>
                  <a:pt x="1088783" y="43808"/>
                </a:cubicBezTo>
                <a:cubicBezTo>
                  <a:pt x="1090290" y="45171"/>
                  <a:pt x="1091043" y="46953"/>
                  <a:pt x="1091043" y="49154"/>
                </a:cubicBezTo>
                <a:cubicBezTo>
                  <a:pt x="1091043" y="51354"/>
                  <a:pt x="1089895" y="53364"/>
                  <a:pt x="1087599" y="55181"/>
                </a:cubicBezTo>
                <a:cubicBezTo>
                  <a:pt x="1086451" y="56090"/>
                  <a:pt x="1083892" y="56545"/>
                  <a:pt x="1079921" y="56545"/>
                </a:cubicBezTo>
                <a:lnTo>
                  <a:pt x="1095923" y="88997"/>
                </a:lnTo>
                <a:close/>
                <a:moveTo>
                  <a:pt x="1205554" y="14064"/>
                </a:moveTo>
                <a:lnTo>
                  <a:pt x="1205554" y="71470"/>
                </a:lnTo>
                <a:cubicBezTo>
                  <a:pt x="1208663" y="71470"/>
                  <a:pt x="1210959" y="72140"/>
                  <a:pt x="1212442" y="73480"/>
                </a:cubicBezTo>
                <a:cubicBezTo>
                  <a:pt x="1213925" y="74819"/>
                  <a:pt x="1214667" y="76589"/>
                  <a:pt x="1214667" y="78790"/>
                </a:cubicBezTo>
                <a:cubicBezTo>
                  <a:pt x="1214667" y="80990"/>
                  <a:pt x="1213913" y="82784"/>
                  <a:pt x="1212407" y="84171"/>
                </a:cubicBezTo>
                <a:cubicBezTo>
                  <a:pt x="1210900" y="85559"/>
                  <a:pt x="1208615" y="86252"/>
                  <a:pt x="1205554" y="86252"/>
                </a:cubicBezTo>
                <a:lnTo>
                  <a:pt x="1205554" y="92137"/>
                </a:lnTo>
                <a:cubicBezTo>
                  <a:pt x="1208663" y="92137"/>
                  <a:pt x="1210959" y="92818"/>
                  <a:pt x="1212442" y="94182"/>
                </a:cubicBezTo>
                <a:cubicBezTo>
                  <a:pt x="1213925" y="95545"/>
                  <a:pt x="1214667" y="97327"/>
                  <a:pt x="1214667" y="99528"/>
                </a:cubicBezTo>
                <a:cubicBezTo>
                  <a:pt x="1214667" y="101728"/>
                  <a:pt x="1213913" y="103510"/>
                  <a:pt x="1212407" y="104873"/>
                </a:cubicBezTo>
                <a:cubicBezTo>
                  <a:pt x="1210900" y="106237"/>
                  <a:pt x="1208376" y="106919"/>
                  <a:pt x="1204836" y="106919"/>
                </a:cubicBezTo>
                <a:lnTo>
                  <a:pt x="1185103" y="106919"/>
                </a:lnTo>
                <a:cubicBezTo>
                  <a:pt x="1181563" y="106919"/>
                  <a:pt x="1179039" y="106225"/>
                  <a:pt x="1177532" y="104838"/>
                </a:cubicBezTo>
                <a:cubicBezTo>
                  <a:pt x="1176026" y="103450"/>
                  <a:pt x="1175272" y="101656"/>
                  <a:pt x="1175272" y="99456"/>
                </a:cubicBezTo>
                <a:cubicBezTo>
                  <a:pt x="1175272" y="97255"/>
                  <a:pt x="1176026" y="95485"/>
                  <a:pt x="1177532" y="94146"/>
                </a:cubicBezTo>
                <a:cubicBezTo>
                  <a:pt x="1179039" y="92806"/>
                  <a:pt x="1181563" y="92137"/>
                  <a:pt x="1185103" y="92137"/>
                </a:cubicBezTo>
                <a:lnTo>
                  <a:pt x="1190843" y="92137"/>
                </a:lnTo>
                <a:lnTo>
                  <a:pt x="1190843" y="86252"/>
                </a:lnTo>
                <a:lnTo>
                  <a:pt x="1150875" y="86252"/>
                </a:lnTo>
                <a:lnTo>
                  <a:pt x="1150875" y="73921"/>
                </a:lnTo>
                <a:lnTo>
                  <a:pt x="1186107" y="14064"/>
                </a:lnTo>
                <a:lnTo>
                  <a:pt x="1205554" y="14064"/>
                </a:lnTo>
                <a:moveTo>
                  <a:pt x="1190843" y="71470"/>
                </a:moveTo>
                <a:lnTo>
                  <a:pt x="1190843" y="35184"/>
                </a:lnTo>
                <a:lnTo>
                  <a:pt x="1169531" y="71470"/>
                </a:lnTo>
                <a:lnTo>
                  <a:pt x="1190843" y="71470"/>
                </a:lnTo>
                <a:close/>
                <a:moveTo>
                  <a:pt x="1268686" y="87114"/>
                </a:moveTo>
                <a:lnTo>
                  <a:pt x="1288347" y="87114"/>
                </a:lnTo>
                <a:lnTo>
                  <a:pt x="1267179" y="127076"/>
                </a:lnTo>
                <a:cubicBezTo>
                  <a:pt x="1265935" y="129424"/>
                  <a:pt x="1264380" y="130599"/>
                  <a:pt x="1262515" y="130599"/>
                </a:cubicBezTo>
                <a:cubicBezTo>
                  <a:pt x="1261271" y="130599"/>
                  <a:pt x="1260206" y="130191"/>
                  <a:pt x="1259321" y="129376"/>
                </a:cubicBezTo>
                <a:cubicBezTo>
                  <a:pt x="1258436" y="128562"/>
                  <a:pt x="1257994" y="127651"/>
                  <a:pt x="1257994" y="126645"/>
                </a:cubicBezTo>
                <a:cubicBezTo>
                  <a:pt x="1257994" y="125926"/>
                  <a:pt x="1258161" y="124944"/>
                  <a:pt x="1258496" y="123699"/>
                </a:cubicBezTo>
                <a:lnTo>
                  <a:pt x="1268686" y="87114"/>
                </a:lnTo>
                <a:close/>
                <a:moveTo>
                  <a:pt x="1482279" y="13777"/>
                </a:moveTo>
                <a:lnTo>
                  <a:pt x="1482279" y="92137"/>
                </a:lnTo>
                <a:lnTo>
                  <a:pt x="1484790" y="92137"/>
                </a:lnTo>
                <a:cubicBezTo>
                  <a:pt x="1488283" y="92137"/>
                  <a:pt x="1490794" y="92818"/>
                  <a:pt x="1492325" y="94182"/>
                </a:cubicBezTo>
                <a:cubicBezTo>
                  <a:pt x="1493856" y="95545"/>
                  <a:pt x="1494621" y="97327"/>
                  <a:pt x="1494621" y="99528"/>
                </a:cubicBezTo>
                <a:cubicBezTo>
                  <a:pt x="1494621" y="101728"/>
                  <a:pt x="1493868" y="103510"/>
                  <a:pt x="1492361" y="104873"/>
                </a:cubicBezTo>
                <a:cubicBezTo>
                  <a:pt x="1490854" y="106237"/>
                  <a:pt x="1488331" y="106919"/>
                  <a:pt x="1484790" y="106919"/>
                </a:cubicBezTo>
                <a:lnTo>
                  <a:pt x="1467569" y="106919"/>
                </a:lnTo>
                <a:lnTo>
                  <a:pt x="1467569" y="103331"/>
                </a:lnTo>
                <a:cubicBezTo>
                  <a:pt x="1464220" y="105268"/>
                  <a:pt x="1460716" y="106733"/>
                  <a:pt x="1457056" y="107726"/>
                </a:cubicBezTo>
                <a:cubicBezTo>
                  <a:pt x="1453397" y="108718"/>
                  <a:pt x="1449605" y="109215"/>
                  <a:pt x="1445683" y="109215"/>
                </a:cubicBezTo>
                <a:cubicBezTo>
                  <a:pt x="1434632" y="109215"/>
                  <a:pt x="1425734" y="106022"/>
                  <a:pt x="1418989" y="99635"/>
                </a:cubicBezTo>
                <a:cubicBezTo>
                  <a:pt x="1412244" y="93249"/>
                  <a:pt x="1408871" y="85296"/>
                  <a:pt x="1408871" y="75776"/>
                </a:cubicBezTo>
                <a:cubicBezTo>
                  <a:pt x="1408871" y="65825"/>
                  <a:pt x="1412411" y="57334"/>
                  <a:pt x="1419491" y="50302"/>
                </a:cubicBezTo>
                <a:cubicBezTo>
                  <a:pt x="1426571" y="43270"/>
                  <a:pt x="1435206" y="39754"/>
                  <a:pt x="1445396" y="39754"/>
                </a:cubicBezTo>
                <a:cubicBezTo>
                  <a:pt x="1449223" y="39754"/>
                  <a:pt x="1452978" y="40343"/>
                  <a:pt x="1456662" y="41521"/>
                </a:cubicBezTo>
                <a:cubicBezTo>
                  <a:pt x="1460345" y="42699"/>
                  <a:pt x="1463981" y="44465"/>
                  <a:pt x="1467569" y="46819"/>
                </a:cubicBezTo>
                <a:lnTo>
                  <a:pt x="1467569" y="28559"/>
                </a:lnTo>
                <a:lnTo>
                  <a:pt x="1465057" y="28559"/>
                </a:lnTo>
                <a:cubicBezTo>
                  <a:pt x="1461517" y="28559"/>
                  <a:pt x="1458994" y="27878"/>
                  <a:pt x="1457487" y="26514"/>
                </a:cubicBezTo>
                <a:cubicBezTo>
                  <a:pt x="1455980" y="25151"/>
                  <a:pt x="1455226" y="23369"/>
                  <a:pt x="1455226" y="21168"/>
                </a:cubicBezTo>
                <a:cubicBezTo>
                  <a:pt x="1455226" y="18968"/>
                  <a:pt x="1455980" y="17186"/>
                  <a:pt x="1457487" y="15823"/>
                </a:cubicBezTo>
                <a:cubicBezTo>
                  <a:pt x="1458994" y="14459"/>
                  <a:pt x="1461517" y="13777"/>
                  <a:pt x="1465057" y="13777"/>
                </a:cubicBezTo>
                <a:lnTo>
                  <a:pt x="1482279" y="13777"/>
                </a:lnTo>
                <a:moveTo>
                  <a:pt x="1467569" y="76200"/>
                </a:moveTo>
                <a:cubicBezTo>
                  <a:pt x="1467569" y="70147"/>
                  <a:pt x="1465440" y="65023"/>
                  <a:pt x="1461182" y="60828"/>
                </a:cubicBezTo>
                <a:cubicBezTo>
                  <a:pt x="1456925" y="56633"/>
                  <a:pt x="1451710" y="54536"/>
                  <a:pt x="1445539" y="54536"/>
                </a:cubicBezTo>
                <a:cubicBezTo>
                  <a:pt x="1439416" y="54536"/>
                  <a:pt x="1434225" y="56633"/>
                  <a:pt x="1429968" y="60828"/>
                </a:cubicBezTo>
                <a:cubicBezTo>
                  <a:pt x="1425710" y="65023"/>
                  <a:pt x="1423581" y="70076"/>
                  <a:pt x="1423581" y="75987"/>
                </a:cubicBezTo>
                <a:cubicBezTo>
                  <a:pt x="1423581" y="81373"/>
                  <a:pt x="1425495" y="85794"/>
                  <a:pt x="1429322" y="89251"/>
                </a:cubicBezTo>
                <a:cubicBezTo>
                  <a:pt x="1433149" y="92705"/>
                  <a:pt x="1438555" y="94433"/>
                  <a:pt x="1445539" y="94433"/>
                </a:cubicBezTo>
                <a:cubicBezTo>
                  <a:pt x="1452476" y="94433"/>
                  <a:pt x="1457881" y="92705"/>
                  <a:pt x="1461756" y="89251"/>
                </a:cubicBezTo>
                <a:cubicBezTo>
                  <a:pt x="1465631" y="85794"/>
                  <a:pt x="1467569" y="81444"/>
                  <a:pt x="1467569" y="76200"/>
                </a:cubicBezTo>
                <a:close/>
                <a:moveTo>
                  <a:pt x="1573612" y="81660"/>
                </a:moveTo>
                <a:lnTo>
                  <a:pt x="1513264" y="81660"/>
                </a:lnTo>
                <a:cubicBezTo>
                  <a:pt x="1514794" y="85487"/>
                  <a:pt x="1517509" y="88573"/>
                  <a:pt x="1521408" y="90917"/>
                </a:cubicBezTo>
                <a:cubicBezTo>
                  <a:pt x="1525307" y="93261"/>
                  <a:pt x="1530581" y="94433"/>
                  <a:pt x="1537231" y="94433"/>
                </a:cubicBezTo>
                <a:cubicBezTo>
                  <a:pt x="1542684" y="94433"/>
                  <a:pt x="1549932" y="93278"/>
                  <a:pt x="1558973" y="90968"/>
                </a:cubicBezTo>
                <a:cubicBezTo>
                  <a:pt x="1562704" y="90025"/>
                  <a:pt x="1565288" y="89553"/>
                  <a:pt x="1566723" y="89553"/>
                </a:cubicBezTo>
                <a:cubicBezTo>
                  <a:pt x="1568684" y="89553"/>
                  <a:pt x="1570335" y="90247"/>
                  <a:pt x="1571674" y="91634"/>
                </a:cubicBezTo>
                <a:cubicBezTo>
                  <a:pt x="1573014" y="93022"/>
                  <a:pt x="1573683" y="94768"/>
                  <a:pt x="1573683" y="96873"/>
                </a:cubicBezTo>
                <a:cubicBezTo>
                  <a:pt x="1573683" y="98786"/>
                  <a:pt x="1572966" y="100413"/>
                  <a:pt x="1571531" y="101752"/>
                </a:cubicBezTo>
                <a:cubicBezTo>
                  <a:pt x="1569617" y="103522"/>
                  <a:pt x="1564953" y="105208"/>
                  <a:pt x="1557538" y="106811"/>
                </a:cubicBezTo>
                <a:cubicBezTo>
                  <a:pt x="1550123" y="108414"/>
                  <a:pt x="1542995" y="109215"/>
                  <a:pt x="1536154" y="109215"/>
                </a:cubicBezTo>
                <a:cubicBezTo>
                  <a:pt x="1524386" y="109215"/>
                  <a:pt x="1514974" y="105890"/>
                  <a:pt x="1507918" y="99241"/>
                </a:cubicBezTo>
                <a:cubicBezTo>
                  <a:pt x="1500862" y="92591"/>
                  <a:pt x="1497333" y="84411"/>
                  <a:pt x="1497333" y="74699"/>
                </a:cubicBezTo>
                <a:cubicBezTo>
                  <a:pt x="1497333" y="64366"/>
                  <a:pt x="1501149" y="55959"/>
                  <a:pt x="1508779" y="49477"/>
                </a:cubicBezTo>
                <a:cubicBezTo>
                  <a:pt x="1516409" y="42995"/>
                  <a:pt x="1525199" y="39754"/>
                  <a:pt x="1535150" y="39754"/>
                </a:cubicBezTo>
                <a:cubicBezTo>
                  <a:pt x="1541129" y="39754"/>
                  <a:pt x="1546619" y="40805"/>
                  <a:pt x="1551618" y="42906"/>
                </a:cubicBezTo>
                <a:cubicBezTo>
                  <a:pt x="1556617" y="45007"/>
                  <a:pt x="1560336" y="47275"/>
                  <a:pt x="1562776" y="49710"/>
                </a:cubicBezTo>
                <a:cubicBezTo>
                  <a:pt x="1566221" y="53244"/>
                  <a:pt x="1569067" y="57614"/>
                  <a:pt x="1571315" y="62819"/>
                </a:cubicBezTo>
                <a:cubicBezTo>
                  <a:pt x="1572846" y="66449"/>
                  <a:pt x="1573612" y="70652"/>
                  <a:pt x="1573612" y="75428"/>
                </a:cubicBezTo>
                <a:lnTo>
                  <a:pt x="1573612" y="81660"/>
                </a:lnTo>
                <a:moveTo>
                  <a:pt x="1557323" y="66878"/>
                </a:moveTo>
                <a:cubicBezTo>
                  <a:pt x="1555074" y="62740"/>
                  <a:pt x="1552132" y="59648"/>
                  <a:pt x="1548496" y="57603"/>
                </a:cubicBezTo>
                <a:cubicBezTo>
                  <a:pt x="1544861" y="55558"/>
                  <a:pt x="1540531" y="54536"/>
                  <a:pt x="1535508" y="54536"/>
                </a:cubicBezTo>
                <a:cubicBezTo>
                  <a:pt x="1530533" y="54536"/>
                  <a:pt x="1526228" y="55558"/>
                  <a:pt x="1522592" y="57603"/>
                </a:cubicBezTo>
                <a:cubicBezTo>
                  <a:pt x="1518956" y="59648"/>
                  <a:pt x="1515990" y="62740"/>
                  <a:pt x="1513694" y="66878"/>
                </a:cubicBezTo>
                <a:lnTo>
                  <a:pt x="1557323" y="66878"/>
                </a:lnTo>
                <a:close/>
                <a:moveTo>
                  <a:pt x="1640762" y="58985"/>
                </a:moveTo>
                <a:cubicBezTo>
                  <a:pt x="1638370" y="57502"/>
                  <a:pt x="1635859" y="56389"/>
                  <a:pt x="1633228" y="55648"/>
                </a:cubicBezTo>
                <a:cubicBezTo>
                  <a:pt x="1630597" y="54906"/>
                  <a:pt x="1627846" y="54536"/>
                  <a:pt x="1624976" y="54536"/>
                </a:cubicBezTo>
                <a:cubicBezTo>
                  <a:pt x="1619283" y="54536"/>
                  <a:pt x="1614762" y="55465"/>
                  <a:pt x="1611413" y="57323"/>
                </a:cubicBezTo>
                <a:cubicBezTo>
                  <a:pt x="1609930" y="58133"/>
                  <a:pt x="1609189" y="59015"/>
                  <a:pt x="1609189" y="59969"/>
                </a:cubicBezTo>
                <a:cubicBezTo>
                  <a:pt x="1609189" y="61065"/>
                  <a:pt x="1610194" y="62137"/>
                  <a:pt x="1612203" y="63187"/>
                </a:cubicBezTo>
                <a:cubicBezTo>
                  <a:pt x="1613734" y="63949"/>
                  <a:pt x="1617154" y="64688"/>
                  <a:pt x="1622464" y="65402"/>
                </a:cubicBezTo>
                <a:cubicBezTo>
                  <a:pt x="1632223" y="66737"/>
                  <a:pt x="1639016" y="68074"/>
                  <a:pt x="1642843" y="69412"/>
                </a:cubicBezTo>
                <a:cubicBezTo>
                  <a:pt x="1647866" y="71182"/>
                  <a:pt x="1651741" y="73812"/>
                  <a:pt x="1654468" y="77303"/>
                </a:cubicBezTo>
                <a:cubicBezTo>
                  <a:pt x="1657195" y="80792"/>
                  <a:pt x="1658558" y="84473"/>
                  <a:pt x="1658558" y="88345"/>
                </a:cubicBezTo>
                <a:cubicBezTo>
                  <a:pt x="1658558" y="93604"/>
                  <a:pt x="1656238" y="98003"/>
                  <a:pt x="1651598" y="101541"/>
                </a:cubicBezTo>
                <a:cubicBezTo>
                  <a:pt x="1644948" y="106657"/>
                  <a:pt x="1636313" y="109215"/>
                  <a:pt x="1625693" y="109215"/>
                </a:cubicBezTo>
                <a:cubicBezTo>
                  <a:pt x="1621436" y="109215"/>
                  <a:pt x="1617501" y="108850"/>
                  <a:pt x="1613889" y="108121"/>
                </a:cubicBezTo>
                <a:cubicBezTo>
                  <a:pt x="1610277" y="107391"/>
                  <a:pt x="1606965" y="106321"/>
                  <a:pt x="1603951" y="104909"/>
                </a:cubicBezTo>
                <a:cubicBezTo>
                  <a:pt x="1603233" y="105554"/>
                  <a:pt x="1602468" y="106050"/>
                  <a:pt x="1601654" y="106398"/>
                </a:cubicBezTo>
                <a:cubicBezTo>
                  <a:pt x="1600841" y="106745"/>
                  <a:pt x="1600004" y="106919"/>
                  <a:pt x="1599143" y="106919"/>
                </a:cubicBezTo>
                <a:cubicBezTo>
                  <a:pt x="1596847" y="106919"/>
                  <a:pt x="1595017" y="106163"/>
                  <a:pt x="1593654" y="104651"/>
                </a:cubicBezTo>
                <a:cubicBezTo>
                  <a:pt x="1592290" y="103140"/>
                  <a:pt x="1591608" y="100609"/>
                  <a:pt x="1591608" y="97059"/>
                </a:cubicBezTo>
                <a:lnTo>
                  <a:pt x="1591608" y="92094"/>
                </a:lnTo>
                <a:cubicBezTo>
                  <a:pt x="1591608" y="88543"/>
                  <a:pt x="1592290" y="86013"/>
                  <a:pt x="1593654" y="84501"/>
                </a:cubicBezTo>
                <a:cubicBezTo>
                  <a:pt x="1595017" y="82990"/>
                  <a:pt x="1596799" y="82234"/>
                  <a:pt x="1598999" y="82234"/>
                </a:cubicBezTo>
                <a:cubicBezTo>
                  <a:pt x="1600769" y="82234"/>
                  <a:pt x="1602252" y="82719"/>
                  <a:pt x="1603448" y="83689"/>
                </a:cubicBezTo>
                <a:cubicBezTo>
                  <a:pt x="1604644" y="84658"/>
                  <a:pt x="1605577" y="86324"/>
                  <a:pt x="1606247" y="88688"/>
                </a:cubicBezTo>
                <a:cubicBezTo>
                  <a:pt x="1608495" y="90579"/>
                  <a:pt x="1611198" y="92009"/>
                  <a:pt x="1614356" y="92980"/>
                </a:cubicBezTo>
                <a:cubicBezTo>
                  <a:pt x="1617513" y="93948"/>
                  <a:pt x="1621149" y="94433"/>
                  <a:pt x="1625263" y="94433"/>
                </a:cubicBezTo>
                <a:cubicBezTo>
                  <a:pt x="1632008" y="94433"/>
                  <a:pt x="1637246" y="93384"/>
                  <a:pt x="1640978" y="91287"/>
                </a:cubicBezTo>
                <a:cubicBezTo>
                  <a:pt x="1642748" y="90239"/>
                  <a:pt x="1643633" y="89142"/>
                  <a:pt x="1643633" y="87997"/>
                </a:cubicBezTo>
                <a:cubicBezTo>
                  <a:pt x="1643633" y="86091"/>
                  <a:pt x="1642365" y="84518"/>
                  <a:pt x="1639829" y="83279"/>
                </a:cubicBezTo>
                <a:cubicBezTo>
                  <a:pt x="1637294" y="82040"/>
                  <a:pt x="1632056" y="80991"/>
                  <a:pt x="1624115" y="80133"/>
                </a:cubicBezTo>
                <a:cubicBezTo>
                  <a:pt x="1612298" y="78894"/>
                  <a:pt x="1604405" y="76505"/>
                  <a:pt x="1600435" y="72966"/>
                </a:cubicBezTo>
                <a:cubicBezTo>
                  <a:pt x="1596464" y="69475"/>
                  <a:pt x="1594479" y="65171"/>
                  <a:pt x="1594479" y="60054"/>
                </a:cubicBezTo>
                <a:cubicBezTo>
                  <a:pt x="1594479" y="54794"/>
                  <a:pt x="1596703" y="50418"/>
                  <a:pt x="1601152" y="46927"/>
                </a:cubicBezTo>
                <a:cubicBezTo>
                  <a:pt x="1607180" y="42145"/>
                  <a:pt x="1615073" y="39754"/>
                  <a:pt x="1624832" y="39754"/>
                </a:cubicBezTo>
                <a:cubicBezTo>
                  <a:pt x="1628229" y="39754"/>
                  <a:pt x="1631494" y="40083"/>
                  <a:pt x="1634627" y="40740"/>
                </a:cubicBezTo>
                <a:cubicBezTo>
                  <a:pt x="1637760" y="41398"/>
                  <a:pt x="1640762" y="42409"/>
                  <a:pt x="1643633" y="43772"/>
                </a:cubicBezTo>
                <a:cubicBezTo>
                  <a:pt x="1644541" y="43102"/>
                  <a:pt x="1645391" y="42600"/>
                  <a:pt x="1646180" y="42265"/>
                </a:cubicBezTo>
                <a:cubicBezTo>
                  <a:pt x="1646969" y="41930"/>
                  <a:pt x="1647699" y="41763"/>
                  <a:pt x="1648369" y="41763"/>
                </a:cubicBezTo>
                <a:cubicBezTo>
                  <a:pt x="1650378" y="41763"/>
                  <a:pt x="1652052" y="42516"/>
                  <a:pt x="1653392" y="44023"/>
                </a:cubicBezTo>
                <a:cubicBezTo>
                  <a:pt x="1654731" y="45530"/>
                  <a:pt x="1655401" y="48054"/>
                  <a:pt x="1655401" y="51594"/>
                </a:cubicBezTo>
                <a:lnTo>
                  <a:pt x="1655401" y="55181"/>
                </a:lnTo>
                <a:cubicBezTo>
                  <a:pt x="1655401" y="58387"/>
                  <a:pt x="1655018" y="60563"/>
                  <a:pt x="1654253" y="61711"/>
                </a:cubicBezTo>
                <a:cubicBezTo>
                  <a:pt x="1652722" y="63912"/>
                  <a:pt x="1650641" y="65012"/>
                  <a:pt x="1648010" y="65012"/>
                </a:cubicBezTo>
                <a:cubicBezTo>
                  <a:pt x="1646240" y="65012"/>
                  <a:pt x="1644685" y="64462"/>
                  <a:pt x="1643346" y="63362"/>
                </a:cubicBezTo>
                <a:cubicBezTo>
                  <a:pt x="1642006" y="62262"/>
                  <a:pt x="1641145" y="60802"/>
                  <a:pt x="1640762" y="58985"/>
                </a:cubicBezTo>
                <a:close/>
                <a:moveTo>
                  <a:pt x="1709420" y="56545"/>
                </a:moveTo>
                <a:lnTo>
                  <a:pt x="1709420" y="85871"/>
                </a:lnTo>
                <a:cubicBezTo>
                  <a:pt x="1709420" y="89011"/>
                  <a:pt x="1710065" y="91080"/>
                  <a:pt x="1711357" y="92078"/>
                </a:cubicBezTo>
                <a:cubicBezTo>
                  <a:pt x="1713366" y="93648"/>
                  <a:pt x="1716954" y="94433"/>
                  <a:pt x="1722121" y="94433"/>
                </a:cubicBezTo>
                <a:cubicBezTo>
                  <a:pt x="1729631" y="94433"/>
                  <a:pt x="1736568" y="92813"/>
                  <a:pt x="1742930" y="89573"/>
                </a:cubicBezTo>
                <a:cubicBezTo>
                  <a:pt x="1745370" y="88316"/>
                  <a:pt x="1747284" y="87688"/>
                  <a:pt x="1748671" y="87688"/>
                </a:cubicBezTo>
                <a:cubicBezTo>
                  <a:pt x="1750584" y="87688"/>
                  <a:pt x="1752247" y="88410"/>
                  <a:pt x="1753658" y="89856"/>
                </a:cubicBezTo>
                <a:cubicBezTo>
                  <a:pt x="1755069" y="91300"/>
                  <a:pt x="1755775" y="93057"/>
                  <a:pt x="1755775" y="95128"/>
                </a:cubicBezTo>
                <a:cubicBezTo>
                  <a:pt x="1755775" y="97055"/>
                  <a:pt x="1755009" y="98717"/>
                  <a:pt x="1753479" y="100113"/>
                </a:cubicBezTo>
                <a:cubicBezTo>
                  <a:pt x="1751135" y="102376"/>
                  <a:pt x="1746506" y="104459"/>
                  <a:pt x="1739594" y="106362"/>
                </a:cubicBezTo>
                <a:cubicBezTo>
                  <a:pt x="1732681" y="108264"/>
                  <a:pt x="1726857" y="109215"/>
                  <a:pt x="1722121" y="109215"/>
                </a:cubicBezTo>
                <a:cubicBezTo>
                  <a:pt x="1712983" y="109215"/>
                  <a:pt x="1706131" y="107247"/>
                  <a:pt x="1701562" y="103311"/>
                </a:cubicBezTo>
                <a:cubicBezTo>
                  <a:pt x="1696994" y="99374"/>
                  <a:pt x="1694709" y="94544"/>
                  <a:pt x="1694709" y="88820"/>
                </a:cubicBezTo>
                <a:lnTo>
                  <a:pt x="1694709" y="56545"/>
                </a:lnTo>
                <a:lnTo>
                  <a:pt x="1689399" y="56545"/>
                </a:lnTo>
                <a:cubicBezTo>
                  <a:pt x="1685859" y="56545"/>
                  <a:pt x="1683336" y="55860"/>
                  <a:pt x="1681829" y="54491"/>
                </a:cubicBezTo>
                <a:cubicBezTo>
                  <a:pt x="1680322" y="53120"/>
                  <a:pt x="1679568" y="51329"/>
                  <a:pt x="1679568" y="49118"/>
                </a:cubicBezTo>
                <a:cubicBezTo>
                  <a:pt x="1679568" y="46955"/>
                  <a:pt x="1680322" y="45188"/>
                  <a:pt x="1681829" y="43819"/>
                </a:cubicBezTo>
                <a:cubicBezTo>
                  <a:pt x="1683336" y="42448"/>
                  <a:pt x="1685859" y="41763"/>
                  <a:pt x="1689399" y="41763"/>
                </a:cubicBezTo>
                <a:lnTo>
                  <a:pt x="1694709" y="41763"/>
                </a:lnTo>
                <a:lnTo>
                  <a:pt x="1694709" y="28488"/>
                </a:lnTo>
                <a:cubicBezTo>
                  <a:pt x="1694709" y="24948"/>
                  <a:pt x="1695391" y="22424"/>
                  <a:pt x="1696754" y="20917"/>
                </a:cubicBezTo>
                <a:cubicBezTo>
                  <a:pt x="1698118" y="19410"/>
                  <a:pt x="1699900" y="18657"/>
                  <a:pt x="1702100" y="18657"/>
                </a:cubicBezTo>
                <a:cubicBezTo>
                  <a:pt x="1704253" y="18657"/>
                  <a:pt x="1706011" y="19410"/>
                  <a:pt x="1707374" y="20917"/>
                </a:cubicBezTo>
                <a:cubicBezTo>
                  <a:pt x="1708738" y="22424"/>
                  <a:pt x="1709420" y="24948"/>
                  <a:pt x="1709420" y="28488"/>
                </a:cubicBezTo>
                <a:lnTo>
                  <a:pt x="1709420" y="41763"/>
                </a:lnTo>
                <a:lnTo>
                  <a:pt x="1736616" y="41763"/>
                </a:lnTo>
                <a:cubicBezTo>
                  <a:pt x="1740156" y="41763"/>
                  <a:pt x="1742679" y="42448"/>
                  <a:pt x="1744186" y="43819"/>
                </a:cubicBezTo>
                <a:cubicBezTo>
                  <a:pt x="1745693" y="45188"/>
                  <a:pt x="1746446" y="46979"/>
                  <a:pt x="1746446" y="49190"/>
                </a:cubicBezTo>
                <a:cubicBezTo>
                  <a:pt x="1746446" y="51353"/>
                  <a:pt x="1745693" y="53120"/>
                  <a:pt x="1744186" y="54491"/>
                </a:cubicBezTo>
                <a:cubicBezTo>
                  <a:pt x="1742679" y="55860"/>
                  <a:pt x="1740156" y="56545"/>
                  <a:pt x="1736616" y="56545"/>
                </a:cubicBezTo>
                <a:lnTo>
                  <a:pt x="1709420" y="56545"/>
                </a:lnTo>
                <a:close/>
                <a:moveTo>
                  <a:pt x="1790752" y="80942"/>
                </a:moveTo>
                <a:cubicBezTo>
                  <a:pt x="1790704" y="79228"/>
                  <a:pt x="1790680" y="77942"/>
                  <a:pt x="1790680" y="77085"/>
                </a:cubicBezTo>
                <a:cubicBezTo>
                  <a:pt x="1790680" y="72037"/>
                  <a:pt x="1791398" y="67678"/>
                  <a:pt x="1792833" y="64010"/>
                </a:cubicBezTo>
                <a:cubicBezTo>
                  <a:pt x="1793885" y="61249"/>
                  <a:pt x="1795584" y="58463"/>
                  <a:pt x="1797928" y="55652"/>
                </a:cubicBezTo>
                <a:cubicBezTo>
                  <a:pt x="1799650" y="53604"/>
                  <a:pt x="1802747" y="50616"/>
                  <a:pt x="1807220" y="46687"/>
                </a:cubicBezTo>
                <a:cubicBezTo>
                  <a:pt x="1811693" y="42757"/>
                  <a:pt x="1814599" y="39618"/>
                  <a:pt x="1815939" y="37271"/>
                </a:cubicBezTo>
                <a:cubicBezTo>
                  <a:pt x="1817278" y="34924"/>
                  <a:pt x="1817948" y="32362"/>
                  <a:pt x="1817948" y="29584"/>
                </a:cubicBezTo>
                <a:cubicBezTo>
                  <a:pt x="1817948" y="24557"/>
                  <a:pt x="1815987" y="20139"/>
                  <a:pt x="1812064" y="16332"/>
                </a:cubicBezTo>
                <a:cubicBezTo>
                  <a:pt x="1808141" y="12524"/>
                  <a:pt x="1803333" y="10620"/>
                  <a:pt x="1797641" y="10620"/>
                </a:cubicBezTo>
                <a:cubicBezTo>
                  <a:pt x="1792139" y="10620"/>
                  <a:pt x="1787547" y="12348"/>
                  <a:pt x="1783863" y="15805"/>
                </a:cubicBezTo>
                <a:cubicBezTo>
                  <a:pt x="1780180" y="19261"/>
                  <a:pt x="1777764" y="24661"/>
                  <a:pt x="1776616" y="32004"/>
                </a:cubicBezTo>
                <a:lnTo>
                  <a:pt x="1763341" y="30282"/>
                </a:lnTo>
                <a:cubicBezTo>
                  <a:pt x="1764537" y="20499"/>
                  <a:pt x="1768089" y="13006"/>
                  <a:pt x="1773997" y="7804"/>
                </a:cubicBezTo>
                <a:cubicBezTo>
                  <a:pt x="1779905" y="2601"/>
                  <a:pt x="1787714" y="0"/>
                  <a:pt x="1797425" y="0"/>
                </a:cubicBezTo>
                <a:cubicBezTo>
                  <a:pt x="1807711" y="0"/>
                  <a:pt x="1815915" y="2799"/>
                  <a:pt x="1822038" y="8398"/>
                </a:cubicBezTo>
                <a:cubicBezTo>
                  <a:pt x="1828162" y="13995"/>
                  <a:pt x="1831223" y="20764"/>
                  <a:pt x="1831223" y="28705"/>
                </a:cubicBezTo>
                <a:cubicBezTo>
                  <a:pt x="1831223" y="33299"/>
                  <a:pt x="1830147" y="37534"/>
                  <a:pt x="1827994" y="41409"/>
                </a:cubicBezTo>
                <a:cubicBezTo>
                  <a:pt x="1825841" y="45283"/>
                  <a:pt x="1821632" y="49984"/>
                  <a:pt x="1815365" y="55509"/>
                </a:cubicBezTo>
                <a:cubicBezTo>
                  <a:pt x="1811155" y="59224"/>
                  <a:pt x="1808404" y="61963"/>
                  <a:pt x="1807113" y="63725"/>
                </a:cubicBezTo>
                <a:cubicBezTo>
                  <a:pt x="1805821" y="65488"/>
                  <a:pt x="1804864" y="67512"/>
                  <a:pt x="1804242" y="69798"/>
                </a:cubicBezTo>
                <a:cubicBezTo>
                  <a:pt x="1803620" y="72083"/>
                  <a:pt x="1803262" y="75798"/>
                  <a:pt x="1803166" y="80942"/>
                </a:cubicBezTo>
                <a:lnTo>
                  <a:pt x="1790752" y="80942"/>
                </a:lnTo>
                <a:moveTo>
                  <a:pt x="1789963" y="106919"/>
                </a:moveTo>
                <a:lnTo>
                  <a:pt x="1789963" y="92137"/>
                </a:lnTo>
                <a:lnTo>
                  <a:pt x="1804673" y="92137"/>
                </a:lnTo>
                <a:lnTo>
                  <a:pt x="1804673" y="106919"/>
                </a:lnTo>
                <a:lnTo>
                  <a:pt x="1789963" y="1069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1655E7-C7DB-4208-A528-7DF4FA76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17" y="3272082"/>
            <a:ext cx="3084809" cy="397351"/>
          </a:xfrm>
          <a:custGeom xmlns:a="http://schemas.openxmlformats.org/drawingml/2006/main">
            <a:pathLst>
              <a:path w="3084809" h="397351">
                <a:moveTo>
                  <a:pt x="0" y="0"/>
                </a:moveTo>
                <a:lnTo>
                  <a:pt x="3084809" y="0"/>
                </a:lnTo>
                <a:lnTo>
                  <a:pt x="3084809" y="397351"/>
                </a:lnTo>
                <a:lnTo>
                  <a:pt x="0" y="397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4A3A00-EAE0-4466-9595-883FE388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4" y="3361705"/>
            <a:ext cx="138721" cy="220884"/>
          </a:xfrm>
          <a:custGeom xmlns:a="http://schemas.openxmlformats.org/drawingml/2006/main">
            <a:pathLst>
              <a:path w="138721" h="220884">
                <a:moveTo>
                  <a:pt x="0" y="0"/>
                </a:moveTo>
                <a:lnTo>
                  <a:pt x="138721" y="0"/>
                </a:lnTo>
                <a:lnTo>
                  <a:pt x="138721" y="220884"/>
                </a:lnTo>
                <a:lnTo>
                  <a:pt x="0" y="2208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Text R">
            <a:extLst xmlns:a="http://schemas.openxmlformats.org/drawingml/2006/main">
              <a:ext uri="{FF2B5EF4-FFF2-40B4-BE49-F238E27FC236}">
                <a16:creationId xmlns:a16="http://schemas.microsoft.com/office/drawing/2014/main" id="{EB31F1A3-9DF8-499B-A2A5-EF4FF19C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20" y="3405636"/>
            <a:ext cx="136908" cy="127242"/>
          </a:xfrm>
          <a:custGeom xmlns:a="http://schemas.openxmlformats.org/drawingml/2006/main">
            <a:pathLst>
              <a:path w="136908" h="127242">
                <a:moveTo>
                  <a:pt x="47481" y="69251"/>
                </a:moveTo>
                <a:lnTo>
                  <a:pt x="47481" y="105097"/>
                </a:lnTo>
                <a:cubicBezTo>
                  <a:pt x="47481" y="111943"/>
                  <a:pt x="47904" y="116254"/>
                  <a:pt x="48748" y="118029"/>
                </a:cubicBezTo>
                <a:cubicBezTo>
                  <a:pt x="49593" y="119802"/>
                  <a:pt x="51078" y="121218"/>
                  <a:pt x="53205" y="122278"/>
                </a:cubicBezTo>
                <a:cubicBezTo>
                  <a:pt x="55332" y="123336"/>
                  <a:pt x="59305" y="123864"/>
                  <a:pt x="65123" y="123864"/>
                </a:cubicBezTo>
                <a:lnTo>
                  <a:pt x="65123" y="127242"/>
                </a:lnTo>
                <a:lnTo>
                  <a:pt x="0" y="127242"/>
                </a:lnTo>
                <a:lnTo>
                  <a:pt x="0" y="123864"/>
                </a:lnTo>
                <a:cubicBezTo>
                  <a:pt x="5880" y="123864"/>
                  <a:pt x="9868" y="123320"/>
                  <a:pt x="11964" y="122231"/>
                </a:cubicBezTo>
                <a:cubicBezTo>
                  <a:pt x="14060" y="121142"/>
                  <a:pt x="15530" y="119726"/>
                  <a:pt x="16374" y="117982"/>
                </a:cubicBezTo>
                <a:cubicBezTo>
                  <a:pt x="17219" y="116238"/>
                  <a:pt x="17641" y="111943"/>
                  <a:pt x="17641" y="105097"/>
                </a:cubicBezTo>
                <a:lnTo>
                  <a:pt x="17641" y="22145"/>
                </a:lnTo>
                <a:cubicBezTo>
                  <a:pt x="17641" y="15299"/>
                  <a:pt x="17219" y="10990"/>
                  <a:pt x="16374" y="9217"/>
                </a:cubicBezTo>
                <a:cubicBezTo>
                  <a:pt x="15530" y="7441"/>
                  <a:pt x="14044" y="6025"/>
                  <a:pt x="11917" y="4967"/>
                </a:cubicBezTo>
                <a:cubicBezTo>
                  <a:pt x="9790" y="3908"/>
                  <a:pt x="5818" y="3378"/>
                  <a:pt x="0" y="3378"/>
                </a:cubicBezTo>
                <a:lnTo>
                  <a:pt x="0" y="0"/>
                </a:lnTo>
                <a:lnTo>
                  <a:pt x="59117" y="0"/>
                </a:lnTo>
                <a:cubicBezTo>
                  <a:pt x="74506" y="0"/>
                  <a:pt x="85767" y="1063"/>
                  <a:pt x="92898" y="3188"/>
                </a:cubicBezTo>
                <a:cubicBezTo>
                  <a:pt x="100030" y="5313"/>
                  <a:pt x="105848" y="9234"/>
                  <a:pt x="110352" y="14952"/>
                </a:cubicBezTo>
                <a:cubicBezTo>
                  <a:pt x="114856" y="20670"/>
                  <a:pt x="117108" y="27373"/>
                  <a:pt x="117108" y="35060"/>
                </a:cubicBezTo>
                <a:cubicBezTo>
                  <a:pt x="117108" y="44436"/>
                  <a:pt x="113730" y="52186"/>
                  <a:pt x="106974" y="58311"/>
                </a:cubicBezTo>
                <a:cubicBezTo>
                  <a:pt x="102657" y="62185"/>
                  <a:pt x="96620" y="65091"/>
                  <a:pt x="88863" y="67029"/>
                </a:cubicBezTo>
                <a:lnTo>
                  <a:pt x="119454" y="110205"/>
                </a:lnTo>
                <a:cubicBezTo>
                  <a:pt x="123458" y="115718"/>
                  <a:pt x="126304" y="119156"/>
                  <a:pt x="127993" y="120519"/>
                </a:cubicBezTo>
                <a:cubicBezTo>
                  <a:pt x="130558" y="122438"/>
                  <a:pt x="133530" y="123491"/>
                  <a:pt x="136908" y="123677"/>
                </a:cubicBezTo>
                <a:lnTo>
                  <a:pt x="136908" y="127242"/>
                </a:lnTo>
                <a:lnTo>
                  <a:pt x="96839" y="127242"/>
                </a:lnTo>
                <a:lnTo>
                  <a:pt x="55833" y="69251"/>
                </a:lnTo>
                <a:lnTo>
                  <a:pt x="47481" y="69251"/>
                </a:lnTo>
                <a:moveTo>
                  <a:pt x="47481" y="7132"/>
                </a:moveTo>
                <a:lnTo>
                  <a:pt x="47481" y="62495"/>
                </a:lnTo>
                <a:lnTo>
                  <a:pt x="52830" y="62495"/>
                </a:lnTo>
                <a:cubicBezTo>
                  <a:pt x="61526" y="62495"/>
                  <a:pt x="68032" y="61703"/>
                  <a:pt x="72348" y="60120"/>
                </a:cubicBezTo>
                <a:cubicBezTo>
                  <a:pt x="76665" y="58535"/>
                  <a:pt x="80058" y="55676"/>
                  <a:pt x="82529" y="51546"/>
                </a:cubicBezTo>
                <a:cubicBezTo>
                  <a:pt x="85000" y="47413"/>
                  <a:pt x="86236" y="42022"/>
                  <a:pt x="86236" y="35373"/>
                </a:cubicBezTo>
                <a:cubicBezTo>
                  <a:pt x="86236" y="25742"/>
                  <a:pt x="83968" y="18627"/>
                  <a:pt x="79433" y="14029"/>
                </a:cubicBezTo>
                <a:cubicBezTo>
                  <a:pt x="74897" y="9431"/>
                  <a:pt x="67594" y="7132"/>
                  <a:pt x="57522" y="7132"/>
                </a:cubicBezTo>
                <a:lnTo>
                  <a:pt x="47481" y="7132"/>
                </a:lnTo>
                <a:close/>
              </a:path>
            </a:pathLst>
          </a:custGeom>
          <a:solidFill xmlns:a="http://schemas.openxmlformats.org/drawingml/2006/main">
            <a:srgbClr val="1C45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514217-83B9-468B-9E26-979D3C23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775" y="3361705"/>
            <a:ext cx="2301213" cy="220884"/>
          </a:xfrm>
          <a:custGeom xmlns:a="http://schemas.openxmlformats.org/drawingml/2006/main">
            <a:pathLst>
              <a:path w="2301213" h="220884">
                <a:moveTo>
                  <a:pt x="0" y="0"/>
                </a:moveTo>
                <a:lnTo>
                  <a:pt x="2301213" y="0"/>
                </a:lnTo>
                <a:lnTo>
                  <a:pt x="2301213" y="220884"/>
                </a:lnTo>
                <a:lnTo>
                  <a:pt x="0" y="2208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Text ecoverV">
            <a:extLst xmlns:a="http://schemas.openxmlformats.org/drawingml/2006/main">
              <a:ext uri="{FF2B5EF4-FFF2-40B4-BE49-F238E27FC236}">
                <a16:creationId xmlns:a16="http://schemas.microsoft.com/office/drawing/2014/main" id="{E57848C2-1137-4391-901E-7ECA7856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88" y="3405636"/>
            <a:ext cx="703243" cy="130058"/>
          </a:xfrm>
          <a:custGeom xmlns:a="http://schemas.openxmlformats.org/drawingml/2006/main">
            <a:pathLst>
              <a:path w="703243" h="130058">
                <a:moveTo>
                  <a:pt x="73380" y="80136"/>
                </a:moveTo>
                <a:lnTo>
                  <a:pt x="25242" y="80136"/>
                </a:lnTo>
                <a:cubicBezTo>
                  <a:pt x="25805" y="91804"/>
                  <a:pt x="28902" y="101024"/>
                  <a:pt x="34532" y="107798"/>
                </a:cubicBezTo>
                <a:cubicBezTo>
                  <a:pt x="38848" y="113004"/>
                  <a:pt x="44041" y="115607"/>
                  <a:pt x="50109" y="115607"/>
                </a:cubicBezTo>
                <a:cubicBezTo>
                  <a:pt x="53862" y="115607"/>
                  <a:pt x="57272" y="114559"/>
                  <a:pt x="60337" y="112463"/>
                </a:cubicBezTo>
                <a:cubicBezTo>
                  <a:pt x="63402" y="110368"/>
                  <a:pt x="66687" y="106598"/>
                  <a:pt x="70190" y="101156"/>
                </a:cubicBezTo>
                <a:lnTo>
                  <a:pt x="73380" y="103220"/>
                </a:lnTo>
                <a:cubicBezTo>
                  <a:pt x="68626" y="112917"/>
                  <a:pt x="63371" y="119782"/>
                  <a:pt x="57616" y="123817"/>
                </a:cubicBezTo>
                <a:cubicBezTo>
                  <a:pt x="51860" y="127852"/>
                  <a:pt x="45198" y="129870"/>
                  <a:pt x="37628" y="129870"/>
                </a:cubicBezTo>
                <a:cubicBezTo>
                  <a:pt x="24616" y="129870"/>
                  <a:pt x="14764" y="124860"/>
                  <a:pt x="8070" y="114841"/>
                </a:cubicBezTo>
                <a:cubicBezTo>
                  <a:pt x="2690" y="106764"/>
                  <a:pt x="0" y="96745"/>
                  <a:pt x="0" y="84784"/>
                </a:cubicBezTo>
                <a:cubicBezTo>
                  <a:pt x="0" y="70130"/>
                  <a:pt x="3957" y="58467"/>
                  <a:pt x="11870" y="49795"/>
                </a:cubicBezTo>
                <a:cubicBezTo>
                  <a:pt x="19784" y="41121"/>
                  <a:pt x="29058" y="36784"/>
                  <a:pt x="39693" y="36784"/>
                </a:cubicBezTo>
                <a:cubicBezTo>
                  <a:pt x="48576" y="36784"/>
                  <a:pt x="56286" y="40428"/>
                  <a:pt x="62824" y="47716"/>
                </a:cubicBezTo>
                <a:cubicBezTo>
                  <a:pt x="69361" y="55004"/>
                  <a:pt x="72880" y="65811"/>
                  <a:pt x="73380" y="80136"/>
                </a:cubicBezTo>
                <a:moveTo>
                  <a:pt x="50296" y="73943"/>
                </a:moveTo>
                <a:cubicBezTo>
                  <a:pt x="50296" y="63871"/>
                  <a:pt x="49749" y="56959"/>
                  <a:pt x="48654" y="53205"/>
                </a:cubicBezTo>
                <a:cubicBezTo>
                  <a:pt x="47560" y="49452"/>
                  <a:pt x="45855" y="46606"/>
                  <a:pt x="43540" y="44666"/>
                </a:cubicBezTo>
                <a:cubicBezTo>
                  <a:pt x="42226" y="43540"/>
                  <a:pt x="40475" y="42977"/>
                  <a:pt x="38285" y="42977"/>
                </a:cubicBezTo>
                <a:cubicBezTo>
                  <a:pt x="35032" y="42977"/>
                  <a:pt x="32374" y="44572"/>
                  <a:pt x="30309" y="47763"/>
                </a:cubicBezTo>
                <a:cubicBezTo>
                  <a:pt x="26618" y="53330"/>
                  <a:pt x="24773" y="60963"/>
                  <a:pt x="24773" y="70659"/>
                </a:cubicBezTo>
                <a:lnTo>
                  <a:pt x="24773" y="73943"/>
                </a:lnTo>
                <a:lnTo>
                  <a:pt x="50296" y="73943"/>
                </a:lnTo>
                <a:close/>
                <a:moveTo>
                  <a:pt x="155794" y="104555"/>
                </a:moveTo>
                <a:lnTo>
                  <a:pt x="158703" y="106804"/>
                </a:lnTo>
                <a:cubicBezTo>
                  <a:pt x="154574" y="114586"/>
                  <a:pt x="149428" y="120377"/>
                  <a:pt x="143266" y="124175"/>
                </a:cubicBezTo>
                <a:cubicBezTo>
                  <a:pt x="137104" y="127972"/>
                  <a:pt x="130552" y="129870"/>
                  <a:pt x="123608" y="129870"/>
                </a:cubicBezTo>
                <a:cubicBezTo>
                  <a:pt x="111909" y="129870"/>
                  <a:pt x="102557" y="125456"/>
                  <a:pt x="95550" y="116627"/>
                </a:cubicBezTo>
                <a:cubicBezTo>
                  <a:pt x="88544" y="107797"/>
                  <a:pt x="85041" y="97183"/>
                  <a:pt x="85041" y="84784"/>
                </a:cubicBezTo>
                <a:cubicBezTo>
                  <a:pt x="85041" y="72822"/>
                  <a:pt x="88231" y="62302"/>
                  <a:pt x="94612" y="53223"/>
                </a:cubicBezTo>
                <a:cubicBezTo>
                  <a:pt x="102307" y="42264"/>
                  <a:pt x="112910" y="36784"/>
                  <a:pt x="126423" y="36784"/>
                </a:cubicBezTo>
                <a:cubicBezTo>
                  <a:pt x="135494" y="36784"/>
                  <a:pt x="142703" y="39074"/>
                  <a:pt x="148052" y="43655"/>
                </a:cubicBezTo>
                <a:cubicBezTo>
                  <a:pt x="153401" y="48233"/>
                  <a:pt x="156075" y="53345"/>
                  <a:pt x="156075" y="58991"/>
                </a:cubicBezTo>
                <a:cubicBezTo>
                  <a:pt x="156075" y="62567"/>
                  <a:pt x="154996" y="65421"/>
                  <a:pt x="152838" y="67554"/>
                </a:cubicBezTo>
                <a:cubicBezTo>
                  <a:pt x="150680" y="69686"/>
                  <a:pt x="147849" y="70753"/>
                  <a:pt x="144346" y="70753"/>
                </a:cubicBezTo>
                <a:cubicBezTo>
                  <a:pt x="140655" y="70753"/>
                  <a:pt x="137605" y="69529"/>
                  <a:pt x="135196" y="67081"/>
                </a:cubicBezTo>
                <a:cubicBezTo>
                  <a:pt x="132788" y="64632"/>
                  <a:pt x="131302" y="60269"/>
                  <a:pt x="130739" y="53991"/>
                </a:cubicBezTo>
                <a:cubicBezTo>
                  <a:pt x="130364" y="50036"/>
                  <a:pt x="129457" y="47274"/>
                  <a:pt x="128018" y="45704"/>
                </a:cubicBezTo>
                <a:cubicBezTo>
                  <a:pt x="126579" y="44136"/>
                  <a:pt x="124890" y="43353"/>
                  <a:pt x="122951" y="43353"/>
                </a:cubicBezTo>
                <a:cubicBezTo>
                  <a:pt x="119948" y="43353"/>
                  <a:pt x="117383" y="44948"/>
                  <a:pt x="115256" y="48138"/>
                </a:cubicBezTo>
                <a:cubicBezTo>
                  <a:pt x="112003" y="52955"/>
                  <a:pt x="110377" y="60337"/>
                  <a:pt x="110377" y="70284"/>
                </a:cubicBezTo>
                <a:cubicBezTo>
                  <a:pt x="110377" y="78541"/>
                  <a:pt x="111690" y="86439"/>
                  <a:pt x="114318" y="93977"/>
                </a:cubicBezTo>
                <a:cubicBezTo>
                  <a:pt x="116945" y="101516"/>
                  <a:pt x="120542" y="107130"/>
                  <a:pt x="125109" y="110821"/>
                </a:cubicBezTo>
                <a:cubicBezTo>
                  <a:pt x="128550" y="113511"/>
                  <a:pt x="132616" y="114856"/>
                  <a:pt x="137308" y="114856"/>
                </a:cubicBezTo>
                <a:cubicBezTo>
                  <a:pt x="140373" y="114856"/>
                  <a:pt x="143282" y="114139"/>
                  <a:pt x="146035" y="112704"/>
                </a:cubicBezTo>
                <a:cubicBezTo>
                  <a:pt x="148787" y="111267"/>
                  <a:pt x="152040" y="108550"/>
                  <a:pt x="155794" y="104555"/>
                </a:cubicBezTo>
                <a:close/>
                <a:moveTo>
                  <a:pt x="210713" y="36784"/>
                </a:moveTo>
                <a:cubicBezTo>
                  <a:pt x="218345" y="36784"/>
                  <a:pt x="225445" y="38756"/>
                  <a:pt x="232014" y="42702"/>
                </a:cubicBezTo>
                <a:cubicBezTo>
                  <a:pt x="238582" y="46647"/>
                  <a:pt x="243571" y="52251"/>
                  <a:pt x="246981" y="59516"/>
                </a:cubicBezTo>
                <a:cubicBezTo>
                  <a:pt x="250390" y="66780"/>
                  <a:pt x="252095" y="74733"/>
                  <a:pt x="252095" y="83374"/>
                </a:cubicBezTo>
                <a:cubicBezTo>
                  <a:pt x="252095" y="95835"/>
                  <a:pt x="248936" y="106261"/>
                  <a:pt x="242617" y="114654"/>
                </a:cubicBezTo>
                <a:cubicBezTo>
                  <a:pt x="234985" y="124798"/>
                  <a:pt x="224444" y="129870"/>
                  <a:pt x="210994" y="129870"/>
                </a:cubicBezTo>
                <a:cubicBezTo>
                  <a:pt x="197795" y="129870"/>
                  <a:pt x="187629" y="125236"/>
                  <a:pt x="180497" y="115967"/>
                </a:cubicBezTo>
                <a:cubicBezTo>
                  <a:pt x="173366" y="106699"/>
                  <a:pt x="169800" y="95960"/>
                  <a:pt x="169800" y="83749"/>
                </a:cubicBezTo>
                <a:cubicBezTo>
                  <a:pt x="169800" y="71163"/>
                  <a:pt x="173444" y="60189"/>
                  <a:pt x="180732" y="50827"/>
                </a:cubicBezTo>
                <a:cubicBezTo>
                  <a:pt x="188020" y="41465"/>
                  <a:pt x="198014" y="36784"/>
                  <a:pt x="210713" y="36784"/>
                </a:cubicBezTo>
                <a:moveTo>
                  <a:pt x="211088" y="43353"/>
                </a:moveTo>
                <a:cubicBezTo>
                  <a:pt x="207898" y="43353"/>
                  <a:pt x="205161" y="44559"/>
                  <a:pt x="202877" y="46971"/>
                </a:cubicBezTo>
                <a:cubicBezTo>
                  <a:pt x="200594" y="49382"/>
                  <a:pt x="199093" y="54141"/>
                  <a:pt x="198373" y="61249"/>
                </a:cubicBezTo>
                <a:cubicBezTo>
                  <a:pt x="197654" y="68357"/>
                  <a:pt x="197294" y="78237"/>
                  <a:pt x="197294" y="90890"/>
                </a:cubicBezTo>
                <a:cubicBezTo>
                  <a:pt x="197294" y="97591"/>
                  <a:pt x="197732" y="103855"/>
                  <a:pt x="198608" y="109680"/>
                </a:cubicBezTo>
                <a:cubicBezTo>
                  <a:pt x="199296" y="114126"/>
                  <a:pt x="200766" y="117508"/>
                  <a:pt x="203018" y="119826"/>
                </a:cubicBezTo>
                <a:cubicBezTo>
                  <a:pt x="205270" y="122143"/>
                  <a:pt x="207835" y="123301"/>
                  <a:pt x="210713" y="123301"/>
                </a:cubicBezTo>
                <a:cubicBezTo>
                  <a:pt x="213528" y="123301"/>
                  <a:pt x="215874" y="122518"/>
                  <a:pt x="217751" y="120952"/>
                </a:cubicBezTo>
                <a:cubicBezTo>
                  <a:pt x="220190" y="118824"/>
                  <a:pt x="221817" y="115848"/>
                  <a:pt x="222630" y="112026"/>
                </a:cubicBezTo>
                <a:cubicBezTo>
                  <a:pt x="223881" y="106077"/>
                  <a:pt x="224507" y="94053"/>
                  <a:pt x="224507" y="75952"/>
                </a:cubicBezTo>
                <a:cubicBezTo>
                  <a:pt x="224507" y="65305"/>
                  <a:pt x="223913" y="57994"/>
                  <a:pt x="222724" y="54018"/>
                </a:cubicBezTo>
                <a:cubicBezTo>
                  <a:pt x="221535" y="50039"/>
                  <a:pt x="219784" y="47142"/>
                  <a:pt x="217469" y="45326"/>
                </a:cubicBezTo>
                <a:cubicBezTo>
                  <a:pt x="215843" y="44010"/>
                  <a:pt x="213716" y="43353"/>
                  <a:pt x="211088" y="43353"/>
                </a:cubicBezTo>
                <a:close/>
                <a:moveTo>
                  <a:pt x="305019" y="129870"/>
                </a:moveTo>
                <a:lnTo>
                  <a:pt x="275460" y="61797"/>
                </a:lnTo>
                <a:cubicBezTo>
                  <a:pt x="271894" y="53538"/>
                  <a:pt x="269111" y="48305"/>
                  <a:pt x="267109" y="46100"/>
                </a:cubicBezTo>
                <a:cubicBezTo>
                  <a:pt x="265670" y="44460"/>
                  <a:pt x="263543" y="43356"/>
                  <a:pt x="260728" y="42790"/>
                </a:cubicBezTo>
                <a:lnTo>
                  <a:pt x="260728" y="39411"/>
                </a:lnTo>
                <a:lnTo>
                  <a:pt x="307365" y="39411"/>
                </a:lnTo>
                <a:lnTo>
                  <a:pt x="307365" y="42790"/>
                </a:lnTo>
                <a:cubicBezTo>
                  <a:pt x="304424" y="42790"/>
                  <a:pt x="302423" y="43324"/>
                  <a:pt x="301359" y="44394"/>
                </a:cubicBezTo>
                <a:cubicBezTo>
                  <a:pt x="299858" y="45780"/>
                  <a:pt x="299107" y="47416"/>
                  <a:pt x="299107" y="49302"/>
                </a:cubicBezTo>
                <a:cubicBezTo>
                  <a:pt x="299107" y="51631"/>
                  <a:pt x="300483" y="56005"/>
                  <a:pt x="303236" y="62425"/>
                </a:cubicBezTo>
                <a:lnTo>
                  <a:pt x="317687" y="95397"/>
                </a:lnTo>
                <a:lnTo>
                  <a:pt x="329229" y="66935"/>
                </a:lnTo>
                <a:cubicBezTo>
                  <a:pt x="332544" y="58761"/>
                  <a:pt x="334202" y="52977"/>
                  <a:pt x="334202" y="49581"/>
                </a:cubicBezTo>
                <a:cubicBezTo>
                  <a:pt x="334202" y="47632"/>
                  <a:pt x="333498" y="46044"/>
                  <a:pt x="332091" y="44819"/>
                </a:cubicBezTo>
                <a:cubicBezTo>
                  <a:pt x="330683" y="43591"/>
                  <a:pt x="328196" y="42915"/>
                  <a:pt x="324631" y="42790"/>
                </a:cubicBezTo>
                <a:lnTo>
                  <a:pt x="324631" y="39411"/>
                </a:lnTo>
                <a:lnTo>
                  <a:pt x="353345" y="39411"/>
                </a:lnTo>
                <a:lnTo>
                  <a:pt x="353345" y="42790"/>
                </a:lnTo>
                <a:cubicBezTo>
                  <a:pt x="350592" y="43167"/>
                  <a:pt x="348340" y="44204"/>
                  <a:pt x="346588" y="45901"/>
                </a:cubicBezTo>
                <a:cubicBezTo>
                  <a:pt x="344837" y="47598"/>
                  <a:pt x="342209" y="52593"/>
                  <a:pt x="338706" y="60888"/>
                </a:cubicBezTo>
                <a:lnTo>
                  <a:pt x="309429" y="129870"/>
                </a:lnTo>
                <a:lnTo>
                  <a:pt x="305019" y="129870"/>
                </a:lnTo>
                <a:close/>
                <a:moveTo>
                  <a:pt x="435827" y="80136"/>
                </a:moveTo>
                <a:lnTo>
                  <a:pt x="387689" y="80136"/>
                </a:lnTo>
                <a:cubicBezTo>
                  <a:pt x="388252" y="91804"/>
                  <a:pt x="391348" y="101024"/>
                  <a:pt x="396979" y="107798"/>
                </a:cubicBezTo>
                <a:cubicBezTo>
                  <a:pt x="401295" y="113004"/>
                  <a:pt x="406487" y="115607"/>
                  <a:pt x="412555" y="115607"/>
                </a:cubicBezTo>
                <a:cubicBezTo>
                  <a:pt x="416309" y="115607"/>
                  <a:pt x="419718" y="114559"/>
                  <a:pt x="422784" y="112463"/>
                </a:cubicBezTo>
                <a:cubicBezTo>
                  <a:pt x="425849" y="110368"/>
                  <a:pt x="429133" y="106598"/>
                  <a:pt x="432637" y="101156"/>
                </a:cubicBezTo>
                <a:lnTo>
                  <a:pt x="435827" y="103220"/>
                </a:lnTo>
                <a:cubicBezTo>
                  <a:pt x="431073" y="112917"/>
                  <a:pt x="425818" y="119782"/>
                  <a:pt x="420062" y="123817"/>
                </a:cubicBezTo>
                <a:cubicBezTo>
                  <a:pt x="414307" y="127852"/>
                  <a:pt x="407645" y="129870"/>
                  <a:pt x="400075" y="129870"/>
                </a:cubicBezTo>
                <a:cubicBezTo>
                  <a:pt x="387063" y="129870"/>
                  <a:pt x="377210" y="124860"/>
                  <a:pt x="370517" y="114841"/>
                </a:cubicBezTo>
                <a:cubicBezTo>
                  <a:pt x="365137" y="106764"/>
                  <a:pt x="362447" y="96745"/>
                  <a:pt x="362447" y="84784"/>
                </a:cubicBezTo>
                <a:cubicBezTo>
                  <a:pt x="362447" y="70130"/>
                  <a:pt x="366403" y="58467"/>
                  <a:pt x="374317" y="49795"/>
                </a:cubicBezTo>
                <a:cubicBezTo>
                  <a:pt x="382231" y="41121"/>
                  <a:pt x="391505" y="36784"/>
                  <a:pt x="402140" y="36784"/>
                </a:cubicBezTo>
                <a:cubicBezTo>
                  <a:pt x="411023" y="36784"/>
                  <a:pt x="418733" y="40428"/>
                  <a:pt x="425270" y="47716"/>
                </a:cubicBezTo>
                <a:cubicBezTo>
                  <a:pt x="431808" y="55004"/>
                  <a:pt x="435326" y="65811"/>
                  <a:pt x="435827" y="80136"/>
                </a:cubicBezTo>
                <a:moveTo>
                  <a:pt x="412743" y="73943"/>
                </a:moveTo>
                <a:cubicBezTo>
                  <a:pt x="412743" y="63871"/>
                  <a:pt x="412196" y="56959"/>
                  <a:pt x="411101" y="53205"/>
                </a:cubicBezTo>
                <a:cubicBezTo>
                  <a:pt x="410006" y="49452"/>
                  <a:pt x="408302" y="46606"/>
                  <a:pt x="405987" y="44666"/>
                </a:cubicBezTo>
                <a:cubicBezTo>
                  <a:pt x="404673" y="43540"/>
                  <a:pt x="402922" y="42977"/>
                  <a:pt x="400732" y="42977"/>
                </a:cubicBezTo>
                <a:cubicBezTo>
                  <a:pt x="397479" y="42977"/>
                  <a:pt x="394820" y="44572"/>
                  <a:pt x="392756" y="47763"/>
                </a:cubicBezTo>
                <a:cubicBezTo>
                  <a:pt x="389065" y="53330"/>
                  <a:pt x="387220" y="60963"/>
                  <a:pt x="387220" y="70659"/>
                </a:cubicBezTo>
                <a:lnTo>
                  <a:pt x="387220" y="73943"/>
                </a:lnTo>
                <a:lnTo>
                  <a:pt x="412743" y="73943"/>
                </a:lnTo>
                <a:close/>
                <a:moveTo>
                  <a:pt x="483052" y="39411"/>
                </a:moveTo>
                <a:lnTo>
                  <a:pt x="483052" y="59305"/>
                </a:lnTo>
                <a:cubicBezTo>
                  <a:pt x="488869" y="50234"/>
                  <a:pt x="493968" y="44213"/>
                  <a:pt x="498347" y="41241"/>
                </a:cubicBezTo>
                <a:cubicBezTo>
                  <a:pt x="502726" y="38270"/>
                  <a:pt x="506949" y="36784"/>
                  <a:pt x="511015" y="36784"/>
                </a:cubicBezTo>
                <a:cubicBezTo>
                  <a:pt x="514518" y="36784"/>
                  <a:pt x="517318" y="37867"/>
                  <a:pt x="519413" y="40033"/>
                </a:cubicBezTo>
                <a:cubicBezTo>
                  <a:pt x="521509" y="42199"/>
                  <a:pt x="522557" y="45260"/>
                  <a:pt x="522557" y="49214"/>
                </a:cubicBezTo>
                <a:cubicBezTo>
                  <a:pt x="522557" y="53421"/>
                  <a:pt x="521540" y="56687"/>
                  <a:pt x="519507" y="59012"/>
                </a:cubicBezTo>
                <a:cubicBezTo>
                  <a:pt x="517474" y="61334"/>
                  <a:pt x="515019" y="62495"/>
                  <a:pt x="512141" y="62495"/>
                </a:cubicBezTo>
                <a:cubicBezTo>
                  <a:pt x="508825" y="62495"/>
                  <a:pt x="505948" y="61432"/>
                  <a:pt x="503508" y="59305"/>
                </a:cubicBezTo>
                <a:cubicBezTo>
                  <a:pt x="501068" y="57178"/>
                  <a:pt x="499629" y="55989"/>
                  <a:pt x="499191" y="55739"/>
                </a:cubicBezTo>
                <a:cubicBezTo>
                  <a:pt x="498566" y="55364"/>
                  <a:pt x="497846" y="55176"/>
                  <a:pt x="497033" y="55176"/>
                </a:cubicBezTo>
                <a:cubicBezTo>
                  <a:pt x="495219" y="55176"/>
                  <a:pt x="493499" y="55864"/>
                  <a:pt x="491872" y="57240"/>
                </a:cubicBezTo>
                <a:cubicBezTo>
                  <a:pt x="489307" y="59367"/>
                  <a:pt x="487368" y="62401"/>
                  <a:pt x="486054" y="66343"/>
                </a:cubicBezTo>
                <a:cubicBezTo>
                  <a:pt x="484052" y="72411"/>
                  <a:pt x="483052" y="79104"/>
                  <a:pt x="483052" y="86424"/>
                </a:cubicBezTo>
                <a:lnTo>
                  <a:pt x="483052" y="106598"/>
                </a:lnTo>
                <a:lnTo>
                  <a:pt x="483145" y="111853"/>
                </a:lnTo>
                <a:cubicBezTo>
                  <a:pt x="483145" y="115419"/>
                  <a:pt x="483364" y="117702"/>
                  <a:pt x="483802" y="118703"/>
                </a:cubicBezTo>
                <a:cubicBezTo>
                  <a:pt x="484553" y="120392"/>
                  <a:pt x="485663" y="121628"/>
                  <a:pt x="487133" y="122410"/>
                </a:cubicBezTo>
                <a:cubicBezTo>
                  <a:pt x="488604" y="123192"/>
                  <a:pt x="491090" y="123677"/>
                  <a:pt x="494593" y="123864"/>
                </a:cubicBezTo>
                <a:lnTo>
                  <a:pt x="494593" y="127242"/>
                </a:lnTo>
                <a:lnTo>
                  <a:pt x="447206" y="127242"/>
                </a:lnTo>
                <a:lnTo>
                  <a:pt x="447206" y="123864"/>
                </a:lnTo>
                <a:cubicBezTo>
                  <a:pt x="451022" y="123552"/>
                  <a:pt x="453602" y="122504"/>
                  <a:pt x="454947" y="120721"/>
                </a:cubicBezTo>
                <a:cubicBezTo>
                  <a:pt x="456292" y="118938"/>
                  <a:pt x="456965" y="114230"/>
                  <a:pt x="456965" y="106598"/>
                </a:cubicBezTo>
                <a:lnTo>
                  <a:pt x="456965" y="57991"/>
                </a:lnTo>
                <a:cubicBezTo>
                  <a:pt x="456965" y="52955"/>
                  <a:pt x="456715" y="49745"/>
                  <a:pt x="456214" y="48361"/>
                </a:cubicBezTo>
                <a:cubicBezTo>
                  <a:pt x="455589" y="46598"/>
                  <a:pt x="454682" y="45307"/>
                  <a:pt x="453493" y="44490"/>
                </a:cubicBezTo>
                <a:cubicBezTo>
                  <a:pt x="452304" y="43671"/>
                  <a:pt x="450209" y="43104"/>
                  <a:pt x="447206" y="42790"/>
                </a:cubicBezTo>
                <a:lnTo>
                  <a:pt x="447206" y="39411"/>
                </a:lnTo>
                <a:lnTo>
                  <a:pt x="483052" y="39411"/>
                </a:lnTo>
                <a:close/>
                <a:moveTo>
                  <a:pt x="703243" y="0"/>
                </a:moveTo>
                <a:lnTo>
                  <a:pt x="703243" y="3378"/>
                </a:lnTo>
                <a:cubicBezTo>
                  <a:pt x="698613" y="4129"/>
                  <a:pt x="694485" y="6602"/>
                  <a:pt x="690856" y="10797"/>
                </a:cubicBezTo>
                <a:cubicBezTo>
                  <a:pt x="688229" y="13925"/>
                  <a:pt x="684319" y="21279"/>
                  <a:pt x="679127" y="32860"/>
                </a:cubicBezTo>
                <a:lnTo>
                  <a:pt x="635305" y="130058"/>
                </a:lnTo>
                <a:lnTo>
                  <a:pt x="632208" y="130058"/>
                </a:lnTo>
                <a:lnTo>
                  <a:pt x="588574" y="28940"/>
                </a:lnTo>
                <a:cubicBezTo>
                  <a:pt x="583320" y="16723"/>
                  <a:pt x="579801" y="9550"/>
                  <a:pt x="578018" y="7419"/>
                </a:cubicBezTo>
                <a:cubicBezTo>
                  <a:pt x="576235" y="5288"/>
                  <a:pt x="572872" y="3941"/>
                  <a:pt x="567930" y="3378"/>
                </a:cubicBezTo>
                <a:lnTo>
                  <a:pt x="567930" y="0"/>
                </a:lnTo>
                <a:lnTo>
                  <a:pt x="628924" y="0"/>
                </a:lnTo>
                <a:lnTo>
                  <a:pt x="628924" y="3378"/>
                </a:lnTo>
                <a:lnTo>
                  <a:pt x="626860" y="3378"/>
                </a:lnTo>
                <a:cubicBezTo>
                  <a:pt x="621355" y="3378"/>
                  <a:pt x="617601" y="4071"/>
                  <a:pt x="615599" y="5457"/>
                </a:cubicBezTo>
                <a:cubicBezTo>
                  <a:pt x="614160" y="6401"/>
                  <a:pt x="613441" y="7786"/>
                  <a:pt x="613441" y="9612"/>
                </a:cubicBezTo>
                <a:cubicBezTo>
                  <a:pt x="613441" y="10746"/>
                  <a:pt x="613691" y="12084"/>
                  <a:pt x="614192" y="13627"/>
                </a:cubicBezTo>
                <a:cubicBezTo>
                  <a:pt x="614692" y="15169"/>
                  <a:pt x="616381" y="19292"/>
                  <a:pt x="619259" y="25996"/>
                </a:cubicBezTo>
                <a:lnTo>
                  <a:pt x="646378" y="89268"/>
                </a:lnTo>
                <a:lnTo>
                  <a:pt x="671526" y="32913"/>
                </a:lnTo>
                <a:cubicBezTo>
                  <a:pt x="674529" y="26098"/>
                  <a:pt x="676374" y="21530"/>
                  <a:pt x="677062" y="19207"/>
                </a:cubicBezTo>
                <a:cubicBezTo>
                  <a:pt x="677750" y="16883"/>
                  <a:pt x="678095" y="14903"/>
                  <a:pt x="678095" y="13269"/>
                </a:cubicBezTo>
                <a:cubicBezTo>
                  <a:pt x="678095" y="11386"/>
                  <a:pt x="677594" y="9723"/>
                  <a:pt x="676593" y="8278"/>
                </a:cubicBezTo>
                <a:cubicBezTo>
                  <a:pt x="675592" y="6833"/>
                  <a:pt x="674122" y="5734"/>
                  <a:pt x="672183" y="4979"/>
                </a:cubicBezTo>
                <a:cubicBezTo>
                  <a:pt x="669493" y="3912"/>
                  <a:pt x="665927" y="3378"/>
                  <a:pt x="661485" y="3378"/>
                </a:cubicBezTo>
                <a:lnTo>
                  <a:pt x="661485" y="0"/>
                </a:lnTo>
                <a:lnTo>
                  <a:pt x="703243" y="0"/>
                </a:lnTo>
                <a:close/>
              </a:path>
            </a:pathLst>
          </a:custGeom>
          <a:solidFill xmlns:a="http://schemas.openxmlformats.org/drawingml/2006/main">
            <a:srgbClr val="1C45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Text ariableinf">
            <a:extLst xmlns:a="http://schemas.openxmlformats.org/drawingml/2006/main">
              <a:ext uri="{FF2B5EF4-FFF2-40B4-BE49-F238E27FC236}">
                <a16:creationId xmlns:a16="http://schemas.microsoft.com/office/drawing/2014/main" id="{84C8B444-BF9A-440E-862B-DF0E9789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513" y="3402821"/>
            <a:ext cx="853519" cy="132685"/>
          </a:xfrm>
          <a:custGeom xmlns:a="http://schemas.openxmlformats.org/drawingml/2006/main">
            <a:pathLst>
              <a:path w="853519" h="132685">
                <a:moveTo>
                  <a:pt x="46261" y="117108"/>
                </a:moveTo>
                <a:cubicBezTo>
                  <a:pt x="35564" y="126617"/>
                  <a:pt x="25961" y="131371"/>
                  <a:pt x="17454" y="131371"/>
                </a:cubicBezTo>
                <a:cubicBezTo>
                  <a:pt x="12449" y="131371"/>
                  <a:pt x="8289" y="129724"/>
                  <a:pt x="4973" y="126430"/>
                </a:cubicBezTo>
                <a:cubicBezTo>
                  <a:pt x="1658" y="123134"/>
                  <a:pt x="0" y="119007"/>
                  <a:pt x="0" y="114050"/>
                </a:cubicBezTo>
                <a:cubicBezTo>
                  <a:pt x="0" y="107332"/>
                  <a:pt x="2878" y="101291"/>
                  <a:pt x="8633" y="95925"/>
                </a:cubicBezTo>
                <a:cubicBezTo>
                  <a:pt x="14388" y="90558"/>
                  <a:pt x="26931" y="83419"/>
                  <a:pt x="46261" y="74506"/>
                </a:cubicBezTo>
                <a:lnTo>
                  <a:pt x="46261" y="65686"/>
                </a:lnTo>
                <a:cubicBezTo>
                  <a:pt x="46261" y="59055"/>
                  <a:pt x="45902" y="54879"/>
                  <a:pt x="45182" y="53158"/>
                </a:cubicBezTo>
                <a:cubicBezTo>
                  <a:pt x="44463" y="51438"/>
                  <a:pt x="43102" y="49937"/>
                  <a:pt x="41100" y="48654"/>
                </a:cubicBezTo>
                <a:cubicBezTo>
                  <a:pt x="39099" y="47372"/>
                  <a:pt x="36847" y="46731"/>
                  <a:pt x="34344" y="46731"/>
                </a:cubicBezTo>
                <a:cubicBezTo>
                  <a:pt x="30278" y="46731"/>
                  <a:pt x="26931" y="47638"/>
                  <a:pt x="24304" y="49452"/>
                </a:cubicBezTo>
                <a:cubicBezTo>
                  <a:pt x="22677" y="50578"/>
                  <a:pt x="21864" y="51892"/>
                  <a:pt x="21864" y="53393"/>
                </a:cubicBezTo>
                <a:cubicBezTo>
                  <a:pt x="21864" y="54707"/>
                  <a:pt x="22740" y="56333"/>
                  <a:pt x="24491" y="58273"/>
                </a:cubicBezTo>
                <a:cubicBezTo>
                  <a:pt x="26869" y="60963"/>
                  <a:pt x="28057" y="63559"/>
                  <a:pt x="28057" y="66061"/>
                </a:cubicBezTo>
                <a:cubicBezTo>
                  <a:pt x="28057" y="69126"/>
                  <a:pt x="26915" y="71738"/>
                  <a:pt x="24632" y="73896"/>
                </a:cubicBezTo>
                <a:cubicBezTo>
                  <a:pt x="22349" y="76055"/>
                  <a:pt x="19362" y="77134"/>
                  <a:pt x="15671" y="77134"/>
                </a:cubicBezTo>
                <a:cubicBezTo>
                  <a:pt x="11730" y="77134"/>
                  <a:pt x="8430" y="75945"/>
                  <a:pt x="5771" y="73568"/>
                </a:cubicBezTo>
                <a:cubicBezTo>
                  <a:pt x="3112" y="71191"/>
                  <a:pt x="1783" y="68407"/>
                  <a:pt x="1783" y="65216"/>
                </a:cubicBezTo>
                <a:cubicBezTo>
                  <a:pt x="1783" y="60712"/>
                  <a:pt x="3566" y="56411"/>
                  <a:pt x="7132" y="52314"/>
                </a:cubicBezTo>
                <a:cubicBezTo>
                  <a:pt x="10697" y="48216"/>
                  <a:pt x="15671" y="45073"/>
                  <a:pt x="22052" y="42883"/>
                </a:cubicBezTo>
                <a:cubicBezTo>
                  <a:pt x="28433" y="40694"/>
                  <a:pt x="35064" y="39599"/>
                  <a:pt x="41945" y="39599"/>
                </a:cubicBezTo>
                <a:cubicBezTo>
                  <a:pt x="50265" y="39599"/>
                  <a:pt x="56849" y="41371"/>
                  <a:pt x="61698" y="44915"/>
                </a:cubicBezTo>
                <a:cubicBezTo>
                  <a:pt x="66546" y="48458"/>
                  <a:pt x="69689" y="52298"/>
                  <a:pt x="71128" y="56437"/>
                </a:cubicBezTo>
                <a:cubicBezTo>
                  <a:pt x="72004" y="59070"/>
                  <a:pt x="72442" y="65121"/>
                  <a:pt x="72442" y="74588"/>
                </a:cubicBezTo>
                <a:lnTo>
                  <a:pt x="72442" y="108730"/>
                </a:lnTo>
                <a:cubicBezTo>
                  <a:pt x="72442" y="112744"/>
                  <a:pt x="72598" y="115269"/>
                  <a:pt x="72911" y="116305"/>
                </a:cubicBezTo>
                <a:cubicBezTo>
                  <a:pt x="73224" y="117339"/>
                  <a:pt x="73693" y="118107"/>
                  <a:pt x="74319" y="118610"/>
                </a:cubicBezTo>
                <a:cubicBezTo>
                  <a:pt x="74944" y="119110"/>
                  <a:pt x="75664" y="119360"/>
                  <a:pt x="76477" y="119360"/>
                </a:cubicBezTo>
                <a:cubicBezTo>
                  <a:pt x="78103" y="119360"/>
                  <a:pt x="79761" y="118203"/>
                  <a:pt x="81450" y="115888"/>
                </a:cubicBezTo>
                <a:lnTo>
                  <a:pt x="84265" y="118140"/>
                </a:lnTo>
                <a:cubicBezTo>
                  <a:pt x="81137" y="122770"/>
                  <a:pt x="77900" y="126132"/>
                  <a:pt x="74553" y="128228"/>
                </a:cubicBezTo>
                <a:cubicBezTo>
                  <a:pt x="71206" y="130323"/>
                  <a:pt x="67406" y="131371"/>
                  <a:pt x="63152" y="131371"/>
                </a:cubicBezTo>
                <a:cubicBezTo>
                  <a:pt x="58147" y="131371"/>
                  <a:pt x="54238" y="130191"/>
                  <a:pt x="51422" y="127829"/>
                </a:cubicBezTo>
                <a:cubicBezTo>
                  <a:pt x="48607" y="125467"/>
                  <a:pt x="46887" y="121894"/>
                  <a:pt x="46261" y="117108"/>
                </a:cubicBezTo>
                <a:moveTo>
                  <a:pt x="46261" y="110164"/>
                </a:moveTo>
                <a:lnTo>
                  <a:pt x="46261" y="80811"/>
                </a:lnTo>
                <a:cubicBezTo>
                  <a:pt x="38692" y="85274"/>
                  <a:pt x="33062" y="90052"/>
                  <a:pt x="29371" y="95144"/>
                </a:cubicBezTo>
                <a:cubicBezTo>
                  <a:pt x="26931" y="98538"/>
                  <a:pt x="25711" y="101964"/>
                  <a:pt x="25711" y="105423"/>
                </a:cubicBezTo>
                <a:cubicBezTo>
                  <a:pt x="25711" y="108314"/>
                  <a:pt x="26743" y="110860"/>
                  <a:pt x="28808" y="113061"/>
                </a:cubicBezTo>
                <a:cubicBezTo>
                  <a:pt x="30372" y="114758"/>
                  <a:pt x="32561" y="115607"/>
                  <a:pt x="35376" y="115607"/>
                </a:cubicBezTo>
                <a:cubicBezTo>
                  <a:pt x="38504" y="115607"/>
                  <a:pt x="42133" y="113793"/>
                  <a:pt x="46261" y="110164"/>
                </a:cubicBezTo>
                <a:close/>
                <a:moveTo>
                  <a:pt x="130339" y="42226"/>
                </a:moveTo>
                <a:lnTo>
                  <a:pt x="130339" y="62120"/>
                </a:lnTo>
                <a:cubicBezTo>
                  <a:pt x="136157" y="53049"/>
                  <a:pt x="141256" y="47028"/>
                  <a:pt x="145635" y="44056"/>
                </a:cubicBezTo>
                <a:cubicBezTo>
                  <a:pt x="150014" y="41085"/>
                  <a:pt x="154236" y="39599"/>
                  <a:pt x="158303" y="39599"/>
                </a:cubicBezTo>
                <a:cubicBezTo>
                  <a:pt x="161806" y="39599"/>
                  <a:pt x="164605" y="40682"/>
                  <a:pt x="166701" y="42848"/>
                </a:cubicBezTo>
                <a:cubicBezTo>
                  <a:pt x="168797" y="45014"/>
                  <a:pt x="169844" y="48075"/>
                  <a:pt x="169844" y="52029"/>
                </a:cubicBezTo>
                <a:cubicBezTo>
                  <a:pt x="169844" y="56236"/>
                  <a:pt x="168828" y="59502"/>
                  <a:pt x="166795" y="61827"/>
                </a:cubicBezTo>
                <a:cubicBezTo>
                  <a:pt x="164762" y="64149"/>
                  <a:pt x="162306" y="65310"/>
                  <a:pt x="159429" y="65310"/>
                </a:cubicBezTo>
                <a:cubicBezTo>
                  <a:pt x="156113" y="65310"/>
                  <a:pt x="153235" y="64247"/>
                  <a:pt x="150796" y="62120"/>
                </a:cubicBezTo>
                <a:cubicBezTo>
                  <a:pt x="148356" y="59993"/>
                  <a:pt x="146917" y="58804"/>
                  <a:pt x="146479" y="58554"/>
                </a:cubicBezTo>
                <a:cubicBezTo>
                  <a:pt x="145854" y="58179"/>
                  <a:pt x="145134" y="57991"/>
                  <a:pt x="144321" y="57991"/>
                </a:cubicBezTo>
                <a:cubicBezTo>
                  <a:pt x="142507" y="57991"/>
                  <a:pt x="140786" y="58679"/>
                  <a:pt x="139160" y="60055"/>
                </a:cubicBezTo>
                <a:cubicBezTo>
                  <a:pt x="136595" y="62182"/>
                  <a:pt x="134656" y="65216"/>
                  <a:pt x="133342" y="69158"/>
                </a:cubicBezTo>
                <a:cubicBezTo>
                  <a:pt x="131340" y="75226"/>
                  <a:pt x="130339" y="81919"/>
                  <a:pt x="130339" y="89239"/>
                </a:cubicBezTo>
                <a:lnTo>
                  <a:pt x="130339" y="109414"/>
                </a:lnTo>
                <a:lnTo>
                  <a:pt x="130433" y="114668"/>
                </a:lnTo>
                <a:cubicBezTo>
                  <a:pt x="130433" y="118234"/>
                  <a:pt x="130652" y="120518"/>
                  <a:pt x="131090" y="121518"/>
                </a:cubicBezTo>
                <a:cubicBezTo>
                  <a:pt x="131841" y="123208"/>
                  <a:pt x="132951" y="124443"/>
                  <a:pt x="134421" y="125225"/>
                </a:cubicBezTo>
                <a:cubicBezTo>
                  <a:pt x="135891" y="126007"/>
                  <a:pt x="138378" y="126492"/>
                  <a:pt x="141881" y="126679"/>
                </a:cubicBezTo>
                <a:lnTo>
                  <a:pt x="141881" y="130058"/>
                </a:lnTo>
                <a:lnTo>
                  <a:pt x="94494" y="130058"/>
                </a:lnTo>
                <a:lnTo>
                  <a:pt x="94494" y="126679"/>
                </a:lnTo>
                <a:cubicBezTo>
                  <a:pt x="98310" y="126367"/>
                  <a:pt x="100890" y="125319"/>
                  <a:pt x="102235" y="123536"/>
                </a:cubicBezTo>
                <a:cubicBezTo>
                  <a:pt x="103580" y="121753"/>
                  <a:pt x="104253" y="117046"/>
                  <a:pt x="104253" y="109414"/>
                </a:cubicBezTo>
                <a:lnTo>
                  <a:pt x="104253" y="60806"/>
                </a:lnTo>
                <a:cubicBezTo>
                  <a:pt x="104253" y="55770"/>
                  <a:pt x="104002" y="52560"/>
                  <a:pt x="103502" y="51176"/>
                </a:cubicBezTo>
                <a:cubicBezTo>
                  <a:pt x="102876" y="49413"/>
                  <a:pt x="101969" y="48123"/>
                  <a:pt x="100781" y="47305"/>
                </a:cubicBezTo>
                <a:cubicBezTo>
                  <a:pt x="99592" y="46486"/>
                  <a:pt x="97496" y="45919"/>
                  <a:pt x="94494" y="45605"/>
                </a:cubicBezTo>
                <a:lnTo>
                  <a:pt x="94494" y="42226"/>
                </a:lnTo>
                <a:lnTo>
                  <a:pt x="130339" y="42226"/>
                </a:lnTo>
                <a:close/>
                <a:moveTo>
                  <a:pt x="200178" y="0"/>
                </a:moveTo>
                <a:cubicBezTo>
                  <a:pt x="204245" y="0"/>
                  <a:pt x="207685" y="1428"/>
                  <a:pt x="210500" y="4284"/>
                </a:cubicBezTo>
                <a:cubicBezTo>
                  <a:pt x="213316" y="7138"/>
                  <a:pt x="214723" y="10574"/>
                  <a:pt x="214723" y="14592"/>
                </a:cubicBezTo>
                <a:cubicBezTo>
                  <a:pt x="214723" y="18609"/>
                  <a:pt x="213300" y="22030"/>
                  <a:pt x="210454" y="24855"/>
                </a:cubicBezTo>
                <a:cubicBezTo>
                  <a:pt x="207607" y="27678"/>
                  <a:pt x="204182" y="29089"/>
                  <a:pt x="200178" y="29089"/>
                </a:cubicBezTo>
                <a:cubicBezTo>
                  <a:pt x="196175" y="29089"/>
                  <a:pt x="192765" y="27678"/>
                  <a:pt x="189950" y="24855"/>
                </a:cubicBezTo>
                <a:cubicBezTo>
                  <a:pt x="187135" y="22030"/>
                  <a:pt x="185728" y="18609"/>
                  <a:pt x="185728" y="14592"/>
                </a:cubicBezTo>
                <a:cubicBezTo>
                  <a:pt x="185728" y="10574"/>
                  <a:pt x="187135" y="7138"/>
                  <a:pt x="189950" y="4284"/>
                </a:cubicBezTo>
                <a:cubicBezTo>
                  <a:pt x="192765" y="1428"/>
                  <a:pt x="196175" y="0"/>
                  <a:pt x="200178" y="0"/>
                </a:cubicBezTo>
                <a:moveTo>
                  <a:pt x="213316" y="42226"/>
                </a:moveTo>
                <a:lnTo>
                  <a:pt x="213316" y="111853"/>
                </a:lnTo>
                <a:cubicBezTo>
                  <a:pt x="213316" y="118046"/>
                  <a:pt x="214035" y="122003"/>
                  <a:pt x="215474" y="123724"/>
                </a:cubicBezTo>
                <a:cubicBezTo>
                  <a:pt x="216913" y="125444"/>
                  <a:pt x="219728" y="126429"/>
                  <a:pt x="223919" y="126679"/>
                </a:cubicBezTo>
                <a:lnTo>
                  <a:pt x="223919" y="130058"/>
                </a:lnTo>
                <a:lnTo>
                  <a:pt x="176532" y="130058"/>
                </a:lnTo>
                <a:lnTo>
                  <a:pt x="176532" y="126679"/>
                </a:lnTo>
                <a:cubicBezTo>
                  <a:pt x="180410" y="126554"/>
                  <a:pt x="183288" y="125428"/>
                  <a:pt x="185165" y="123301"/>
                </a:cubicBezTo>
                <a:cubicBezTo>
                  <a:pt x="186416" y="121863"/>
                  <a:pt x="187041" y="118046"/>
                  <a:pt x="187041" y="111853"/>
                </a:cubicBezTo>
                <a:lnTo>
                  <a:pt x="187041" y="60618"/>
                </a:lnTo>
                <a:cubicBezTo>
                  <a:pt x="187041" y="54347"/>
                  <a:pt x="186322" y="50340"/>
                  <a:pt x="184883" y="48599"/>
                </a:cubicBezTo>
                <a:cubicBezTo>
                  <a:pt x="183444" y="46857"/>
                  <a:pt x="180660" y="45859"/>
                  <a:pt x="176532" y="45605"/>
                </a:cubicBezTo>
                <a:lnTo>
                  <a:pt x="176532" y="42226"/>
                </a:lnTo>
                <a:lnTo>
                  <a:pt x="213316" y="42226"/>
                </a:lnTo>
                <a:close/>
                <a:moveTo>
                  <a:pt x="280718" y="117108"/>
                </a:moveTo>
                <a:cubicBezTo>
                  <a:pt x="270021" y="126617"/>
                  <a:pt x="260418" y="131371"/>
                  <a:pt x="251910" y="131371"/>
                </a:cubicBezTo>
                <a:cubicBezTo>
                  <a:pt x="246906" y="131371"/>
                  <a:pt x="242746" y="129724"/>
                  <a:pt x="239430" y="126430"/>
                </a:cubicBezTo>
                <a:cubicBezTo>
                  <a:pt x="236114" y="123134"/>
                  <a:pt x="234457" y="119007"/>
                  <a:pt x="234457" y="114050"/>
                </a:cubicBezTo>
                <a:cubicBezTo>
                  <a:pt x="234457" y="107332"/>
                  <a:pt x="237334" y="101291"/>
                  <a:pt x="243090" y="95925"/>
                </a:cubicBezTo>
                <a:cubicBezTo>
                  <a:pt x="248845" y="90558"/>
                  <a:pt x="261388" y="83419"/>
                  <a:pt x="280718" y="74506"/>
                </a:cubicBezTo>
                <a:lnTo>
                  <a:pt x="280718" y="65686"/>
                </a:lnTo>
                <a:cubicBezTo>
                  <a:pt x="280718" y="59055"/>
                  <a:pt x="280358" y="54879"/>
                  <a:pt x="279639" y="53158"/>
                </a:cubicBezTo>
                <a:cubicBezTo>
                  <a:pt x="278920" y="51438"/>
                  <a:pt x="277559" y="49937"/>
                  <a:pt x="275557" y="48654"/>
                </a:cubicBezTo>
                <a:cubicBezTo>
                  <a:pt x="273555" y="47372"/>
                  <a:pt x="271303" y="46731"/>
                  <a:pt x="268801" y="46731"/>
                </a:cubicBezTo>
                <a:cubicBezTo>
                  <a:pt x="264735" y="46731"/>
                  <a:pt x="261388" y="47638"/>
                  <a:pt x="258760" y="49452"/>
                </a:cubicBezTo>
                <a:cubicBezTo>
                  <a:pt x="257134" y="50578"/>
                  <a:pt x="256321" y="51892"/>
                  <a:pt x="256321" y="53393"/>
                </a:cubicBezTo>
                <a:cubicBezTo>
                  <a:pt x="256321" y="54707"/>
                  <a:pt x="257196" y="56333"/>
                  <a:pt x="258948" y="58273"/>
                </a:cubicBezTo>
                <a:cubicBezTo>
                  <a:pt x="261325" y="60963"/>
                  <a:pt x="262514" y="63559"/>
                  <a:pt x="262514" y="66061"/>
                </a:cubicBezTo>
                <a:cubicBezTo>
                  <a:pt x="262514" y="69126"/>
                  <a:pt x="261372" y="71738"/>
                  <a:pt x="259089" y="73896"/>
                </a:cubicBezTo>
                <a:cubicBezTo>
                  <a:pt x="256805" y="76055"/>
                  <a:pt x="253818" y="77134"/>
                  <a:pt x="250127" y="77134"/>
                </a:cubicBezTo>
                <a:cubicBezTo>
                  <a:pt x="246186" y="77134"/>
                  <a:pt x="242886" y="75945"/>
                  <a:pt x="240228" y="73568"/>
                </a:cubicBezTo>
                <a:cubicBezTo>
                  <a:pt x="237569" y="71191"/>
                  <a:pt x="236240" y="68407"/>
                  <a:pt x="236240" y="65216"/>
                </a:cubicBezTo>
                <a:cubicBezTo>
                  <a:pt x="236240" y="60712"/>
                  <a:pt x="238022" y="56411"/>
                  <a:pt x="241588" y="52314"/>
                </a:cubicBezTo>
                <a:cubicBezTo>
                  <a:pt x="245154" y="48216"/>
                  <a:pt x="250127" y="45073"/>
                  <a:pt x="256508" y="42883"/>
                </a:cubicBezTo>
                <a:cubicBezTo>
                  <a:pt x="262889" y="40694"/>
                  <a:pt x="269520" y="39599"/>
                  <a:pt x="276402" y="39599"/>
                </a:cubicBezTo>
                <a:cubicBezTo>
                  <a:pt x="284722" y="39599"/>
                  <a:pt x="291306" y="41371"/>
                  <a:pt x="296154" y="44915"/>
                </a:cubicBezTo>
                <a:cubicBezTo>
                  <a:pt x="301002" y="48458"/>
                  <a:pt x="304146" y="52298"/>
                  <a:pt x="305585" y="56437"/>
                </a:cubicBezTo>
                <a:cubicBezTo>
                  <a:pt x="306461" y="59070"/>
                  <a:pt x="306899" y="65121"/>
                  <a:pt x="306899" y="74588"/>
                </a:cubicBezTo>
                <a:lnTo>
                  <a:pt x="306899" y="108730"/>
                </a:lnTo>
                <a:cubicBezTo>
                  <a:pt x="306899" y="112744"/>
                  <a:pt x="307055" y="115269"/>
                  <a:pt x="307368" y="116305"/>
                </a:cubicBezTo>
                <a:cubicBezTo>
                  <a:pt x="307681" y="117339"/>
                  <a:pt x="308150" y="118107"/>
                  <a:pt x="308775" y="118610"/>
                </a:cubicBezTo>
                <a:cubicBezTo>
                  <a:pt x="309401" y="119110"/>
                  <a:pt x="310120" y="119360"/>
                  <a:pt x="310934" y="119360"/>
                </a:cubicBezTo>
                <a:cubicBezTo>
                  <a:pt x="312560" y="119360"/>
                  <a:pt x="314218" y="118203"/>
                  <a:pt x="315907" y="115888"/>
                </a:cubicBezTo>
                <a:lnTo>
                  <a:pt x="318722" y="118140"/>
                </a:lnTo>
                <a:cubicBezTo>
                  <a:pt x="315594" y="122770"/>
                  <a:pt x="312357" y="126132"/>
                  <a:pt x="309010" y="128228"/>
                </a:cubicBezTo>
                <a:cubicBezTo>
                  <a:pt x="305663" y="130323"/>
                  <a:pt x="301863" y="131371"/>
                  <a:pt x="297609" y="131371"/>
                </a:cubicBezTo>
                <a:cubicBezTo>
                  <a:pt x="292604" y="131371"/>
                  <a:pt x="288694" y="130191"/>
                  <a:pt x="285879" y="127829"/>
                </a:cubicBezTo>
                <a:cubicBezTo>
                  <a:pt x="283064" y="125467"/>
                  <a:pt x="281344" y="121894"/>
                  <a:pt x="280718" y="117108"/>
                </a:cubicBezTo>
                <a:moveTo>
                  <a:pt x="280718" y="110164"/>
                </a:moveTo>
                <a:lnTo>
                  <a:pt x="280718" y="80811"/>
                </a:lnTo>
                <a:cubicBezTo>
                  <a:pt x="273149" y="85274"/>
                  <a:pt x="267518" y="90052"/>
                  <a:pt x="263828" y="95144"/>
                </a:cubicBezTo>
                <a:cubicBezTo>
                  <a:pt x="261388" y="98538"/>
                  <a:pt x="260168" y="101964"/>
                  <a:pt x="260168" y="105423"/>
                </a:cubicBezTo>
                <a:cubicBezTo>
                  <a:pt x="260168" y="108314"/>
                  <a:pt x="261200" y="110860"/>
                  <a:pt x="263264" y="113061"/>
                </a:cubicBezTo>
                <a:cubicBezTo>
                  <a:pt x="264828" y="114758"/>
                  <a:pt x="267018" y="115607"/>
                  <a:pt x="269833" y="115607"/>
                </a:cubicBezTo>
                <a:cubicBezTo>
                  <a:pt x="272961" y="115607"/>
                  <a:pt x="276589" y="113793"/>
                  <a:pt x="280718" y="110164"/>
                </a:cubicBezTo>
                <a:close/>
                <a:moveTo>
                  <a:pt x="362356" y="2815"/>
                </a:moveTo>
                <a:lnTo>
                  <a:pt x="362356" y="51047"/>
                </a:lnTo>
                <a:cubicBezTo>
                  <a:pt x="369738" y="43415"/>
                  <a:pt x="377808" y="39599"/>
                  <a:pt x="386566" y="39599"/>
                </a:cubicBezTo>
                <a:cubicBezTo>
                  <a:pt x="392571" y="39599"/>
                  <a:pt x="398233" y="41368"/>
                  <a:pt x="403550" y="44907"/>
                </a:cubicBezTo>
                <a:cubicBezTo>
                  <a:pt x="408868" y="48445"/>
                  <a:pt x="413028" y="53470"/>
                  <a:pt x="416030" y="59982"/>
                </a:cubicBezTo>
                <a:cubicBezTo>
                  <a:pt x="419033" y="66494"/>
                  <a:pt x="420535" y="74009"/>
                  <a:pt x="420535" y="82526"/>
                </a:cubicBezTo>
                <a:cubicBezTo>
                  <a:pt x="420535" y="92107"/>
                  <a:pt x="418627" y="100812"/>
                  <a:pt x="414811" y="108639"/>
                </a:cubicBezTo>
                <a:cubicBezTo>
                  <a:pt x="410994" y="116467"/>
                  <a:pt x="405896" y="122431"/>
                  <a:pt x="399515" y="126533"/>
                </a:cubicBezTo>
                <a:cubicBezTo>
                  <a:pt x="393134" y="130634"/>
                  <a:pt x="385846" y="132685"/>
                  <a:pt x="377651" y="132685"/>
                </a:cubicBezTo>
                <a:cubicBezTo>
                  <a:pt x="372897" y="132685"/>
                  <a:pt x="368674" y="131934"/>
                  <a:pt x="364983" y="130433"/>
                </a:cubicBezTo>
                <a:cubicBezTo>
                  <a:pt x="361292" y="128932"/>
                  <a:pt x="357664" y="126492"/>
                  <a:pt x="354098" y="123114"/>
                </a:cubicBezTo>
                <a:lnTo>
                  <a:pt x="339554" y="132685"/>
                </a:lnTo>
                <a:lnTo>
                  <a:pt x="336363" y="132685"/>
                </a:lnTo>
                <a:lnTo>
                  <a:pt x="336363" y="21019"/>
                </a:lnTo>
                <a:cubicBezTo>
                  <a:pt x="336363" y="15919"/>
                  <a:pt x="336144" y="12772"/>
                  <a:pt x="335706" y="11577"/>
                </a:cubicBezTo>
                <a:cubicBezTo>
                  <a:pt x="335081" y="9814"/>
                  <a:pt x="334095" y="8507"/>
                  <a:pt x="332750" y="7656"/>
                </a:cubicBezTo>
                <a:cubicBezTo>
                  <a:pt x="331405" y="6806"/>
                  <a:pt x="329138" y="6318"/>
                  <a:pt x="325947" y="6193"/>
                </a:cubicBezTo>
                <a:lnTo>
                  <a:pt x="325947" y="2815"/>
                </a:lnTo>
                <a:lnTo>
                  <a:pt x="362356" y="2815"/>
                </a:lnTo>
                <a:moveTo>
                  <a:pt x="362356" y="59410"/>
                </a:moveTo>
                <a:lnTo>
                  <a:pt x="362356" y="98493"/>
                </a:lnTo>
                <a:cubicBezTo>
                  <a:pt x="362356" y="106448"/>
                  <a:pt x="362543" y="111522"/>
                  <a:pt x="362919" y="113715"/>
                </a:cubicBezTo>
                <a:cubicBezTo>
                  <a:pt x="363544" y="117410"/>
                  <a:pt x="365046" y="120401"/>
                  <a:pt x="367423" y="122688"/>
                </a:cubicBezTo>
                <a:cubicBezTo>
                  <a:pt x="369800" y="124974"/>
                  <a:pt x="372834" y="126116"/>
                  <a:pt x="376525" y="126116"/>
                </a:cubicBezTo>
                <a:cubicBezTo>
                  <a:pt x="379716" y="126116"/>
                  <a:pt x="382453" y="125208"/>
                  <a:pt x="384736" y="123392"/>
                </a:cubicBezTo>
                <a:cubicBezTo>
                  <a:pt x="387019" y="121576"/>
                  <a:pt x="388927" y="117975"/>
                  <a:pt x="390460" y="112589"/>
                </a:cubicBezTo>
                <a:cubicBezTo>
                  <a:pt x="391993" y="107202"/>
                  <a:pt x="392759" y="97492"/>
                  <a:pt x="392759" y="83462"/>
                </a:cubicBezTo>
                <a:cubicBezTo>
                  <a:pt x="392759" y="69994"/>
                  <a:pt x="391070" y="60755"/>
                  <a:pt x="387692" y="55745"/>
                </a:cubicBezTo>
                <a:cubicBezTo>
                  <a:pt x="385252" y="52113"/>
                  <a:pt x="381968" y="50296"/>
                  <a:pt x="377839" y="50296"/>
                </a:cubicBezTo>
                <a:cubicBezTo>
                  <a:pt x="372459" y="50296"/>
                  <a:pt x="367298" y="53334"/>
                  <a:pt x="362356" y="59410"/>
                </a:cubicBezTo>
                <a:close/>
                <a:moveTo>
                  <a:pt x="469582" y="2815"/>
                </a:moveTo>
                <a:lnTo>
                  <a:pt x="469582" y="111853"/>
                </a:lnTo>
                <a:cubicBezTo>
                  <a:pt x="469582" y="118046"/>
                  <a:pt x="470301" y="122003"/>
                  <a:pt x="471740" y="123724"/>
                </a:cubicBezTo>
                <a:cubicBezTo>
                  <a:pt x="473179" y="125444"/>
                  <a:pt x="475994" y="126429"/>
                  <a:pt x="480185" y="126679"/>
                </a:cubicBezTo>
                <a:lnTo>
                  <a:pt x="480185" y="130058"/>
                </a:lnTo>
                <a:lnTo>
                  <a:pt x="432798" y="130058"/>
                </a:lnTo>
                <a:lnTo>
                  <a:pt x="432798" y="126679"/>
                </a:lnTo>
                <a:cubicBezTo>
                  <a:pt x="436676" y="126554"/>
                  <a:pt x="439554" y="125428"/>
                  <a:pt x="441431" y="123301"/>
                </a:cubicBezTo>
                <a:cubicBezTo>
                  <a:pt x="442682" y="121863"/>
                  <a:pt x="443308" y="118046"/>
                  <a:pt x="443308" y="111853"/>
                </a:cubicBezTo>
                <a:lnTo>
                  <a:pt x="443308" y="21019"/>
                </a:lnTo>
                <a:cubicBezTo>
                  <a:pt x="443308" y="14850"/>
                  <a:pt x="442588" y="10900"/>
                  <a:pt x="441149" y="9170"/>
                </a:cubicBezTo>
                <a:cubicBezTo>
                  <a:pt x="439710" y="7438"/>
                  <a:pt x="436927" y="6445"/>
                  <a:pt x="432798" y="6193"/>
                </a:cubicBezTo>
                <a:lnTo>
                  <a:pt x="432798" y="2815"/>
                </a:lnTo>
                <a:lnTo>
                  <a:pt x="469582" y="2815"/>
                </a:lnTo>
                <a:close/>
                <a:moveTo>
                  <a:pt x="562789" y="82952"/>
                </a:moveTo>
                <a:lnTo>
                  <a:pt x="514651" y="82952"/>
                </a:lnTo>
                <a:cubicBezTo>
                  <a:pt x="515214" y="94619"/>
                  <a:pt x="518311" y="103839"/>
                  <a:pt x="523941" y="110613"/>
                </a:cubicBezTo>
                <a:cubicBezTo>
                  <a:pt x="528258" y="115819"/>
                  <a:pt x="533450" y="118422"/>
                  <a:pt x="539518" y="118422"/>
                </a:cubicBezTo>
                <a:cubicBezTo>
                  <a:pt x="543271" y="118422"/>
                  <a:pt x="546681" y="117374"/>
                  <a:pt x="549746" y="115278"/>
                </a:cubicBezTo>
                <a:cubicBezTo>
                  <a:pt x="552811" y="113183"/>
                  <a:pt x="556096" y="109414"/>
                  <a:pt x="559599" y="103971"/>
                </a:cubicBezTo>
                <a:lnTo>
                  <a:pt x="562789" y="106035"/>
                </a:lnTo>
                <a:cubicBezTo>
                  <a:pt x="558035" y="115732"/>
                  <a:pt x="552780" y="122598"/>
                  <a:pt x="547025" y="126633"/>
                </a:cubicBezTo>
                <a:cubicBezTo>
                  <a:pt x="541270" y="130668"/>
                  <a:pt x="534607" y="132685"/>
                  <a:pt x="527038" y="132685"/>
                </a:cubicBezTo>
                <a:cubicBezTo>
                  <a:pt x="514026" y="132685"/>
                  <a:pt x="504173" y="127675"/>
                  <a:pt x="497479" y="117656"/>
                </a:cubicBezTo>
                <a:cubicBezTo>
                  <a:pt x="492099" y="109579"/>
                  <a:pt x="489409" y="99560"/>
                  <a:pt x="489409" y="87599"/>
                </a:cubicBezTo>
                <a:cubicBezTo>
                  <a:pt x="489409" y="72945"/>
                  <a:pt x="493366" y="61282"/>
                  <a:pt x="501279" y="52610"/>
                </a:cubicBezTo>
                <a:cubicBezTo>
                  <a:pt x="509193" y="43936"/>
                  <a:pt x="518467" y="39599"/>
                  <a:pt x="529102" y="39599"/>
                </a:cubicBezTo>
                <a:cubicBezTo>
                  <a:pt x="537985" y="39599"/>
                  <a:pt x="545696" y="43243"/>
                  <a:pt x="552233" y="50531"/>
                </a:cubicBezTo>
                <a:cubicBezTo>
                  <a:pt x="558770" y="57819"/>
                  <a:pt x="562289" y="68626"/>
                  <a:pt x="562789" y="82952"/>
                </a:cubicBezTo>
                <a:moveTo>
                  <a:pt x="539706" y="76758"/>
                </a:moveTo>
                <a:cubicBezTo>
                  <a:pt x="539706" y="66687"/>
                  <a:pt x="539158" y="59774"/>
                  <a:pt x="538063" y="56020"/>
                </a:cubicBezTo>
                <a:cubicBezTo>
                  <a:pt x="536969" y="52267"/>
                  <a:pt x="535264" y="49421"/>
                  <a:pt x="532949" y="47481"/>
                </a:cubicBezTo>
                <a:cubicBezTo>
                  <a:pt x="531636" y="46355"/>
                  <a:pt x="529884" y="45792"/>
                  <a:pt x="527695" y="45792"/>
                </a:cubicBezTo>
                <a:cubicBezTo>
                  <a:pt x="524442" y="45792"/>
                  <a:pt x="521783" y="47387"/>
                  <a:pt x="519718" y="50578"/>
                </a:cubicBezTo>
                <a:cubicBezTo>
                  <a:pt x="516027" y="56146"/>
                  <a:pt x="514182" y="63778"/>
                  <a:pt x="514182" y="73474"/>
                </a:cubicBezTo>
                <a:lnTo>
                  <a:pt x="514182" y="76758"/>
                </a:lnTo>
                <a:lnTo>
                  <a:pt x="539706" y="76758"/>
                </a:lnTo>
                <a:close/>
                <a:moveTo>
                  <a:pt x="642763" y="0"/>
                </a:moveTo>
                <a:cubicBezTo>
                  <a:pt x="646829" y="0"/>
                  <a:pt x="650270" y="1428"/>
                  <a:pt x="653085" y="4284"/>
                </a:cubicBezTo>
                <a:cubicBezTo>
                  <a:pt x="655900" y="7138"/>
                  <a:pt x="657308" y="10574"/>
                  <a:pt x="657308" y="14592"/>
                </a:cubicBezTo>
                <a:cubicBezTo>
                  <a:pt x="657308" y="18609"/>
                  <a:pt x="655884" y="22030"/>
                  <a:pt x="653038" y="24855"/>
                </a:cubicBezTo>
                <a:cubicBezTo>
                  <a:pt x="650192" y="27678"/>
                  <a:pt x="646767" y="29089"/>
                  <a:pt x="642763" y="29089"/>
                </a:cubicBezTo>
                <a:cubicBezTo>
                  <a:pt x="638759" y="29089"/>
                  <a:pt x="635350" y="27678"/>
                  <a:pt x="632535" y="24855"/>
                </a:cubicBezTo>
                <a:cubicBezTo>
                  <a:pt x="629720" y="22030"/>
                  <a:pt x="628312" y="18609"/>
                  <a:pt x="628312" y="14592"/>
                </a:cubicBezTo>
                <a:cubicBezTo>
                  <a:pt x="628312" y="10574"/>
                  <a:pt x="629720" y="7138"/>
                  <a:pt x="632535" y="4284"/>
                </a:cubicBezTo>
                <a:cubicBezTo>
                  <a:pt x="635350" y="1428"/>
                  <a:pt x="638759" y="0"/>
                  <a:pt x="642763" y="0"/>
                </a:cubicBezTo>
                <a:moveTo>
                  <a:pt x="655900" y="42226"/>
                </a:moveTo>
                <a:lnTo>
                  <a:pt x="655900" y="111853"/>
                </a:lnTo>
                <a:cubicBezTo>
                  <a:pt x="655900" y="118046"/>
                  <a:pt x="656620" y="122003"/>
                  <a:pt x="658058" y="123724"/>
                </a:cubicBezTo>
                <a:cubicBezTo>
                  <a:pt x="659497" y="125444"/>
                  <a:pt x="662312" y="126429"/>
                  <a:pt x="666504" y="126679"/>
                </a:cubicBezTo>
                <a:lnTo>
                  <a:pt x="666504" y="130058"/>
                </a:lnTo>
                <a:lnTo>
                  <a:pt x="619116" y="130058"/>
                </a:lnTo>
                <a:lnTo>
                  <a:pt x="619116" y="126679"/>
                </a:lnTo>
                <a:cubicBezTo>
                  <a:pt x="622995" y="126554"/>
                  <a:pt x="625872" y="125428"/>
                  <a:pt x="627749" y="123301"/>
                </a:cubicBezTo>
                <a:cubicBezTo>
                  <a:pt x="629000" y="121863"/>
                  <a:pt x="629626" y="118046"/>
                  <a:pt x="629626" y="111853"/>
                </a:cubicBezTo>
                <a:lnTo>
                  <a:pt x="629626" y="60618"/>
                </a:lnTo>
                <a:cubicBezTo>
                  <a:pt x="629626" y="54347"/>
                  <a:pt x="628906" y="50340"/>
                  <a:pt x="627468" y="48599"/>
                </a:cubicBezTo>
                <a:cubicBezTo>
                  <a:pt x="626029" y="46857"/>
                  <a:pt x="623245" y="45859"/>
                  <a:pt x="619116" y="45605"/>
                </a:cubicBezTo>
                <a:lnTo>
                  <a:pt x="619116" y="42226"/>
                </a:lnTo>
                <a:lnTo>
                  <a:pt x="655900" y="42226"/>
                </a:lnTo>
                <a:close/>
                <a:moveTo>
                  <a:pt x="710729" y="42226"/>
                </a:moveTo>
                <a:lnTo>
                  <a:pt x="710729" y="53675"/>
                </a:lnTo>
                <a:cubicBezTo>
                  <a:pt x="715233" y="48762"/>
                  <a:pt x="719549" y="45188"/>
                  <a:pt x="723678" y="42954"/>
                </a:cubicBezTo>
                <a:cubicBezTo>
                  <a:pt x="727807" y="40717"/>
                  <a:pt x="732248" y="39599"/>
                  <a:pt x="737003" y="39599"/>
                </a:cubicBezTo>
                <a:cubicBezTo>
                  <a:pt x="742696" y="39599"/>
                  <a:pt x="747419" y="41181"/>
                  <a:pt x="751172" y="44344"/>
                </a:cubicBezTo>
                <a:cubicBezTo>
                  <a:pt x="754926" y="47507"/>
                  <a:pt x="757428" y="51437"/>
                  <a:pt x="758679" y="56135"/>
                </a:cubicBezTo>
                <a:cubicBezTo>
                  <a:pt x="759680" y="59706"/>
                  <a:pt x="760180" y="66566"/>
                  <a:pt x="760180" y="76714"/>
                </a:cubicBezTo>
                <a:lnTo>
                  <a:pt x="760180" y="110915"/>
                </a:lnTo>
                <a:cubicBezTo>
                  <a:pt x="760180" y="117671"/>
                  <a:pt x="760790" y="121878"/>
                  <a:pt x="762010" y="123536"/>
                </a:cubicBezTo>
                <a:cubicBezTo>
                  <a:pt x="763230" y="125194"/>
                  <a:pt x="765779" y="126242"/>
                  <a:pt x="769658" y="126679"/>
                </a:cubicBezTo>
                <a:lnTo>
                  <a:pt x="769658" y="130058"/>
                </a:lnTo>
                <a:lnTo>
                  <a:pt x="725273" y="130058"/>
                </a:lnTo>
                <a:lnTo>
                  <a:pt x="725273" y="126679"/>
                </a:lnTo>
                <a:cubicBezTo>
                  <a:pt x="728589" y="126242"/>
                  <a:pt x="730966" y="124865"/>
                  <a:pt x="732405" y="122551"/>
                </a:cubicBezTo>
                <a:cubicBezTo>
                  <a:pt x="733406" y="120987"/>
                  <a:pt x="733906" y="117108"/>
                  <a:pt x="733906" y="110915"/>
                </a:cubicBezTo>
                <a:lnTo>
                  <a:pt x="733906" y="71879"/>
                </a:lnTo>
                <a:cubicBezTo>
                  <a:pt x="733906" y="64685"/>
                  <a:pt x="733625" y="60149"/>
                  <a:pt x="733062" y="58273"/>
                </a:cubicBezTo>
                <a:cubicBezTo>
                  <a:pt x="732499" y="56396"/>
                  <a:pt x="731545" y="54941"/>
                  <a:pt x="730200" y="53909"/>
                </a:cubicBezTo>
                <a:cubicBezTo>
                  <a:pt x="728855" y="52877"/>
                  <a:pt x="727369" y="52361"/>
                  <a:pt x="725742" y="52361"/>
                </a:cubicBezTo>
                <a:cubicBezTo>
                  <a:pt x="720362" y="52361"/>
                  <a:pt x="715358" y="56239"/>
                  <a:pt x="710729" y="63997"/>
                </a:cubicBezTo>
                <a:lnTo>
                  <a:pt x="710729" y="110915"/>
                </a:lnTo>
                <a:cubicBezTo>
                  <a:pt x="710729" y="117483"/>
                  <a:pt x="711338" y="121644"/>
                  <a:pt x="712558" y="123395"/>
                </a:cubicBezTo>
                <a:cubicBezTo>
                  <a:pt x="713778" y="125147"/>
                  <a:pt x="716046" y="126242"/>
                  <a:pt x="719362" y="126679"/>
                </a:cubicBezTo>
                <a:lnTo>
                  <a:pt x="719362" y="130058"/>
                </a:lnTo>
                <a:lnTo>
                  <a:pt x="674977" y="130058"/>
                </a:lnTo>
                <a:lnTo>
                  <a:pt x="674977" y="126679"/>
                </a:lnTo>
                <a:cubicBezTo>
                  <a:pt x="678668" y="126304"/>
                  <a:pt x="681295" y="125116"/>
                  <a:pt x="682859" y="123114"/>
                </a:cubicBezTo>
                <a:cubicBezTo>
                  <a:pt x="683923" y="121737"/>
                  <a:pt x="684454" y="117671"/>
                  <a:pt x="684454" y="110915"/>
                </a:cubicBezTo>
                <a:lnTo>
                  <a:pt x="684454" y="61369"/>
                </a:lnTo>
                <a:cubicBezTo>
                  <a:pt x="684454" y="54658"/>
                  <a:pt x="683844" y="50479"/>
                  <a:pt x="682624" y="48833"/>
                </a:cubicBezTo>
                <a:cubicBezTo>
                  <a:pt x="681405" y="47187"/>
                  <a:pt x="678855" y="46111"/>
                  <a:pt x="674977" y="45605"/>
                </a:cubicBezTo>
                <a:lnTo>
                  <a:pt x="674977" y="42226"/>
                </a:lnTo>
                <a:lnTo>
                  <a:pt x="710729" y="42226"/>
                </a:lnTo>
                <a:close/>
                <a:moveTo>
                  <a:pt x="820207" y="51422"/>
                </a:moveTo>
                <a:lnTo>
                  <a:pt x="820207" y="112416"/>
                </a:lnTo>
                <a:cubicBezTo>
                  <a:pt x="820207" y="118297"/>
                  <a:pt x="820832" y="121988"/>
                  <a:pt x="822083" y="123489"/>
                </a:cubicBezTo>
                <a:cubicBezTo>
                  <a:pt x="824085" y="125804"/>
                  <a:pt x="827776" y="126867"/>
                  <a:pt x="833156" y="126679"/>
                </a:cubicBezTo>
                <a:lnTo>
                  <a:pt x="833156" y="130058"/>
                </a:lnTo>
                <a:lnTo>
                  <a:pt x="781452" y="130058"/>
                </a:lnTo>
                <a:lnTo>
                  <a:pt x="781452" y="126679"/>
                </a:lnTo>
                <a:cubicBezTo>
                  <a:pt x="785393" y="126617"/>
                  <a:pt x="788193" y="126163"/>
                  <a:pt x="789851" y="125319"/>
                </a:cubicBezTo>
                <a:cubicBezTo>
                  <a:pt x="791508" y="124474"/>
                  <a:pt x="792650" y="123301"/>
                  <a:pt x="793276" y="121800"/>
                </a:cubicBezTo>
                <a:cubicBezTo>
                  <a:pt x="793901" y="120299"/>
                  <a:pt x="794214" y="117171"/>
                  <a:pt x="794214" y="112416"/>
                </a:cubicBezTo>
                <a:lnTo>
                  <a:pt x="794214" y="51422"/>
                </a:lnTo>
                <a:lnTo>
                  <a:pt x="781452" y="51422"/>
                </a:lnTo>
                <a:lnTo>
                  <a:pt x="781452" y="42226"/>
                </a:lnTo>
                <a:lnTo>
                  <a:pt x="794214" y="42226"/>
                </a:lnTo>
                <a:lnTo>
                  <a:pt x="794214" y="35781"/>
                </a:lnTo>
                <a:lnTo>
                  <a:pt x="794120" y="31388"/>
                </a:lnTo>
                <a:cubicBezTo>
                  <a:pt x="794120" y="22421"/>
                  <a:pt x="797420" y="14948"/>
                  <a:pt x="804020" y="8970"/>
                </a:cubicBezTo>
                <a:cubicBezTo>
                  <a:pt x="810620" y="2990"/>
                  <a:pt x="819550" y="0"/>
                  <a:pt x="830810" y="0"/>
                </a:cubicBezTo>
                <a:cubicBezTo>
                  <a:pt x="838505" y="0"/>
                  <a:pt x="844213" y="1445"/>
                  <a:pt x="847935" y="4334"/>
                </a:cubicBezTo>
                <a:cubicBezTo>
                  <a:pt x="851658" y="7222"/>
                  <a:pt x="853519" y="10424"/>
                  <a:pt x="853519" y="13941"/>
                </a:cubicBezTo>
                <a:cubicBezTo>
                  <a:pt x="853519" y="16767"/>
                  <a:pt x="852361" y="19217"/>
                  <a:pt x="850047" y="21289"/>
                </a:cubicBezTo>
                <a:cubicBezTo>
                  <a:pt x="847732" y="23361"/>
                  <a:pt x="844667" y="24398"/>
                  <a:pt x="840851" y="24398"/>
                </a:cubicBezTo>
                <a:cubicBezTo>
                  <a:pt x="837598" y="24398"/>
                  <a:pt x="835017" y="23553"/>
                  <a:pt x="833109" y="21864"/>
                </a:cubicBezTo>
                <a:cubicBezTo>
                  <a:pt x="831201" y="20175"/>
                  <a:pt x="830247" y="18298"/>
                  <a:pt x="830247" y="16234"/>
                </a:cubicBezTo>
                <a:cubicBezTo>
                  <a:pt x="830247" y="15671"/>
                  <a:pt x="830435" y="14513"/>
                  <a:pt x="830810" y="12762"/>
                </a:cubicBezTo>
                <a:cubicBezTo>
                  <a:pt x="831060" y="11698"/>
                  <a:pt x="831186" y="10697"/>
                  <a:pt x="831186" y="9759"/>
                </a:cubicBezTo>
                <a:cubicBezTo>
                  <a:pt x="831186" y="8445"/>
                  <a:pt x="830810" y="7476"/>
                  <a:pt x="830060" y="6850"/>
                </a:cubicBezTo>
                <a:cubicBezTo>
                  <a:pt x="829059" y="5912"/>
                  <a:pt x="827839" y="5443"/>
                  <a:pt x="826400" y="5443"/>
                </a:cubicBezTo>
                <a:cubicBezTo>
                  <a:pt x="824586" y="5443"/>
                  <a:pt x="823069" y="6187"/>
                  <a:pt x="821849" y="7677"/>
                </a:cubicBezTo>
                <a:cubicBezTo>
                  <a:pt x="820629" y="9167"/>
                  <a:pt x="820019" y="11557"/>
                  <a:pt x="820019" y="14847"/>
                </a:cubicBezTo>
                <a:lnTo>
                  <a:pt x="820207" y="31145"/>
                </a:lnTo>
                <a:lnTo>
                  <a:pt x="820207" y="42226"/>
                </a:lnTo>
                <a:lnTo>
                  <a:pt x="833156" y="42226"/>
                </a:lnTo>
                <a:lnTo>
                  <a:pt x="833156" y="51422"/>
                </a:lnTo>
                <a:lnTo>
                  <a:pt x="820207" y="51422"/>
                </a:lnTo>
                <a:close/>
              </a:path>
            </a:pathLst>
          </a:custGeom>
          <a:solidFill xmlns:a="http://schemas.openxmlformats.org/drawingml/2006/main">
            <a:srgbClr val="1C45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Text ormation">
            <a:extLst xmlns:a="http://schemas.openxmlformats.org/drawingml/2006/main">
              <a:ext uri="{FF2B5EF4-FFF2-40B4-BE49-F238E27FC236}">
                <a16:creationId xmlns:a16="http://schemas.microsoft.com/office/drawing/2014/main" id="{A4B4F942-D422-4AF1-9DE2-46372DE4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712" y="3402821"/>
            <a:ext cx="745019" cy="132685"/>
          </a:xfrm>
          <a:custGeom xmlns:a="http://schemas.openxmlformats.org/drawingml/2006/main">
            <a:pathLst>
              <a:path w="745019" h="132685">
                <a:moveTo>
                  <a:pt x="40913" y="39599"/>
                </a:moveTo>
                <a:cubicBezTo>
                  <a:pt x="48545" y="39599"/>
                  <a:pt x="55645" y="41572"/>
                  <a:pt x="62214" y="45517"/>
                </a:cubicBezTo>
                <a:cubicBezTo>
                  <a:pt x="68782" y="49462"/>
                  <a:pt x="73771" y="55066"/>
                  <a:pt x="77181" y="62331"/>
                </a:cubicBezTo>
                <a:cubicBezTo>
                  <a:pt x="80590" y="69596"/>
                  <a:pt x="82295" y="77548"/>
                  <a:pt x="82295" y="86189"/>
                </a:cubicBezTo>
                <a:cubicBezTo>
                  <a:pt x="82295" y="98650"/>
                  <a:pt x="79136" y="109076"/>
                  <a:pt x="72817" y="117469"/>
                </a:cubicBezTo>
                <a:cubicBezTo>
                  <a:pt x="65185" y="127613"/>
                  <a:pt x="54644" y="132685"/>
                  <a:pt x="41194" y="132685"/>
                </a:cubicBezTo>
                <a:cubicBezTo>
                  <a:pt x="27995" y="132685"/>
                  <a:pt x="17829" y="128051"/>
                  <a:pt x="10697" y="118783"/>
                </a:cubicBezTo>
                <a:cubicBezTo>
                  <a:pt x="3566" y="109514"/>
                  <a:pt x="0" y="98775"/>
                  <a:pt x="0" y="86564"/>
                </a:cubicBezTo>
                <a:cubicBezTo>
                  <a:pt x="0" y="73978"/>
                  <a:pt x="3644" y="63004"/>
                  <a:pt x="10932" y="53642"/>
                </a:cubicBezTo>
                <a:cubicBezTo>
                  <a:pt x="18220" y="44280"/>
                  <a:pt x="28214" y="39599"/>
                  <a:pt x="40913" y="39599"/>
                </a:cubicBezTo>
                <a:moveTo>
                  <a:pt x="41288" y="46168"/>
                </a:moveTo>
                <a:cubicBezTo>
                  <a:pt x="38098" y="46168"/>
                  <a:pt x="35361" y="47374"/>
                  <a:pt x="33077" y="49786"/>
                </a:cubicBezTo>
                <a:cubicBezTo>
                  <a:pt x="30794" y="52197"/>
                  <a:pt x="29293" y="56956"/>
                  <a:pt x="28573" y="64064"/>
                </a:cubicBezTo>
                <a:cubicBezTo>
                  <a:pt x="27854" y="71172"/>
                  <a:pt x="27494" y="81052"/>
                  <a:pt x="27494" y="93705"/>
                </a:cubicBezTo>
                <a:cubicBezTo>
                  <a:pt x="27494" y="100406"/>
                  <a:pt x="27932" y="106670"/>
                  <a:pt x="28808" y="112495"/>
                </a:cubicBezTo>
                <a:cubicBezTo>
                  <a:pt x="29496" y="116941"/>
                  <a:pt x="30966" y="120323"/>
                  <a:pt x="33218" y="122642"/>
                </a:cubicBezTo>
                <a:cubicBezTo>
                  <a:pt x="35470" y="124958"/>
                  <a:pt x="38035" y="126116"/>
                  <a:pt x="40913" y="126116"/>
                </a:cubicBezTo>
                <a:cubicBezTo>
                  <a:pt x="43728" y="126116"/>
                  <a:pt x="46074" y="125333"/>
                  <a:pt x="47951" y="123768"/>
                </a:cubicBezTo>
                <a:cubicBezTo>
                  <a:pt x="50390" y="121639"/>
                  <a:pt x="52017" y="118663"/>
                  <a:pt x="52830" y="114841"/>
                </a:cubicBezTo>
                <a:cubicBezTo>
                  <a:pt x="54081" y="108893"/>
                  <a:pt x="54707" y="96868"/>
                  <a:pt x="54707" y="78767"/>
                </a:cubicBezTo>
                <a:cubicBezTo>
                  <a:pt x="54707" y="68121"/>
                  <a:pt x="54112" y="60809"/>
                  <a:pt x="52924" y="56833"/>
                </a:cubicBezTo>
                <a:cubicBezTo>
                  <a:pt x="51735" y="52854"/>
                  <a:pt x="49984" y="49957"/>
                  <a:pt x="47669" y="48141"/>
                </a:cubicBezTo>
                <a:cubicBezTo>
                  <a:pt x="46043" y="46825"/>
                  <a:pt x="43916" y="46168"/>
                  <a:pt x="41288" y="46168"/>
                </a:cubicBezTo>
                <a:close/>
                <a:moveTo>
                  <a:pt x="132028" y="42226"/>
                </a:moveTo>
                <a:lnTo>
                  <a:pt x="132028" y="62120"/>
                </a:lnTo>
                <a:cubicBezTo>
                  <a:pt x="137846" y="53049"/>
                  <a:pt x="142944" y="47028"/>
                  <a:pt x="147323" y="44056"/>
                </a:cubicBezTo>
                <a:cubicBezTo>
                  <a:pt x="151702" y="41085"/>
                  <a:pt x="155925" y="39599"/>
                  <a:pt x="159991" y="39599"/>
                </a:cubicBezTo>
                <a:cubicBezTo>
                  <a:pt x="163495" y="39599"/>
                  <a:pt x="166294" y="40682"/>
                  <a:pt x="168390" y="42848"/>
                </a:cubicBezTo>
                <a:cubicBezTo>
                  <a:pt x="170485" y="45014"/>
                  <a:pt x="171533" y="48075"/>
                  <a:pt x="171533" y="52029"/>
                </a:cubicBezTo>
                <a:cubicBezTo>
                  <a:pt x="171533" y="56236"/>
                  <a:pt x="170517" y="59502"/>
                  <a:pt x="168484" y="61827"/>
                </a:cubicBezTo>
                <a:cubicBezTo>
                  <a:pt x="166450" y="64149"/>
                  <a:pt x="163995" y="65310"/>
                  <a:pt x="161117" y="65310"/>
                </a:cubicBezTo>
                <a:cubicBezTo>
                  <a:pt x="157802" y="65310"/>
                  <a:pt x="154924" y="64247"/>
                  <a:pt x="152484" y="62120"/>
                </a:cubicBezTo>
                <a:cubicBezTo>
                  <a:pt x="150045" y="59993"/>
                  <a:pt x="148606" y="58804"/>
                  <a:pt x="148168" y="58554"/>
                </a:cubicBezTo>
                <a:cubicBezTo>
                  <a:pt x="147542" y="58179"/>
                  <a:pt x="146823" y="57991"/>
                  <a:pt x="146010" y="57991"/>
                </a:cubicBezTo>
                <a:cubicBezTo>
                  <a:pt x="144196" y="57991"/>
                  <a:pt x="142475" y="58679"/>
                  <a:pt x="140849" y="60055"/>
                </a:cubicBezTo>
                <a:cubicBezTo>
                  <a:pt x="138284" y="62182"/>
                  <a:pt x="136344" y="65216"/>
                  <a:pt x="135031" y="69158"/>
                </a:cubicBezTo>
                <a:cubicBezTo>
                  <a:pt x="133029" y="75226"/>
                  <a:pt x="132028" y="81919"/>
                  <a:pt x="132028" y="89239"/>
                </a:cubicBezTo>
                <a:lnTo>
                  <a:pt x="132028" y="109414"/>
                </a:lnTo>
                <a:lnTo>
                  <a:pt x="132122" y="114668"/>
                </a:lnTo>
                <a:cubicBezTo>
                  <a:pt x="132122" y="118234"/>
                  <a:pt x="132341" y="120518"/>
                  <a:pt x="132779" y="121518"/>
                </a:cubicBezTo>
                <a:cubicBezTo>
                  <a:pt x="133529" y="123208"/>
                  <a:pt x="134640" y="124443"/>
                  <a:pt x="136110" y="125225"/>
                </a:cubicBezTo>
                <a:cubicBezTo>
                  <a:pt x="137580" y="126007"/>
                  <a:pt x="140067" y="126492"/>
                  <a:pt x="143570" y="126679"/>
                </a:cubicBezTo>
                <a:lnTo>
                  <a:pt x="143570" y="130058"/>
                </a:lnTo>
                <a:lnTo>
                  <a:pt x="96182" y="130058"/>
                </a:lnTo>
                <a:lnTo>
                  <a:pt x="96182" y="126679"/>
                </a:lnTo>
                <a:cubicBezTo>
                  <a:pt x="99998" y="126367"/>
                  <a:pt x="102579" y="125319"/>
                  <a:pt x="103924" y="123536"/>
                </a:cubicBezTo>
                <a:cubicBezTo>
                  <a:pt x="105269" y="121753"/>
                  <a:pt x="105941" y="117046"/>
                  <a:pt x="105941" y="109414"/>
                </a:cubicBezTo>
                <a:lnTo>
                  <a:pt x="105941" y="60806"/>
                </a:lnTo>
                <a:cubicBezTo>
                  <a:pt x="105941" y="55770"/>
                  <a:pt x="105691" y="52560"/>
                  <a:pt x="105191" y="51176"/>
                </a:cubicBezTo>
                <a:cubicBezTo>
                  <a:pt x="104565" y="49413"/>
                  <a:pt x="103658" y="48123"/>
                  <a:pt x="102469" y="47305"/>
                </a:cubicBezTo>
                <a:cubicBezTo>
                  <a:pt x="101281" y="46486"/>
                  <a:pt x="99185" y="45919"/>
                  <a:pt x="96182" y="45605"/>
                </a:cubicBezTo>
                <a:lnTo>
                  <a:pt x="96182" y="42226"/>
                </a:lnTo>
                <a:lnTo>
                  <a:pt x="132028" y="42226"/>
                </a:lnTo>
                <a:close/>
                <a:moveTo>
                  <a:pt x="217163" y="42226"/>
                </a:moveTo>
                <a:lnTo>
                  <a:pt x="217163" y="53862"/>
                </a:lnTo>
                <a:cubicBezTo>
                  <a:pt x="221980" y="48572"/>
                  <a:pt x="226437" y="44872"/>
                  <a:pt x="230534" y="42763"/>
                </a:cubicBezTo>
                <a:cubicBezTo>
                  <a:pt x="234632" y="40654"/>
                  <a:pt x="239120" y="39599"/>
                  <a:pt x="244000" y="39599"/>
                </a:cubicBezTo>
                <a:cubicBezTo>
                  <a:pt x="249630" y="39599"/>
                  <a:pt x="254353" y="40921"/>
                  <a:pt x="258169" y="43564"/>
                </a:cubicBezTo>
                <a:cubicBezTo>
                  <a:pt x="261985" y="46207"/>
                  <a:pt x="264926" y="50234"/>
                  <a:pt x="266990" y="55645"/>
                </a:cubicBezTo>
                <a:cubicBezTo>
                  <a:pt x="271995" y="49982"/>
                  <a:pt x="276796" y="45892"/>
                  <a:pt x="281394" y="43376"/>
                </a:cubicBezTo>
                <a:cubicBezTo>
                  <a:pt x="285992" y="40858"/>
                  <a:pt x="290793" y="39599"/>
                  <a:pt x="295798" y="39599"/>
                </a:cubicBezTo>
                <a:cubicBezTo>
                  <a:pt x="301866" y="39599"/>
                  <a:pt x="306698" y="40993"/>
                  <a:pt x="310296" y="43781"/>
                </a:cubicBezTo>
                <a:cubicBezTo>
                  <a:pt x="313893" y="46568"/>
                  <a:pt x="316395" y="50108"/>
                  <a:pt x="317802" y="54399"/>
                </a:cubicBezTo>
                <a:cubicBezTo>
                  <a:pt x="319210" y="58690"/>
                  <a:pt x="319914" y="65533"/>
                  <a:pt x="319914" y="74929"/>
                </a:cubicBezTo>
                <a:lnTo>
                  <a:pt x="319914" y="110915"/>
                </a:lnTo>
                <a:cubicBezTo>
                  <a:pt x="319914" y="117671"/>
                  <a:pt x="320524" y="121863"/>
                  <a:pt x="321744" y="123489"/>
                </a:cubicBezTo>
                <a:cubicBezTo>
                  <a:pt x="322963" y="125116"/>
                  <a:pt x="325513" y="126179"/>
                  <a:pt x="329391" y="126679"/>
                </a:cubicBezTo>
                <a:lnTo>
                  <a:pt x="329391" y="130058"/>
                </a:lnTo>
                <a:lnTo>
                  <a:pt x="284068" y="130058"/>
                </a:lnTo>
                <a:lnTo>
                  <a:pt x="284068" y="126679"/>
                </a:lnTo>
                <a:cubicBezTo>
                  <a:pt x="287634" y="126367"/>
                  <a:pt x="290261" y="124990"/>
                  <a:pt x="291950" y="122551"/>
                </a:cubicBezTo>
                <a:cubicBezTo>
                  <a:pt x="293076" y="120862"/>
                  <a:pt x="293640" y="116983"/>
                  <a:pt x="293640" y="110915"/>
                </a:cubicBezTo>
                <a:lnTo>
                  <a:pt x="293640" y="73193"/>
                </a:lnTo>
                <a:cubicBezTo>
                  <a:pt x="293640" y="65373"/>
                  <a:pt x="293327" y="60400"/>
                  <a:pt x="292701" y="58273"/>
                </a:cubicBezTo>
                <a:cubicBezTo>
                  <a:pt x="292076" y="56146"/>
                  <a:pt x="291090" y="54566"/>
                  <a:pt x="289745" y="53534"/>
                </a:cubicBezTo>
                <a:cubicBezTo>
                  <a:pt x="288400" y="52502"/>
                  <a:pt x="286821" y="51985"/>
                  <a:pt x="285007" y="51985"/>
                </a:cubicBezTo>
                <a:cubicBezTo>
                  <a:pt x="282317" y="51985"/>
                  <a:pt x="279595" y="52971"/>
                  <a:pt x="276843" y="54941"/>
                </a:cubicBezTo>
                <a:cubicBezTo>
                  <a:pt x="274090" y="56912"/>
                  <a:pt x="271306" y="59868"/>
                  <a:pt x="268491" y="63809"/>
                </a:cubicBezTo>
                <a:lnTo>
                  <a:pt x="268491" y="110915"/>
                </a:lnTo>
                <a:cubicBezTo>
                  <a:pt x="268491" y="117233"/>
                  <a:pt x="269023" y="121206"/>
                  <a:pt x="270087" y="122832"/>
                </a:cubicBezTo>
                <a:cubicBezTo>
                  <a:pt x="271525" y="125147"/>
                  <a:pt x="274278" y="126429"/>
                  <a:pt x="278344" y="126679"/>
                </a:cubicBezTo>
                <a:lnTo>
                  <a:pt x="278344" y="130058"/>
                </a:lnTo>
                <a:lnTo>
                  <a:pt x="232927" y="130058"/>
                </a:lnTo>
                <a:lnTo>
                  <a:pt x="232927" y="126679"/>
                </a:lnTo>
                <a:cubicBezTo>
                  <a:pt x="235367" y="126554"/>
                  <a:pt x="237291" y="125944"/>
                  <a:pt x="238698" y="124850"/>
                </a:cubicBezTo>
                <a:cubicBezTo>
                  <a:pt x="240106" y="123755"/>
                  <a:pt x="241044" y="122441"/>
                  <a:pt x="241513" y="120909"/>
                </a:cubicBezTo>
                <a:cubicBezTo>
                  <a:pt x="241982" y="119376"/>
                  <a:pt x="242217" y="116045"/>
                  <a:pt x="242217" y="110915"/>
                </a:cubicBezTo>
                <a:lnTo>
                  <a:pt x="242217" y="73134"/>
                </a:lnTo>
                <a:cubicBezTo>
                  <a:pt x="242217" y="65175"/>
                  <a:pt x="241904" y="60194"/>
                  <a:pt x="241279" y="58190"/>
                </a:cubicBezTo>
                <a:cubicBezTo>
                  <a:pt x="240653" y="56185"/>
                  <a:pt x="239605" y="54618"/>
                  <a:pt x="238135" y="53490"/>
                </a:cubicBezTo>
                <a:cubicBezTo>
                  <a:pt x="236665" y="52362"/>
                  <a:pt x="235085" y="51798"/>
                  <a:pt x="233396" y="51798"/>
                </a:cubicBezTo>
                <a:cubicBezTo>
                  <a:pt x="230894" y="51798"/>
                  <a:pt x="228611" y="52460"/>
                  <a:pt x="226546" y="53783"/>
                </a:cubicBezTo>
                <a:cubicBezTo>
                  <a:pt x="223606" y="55738"/>
                  <a:pt x="220478" y="59080"/>
                  <a:pt x="217163" y="63809"/>
                </a:cubicBezTo>
                <a:lnTo>
                  <a:pt x="217163" y="110915"/>
                </a:lnTo>
                <a:cubicBezTo>
                  <a:pt x="217163" y="117108"/>
                  <a:pt x="217773" y="121190"/>
                  <a:pt x="218992" y="123161"/>
                </a:cubicBezTo>
                <a:cubicBezTo>
                  <a:pt x="220212" y="125131"/>
                  <a:pt x="222762" y="126304"/>
                  <a:pt x="226640" y="126679"/>
                </a:cubicBezTo>
                <a:lnTo>
                  <a:pt x="226640" y="130058"/>
                </a:lnTo>
                <a:lnTo>
                  <a:pt x="181411" y="130058"/>
                </a:lnTo>
                <a:lnTo>
                  <a:pt x="181411" y="126679"/>
                </a:lnTo>
                <a:cubicBezTo>
                  <a:pt x="185102" y="126304"/>
                  <a:pt x="187729" y="125116"/>
                  <a:pt x="189293" y="123114"/>
                </a:cubicBezTo>
                <a:cubicBezTo>
                  <a:pt x="190357" y="121737"/>
                  <a:pt x="190888" y="117671"/>
                  <a:pt x="190888" y="110915"/>
                </a:cubicBezTo>
                <a:lnTo>
                  <a:pt x="190888" y="61369"/>
                </a:lnTo>
                <a:cubicBezTo>
                  <a:pt x="190888" y="54658"/>
                  <a:pt x="190278" y="50479"/>
                  <a:pt x="189059" y="48833"/>
                </a:cubicBezTo>
                <a:cubicBezTo>
                  <a:pt x="187839" y="47187"/>
                  <a:pt x="185289" y="46111"/>
                  <a:pt x="181411" y="45605"/>
                </a:cubicBezTo>
                <a:lnTo>
                  <a:pt x="181411" y="42226"/>
                </a:lnTo>
                <a:lnTo>
                  <a:pt x="217163" y="42226"/>
                </a:lnTo>
                <a:close/>
                <a:moveTo>
                  <a:pt x="389257" y="117108"/>
                </a:moveTo>
                <a:cubicBezTo>
                  <a:pt x="378560" y="126617"/>
                  <a:pt x="368957" y="131371"/>
                  <a:pt x="360450" y="131371"/>
                </a:cubicBezTo>
                <a:cubicBezTo>
                  <a:pt x="355445" y="131371"/>
                  <a:pt x="351285" y="129724"/>
                  <a:pt x="347969" y="126430"/>
                </a:cubicBezTo>
                <a:cubicBezTo>
                  <a:pt x="344654" y="123134"/>
                  <a:pt x="342996" y="119007"/>
                  <a:pt x="342996" y="114050"/>
                </a:cubicBezTo>
                <a:cubicBezTo>
                  <a:pt x="342996" y="107332"/>
                  <a:pt x="345874" y="101291"/>
                  <a:pt x="351629" y="95925"/>
                </a:cubicBezTo>
                <a:cubicBezTo>
                  <a:pt x="357384" y="90558"/>
                  <a:pt x="369927" y="83419"/>
                  <a:pt x="389257" y="74506"/>
                </a:cubicBezTo>
                <a:lnTo>
                  <a:pt x="389257" y="65686"/>
                </a:lnTo>
                <a:cubicBezTo>
                  <a:pt x="389257" y="59055"/>
                  <a:pt x="388898" y="54879"/>
                  <a:pt x="388178" y="53158"/>
                </a:cubicBezTo>
                <a:cubicBezTo>
                  <a:pt x="387459" y="51438"/>
                  <a:pt x="386098" y="49937"/>
                  <a:pt x="384096" y="48654"/>
                </a:cubicBezTo>
                <a:cubicBezTo>
                  <a:pt x="382095" y="47372"/>
                  <a:pt x="379843" y="46731"/>
                  <a:pt x="377340" y="46731"/>
                </a:cubicBezTo>
                <a:cubicBezTo>
                  <a:pt x="373274" y="46731"/>
                  <a:pt x="369927" y="47638"/>
                  <a:pt x="367300" y="49452"/>
                </a:cubicBezTo>
                <a:cubicBezTo>
                  <a:pt x="365673" y="50578"/>
                  <a:pt x="364860" y="51892"/>
                  <a:pt x="364860" y="53393"/>
                </a:cubicBezTo>
                <a:cubicBezTo>
                  <a:pt x="364860" y="54707"/>
                  <a:pt x="365736" y="56333"/>
                  <a:pt x="367487" y="58273"/>
                </a:cubicBezTo>
                <a:cubicBezTo>
                  <a:pt x="369865" y="60963"/>
                  <a:pt x="371053" y="63559"/>
                  <a:pt x="371053" y="66061"/>
                </a:cubicBezTo>
                <a:cubicBezTo>
                  <a:pt x="371053" y="69126"/>
                  <a:pt x="369911" y="71738"/>
                  <a:pt x="367628" y="73896"/>
                </a:cubicBezTo>
                <a:cubicBezTo>
                  <a:pt x="365345" y="76055"/>
                  <a:pt x="362358" y="77134"/>
                  <a:pt x="358667" y="77134"/>
                </a:cubicBezTo>
                <a:cubicBezTo>
                  <a:pt x="354726" y="77134"/>
                  <a:pt x="351426" y="75945"/>
                  <a:pt x="348767" y="73568"/>
                </a:cubicBezTo>
                <a:cubicBezTo>
                  <a:pt x="346108" y="71191"/>
                  <a:pt x="344779" y="68407"/>
                  <a:pt x="344779" y="65216"/>
                </a:cubicBezTo>
                <a:cubicBezTo>
                  <a:pt x="344779" y="60712"/>
                  <a:pt x="346562" y="56411"/>
                  <a:pt x="350128" y="52314"/>
                </a:cubicBezTo>
                <a:cubicBezTo>
                  <a:pt x="353693" y="48216"/>
                  <a:pt x="358667" y="45073"/>
                  <a:pt x="365048" y="42883"/>
                </a:cubicBezTo>
                <a:cubicBezTo>
                  <a:pt x="371429" y="40694"/>
                  <a:pt x="378060" y="39599"/>
                  <a:pt x="384941" y="39599"/>
                </a:cubicBezTo>
                <a:cubicBezTo>
                  <a:pt x="393261" y="39599"/>
                  <a:pt x="399845" y="41371"/>
                  <a:pt x="404694" y="44915"/>
                </a:cubicBezTo>
                <a:cubicBezTo>
                  <a:pt x="409542" y="48458"/>
                  <a:pt x="412685" y="52298"/>
                  <a:pt x="414124" y="56437"/>
                </a:cubicBezTo>
                <a:cubicBezTo>
                  <a:pt x="415000" y="59070"/>
                  <a:pt x="415438" y="65121"/>
                  <a:pt x="415438" y="74588"/>
                </a:cubicBezTo>
                <a:lnTo>
                  <a:pt x="415438" y="108730"/>
                </a:lnTo>
                <a:cubicBezTo>
                  <a:pt x="415438" y="112744"/>
                  <a:pt x="415594" y="115269"/>
                  <a:pt x="415907" y="116305"/>
                </a:cubicBezTo>
                <a:cubicBezTo>
                  <a:pt x="416220" y="117339"/>
                  <a:pt x="416689" y="118107"/>
                  <a:pt x="417315" y="118610"/>
                </a:cubicBezTo>
                <a:cubicBezTo>
                  <a:pt x="417940" y="119110"/>
                  <a:pt x="418660" y="119360"/>
                  <a:pt x="419473" y="119360"/>
                </a:cubicBezTo>
                <a:cubicBezTo>
                  <a:pt x="421099" y="119360"/>
                  <a:pt x="422757" y="118203"/>
                  <a:pt x="424446" y="115888"/>
                </a:cubicBezTo>
                <a:lnTo>
                  <a:pt x="427261" y="118140"/>
                </a:lnTo>
                <a:cubicBezTo>
                  <a:pt x="424133" y="122770"/>
                  <a:pt x="420896" y="126132"/>
                  <a:pt x="417549" y="128228"/>
                </a:cubicBezTo>
                <a:cubicBezTo>
                  <a:pt x="414202" y="130323"/>
                  <a:pt x="410402" y="131371"/>
                  <a:pt x="406148" y="131371"/>
                </a:cubicBezTo>
                <a:cubicBezTo>
                  <a:pt x="401143" y="131371"/>
                  <a:pt x="397234" y="130191"/>
                  <a:pt x="394418" y="127829"/>
                </a:cubicBezTo>
                <a:cubicBezTo>
                  <a:pt x="391603" y="125467"/>
                  <a:pt x="389883" y="121894"/>
                  <a:pt x="389257" y="117108"/>
                </a:cubicBezTo>
                <a:moveTo>
                  <a:pt x="389257" y="110164"/>
                </a:moveTo>
                <a:lnTo>
                  <a:pt x="389257" y="80811"/>
                </a:lnTo>
                <a:cubicBezTo>
                  <a:pt x="381688" y="85274"/>
                  <a:pt x="376058" y="90052"/>
                  <a:pt x="372367" y="95144"/>
                </a:cubicBezTo>
                <a:cubicBezTo>
                  <a:pt x="369927" y="98538"/>
                  <a:pt x="368707" y="101964"/>
                  <a:pt x="368707" y="105423"/>
                </a:cubicBezTo>
                <a:cubicBezTo>
                  <a:pt x="368707" y="108314"/>
                  <a:pt x="369739" y="110860"/>
                  <a:pt x="371804" y="113061"/>
                </a:cubicBezTo>
                <a:cubicBezTo>
                  <a:pt x="373368" y="114758"/>
                  <a:pt x="375557" y="115607"/>
                  <a:pt x="378372" y="115607"/>
                </a:cubicBezTo>
                <a:cubicBezTo>
                  <a:pt x="381500" y="115607"/>
                  <a:pt x="385129" y="113793"/>
                  <a:pt x="389257" y="110164"/>
                </a:cubicBezTo>
                <a:close/>
                <a:moveTo>
                  <a:pt x="471740" y="9947"/>
                </a:moveTo>
                <a:lnTo>
                  <a:pt x="471740" y="42226"/>
                </a:lnTo>
                <a:lnTo>
                  <a:pt x="492572" y="42226"/>
                </a:lnTo>
                <a:lnTo>
                  <a:pt x="492572" y="51422"/>
                </a:lnTo>
                <a:lnTo>
                  <a:pt x="471740" y="51422"/>
                </a:lnTo>
                <a:lnTo>
                  <a:pt x="471740" y="105713"/>
                </a:lnTo>
                <a:cubicBezTo>
                  <a:pt x="471740" y="110794"/>
                  <a:pt x="471975" y="114071"/>
                  <a:pt x="472444" y="115545"/>
                </a:cubicBezTo>
                <a:cubicBezTo>
                  <a:pt x="472913" y="117019"/>
                  <a:pt x="473742" y="118212"/>
                  <a:pt x="474930" y="119123"/>
                </a:cubicBezTo>
                <a:cubicBezTo>
                  <a:pt x="476119" y="120032"/>
                  <a:pt x="477214" y="120486"/>
                  <a:pt x="478215" y="120486"/>
                </a:cubicBezTo>
                <a:cubicBezTo>
                  <a:pt x="482281" y="120486"/>
                  <a:pt x="486128" y="117358"/>
                  <a:pt x="489757" y="111103"/>
                </a:cubicBezTo>
                <a:lnTo>
                  <a:pt x="492572" y="113188"/>
                </a:lnTo>
                <a:cubicBezTo>
                  <a:pt x="487505" y="125310"/>
                  <a:pt x="479278" y="131371"/>
                  <a:pt x="467893" y="131371"/>
                </a:cubicBezTo>
                <a:cubicBezTo>
                  <a:pt x="462325" y="131371"/>
                  <a:pt x="457618" y="129818"/>
                  <a:pt x="453770" y="126712"/>
                </a:cubicBezTo>
                <a:cubicBezTo>
                  <a:pt x="449923" y="123603"/>
                  <a:pt x="447468" y="120134"/>
                  <a:pt x="446404" y="116305"/>
                </a:cubicBezTo>
                <a:cubicBezTo>
                  <a:pt x="445779" y="114170"/>
                  <a:pt x="445466" y="108394"/>
                  <a:pt x="445466" y="98977"/>
                </a:cubicBezTo>
                <a:lnTo>
                  <a:pt x="445466" y="51422"/>
                </a:lnTo>
                <a:lnTo>
                  <a:pt x="434018" y="51422"/>
                </a:lnTo>
                <a:lnTo>
                  <a:pt x="434018" y="48129"/>
                </a:lnTo>
                <a:cubicBezTo>
                  <a:pt x="441900" y="42550"/>
                  <a:pt x="448609" y="36688"/>
                  <a:pt x="454146" y="30544"/>
                </a:cubicBezTo>
                <a:cubicBezTo>
                  <a:pt x="459682" y="24399"/>
                  <a:pt x="464515" y="17534"/>
                  <a:pt x="468643" y="9947"/>
                </a:cubicBezTo>
                <a:lnTo>
                  <a:pt x="471740" y="9947"/>
                </a:lnTo>
                <a:close/>
                <a:moveTo>
                  <a:pt x="522035" y="0"/>
                </a:moveTo>
                <a:cubicBezTo>
                  <a:pt x="526101" y="0"/>
                  <a:pt x="529542" y="1428"/>
                  <a:pt x="532357" y="4284"/>
                </a:cubicBezTo>
                <a:cubicBezTo>
                  <a:pt x="535172" y="7138"/>
                  <a:pt x="536580" y="10574"/>
                  <a:pt x="536580" y="14592"/>
                </a:cubicBezTo>
                <a:cubicBezTo>
                  <a:pt x="536580" y="18609"/>
                  <a:pt x="535157" y="22030"/>
                  <a:pt x="532310" y="24855"/>
                </a:cubicBezTo>
                <a:cubicBezTo>
                  <a:pt x="529464" y="27678"/>
                  <a:pt x="526039" y="29089"/>
                  <a:pt x="522035" y="29089"/>
                </a:cubicBezTo>
                <a:cubicBezTo>
                  <a:pt x="518031" y="29089"/>
                  <a:pt x="514622" y="27678"/>
                  <a:pt x="511807" y="24855"/>
                </a:cubicBezTo>
                <a:cubicBezTo>
                  <a:pt x="508992" y="22030"/>
                  <a:pt x="507584" y="18609"/>
                  <a:pt x="507584" y="14592"/>
                </a:cubicBezTo>
                <a:cubicBezTo>
                  <a:pt x="507584" y="10574"/>
                  <a:pt x="508992" y="7138"/>
                  <a:pt x="511807" y="4284"/>
                </a:cubicBezTo>
                <a:cubicBezTo>
                  <a:pt x="514622" y="1428"/>
                  <a:pt x="518031" y="0"/>
                  <a:pt x="522035" y="0"/>
                </a:cubicBezTo>
                <a:moveTo>
                  <a:pt x="535172" y="42226"/>
                </a:moveTo>
                <a:lnTo>
                  <a:pt x="535172" y="111853"/>
                </a:lnTo>
                <a:cubicBezTo>
                  <a:pt x="535172" y="118046"/>
                  <a:pt x="535892" y="122003"/>
                  <a:pt x="537330" y="123724"/>
                </a:cubicBezTo>
                <a:cubicBezTo>
                  <a:pt x="538769" y="125444"/>
                  <a:pt x="541584" y="126429"/>
                  <a:pt x="545776" y="126679"/>
                </a:cubicBezTo>
                <a:lnTo>
                  <a:pt x="545776" y="130058"/>
                </a:lnTo>
                <a:lnTo>
                  <a:pt x="498388" y="130058"/>
                </a:lnTo>
                <a:lnTo>
                  <a:pt x="498388" y="126679"/>
                </a:lnTo>
                <a:cubicBezTo>
                  <a:pt x="502267" y="126554"/>
                  <a:pt x="505144" y="125428"/>
                  <a:pt x="507021" y="123301"/>
                </a:cubicBezTo>
                <a:cubicBezTo>
                  <a:pt x="508272" y="121863"/>
                  <a:pt x="508898" y="118046"/>
                  <a:pt x="508898" y="111853"/>
                </a:cubicBezTo>
                <a:lnTo>
                  <a:pt x="508898" y="60618"/>
                </a:lnTo>
                <a:cubicBezTo>
                  <a:pt x="508898" y="54347"/>
                  <a:pt x="508178" y="50340"/>
                  <a:pt x="506740" y="48599"/>
                </a:cubicBezTo>
                <a:cubicBezTo>
                  <a:pt x="505301" y="46857"/>
                  <a:pt x="502517" y="45859"/>
                  <a:pt x="498388" y="45605"/>
                </a:cubicBezTo>
                <a:lnTo>
                  <a:pt x="498388" y="42226"/>
                </a:lnTo>
                <a:lnTo>
                  <a:pt x="535172" y="42226"/>
                </a:lnTo>
                <a:close/>
                <a:moveTo>
                  <a:pt x="595537" y="39599"/>
                </a:moveTo>
                <a:cubicBezTo>
                  <a:pt x="603169" y="39599"/>
                  <a:pt x="610269" y="41572"/>
                  <a:pt x="616838" y="45517"/>
                </a:cubicBezTo>
                <a:cubicBezTo>
                  <a:pt x="623406" y="49462"/>
                  <a:pt x="628395" y="55066"/>
                  <a:pt x="631805" y="62331"/>
                </a:cubicBezTo>
                <a:cubicBezTo>
                  <a:pt x="635214" y="69596"/>
                  <a:pt x="636919" y="77548"/>
                  <a:pt x="636919" y="86189"/>
                </a:cubicBezTo>
                <a:cubicBezTo>
                  <a:pt x="636919" y="98650"/>
                  <a:pt x="633760" y="109076"/>
                  <a:pt x="627441" y="117469"/>
                </a:cubicBezTo>
                <a:cubicBezTo>
                  <a:pt x="619809" y="127613"/>
                  <a:pt x="609268" y="132685"/>
                  <a:pt x="595818" y="132685"/>
                </a:cubicBezTo>
                <a:cubicBezTo>
                  <a:pt x="582619" y="132685"/>
                  <a:pt x="572453" y="128051"/>
                  <a:pt x="565322" y="118783"/>
                </a:cubicBezTo>
                <a:cubicBezTo>
                  <a:pt x="558190" y="109514"/>
                  <a:pt x="554624" y="98775"/>
                  <a:pt x="554624" y="86564"/>
                </a:cubicBezTo>
                <a:cubicBezTo>
                  <a:pt x="554624" y="73978"/>
                  <a:pt x="558268" y="63004"/>
                  <a:pt x="565556" y="53642"/>
                </a:cubicBezTo>
                <a:cubicBezTo>
                  <a:pt x="572844" y="44280"/>
                  <a:pt x="582838" y="39599"/>
                  <a:pt x="595537" y="39599"/>
                </a:cubicBezTo>
                <a:moveTo>
                  <a:pt x="595912" y="46168"/>
                </a:moveTo>
                <a:cubicBezTo>
                  <a:pt x="592722" y="46168"/>
                  <a:pt x="589985" y="47374"/>
                  <a:pt x="587702" y="49786"/>
                </a:cubicBezTo>
                <a:cubicBezTo>
                  <a:pt x="585418" y="52197"/>
                  <a:pt x="583917" y="56956"/>
                  <a:pt x="583197" y="64064"/>
                </a:cubicBezTo>
                <a:cubicBezTo>
                  <a:pt x="582478" y="71172"/>
                  <a:pt x="582118" y="81052"/>
                  <a:pt x="582118" y="93705"/>
                </a:cubicBezTo>
                <a:cubicBezTo>
                  <a:pt x="582118" y="100406"/>
                  <a:pt x="582556" y="106670"/>
                  <a:pt x="583432" y="112495"/>
                </a:cubicBezTo>
                <a:cubicBezTo>
                  <a:pt x="584120" y="116941"/>
                  <a:pt x="585590" y="120323"/>
                  <a:pt x="587842" y="122642"/>
                </a:cubicBezTo>
                <a:cubicBezTo>
                  <a:pt x="590094" y="124958"/>
                  <a:pt x="592659" y="126116"/>
                  <a:pt x="595537" y="126116"/>
                </a:cubicBezTo>
                <a:cubicBezTo>
                  <a:pt x="598352" y="126116"/>
                  <a:pt x="600698" y="125333"/>
                  <a:pt x="602575" y="123768"/>
                </a:cubicBezTo>
                <a:cubicBezTo>
                  <a:pt x="605014" y="121639"/>
                  <a:pt x="606641" y="118663"/>
                  <a:pt x="607454" y="114841"/>
                </a:cubicBezTo>
                <a:cubicBezTo>
                  <a:pt x="608705" y="108893"/>
                  <a:pt x="609331" y="96868"/>
                  <a:pt x="609331" y="78767"/>
                </a:cubicBezTo>
                <a:cubicBezTo>
                  <a:pt x="609331" y="68121"/>
                  <a:pt x="608737" y="60809"/>
                  <a:pt x="607548" y="56833"/>
                </a:cubicBezTo>
                <a:cubicBezTo>
                  <a:pt x="606359" y="52854"/>
                  <a:pt x="604608" y="49957"/>
                  <a:pt x="602293" y="48141"/>
                </a:cubicBezTo>
                <a:cubicBezTo>
                  <a:pt x="600667" y="46825"/>
                  <a:pt x="598540" y="46168"/>
                  <a:pt x="595912" y="46168"/>
                </a:cubicBezTo>
                <a:close/>
                <a:moveTo>
                  <a:pt x="686089" y="42226"/>
                </a:moveTo>
                <a:lnTo>
                  <a:pt x="686089" y="53675"/>
                </a:lnTo>
                <a:cubicBezTo>
                  <a:pt x="690593" y="48762"/>
                  <a:pt x="694910" y="45188"/>
                  <a:pt x="699039" y="42954"/>
                </a:cubicBezTo>
                <a:cubicBezTo>
                  <a:pt x="703167" y="40717"/>
                  <a:pt x="707609" y="39599"/>
                  <a:pt x="712363" y="39599"/>
                </a:cubicBezTo>
                <a:cubicBezTo>
                  <a:pt x="718056" y="39599"/>
                  <a:pt x="722779" y="41181"/>
                  <a:pt x="726533" y="44344"/>
                </a:cubicBezTo>
                <a:cubicBezTo>
                  <a:pt x="730286" y="47507"/>
                  <a:pt x="732789" y="51437"/>
                  <a:pt x="734040" y="56135"/>
                </a:cubicBezTo>
                <a:cubicBezTo>
                  <a:pt x="735041" y="59706"/>
                  <a:pt x="735541" y="66566"/>
                  <a:pt x="735541" y="76714"/>
                </a:cubicBezTo>
                <a:lnTo>
                  <a:pt x="735541" y="110915"/>
                </a:lnTo>
                <a:cubicBezTo>
                  <a:pt x="735541" y="117671"/>
                  <a:pt x="736151" y="121878"/>
                  <a:pt x="737371" y="123536"/>
                </a:cubicBezTo>
                <a:cubicBezTo>
                  <a:pt x="738591" y="125194"/>
                  <a:pt x="741140" y="126242"/>
                  <a:pt x="745019" y="126679"/>
                </a:cubicBezTo>
                <a:lnTo>
                  <a:pt x="745019" y="130058"/>
                </a:lnTo>
                <a:lnTo>
                  <a:pt x="700634" y="130058"/>
                </a:lnTo>
                <a:lnTo>
                  <a:pt x="700634" y="126679"/>
                </a:lnTo>
                <a:cubicBezTo>
                  <a:pt x="703949" y="126242"/>
                  <a:pt x="706327" y="124865"/>
                  <a:pt x="707765" y="122551"/>
                </a:cubicBezTo>
                <a:cubicBezTo>
                  <a:pt x="708766" y="120987"/>
                  <a:pt x="709267" y="117108"/>
                  <a:pt x="709267" y="110915"/>
                </a:cubicBezTo>
                <a:lnTo>
                  <a:pt x="709267" y="71879"/>
                </a:lnTo>
                <a:cubicBezTo>
                  <a:pt x="709267" y="64685"/>
                  <a:pt x="708985" y="60149"/>
                  <a:pt x="708422" y="58273"/>
                </a:cubicBezTo>
                <a:cubicBezTo>
                  <a:pt x="707859" y="56396"/>
                  <a:pt x="706905" y="54941"/>
                  <a:pt x="705560" y="53909"/>
                </a:cubicBezTo>
                <a:cubicBezTo>
                  <a:pt x="704215" y="52877"/>
                  <a:pt x="702730" y="52361"/>
                  <a:pt x="701103" y="52361"/>
                </a:cubicBezTo>
                <a:cubicBezTo>
                  <a:pt x="695723" y="52361"/>
                  <a:pt x="690718" y="56239"/>
                  <a:pt x="686089" y="63997"/>
                </a:cubicBezTo>
                <a:lnTo>
                  <a:pt x="686089" y="110915"/>
                </a:lnTo>
                <a:cubicBezTo>
                  <a:pt x="686089" y="117483"/>
                  <a:pt x="686699" y="121644"/>
                  <a:pt x="687919" y="123395"/>
                </a:cubicBezTo>
                <a:cubicBezTo>
                  <a:pt x="689139" y="125147"/>
                  <a:pt x="691407" y="126242"/>
                  <a:pt x="694722" y="126679"/>
                </a:cubicBezTo>
                <a:lnTo>
                  <a:pt x="694722" y="130058"/>
                </a:lnTo>
                <a:lnTo>
                  <a:pt x="650337" y="130058"/>
                </a:lnTo>
                <a:lnTo>
                  <a:pt x="650337" y="126679"/>
                </a:lnTo>
                <a:cubicBezTo>
                  <a:pt x="654028" y="126304"/>
                  <a:pt x="656656" y="125116"/>
                  <a:pt x="658220" y="123114"/>
                </a:cubicBezTo>
                <a:cubicBezTo>
                  <a:pt x="659283" y="121737"/>
                  <a:pt x="659815" y="117671"/>
                  <a:pt x="659815" y="110915"/>
                </a:cubicBezTo>
                <a:lnTo>
                  <a:pt x="659815" y="61369"/>
                </a:lnTo>
                <a:cubicBezTo>
                  <a:pt x="659815" y="54658"/>
                  <a:pt x="659205" y="50479"/>
                  <a:pt x="657985" y="48833"/>
                </a:cubicBezTo>
                <a:cubicBezTo>
                  <a:pt x="656765" y="47187"/>
                  <a:pt x="654216" y="46111"/>
                  <a:pt x="650337" y="45605"/>
                </a:cubicBezTo>
                <a:lnTo>
                  <a:pt x="650337" y="42226"/>
                </a:lnTo>
                <a:lnTo>
                  <a:pt x="686089" y="42226"/>
                </a:lnTo>
                <a:close/>
              </a:path>
            </a:pathLst>
          </a:custGeom>
          <a:solidFill xmlns:a="http://schemas.openxmlformats.org/drawingml/2006/main">
            <a:srgbClr val="1C45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712734-AF9D-4D62-87F4-ECDE775D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988" y="3361705"/>
            <a:ext cx="10" cy="220884"/>
          </a:xfrm>
          <a:custGeom xmlns:a="http://schemas.openxmlformats.org/drawingml/2006/main">
            <a:pathLst>
              <a:path w="1" h="220884">
                <a:moveTo>
                  <a:pt x="0" y="0"/>
                </a:moveTo>
                <a:lnTo>
                  <a:pt x="0" y="0"/>
                </a:lnTo>
                <a:lnTo>
                  <a:pt x="0" y="2208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7A79A8-13C3-486A-9581-030784A1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4" y="3545369"/>
            <a:ext cx="2439933" cy="17296"/>
          </a:xfrm>
          <a:custGeom xmlns:a="http://schemas.openxmlformats.org/drawingml/2006/main">
            <a:pathLst>
              <a:path w="2439933" h="17296">
                <a:moveTo>
                  <a:pt x="0" y="0"/>
                </a:moveTo>
                <a:lnTo>
                  <a:pt x="2439933" y="0"/>
                </a:lnTo>
                <a:lnTo>
                  <a:pt x="2439933" y="17296"/>
                </a:lnTo>
                <a:lnTo>
                  <a:pt x="0" y="172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C45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01FAAB-F0C6-47A3-AA14-FC356009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757" y="3780334"/>
            <a:ext cx="311365" cy="311365"/>
          </a:xfrm>
          <a:custGeom xmlns:a="http://schemas.openxmlformats.org/drawingml/2006/main">
            <a:pathLst>
              <a:path w="311365" h="311365">
                <a:moveTo>
                  <a:pt x="0" y="0"/>
                </a:moveTo>
                <a:lnTo>
                  <a:pt x="311365" y="0"/>
                </a:lnTo>
                <a:lnTo>
                  <a:pt x="311365" y="311365"/>
                </a:lnTo>
                <a:lnTo>
                  <a:pt x="0" y="311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45ed5cf4a4cfc"/>
          <a:stretch xmlns:a="http://schemas.openxmlformats.org/drawingml/2006/main"/>
        </p:blipFill>
        <p:spPr>
          <a:xfrm xmlns:a="http://schemas.openxmlformats.org/drawingml/2006/main">
            <a:off x="2868757" y="3780334"/>
            <a:ext cx="311365" cy="311365"/>
          </a:xfrm>
          <a:prstGeom xmlns:a="http://schemas.openxmlformats.org/drawingml/2006/main" prst="rect">
            <a:avLst/>
          </a:prstGeom>
        </p:spPr>
      </p:pic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E694DF-700B-4A17-AEBB-B6567379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480" y="5092272"/>
            <a:ext cx="1656162" cy="10"/>
          </a:xfrm>
          <a:custGeom xmlns:a="http://schemas.openxmlformats.org/drawingml/2006/main">
            <a:pathLst>
              <a:path w="1656162" h="1">
                <a:moveTo>
                  <a:pt x="0" y="0"/>
                </a:moveTo>
                <a:lnTo>
                  <a:pt x="1656162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78B857-516D-49F4-882E-EC980FD0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480" y="5092272"/>
            <a:ext cx="1554421" cy="10"/>
          </a:xfrm>
          <a:custGeom xmlns:a="http://schemas.openxmlformats.org/drawingml/2006/main">
            <a:pathLst>
              <a:path w="1554421" h="1" fill="none">
                <a:moveTo>
                  <a:pt x="0" y="0"/>
                </a:moveTo>
                <a:lnTo>
                  <a:pt x="15544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434343"/>
            </a:solidFill>
            <a:round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7FB194-91C0-4B4C-80F2-F5F0DE6C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902" y="5064264"/>
            <a:ext cx="76952" cy="56017"/>
          </a:xfrm>
          <a:custGeom xmlns:a="http://schemas.openxmlformats.org/drawingml/2006/main">
            <a:pathLst>
              <a:path w="76952" h="56017">
                <a:moveTo>
                  <a:pt x="0" y="56017"/>
                </a:moveTo>
                <a:lnTo>
                  <a:pt x="0" y="0"/>
                </a:lnTo>
                <a:lnTo>
                  <a:pt x="76952" y="28008"/>
                </a:lnTo>
                <a:lnTo>
                  <a:pt x="0" y="56017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247D81-9952-4395-8681-06487789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902" y="5064264"/>
            <a:ext cx="76952" cy="56017"/>
          </a:xfrm>
          <a:custGeom xmlns:a="http://schemas.openxmlformats.org/drawingml/2006/main">
            <a:pathLst>
              <a:path w="76952" h="56017" fill="none">
                <a:moveTo>
                  <a:pt x="0" y="56017"/>
                </a:moveTo>
                <a:lnTo>
                  <a:pt x="76952" y="28008"/>
                </a:lnTo>
                <a:lnTo>
                  <a:pt x="0" y="0"/>
                </a:lnTo>
                <a:lnTo>
                  <a:pt x="0" y="560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434343"/>
            </a:solidFill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CD6D03-DCEC-40BD-A260-CD65305A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963" y="1055705"/>
            <a:ext cx="789908" cy="369859"/>
          </a:xfrm>
          <a:custGeom xmlns:a="http://schemas.openxmlformats.org/drawingml/2006/main">
            <a:pathLst>
              <a:path w="789908" h="369859">
                <a:moveTo>
                  <a:pt x="7" y="7"/>
                </a:moveTo>
                <a:lnTo>
                  <a:pt x="7" y="7"/>
                </a:lnTo>
                <a:cubicBezTo>
                  <a:pt x="7" y="3"/>
                  <a:pt x="9" y="0"/>
                  <a:pt x="13" y="0"/>
                </a:cubicBezTo>
                <a:lnTo>
                  <a:pt x="789901" y="7"/>
                </a:lnTo>
                <a:cubicBezTo>
                  <a:pt x="789903" y="7"/>
                  <a:pt x="789904" y="7"/>
                  <a:pt x="789906" y="9"/>
                </a:cubicBezTo>
                <a:cubicBezTo>
                  <a:pt x="789908" y="10"/>
                  <a:pt x="789908" y="11"/>
                  <a:pt x="789908" y="13"/>
                </a:cubicBezTo>
                <a:lnTo>
                  <a:pt x="789901" y="369852"/>
                </a:lnTo>
                <a:cubicBezTo>
                  <a:pt x="789901" y="369856"/>
                  <a:pt x="789899" y="369859"/>
                  <a:pt x="789895" y="369859"/>
                </a:cubicBezTo>
                <a:lnTo>
                  <a:pt x="7" y="369852"/>
                </a:lnTo>
                <a:cubicBezTo>
                  <a:pt x="2" y="369852"/>
                  <a:pt x="0" y="369849"/>
                  <a:pt x="0" y="369846"/>
                </a:cubicBezTo>
                <a:lnTo>
                  <a:pt x="7" y="7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41C66B-B799-42B9-A6D5-2BD95C81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963" y="1055705"/>
            <a:ext cx="789908" cy="369859"/>
          </a:xfrm>
          <a:custGeom xmlns:a="http://schemas.openxmlformats.org/drawingml/2006/main">
            <a:pathLst>
              <a:path w="789908" h="369859" fill="none">
                <a:moveTo>
                  <a:pt x="7" y="7"/>
                </a:moveTo>
                <a:lnTo>
                  <a:pt x="7" y="7"/>
                </a:lnTo>
                <a:cubicBezTo>
                  <a:pt x="7" y="3"/>
                  <a:pt x="9" y="0"/>
                  <a:pt x="13" y="0"/>
                </a:cubicBezTo>
                <a:lnTo>
                  <a:pt x="789901" y="7"/>
                </a:lnTo>
                <a:cubicBezTo>
                  <a:pt x="789903" y="7"/>
                  <a:pt x="789904" y="7"/>
                  <a:pt x="789906" y="9"/>
                </a:cubicBezTo>
                <a:cubicBezTo>
                  <a:pt x="789908" y="10"/>
                  <a:pt x="789908" y="11"/>
                  <a:pt x="789908" y="13"/>
                </a:cubicBezTo>
                <a:lnTo>
                  <a:pt x="789901" y="369852"/>
                </a:lnTo>
                <a:cubicBezTo>
                  <a:pt x="789901" y="369856"/>
                  <a:pt x="789899" y="369859"/>
                  <a:pt x="789895" y="369859"/>
                </a:cubicBezTo>
                <a:lnTo>
                  <a:pt x="7" y="369852"/>
                </a:lnTo>
                <a:cubicBezTo>
                  <a:pt x="2" y="369852"/>
                  <a:pt x="0" y="369849"/>
                  <a:pt x="0" y="369846"/>
                </a:cubicBezTo>
                <a:lnTo>
                  <a:pt x="7" y="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B7B7B7"/>
            </a:solidFill>
            <a:round/>
          </a:ln>
        </p:spPr>
      </p:sp>
      <p:sp>
        <p:nvSpPr>
          <p:cNvPr id="255" name="Text ...">
            <a:extLst xmlns:a="http://schemas.openxmlformats.org/drawingml/2006/main">
              <a:ext uri="{FF2B5EF4-FFF2-40B4-BE49-F238E27FC236}">
                <a16:creationId xmlns:a16="http://schemas.microsoft.com/office/drawing/2014/main" id="{D9403346-B2A1-4E55-8F27-3224AC41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7315" y="1280758"/>
            <a:ext cx="213718" cy="21019"/>
          </a:xfrm>
          <a:custGeom xmlns:a="http://schemas.openxmlformats.org/drawingml/2006/main">
            <a:pathLst>
              <a:path w="213718" h="21019">
                <a:moveTo>
                  <a:pt x="23801" y="10510"/>
                </a:moveTo>
                <a:cubicBezTo>
                  <a:pt x="23801" y="13498"/>
                  <a:pt x="22745" y="15996"/>
                  <a:pt x="20633" y="18006"/>
                </a:cubicBezTo>
                <a:cubicBezTo>
                  <a:pt x="18521" y="20015"/>
                  <a:pt x="15610" y="21019"/>
                  <a:pt x="11901" y="21019"/>
                </a:cubicBezTo>
                <a:cubicBezTo>
                  <a:pt x="8191" y="21019"/>
                  <a:pt x="5281" y="20015"/>
                  <a:pt x="3168" y="18006"/>
                </a:cubicBezTo>
                <a:cubicBezTo>
                  <a:pt x="1056" y="15996"/>
                  <a:pt x="0" y="13498"/>
                  <a:pt x="0" y="10510"/>
                </a:cubicBezTo>
                <a:cubicBezTo>
                  <a:pt x="0" y="7522"/>
                  <a:pt x="1056" y="5023"/>
                  <a:pt x="3168" y="3014"/>
                </a:cubicBezTo>
                <a:cubicBezTo>
                  <a:pt x="5281" y="1005"/>
                  <a:pt x="8191" y="0"/>
                  <a:pt x="11901" y="0"/>
                </a:cubicBezTo>
                <a:cubicBezTo>
                  <a:pt x="15610" y="0"/>
                  <a:pt x="18521" y="1005"/>
                  <a:pt x="20633" y="3014"/>
                </a:cubicBezTo>
                <a:cubicBezTo>
                  <a:pt x="22745" y="5023"/>
                  <a:pt x="23801" y="7522"/>
                  <a:pt x="23801" y="10510"/>
                </a:cubicBezTo>
                <a:close/>
                <a:moveTo>
                  <a:pt x="118760" y="10510"/>
                </a:moveTo>
                <a:cubicBezTo>
                  <a:pt x="118760" y="13498"/>
                  <a:pt x="117703" y="15996"/>
                  <a:pt x="115591" y="18006"/>
                </a:cubicBezTo>
                <a:cubicBezTo>
                  <a:pt x="113479" y="20015"/>
                  <a:pt x="110568" y="21019"/>
                  <a:pt x="106859" y="21019"/>
                </a:cubicBezTo>
                <a:cubicBezTo>
                  <a:pt x="103150" y="21019"/>
                  <a:pt x="100239" y="20015"/>
                  <a:pt x="98127" y="18006"/>
                </a:cubicBezTo>
                <a:cubicBezTo>
                  <a:pt x="96014" y="15996"/>
                  <a:pt x="94958" y="13498"/>
                  <a:pt x="94958" y="10510"/>
                </a:cubicBezTo>
                <a:cubicBezTo>
                  <a:pt x="94958" y="7522"/>
                  <a:pt x="96014" y="5023"/>
                  <a:pt x="98127" y="3014"/>
                </a:cubicBezTo>
                <a:cubicBezTo>
                  <a:pt x="100239" y="1005"/>
                  <a:pt x="103150" y="0"/>
                  <a:pt x="106859" y="0"/>
                </a:cubicBezTo>
                <a:cubicBezTo>
                  <a:pt x="110568" y="0"/>
                  <a:pt x="113479" y="1005"/>
                  <a:pt x="115591" y="3014"/>
                </a:cubicBezTo>
                <a:cubicBezTo>
                  <a:pt x="117703" y="5023"/>
                  <a:pt x="118760" y="7522"/>
                  <a:pt x="118760" y="10510"/>
                </a:cubicBezTo>
                <a:close/>
                <a:moveTo>
                  <a:pt x="213718" y="10510"/>
                </a:moveTo>
                <a:cubicBezTo>
                  <a:pt x="213718" y="13498"/>
                  <a:pt x="212662" y="15996"/>
                  <a:pt x="210549" y="18006"/>
                </a:cubicBezTo>
                <a:cubicBezTo>
                  <a:pt x="208437" y="20015"/>
                  <a:pt x="205526" y="21019"/>
                  <a:pt x="201817" y="21019"/>
                </a:cubicBezTo>
                <a:cubicBezTo>
                  <a:pt x="198108" y="21019"/>
                  <a:pt x="195197" y="20015"/>
                  <a:pt x="193085" y="18006"/>
                </a:cubicBezTo>
                <a:cubicBezTo>
                  <a:pt x="190972" y="15996"/>
                  <a:pt x="189916" y="13498"/>
                  <a:pt x="189916" y="10510"/>
                </a:cubicBezTo>
                <a:cubicBezTo>
                  <a:pt x="189916" y="7522"/>
                  <a:pt x="190972" y="5023"/>
                  <a:pt x="193085" y="3014"/>
                </a:cubicBezTo>
                <a:cubicBezTo>
                  <a:pt x="195197" y="1005"/>
                  <a:pt x="198108" y="0"/>
                  <a:pt x="201817" y="0"/>
                </a:cubicBezTo>
                <a:cubicBezTo>
                  <a:pt x="205526" y="0"/>
                  <a:pt x="208437" y="1005"/>
                  <a:pt x="210549" y="3014"/>
                </a:cubicBezTo>
                <a:cubicBezTo>
                  <a:pt x="212662" y="5023"/>
                  <a:pt x="213718" y="7522"/>
                  <a:pt x="213718" y="10510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23A3D-BF6A-4250-9942-A29FE812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608" y="1560019"/>
            <a:ext cx="3278199" cy="869912"/>
          </a:xfrm>
          <a:custGeom xmlns:a="http://schemas.openxmlformats.org/drawingml/2006/main">
            <a:pathLst>
              <a:path w="3278199" h="869912">
                <a:moveTo>
                  <a:pt x="3278199" y="869463"/>
                </a:moveTo>
                <a:cubicBezTo>
                  <a:pt x="2434501" y="869463"/>
                  <a:pt x="1529899" y="869912"/>
                  <a:pt x="775273" y="648855"/>
                </a:cubicBezTo>
                <a:cubicBezTo>
                  <a:pt x="372217" y="530785"/>
                  <a:pt x="142540" y="250456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4642A2-D123-48C4-BF09-B069BA99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608" y="1560019"/>
            <a:ext cx="3176458" cy="869446"/>
          </a:xfrm>
          <a:custGeom xmlns:a="http://schemas.openxmlformats.org/drawingml/2006/main">
            <a:pathLst>
              <a:path w="3176458" h="869446" fill="none">
                <a:moveTo>
                  <a:pt x="0" y="0"/>
                </a:moveTo>
                <a:cubicBezTo>
                  <a:pt x="142540" y="250456"/>
                  <a:pt x="372217" y="530785"/>
                  <a:pt x="775273" y="648855"/>
                </a:cubicBezTo>
                <a:cubicBezTo>
                  <a:pt x="1152586" y="759383"/>
                  <a:pt x="1567393" y="814536"/>
                  <a:pt x="1993334" y="842056"/>
                </a:cubicBezTo>
                <a:cubicBezTo>
                  <a:pt x="2206304" y="855816"/>
                  <a:pt x="2422058" y="862668"/>
                  <a:pt x="2637301" y="866079"/>
                </a:cubicBezTo>
                <a:cubicBezTo>
                  <a:pt x="2744922" y="867786"/>
                  <a:pt x="2852415" y="868631"/>
                  <a:pt x="2959370" y="869051"/>
                </a:cubicBezTo>
                <a:cubicBezTo>
                  <a:pt x="3012846" y="869261"/>
                  <a:pt x="3066188" y="869364"/>
                  <a:pt x="3119343" y="869415"/>
                </a:cubicBezTo>
                <a:lnTo>
                  <a:pt x="3176458" y="869446"/>
                </a:lnTo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1155CC"/>
            </a:solidFill>
            <a:custDash>
              <a:ds d="400000" sp="300000"/>
            </a:custDash>
            <a:round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D87899-0AA0-42AC-BFB9-B30BB0EF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7061" y="2401456"/>
            <a:ext cx="76957" cy="56016"/>
          </a:xfrm>
          <a:custGeom xmlns:a="http://schemas.openxmlformats.org/drawingml/2006/main">
            <a:pathLst>
              <a:path w="76957" h="56016">
                <a:moveTo>
                  <a:pt x="0" y="56016"/>
                </a:moveTo>
                <a:lnTo>
                  <a:pt x="10" y="0"/>
                </a:lnTo>
                <a:lnTo>
                  <a:pt x="76957" y="28022"/>
                </a:lnTo>
                <a:lnTo>
                  <a:pt x="0" y="56016"/>
                </a:lnTo>
                <a:close/>
              </a:path>
            </a:pathLst>
          </a:custGeom>
          <a:solidFill xmlns:a="http://schemas.openxmlformats.org/drawingml/2006/main">
            <a:srgbClr val="1155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7438D-A2D5-4A70-BFA9-0F63E4D9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7061" y="2401456"/>
            <a:ext cx="76957" cy="56016"/>
          </a:xfrm>
          <a:custGeom xmlns:a="http://schemas.openxmlformats.org/drawingml/2006/main">
            <a:pathLst>
              <a:path w="76957" h="56016" fill="none">
                <a:moveTo>
                  <a:pt x="0" y="56016"/>
                </a:moveTo>
                <a:lnTo>
                  <a:pt x="76957" y="28022"/>
                </a:lnTo>
                <a:lnTo>
                  <a:pt x="10" y="0"/>
                </a:lnTo>
                <a:lnTo>
                  <a:pt x="0" y="560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1155CC"/>
            </a:solidFill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20667-139A-4453-8EDF-3EFC9FD5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623" y="1635577"/>
            <a:ext cx="1969218" cy="263695"/>
          </a:xfrm>
          <a:custGeom xmlns:a="http://schemas.openxmlformats.org/drawingml/2006/main">
            <a:pathLst>
              <a:path w="1969218" h="263695">
                <a:moveTo>
                  <a:pt x="0" y="75001"/>
                </a:moveTo>
                <a:cubicBezTo>
                  <a:pt x="655604" y="0"/>
                  <a:pt x="1310915" y="263695"/>
                  <a:pt x="1969218" y="263695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B9C36B-55EC-4B66-83DA-B0409075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623" y="1673077"/>
            <a:ext cx="1867497" cy="224167"/>
          </a:xfrm>
          <a:custGeom xmlns:a="http://schemas.openxmlformats.org/drawingml/2006/main">
            <a:pathLst>
              <a:path w="1867497" h="224167" fill="none">
                <a:moveTo>
                  <a:pt x="0" y="37500"/>
                </a:moveTo>
                <a:cubicBezTo>
                  <a:pt x="327802" y="0"/>
                  <a:pt x="655531" y="47174"/>
                  <a:pt x="983596" y="103723"/>
                </a:cubicBezTo>
                <a:cubicBezTo>
                  <a:pt x="1147630" y="131997"/>
                  <a:pt x="1311747" y="162615"/>
                  <a:pt x="1476000" y="186165"/>
                </a:cubicBezTo>
                <a:cubicBezTo>
                  <a:pt x="1558127" y="197939"/>
                  <a:pt x="1640287" y="207947"/>
                  <a:pt x="1722488" y="215011"/>
                </a:cubicBezTo>
                <a:cubicBezTo>
                  <a:pt x="1763588" y="218543"/>
                  <a:pt x="1804699" y="221339"/>
                  <a:pt x="1845820" y="223252"/>
                </a:cubicBezTo>
                <a:cubicBezTo>
                  <a:pt x="1850960" y="223491"/>
                  <a:pt x="1856100" y="223716"/>
                  <a:pt x="1861241" y="223928"/>
                </a:cubicBezTo>
                <a:lnTo>
                  <a:pt x="1867497" y="224167"/>
                </a:lnTo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BF9000"/>
            </a:solidFill>
            <a:custDash>
              <a:ds d="400000" sp="300000"/>
            </a:custDash>
            <a:round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422EA-84F8-488F-8180-E6EA9487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561" y="1869242"/>
            <a:ext cx="77495" cy="56005"/>
          </a:xfrm>
          <a:custGeom xmlns:a="http://schemas.openxmlformats.org/drawingml/2006/main">
            <a:pathLst>
              <a:path w="77495" h="56005">
                <a:moveTo>
                  <a:pt x="0" y="56005"/>
                </a:moveTo>
                <a:lnTo>
                  <a:pt x="1117" y="0"/>
                </a:lnTo>
                <a:lnTo>
                  <a:pt x="77495" y="29536"/>
                </a:lnTo>
                <a:lnTo>
                  <a:pt x="0" y="56005"/>
                </a:lnTo>
                <a:close/>
              </a:path>
            </a:pathLst>
          </a:custGeom>
          <a:solidFill xmlns:a="http://schemas.openxmlformats.org/drawingml/2006/main">
            <a:srgbClr val="BF9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2E5A75-FC73-4D2C-AF00-B7F02B5C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561" y="1869242"/>
            <a:ext cx="77495" cy="56005"/>
          </a:xfrm>
          <a:custGeom xmlns:a="http://schemas.openxmlformats.org/drawingml/2006/main">
            <a:pathLst>
              <a:path w="77495" h="56005" fill="none">
                <a:moveTo>
                  <a:pt x="0" y="56005"/>
                </a:moveTo>
                <a:lnTo>
                  <a:pt x="77495" y="29536"/>
                </a:lnTo>
                <a:lnTo>
                  <a:pt x="1117" y="0"/>
                </a:lnTo>
                <a:lnTo>
                  <a:pt x="0" y="560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BF9000"/>
            </a:solidFill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654D59-B273-4A63-AB53-6E0947F4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463" y="3461813"/>
            <a:ext cx="2686969" cy="1004103"/>
          </a:xfrm>
          <a:custGeom xmlns:a="http://schemas.openxmlformats.org/drawingml/2006/main">
            <a:pathLst>
              <a:path w="2686969" h="1004103">
                <a:moveTo>
                  <a:pt x="22" y="22"/>
                </a:moveTo>
                <a:lnTo>
                  <a:pt x="22" y="22"/>
                </a:lnTo>
                <a:cubicBezTo>
                  <a:pt x="22" y="10"/>
                  <a:pt x="33" y="0"/>
                  <a:pt x="45" y="0"/>
                </a:cubicBezTo>
                <a:lnTo>
                  <a:pt x="2686946" y="22"/>
                </a:lnTo>
                <a:cubicBezTo>
                  <a:pt x="2686952" y="22"/>
                  <a:pt x="2686958" y="25"/>
                  <a:pt x="2686962" y="29"/>
                </a:cubicBezTo>
                <a:cubicBezTo>
                  <a:pt x="2686966" y="33"/>
                  <a:pt x="2686969" y="38"/>
                  <a:pt x="2686969" y="45"/>
                </a:cubicBezTo>
                <a:lnTo>
                  <a:pt x="2686946" y="1004080"/>
                </a:lnTo>
                <a:cubicBezTo>
                  <a:pt x="2686946" y="1004093"/>
                  <a:pt x="2686936" y="1004103"/>
                  <a:pt x="2686924" y="1004103"/>
                </a:cubicBezTo>
                <a:lnTo>
                  <a:pt x="22" y="1004080"/>
                </a:lnTo>
                <a:cubicBezTo>
                  <a:pt x="10" y="1004080"/>
                  <a:pt x="0" y="1004070"/>
                  <a:pt x="0" y="1004058"/>
                </a:cubicBezTo>
                <a:lnTo>
                  <a:pt x="22" y="22"/>
                </a:lnTo>
                <a:close/>
              </a:path>
            </a:pathLst>
          </a:custGeom>
          <a:solidFill xmlns:a="http://schemas.openxmlformats.org/drawingml/2006/main">
            <a:srgbClr val="EAFFE3">
              <a:alpha val="620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0E9E27-EA07-4E4C-B396-8503556A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463" y="3461813"/>
            <a:ext cx="2686969" cy="1004103"/>
          </a:xfrm>
          <a:custGeom xmlns:a="http://schemas.openxmlformats.org/drawingml/2006/main">
            <a:pathLst>
              <a:path w="2686969" h="1004103" fill="none">
                <a:moveTo>
                  <a:pt x="22" y="22"/>
                </a:moveTo>
                <a:lnTo>
                  <a:pt x="22" y="22"/>
                </a:lnTo>
                <a:cubicBezTo>
                  <a:pt x="22" y="10"/>
                  <a:pt x="33" y="0"/>
                  <a:pt x="45" y="0"/>
                </a:cubicBezTo>
                <a:lnTo>
                  <a:pt x="2686946" y="22"/>
                </a:lnTo>
                <a:cubicBezTo>
                  <a:pt x="2686952" y="22"/>
                  <a:pt x="2686958" y="25"/>
                  <a:pt x="2686962" y="29"/>
                </a:cubicBezTo>
                <a:cubicBezTo>
                  <a:pt x="2686966" y="33"/>
                  <a:pt x="2686969" y="38"/>
                  <a:pt x="2686969" y="45"/>
                </a:cubicBezTo>
                <a:lnTo>
                  <a:pt x="2686946" y="1004080"/>
                </a:lnTo>
                <a:cubicBezTo>
                  <a:pt x="2686946" y="1004093"/>
                  <a:pt x="2686936" y="1004103"/>
                  <a:pt x="2686924" y="1004103"/>
                </a:cubicBezTo>
                <a:lnTo>
                  <a:pt x="22" y="1004080"/>
                </a:lnTo>
                <a:cubicBezTo>
                  <a:pt x="10" y="1004080"/>
                  <a:pt x="0" y="1004070"/>
                  <a:pt x="0" y="1004058"/>
                </a:cubicBezTo>
                <a:lnTo>
                  <a:pt x="22" y="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93C47D"/>
            </a:solidFill>
            <a:round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41D16-EFF0-4FF0-AFC8-1A49ED31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44" y="3424848"/>
            <a:ext cx="2529105" cy="1055062"/>
          </a:xfrm>
          <a:custGeom xmlns:a="http://schemas.openxmlformats.org/drawingml/2006/main">
            <a:pathLst>
              <a:path w="2529105" h="1055062">
                <a:moveTo>
                  <a:pt x="0" y="0"/>
                </a:moveTo>
                <a:lnTo>
                  <a:pt x="2529105" y="0"/>
                </a:lnTo>
                <a:lnTo>
                  <a:pt x="2529105" y="1055062"/>
                </a:lnTo>
                <a:lnTo>
                  <a:pt x="0" y="10550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Text a1:">
            <a:extLst xmlns:a="http://schemas.openxmlformats.org/drawingml/2006/main">
              <a:ext uri="{FF2B5EF4-FFF2-40B4-BE49-F238E27FC236}">
                <a16:creationId xmlns:a16="http://schemas.microsoft.com/office/drawing/2014/main" id="{9FB900FC-D26E-4707-894A-3E5E5A7D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5001" y="3537755"/>
            <a:ext cx="227083" cy="105914"/>
          </a:xfrm>
          <a:custGeom xmlns:a="http://schemas.openxmlformats.org/drawingml/2006/main">
            <a:pathLst>
              <a:path w="227083" h="105914">
                <a:moveTo>
                  <a:pt x="50374" y="104479"/>
                </a:moveTo>
                <a:lnTo>
                  <a:pt x="70609" y="104479"/>
                </a:lnTo>
                <a:lnTo>
                  <a:pt x="70609" y="103259"/>
                </a:lnTo>
                <a:cubicBezTo>
                  <a:pt x="69605" y="101298"/>
                  <a:pt x="68839" y="98954"/>
                  <a:pt x="68313" y="96227"/>
                </a:cubicBezTo>
                <a:cubicBezTo>
                  <a:pt x="67787" y="93500"/>
                  <a:pt x="67524" y="90056"/>
                  <a:pt x="67524" y="85894"/>
                </a:cubicBezTo>
                <a:lnTo>
                  <a:pt x="67524" y="52598"/>
                </a:lnTo>
                <a:cubicBezTo>
                  <a:pt x="67524" y="48101"/>
                  <a:pt x="66687" y="44143"/>
                  <a:pt x="65012" y="40722"/>
                </a:cubicBezTo>
                <a:cubicBezTo>
                  <a:pt x="63338" y="37302"/>
                  <a:pt x="61018" y="34467"/>
                  <a:pt x="58052" y="32219"/>
                </a:cubicBezTo>
                <a:cubicBezTo>
                  <a:pt x="55086" y="29971"/>
                  <a:pt x="51582" y="28272"/>
                  <a:pt x="47539" y="27124"/>
                </a:cubicBezTo>
                <a:cubicBezTo>
                  <a:pt x="43497" y="25976"/>
                  <a:pt x="39132" y="25402"/>
                  <a:pt x="34444" y="25402"/>
                </a:cubicBezTo>
                <a:cubicBezTo>
                  <a:pt x="29229" y="25402"/>
                  <a:pt x="24601" y="26060"/>
                  <a:pt x="20559" y="27375"/>
                </a:cubicBezTo>
                <a:cubicBezTo>
                  <a:pt x="16516" y="28691"/>
                  <a:pt x="13108" y="30473"/>
                  <a:pt x="10333" y="32721"/>
                </a:cubicBezTo>
                <a:cubicBezTo>
                  <a:pt x="7511" y="34970"/>
                  <a:pt x="5370" y="37577"/>
                  <a:pt x="3911" y="40543"/>
                </a:cubicBezTo>
                <a:cubicBezTo>
                  <a:pt x="2452" y="43509"/>
                  <a:pt x="1722" y="46642"/>
                  <a:pt x="1722" y="49943"/>
                </a:cubicBezTo>
                <a:lnTo>
                  <a:pt x="21671" y="49943"/>
                </a:lnTo>
                <a:cubicBezTo>
                  <a:pt x="21671" y="48556"/>
                  <a:pt x="21874" y="47288"/>
                  <a:pt x="22281" y="46140"/>
                </a:cubicBezTo>
                <a:cubicBezTo>
                  <a:pt x="22687" y="44992"/>
                  <a:pt x="23321" y="44011"/>
                  <a:pt x="24182" y="43198"/>
                </a:cubicBezTo>
                <a:cubicBezTo>
                  <a:pt x="25139" y="42289"/>
                  <a:pt x="26383" y="41583"/>
                  <a:pt x="27914" y="41081"/>
                </a:cubicBezTo>
                <a:cubicBezTo>
                  <a:pt x="29444" y="40579"/>
                  <a:pt x="31262" y="40328"/>
                  <a:pt x="33367" y="40328"/>
                </a:cubicBezTo>
                <a:cubicBezTo>
                  <a:pt x="35759" y="40328"/>
                  <a:pt x="37852" y="40627"/>
                  <a:pt x="39646" y="41225"/>
                </a:cubicBezTo>
                <a:cubicBezTo>
                  <a:pt x="41440" y="41823"/>
                  <a:pt x="42935" y="42672"/>
                  <a:pt x="44131" y="43772"/>
                </a:cubicBezTo>
                <a:cubicBezTo>
                  <a:pt x="45279" y="44824"/>
                  <a:pt x="46140" y="46080"/>
                  <a:pt x="46714" y="47539"/>
                </a:cubicBezTo>
                <a:cubicBezTo>
                  <a:pt x="47288" y="48998"/>
                  <a:pt x="47575" y="50637"/>
                  <a:pt x="47575" y="52455"/>
                </a:cubicBezTo>
                <a:lnTo>
                  <a:pt x="47575" y="57047"/>
                </a:lnTo>
                <a:lnTo>
                  <a:pt x="36453" y="57047"/>
                </a:lnTo>
                <a:cubicBezTo>
                  <a:pt x="30712" y="57047"/>
                  <a:pt x="25629" y="57561"/>
                  <a:pt x="21204" y="58590"/>
                </a:cubicBezTo>
                <a:cubicBezTo>
                  <a:pt x="16779" y="59618"/>
                  <a:pt x="13060" y="61113"/>
                  <a:pt x="10046" y="63075"/>
                </a:cubicBezTo>
                <a:cubicBezTo>
                  <a:pt x="6697" y="65228"/>
                  <a:pt x="4186" y="67966"/>
                  <a:pt x="2512" y="71291"/>
                </a:cubicBezTo>
                <a:cubicBezTo>
                  <a:pt x="837" y="74616"/>
                  <a:pt x="0" y="78431"/>
                  <a:pt x="0" y="82736"/>
                </a:cubicBezTo>
                <a:cubicBezTo>
                  <a:pt x="0" y="86085"/>
                  <a:pt x="670" y="89183"/>
                  <a:pt x="2009" y="92029"/>
                </a:cubicBezTo>
                <a:cubicBezTo>
                  <a:pt x="3349" y="94875"/>
                  <a:pt x="5214" y="97327"/>
                  <a:pt x="7606" y="99384"/>
                </a:cubicBezTo>
                <a:cubicBezTo>
                  <a:pt x="9998" y="101441"/>
                  <a:pt x="12857" y="103044"/>
                  <a:pt x="16181" y="104192"/>
                </a:cubicBezTo>
                <a:cubicBezTo>
                  <a:pt x="19506" y="105340"/>
                  <a:pt x="23154" y="105914"/>
                  <a:pt x="27124" y="105914"/>
                </a:cubicBezTo>
                <a:cubicBezTo>
                  <a:pt x="29564" y="105914"/>
                  <a:pt x="31836" y="105687"/>
                  <a:pt x="33941" y="105232"/>
                </a:cubicBezTo>
                <a:cubicBezTo>
                  <a:pt x="36046" y="104778"/>
                  <a:pt x="37984" y="104144"/>
                  <a:pt x="39754" y="103331"/>
                </a:cubicBezTo>
                <a:cubicBezTo>
                  <a:pt x="41476" y="102565"/>
                  <a:pt x="43054" y="101656"/>
                  <a:pt x="44490" y="100604"/>
                </a:cubicBezTo>
                <a:cubicBezTo>
                  <a:pt x="45925" y="99551"/>
                  <a:pt x="47192" y="98427"/>
                  <a:pt x="48293" y="97231"/>
                </a:cubicBezTo>
                <a:cubicBezTo>
                  <a:pt x="48532" y="98619"/>
                  <a:pt x="48819" y="99934"/>
                  <a:pt x="49154" y="101178"/>
                </a:cubicBezTo>
                <a:cubicBezTo>
                  <a:pt x="49489" y="102422"/>
                  <a:pt x="49895" y="103522"/>
                  <a:pt x="50374" y="104479"/>
                </a:cubicBezTo>
                <a:moveTo>
                  <a:pt x="31358" y="90486"/>
                </a:moveTo>
                <a:cubicBezTo>
                  <a:pt x="29492" y="90486"/>
                  <a:pt x="27854" y="90259"/>
                  <a:pt x="26443" y="89804"/>
                </a:cubicBezTo>
                <a:cubicBezTo>
                  <a:pt x="25031" y="89350"/>
                  <a:pt x="23847" y="88740"/>
                  <a:pt x="22891" y="87975"/>
                </a:cubicBezTo>
                <a:cubicBezTo>
                  <a:pt x="21934" y="87161"/>
                  <a:pt x="21204" y="86169"/>
                  <a:pt x="20702" y="84997"/>
                </a:cubicBezTo>
                <a:cubicBezTo>
                  <a:pt x="20200" y="83825"/>
                  <a:pt x="19949" y="82545"/>
                  <a:pt x="19949" y="81158"/>
                </a:cubicBezTo>
                <a:cubicBezTo>
                  <a:pt x="19949" y="79388"/>
                  <a:pt x="20283" y="77749"/>
                  <a:pt x="20953" y="76242"/>
                </a:cubicBezTo>
                <a:cubicBezTo>
                  <a:pt x="21623" y="74735"/>
                  <a:pt x="22651" y="73432"/>
                  <a:pt x="24039" y="72331"/>
                </a:cubicBezTo>
                <a:cubicBezTo>
                  <a:pt x="25426" y="71279"/>
                  <a:pt x="27220" y="70454"/>
                  <a:pt x="29421" y="69856"/>
                </a:cubicBezTo>
                <a:cubicBezTo>
                  <a:pt x="31621" y="69258"/>
                  <a:pt x="34276" y="68959"/>
                  <a:pt x="37386" y="68959"/>
                </a:cubicBezTo>
                <a:lnTo>
                  <a:pt x="47575" y="68959"/>
                </a:lnTo>
                <a:lnTo>
                  <a:pt x="47575" y="82306"/>
                </a:lnTo>
                <a:cubicBezTo>
                  <a:pt x="47001" y="83310"/>
                  <a:pt x="46212" y="84303"/>
                  <a:pt x="45207" y="85284"/>
                </a:cubicBezTo>
                <a:cubicBezTo>
                  <a:pt x="44203" y="86264"/>
                  <a:pt x="43007" y="87137"/>
                  <a:pt x="41619" y="87903"/>
                </a:cubicBezTo>
                <a:cubicBezTo>
                  <a:pt x="40232" y="88668"/>
                  <a:pt x="38677" y="89290"/>
                  <a:pt x="36955" y="89769"/>
                </a:cubicBezTo>
                <a:cubicBezTo>
                  <a:pt x="35233" y="90247"/>
                  <a:pt x="33367" y="90486"/>
                  <a:pt x="31358" y="90486"/>
                </a:cubicBezTo>
                <a:close/>
                <a:moveTo>
                  <a:pt x="138908" y="104479"/>
                </a:moveTo>
                <a:lnTo>
                  <a:pt x="138908" y="0"/>
                </a:lnTo>
                <a:lnTo>
                  <a:pt x="137832" y="0"/>
                </a:lnTo>
                <a:lnTo>
                  <a:pt x="92338" y="16432"/>
                </a:lnTo>
                <a:lnTo>
                  <a:pt x="92338" y="33798"/>
                </a:lnTo>
                <a:lnTo>
                  <a:pt x="118744" y="24326"/>
                </a:lnTo>
                <a:lnTo>
                  <a:pt x="118744" y="104479"/>
                </a:lnTo>
                <a:lnTo>
                  <a:pt x="138908" y="104479"/>
                </a:lnTo>
                <a:close/>
                <a:moveTo>
                  <a:pt x="199385" y="92926"/>
                </a:moveTo>
                <a:cubicBezTo>
                  <a:pt x="199385" y="96609"/>
                  <a:pt x="200629" y="99695"/>
                  <a:pt x="203116" y="102183"/>
                </a:cubicBezTo>
                <a:cubicBezTo>
                  <a:pt x="205604" y="104670"/>
                  <a:pt x="208976" y="105914"/>
                  <a:pt x="213234" y="105914"/>
                </a:cubicBezTo>
                <a:cubicBezTo>
                  <a:pt x="217444" y="105914"/>
                  <a:pt x="220804" y="104682"/>
                  <a:pt x="223316" y="102218"/>
                </a:cubicBezTo>
                <a:cubicBezTo>
                  <a:pt x="225827" y="99755"/>
                  <a:pt x="227083" y="96657"/>
                  <a:pt x="227083" y="92926"/>
                </a:cubicBezTo>
                <a:cubicBezTo>
                  <a:pt x="227083" y="89194"/>
                  <a:pt x="225851" y="86061"/>
                  <a:pt x="223388" y="83526"/>
                </a:cubicBezTo>
                <a:cubicBezTo>
                  <a:pt x="220924" y="80990"/>
                  <a:pt x="217539" y="79723"/>
                  <a:pt x="213234" y="79723"/>
                </a:cubicBezTo>
                <a:cubicBezTo>
                  <a:pt x="208881" y="79723"/>
                  <a:pt x="205484" y="81002"/>
                  <a:pt x="203044" y="83562"/>
                </a:cubicBezTo>
                <a:cubicBezTo>
                  <a:pt x="200605" y="86121"/>
                  <a:pt x="199385" y="89242"/>
                  <a:pt x="199385" y="92926"/>
                </a:cubicBezTo>
                <a:moveTo>
                  <a:pt x="199385" y="33654"/>
                </a:moveTo>
                <a:cubicBezTo>
                  <a:pt x="199385" y="37338"/>
                  <a:pt x="200629" y="40423"/>
                  <a:pt x="203116" y="42911"/>
                </a:cubicBezTo>
                <a:cubicBezTo>
                  <a:pt x="205604" y="45399"/>
                  <a:pt x="208976" y="46642"/>
                  <a:pt x="213234" y="46642"/>
                </a:cubicBezTo>
                <a:cubicBezTo>
                  <a:pt x="217444" y="46642"/>
                  <a:pt x="220804" y="45410"/>
                  <a:pt x="223316" y="42947"/>
                </a:cubicBezTo>
                <a:cubicBezTo>
                  <a:pt x="225827" y="40483"/>
                  <a:pt x="227083" y="37386"/>
                  <a:pt x="227083" y="33654"/>
                </a:cubicBezTo>
                <a:cubicBezTo>
                  <a:pt x="227083" y="29923"/>
                  <a:pt x="225851" y="26789"/>
                  <a:pt x="223388" y="24254"/>
                </a:cubicBezTo>
                <a:cubicBezTo>
                  <a:pt x="220924" y="21719"/>
                  <a:pt x="217539" y="20451"/>
                  <a:pt x="213234" y="20451"/>
                </a:cubicBezTo>
                <a:cubicBezTo>
                  <a:pt x="208881" y="20451"/>
                  <a:pt x="205484" y="21731"/>
                  <a:pt x="203044" y="24290"/>
                </a:cubicBezTo>
                <a:cubicBezTo>
                  <a:pt x="200605" y="26849"/>
                  <a:pt x="199385" y="29971"/>
                  <a:pt x="199385" y="336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Text context,Buffer*">
            <a:extLst xmlns:a="http://schemas.openxmlformats.org/drawingml/2006/main">
              <a:ext uri="{FF2B5EF4-FFF2-40B4-BE49-F238E27FC236}">
                <a16:creationId xmlns:a16="http://schemas.microsoft.com/office/drawing/2014/main" id="{A37339B3-A1B5-40A8-967D-720D22C1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98" y="3528786"/>
            <a:ext cx="1398695" cy="142582"/>
          </a:xfrm>
          <a:custGeom xmlns:a="http://schemas.openxmlformats.org/drawingml/2006/main">
            <a:pathLst>
              <a:path w="1398695" h="142582">
                <a:moveTo>
                  <a:pt x="36094" y="98954"/>
                </a:moveTo>
                <a:cubicBezTo>
                  <a:pt x="32889" y="98954"/>
                  <a:pt x="30246" y="98308"/>
                  <a:pt x="28165" y="97016"/>
                </a:cubicBezTo>
                <a:cubicBezTo>
                  <a:pt x="26084" y="95724"/>
                  <a:pt x="24445" y="94002"/>
                  <a:pt x="23249" y="91850"/>
                </a:cubicBezTo>
                <a:cubicBezTo>
                  <a:pt x="22006" y="89745"/>
                  <a:pt x="21145" y="87293"/>
                  <a:pt x="20666" y="84494"/>
                </a:cubicBezTo>
                <a:cubicBezTo>
                  <a:pt x="20188" y="81696"/>
                  <a:pt x="19949" y="78790"/>
                  <a:pt x="19949" y="75776"/>
                </a:cubicBezTo>
                <a:lnTo>
                  <a:pt x="19949" y="73623"/>
                </a:lnTo>
                <a:cubicBezTo>
                  <a:pt x="19949" y="70657"/>
                  <a:pt x="20200" y="67787"/>
                  <a:pt x="20702" y="65012"/>
                </a:cubicBezTo>
                <a:cubicBezTo>
                  <a:pt x="21204" y="62238"/>
                  <a:pt x="22077" y="59774"/>
                  <a:pt x="23321" y="57621"/>
                </a:cubicBezTo>
                <a:cubicBezTo>
                  <a:pt x="24517" y="55468"/>
                  <a:pt x="26144" y="53746"/>
                  <a:pt x="28201" y="52455"/>
                </a:cubicBezTo>
                <a:cubicBezTo>
                  <a:pt x="30258" y="51163"/>
                  <a:pt x="32865" y="50517"/>
                  <a:pt x="36022" y="50517"/>
                </a:cubicBezTo>
                <a:cubicBezTo>
                  <a:pt x="38175" y="50517"/>
                  <a:pt x="40160" y="50888"/>
                  <a:pt x="41978" y="51629"/>
                </a:cubicBezTo>
                <a:cubicBezTo>
                  <a:pt x="43796" y="52371"/>
                  <a:pt x="45351" y="53364"/>
                  <a:pt x="46642" y="54607"/>
                </a:cubicBezTo>
                <a:cubicBezTo>
                  <a:pt x="47934" y="55851"/>
                  <a:pt x="48915" y="57334"/>
                  <a:pt x="49584" y="59056"/>
                </a:cubicBezTo>
                <a:cubicBezTo>
                  <a:pt x="50254" y="60779"/>
                  <a:pt x="50541" y="62596"/>
                  <a:pt x="50445" y="64510"/>
                </a:cubicBezTo>
                <a:lnTo>
                  <a:pt x="69246" y="64510"/>
                </a:lnTo>
                <a:cubicBezTo>
                  <a:pt x="69342" y="59917"/>
                  <a:pt x="68576" y="55767"/>
                  <a:pt x="66950" y="52060"/>
                </a:cubicBezTo>
                <a:cubicBezTo>
                  <a:pt x="65323" y="48353"/>
                  <a:pt x="63051" y="45183"/>
                  <a:pt x="60133" y="42552"/>
                </a:cubicBezTo>
                <a:cubicBezTo>
                  <a:pt x="57167" y="39969"/>
                  <a:pt x="53651" y="37960"/>
                  <a:pt x="49584" y="36525"/>
                </a:cubicBezTo>
                <a:cubicBezTo>
                  <a:pt x="45518" y="35089"/>
                  <a:pt x="41093" y="34372"/>
                  <a:pt x="36309" y="34372"/>
                </a:cubicBezTo>
                <a:cubicBezTo>
                  <a:pt x="30329" y="34372"/>
                  <a:pt x="25079" y="35400"/>
                  <a:pt x="20559" y="37457"/>
                </a:cubicBezTo>
                <a:cubicBezTo>
                  <a:pt x="16038" y="39514"/>
                  <a:pt x="12247" y="42313"/>
                  <a:pt x="9185" y="45853"/>
                </a:cubicBezTo>
                <a:cubicBezTo>
                  <a:pt x="6123" y="49393"/>
                  <a:pt x="3827" y="53543"/>
                  <a:pt x="2296" y="58303"/>
                </a:cubicBezTo>
                <a:cubicBezTo>
                  <a:pt x="765" y="63063"/>
                  <a:pt x="0" y="68170"/>
                  <a:pt x="0" y="73623"/>
                </a:cubicBezTo>
                <a:lnTo>
                  <a:pt x="0" y="75776"/>
                </a:lnTo>
                <a:cubicBezTo>
                  <a:pt x="0" y="81229"/>
                  <a:pt x="777" y="86336"/>
                  <a:pt x="2332" y="91096"/>
                </a:cubicBezTo>
                <a:cubicBezTo>
                  <a:pt x="3887" y="95856"/>
                  <a:pt x="6195" y="100006"/>
                  <a:pt x="9257" y="103546"/>
                </a:cubicBezTo>
                <a:cubicBezTo>
                  <a:pt x="12271" y="107086"/>
                  <a:pt x="16050" y="109873"/>
                  <a:pt x="20594" y="111906"/>
                </a:cubicBezTo>
                <a:cubicBezTo>
                  <a:pt x="25139" y="113939"/>
                  <a:pt x="30425" y="114955"/>
                  <a:pt x="36453" y="114955"/>
                </a:cubicBezTo>
                <a:cubicBezTo>
                  <a:pt x="40902" y="114955"/>
                  <a:pt x="45123" y="114250"/>
                  <a:pt x="49118" y="112839"/>
                </a:cubicBezTo>
                <a:cubicBezTo>
                  <a:pt x="53112" y="111427"/>
                  <a:pt x="56617" y="109478"/>
                  <a:pt x="59630" y="106990"/>
                </a:cubicBezTo>
                <a:cubicBezTo>
                  <a:pt x="62644" y="104503"/>
                  <a:pt x="65024" y="101537"/>
                  <a:pt x="66770" y="98092"/>
                </a:cubicBezTo>
                <a:cubicBezTo>
                  <a:pt x="68516" y="94648"/>
                  <a:pt x="69342" y="90917"/>
                  <a:pt x="69246" y="86898"/>
                </a:cubicBezTo>
                <a:lnTo>
                  <a:pt x="50445" y="86898"/>
                </a:lnTo>
                <a:cubicBezTo>
                  <a:pt x="50541" y="88716"/>
                  <a:pt x="50218" y="90367"/>
                  <a:pt x="49477" y="91850"/>
                </a:cubicBezTo>
                <a:cubicBezTo>
                  <a:pt x="48735" y="93333"/>
                  <a:pt x="47695" y="94600"/>
                  <a:pt x="46355" y="95653"/>
                </a:cubicBezTo>
                <a:cubicBezTo>
                  <a:pt x="45016" y="96705"/>
                  <a:pt x="43461" y="97518"/>
                  <a:pt x="41691" y="98092"/>
                </a:cubicBezTo>
                <a:cubicBezTo>
                  <a:pt x="39921" y="98666"/>
                  <a:pt x="38055" y="98954"/>
                  <a:pt x="36094" y="98954"/>
                </a:cubicBezTo>
                <a:close/>
                <a:moveTo>
                  <a:pt x="87171" y="73910"/>
                </a:moveTo>
                <a:lnTo>
                  <a:pt x="87171" y="75417"/>
                </a:lnTo>
                <a:cubicBezTo>
                  <a:pt x="87171" y="81110"/>
                  <a:pt x="87985" y="86360"/>
                  <a:pt x="89611" y="91168"/>
                </a:cubicBezTo>
                <a:cubicBezTo>
                  <a:pt x="91238" y="95976"/>
                  <a:pt x="93629" y="100149"/>
                  <a:pt x="96787" y="103689"/>
                </a:cubicBezTo>
                <a:cubicBezTo>
                  <a:pt x="99896" y="107230"/>
                  <a:pt x="103735" y="109992"/>
                  <a:pt x="108304" y="111977"/>
                </a:cubicBezTo>
                <a:cubicBezTo>
                  <a:pt x="112872" y="113963"/>
                  <a:pt x="118075" y="114955"/>
                  <a:pt x="123911" y="114955"/>
                </a:cubicBezTo>
                <a:cubicBezTo>
                  <a:pt x="129700" y="114955"/>
                  <a:pt x="134866" y="113963"/>
                  <a:pt x="139411" y="111977"/>
                </a:cubicBezTo>
                <a:cubicBezTo>
                  <a:pt x="143955" y="109992"/>
                  <a:pt x="147782" y="107230"/>
                  <a:pt x="150892" y="103689"/>
                </a:cubicBezTo>
                <a:cubicBezTo>
                  <a:pt x="154001" y="100149"/>
                  <a:pt x="156369" y="95976"/>
                  <a:pt x="157996" y="91168"/>
                </a:cubicBezTo>
                <a:cubicBezTo>
                  <a:pt x="159622" y="86360"/>
                  <a:pt x="160436" y="81110"/>
                  <a:pt x="160436" y="75417"/>
                </a:cubicBezTo>
                <a:lnTo>
                  <a:pt x="160436" y="73910"/>
                </a:lnTo>
                <a:cubicBezTo>
                  <a:pt x="160436" y="68265"/>
                  <a:pt x="159622" y="63039"/>
                  <a:pt x="157996" y="58231"/>
                </a:cubicBezTo>
                <a:cubicBezTo>
                  <a:pt x="156369" y="53423"/>
                  <a:pt x="154001" y="49250"/>
                  <a:pt x="150892" y="45709"/>
                </a:cubicBezTo>
                <a:cubicBezTo>
                  <a:pt x="147735" y="42169"/>
                  <a:pt x="143884" y="39395"/>
                  <a:pt x="139339" y="37386"/>
                </a:cubicBezTo>
                <a:cubicBezTo>
                  <a:pt x="134794" y="35376"/>
                  <a:pt x="129604" y="34372"/>
                  <a:pt x="123768" y="34372"/>
                </a:cubicBezTo>
                <a:cubicBezTo>
                  <a:pt x="117931" y="34372"/>
                  <a:pt x="112753" y="35376"/>
                  <a:pt x="108232" y="37386"/>
                </a:cubicBezTo>
                <a:cubicBezTo>
                  <a:pt x="103711" y="39395"/>
                  <a:pt x="99896" y="42169"/>
                  <a:pt x="96787" y="45709"/>
                </a:cubicBezTo>
                <a:cubicBezTo>
                  <a:pt x="93629" y="49250"/>
                  <a:pt x="91238" y="53423"/>
                  <a:pt x="89611" y="58231"/>
                </a:cubicBezTo>
                <a:cubicBezTo>
                  <a:pt x="87985" y="63039"/>
                  <a:pt x="87171" y="68265"/>
                  <a:pt x="87171" y="73910"/>
                </a:cubicBezTo>
                <a:moveTo>
                  <a:pt x="107120" y="75417"/>
                </a:moveTo>
                <a:lnTo>
                  <a:pt x="107120" y="73910"/>
                </a:lnTo>
                <a:cubicBezTo>
                  <a:pt x="107120" y="70753"/>
                  <a:pt x="107431" y="67763"/>
                  <a:pt x="108053" y="64940"/>
                </a:cubicBezTo>
                <a:cubicBezTo>
                  <a:pt x="108675" y="62118"/>
                  <a:pt x="109655" y="59630"/>
                  <a:pt x="110995" y="57478"/>
                </a:cubicBezTo>
                <a:cubicBezTo>
                  <a:pt x="112334" y="55325"/>
                  <a:pt x="114056" y="53627"/>
                  <a:pt x="116161" y="52383"/>
                </a:cubicBezTo>
                <a:cubicBezTo>
                  <a:pt x="118266" y="51139"/>
                  <a:pt x="120802" y="50517"/>
                  <a:pt x="123768" y="50517"/>
                </a:cubicBezTo>
                <a:cubicBezTo>
                  <a:pt x="126781" y="50517"/>
                  <a:pt x="129341" y="51139"/>
                  <a:pt x="131446" y="52383"/>
                </a:cubicBezTo>
                <a:cubicBezTo>
                  <a:pt x="133550" y="53627"/>
                  <a:pt x="135273" y="55325"/>
                  <a:pt x="136612" y="57478"/>
                </a:cubicBezTo>
                <a:cubicBezTo>
                  <a:pt x="137904" y="59630"/>
                  <a:pt x="138861" y="62118"/>
                  <a:pt x="139482" y="64940"/>
                </a:cubicBezTo>
                <a:cubicBezTo>
                  <a:pt x="140104" y="67763"/>
                  <a:pt x="140415" y="70753"/>
                  <a:pt x="140415" y="73910"/>
                </a:cubicBezTo>
                <a:lnTo>
                  <a:pt x="140415" y="75417"/>
                </a:lnTo>
                <a:cubicBezTo>
                  <a:pt x="140415" y="78670"/>
                  <a:pt x="140104" y="81720"/>
                  <a:pt x="139482" y="84566"/>
                </a:cubicBezTo>
                <a:cubicBezTo>
                  <a:pt x="138861" y="87413"/>
                  <a:pt x="137904" y="89888"/>
                  <a:pt x="136612" y="91993"/>
                </a:cubicBezTo>
                <a:cubicBezTo>
                  <a:pt x="135273" y="94146"/>
                  <a:pt x="133550" y="95844"/>
                  <a:pt x="131446" y="97088"/>
                </a:cubicBezTo>
                <a:cubicBezTo>
                  <a:pt x="129341" y="98332"/>
                  <a:pt x="126829" y="98954"/>
                  <a:pt x="123911" y="98954"/>
                </a:cubicBezTo>
                <a:cubicBezTo>
                  <a:pt x="120897" y="98954"/>
                  <a:pt x="118326" y="98332"/>
                  <a:pt x="116197" y="97088"/>
                </a:cubicBezTo>
                <a:cubicBezTo>
                  <a:pt x="114068" y="95844"/>
                  <a:pt x="112334" y="94146"/>
                  <a:pt x="110995" y="91993"/>
                </a:cubicBezTo>
                <a:cubicBezTo>
                  <a:pt x="109655" y="89888"/>
                  <a:pt x="108675" y="87413"/>
                  <a:pt x="108053" y="84566"/>
                </a:cubicBezTo>
                <a:cubicBezTo>
                  <a:pt x="107431" y="81720"/>
                  <a:pt x="107120" y="78670"/>
                  <a:pt x="107120" y="75417"/>
                </a:cubicBezTo>
                <a:close/>
                <a:moveTo>
                  <a:pt x="178074" y="113449"/>
                </a:moveTo>
                <a:lnTo>
                  <a:pt x="198094" y="113449"/>
                </a:lnTo>
                <a:lnTo>
                  <a:pt x="198094" y="58267"/>
                </a:lnTo>
                <a:cubicBezTo>
                  <a:pt x="198764" y="57215"/>
                  <a:pt x="199505" y="56258"/>
                  <a:pt x="200319" y="55397"/>
                </a:cubicBezTo>
                <a:cubicBezTo>
                  <a:pt x="201132" y="54536"/>
                  <a:pt x="202041" y="53794"/>
                  <a:pt x="203046" y="53172"/>
                </a:cubicBezTo>
                <a:cubicBezTo>
                  <a:pt x="204289" y="52311"/>
                  <a:pt x="205713" y="51665"/>
                  <a:pt x="207315" y="51235"/>
                </a:cubicBezTo>
                <a:cubicBezTo>
                  <a:pt x="208918" y="50804"/>
                  <a:pt x="210676" y="50589"/>
                  <a:pt x="212589" y="50589"/>
                </a:cubicBezTo>
                <a:cubicBezTo>
                  <a:pt x="214885" y="50589"/>
                  <a:pt x="216943" y="50816"/>
                  <a:pt x="218760" y="51271"/>
                </a:cubicBezTo>
                <a:cubicBezTo>
                  <a:pt x="220578" y="51725"/>
                  <a:pt x="222133" y="52526"/>
                  <a:pt x="223425" y="53675"/>
                </a:cubicBezTo>
                <a:cubicBezTo>
                  <a:pt x="224716" y="54823"/>
                  <a:pt x="225709" y="56389"/>
                  <a:pt x="226403" y="58375"/>
                </a:cubicBezTo>
                <a:cubicBezTo>
                  <a:pt x="227096" y="60360"/>
                  <a:pt x="227443" y="62883"/>
                  <a:pt x="227443" y="65945"/>
                </a:cubicBezTo>
                <a:lnTo>
                  <a:pt x="227443" y="113449"/>
                </a:lnTo>
                <a:lnTo>
                  <a:pt x="247392" y="113449"/>
                </a:lnTo>
                <a:lnTo>
                  <a:pt x="247392" y="65658"/>
                </a:lnTo>
                <a:cubicBezTo>
                  <a:pt x="247392" y="60013"/>
                  <a:pt x="246734" y="55217"/>
                  <a:pt x="245418" y="51271"/>
                </a:cubicBezTo>
                <a:cubicBezTo>
                  <a:pt x="244103" y="47324"/>
                  <a:pt x="242273" y="44083"/>
                  <a:pt x="239929" y="41548"/>
                </a:cubicBezTo>
                <a:cubicBezTo>
                  <a:pt x="237537" y="39060"/>
                  <a:pt x="234714" y="37242"/>
                  <a:pt x="231461" y="36094"/>
                </a:cubicBezTo>
                <a:cubicBezTo>
                  <a:pt x="228208" y="34946"/>
                  <a:pt x="224621" y="34372"/>
                  <a:pt x="220698" y="34372"/>
                </a:cubicBezTo>
                <a:cubicBezTo>
                  <a:pt x="217636" y="34372"/>
                  <a:pt x="214742" y="34802"/>
                  <a:pt x="212015" y="35663"/>
                </a:cubicBezTo>
                <a:cubicBezTo>
                  <a:pt x="209288" y="36525"/>
                  <a:pt x="206777" y="37768"/>
                  <a:pt x="204481" y="39395"/>
                </a:cubicBezTo>
                <a:cubicBezTo>
                  <a:pt x="203141" y="40352"/>
                  <a:pt x="201873" y="41428"/>
                  <a:pt x="200678" y="42624"/>
                </a:cubicBezTo>
                <a:cubicBezTo>
                  <a:pt x="199482" y="43820"/>
                  <a:pt x="198381" y="45135"/>
                  <a:pt x="197377" y="46571"/>
                </a:cubicBezTo>
                <a:lnTo>
                  <a:pt x="196157" y="35807"/>
                </a:lnTo>
                <a:lnTo>
                  <a:pt x="178074" y="35807"/>
                </a:lnTo>
                <a:lnTo>
                  <a:pt x="178074" y="113449"/>
                </a:lnTo>
                <a:close/>
                <a:moveTo>
                  <a:pt x="302845" y="16791"/>
                </a:moveTo>
                <a:lnTo>
                  <a:pt x="282896" y="16791"/>
                </a:lnTo>
                <a:lnTo>
                  <a:pt x="282896" y="35807"/>
                </a:lnTo>
                <a:lnTo>
                  <a:pt x="265172" y="35807"/>
                </a:lnTo>
                <a:lnTo>
                  <a:pt x="265172" y="50517"/>
                </a:lnTo>
                <a:lnTo>
                  <a:pt x="282896" y="50517"/>
                </a:lnTo>
                <a:lnTo>
                  <a:pt x="282896" y="85822"/>
                </a:lnTo>
                <a:cubicBezTo>
                  <a:pt x="282896" y="90941"/>
                  <a:pt x="283566" y="95330"/>
                  <a:pt x="284906" y="98989"/>
                </a:cubicBezTo>
                <a:cubicBezTo>
                  <a:pt x="286245" y="102649"/>
                  <a:pt x="288159" y="105651"/>
                  <a:pt x="290646" y="107995"/>
                </a:cubicBezTo>
                <a:cubicBezTo>
                  <a:pt x="293086" y="110387"/>
                  <a:pt x="296040" y="112145"/>
                  <a:pt x="299508" y="113269"/>
                </a:cubicBezTo>
                <a:cubicBezTo>
                  <a:pt x="302977" y="114393"/>
                  <a:pt x="306839" y="114955"/>
                  <a:pt x="311097" y="114955"/>
                </a:cubicBezTo>
                <a:cubicBezTo>
                  <a:pt x="313298" y="114955"/>
                  <a:pt x="315534" y="114848"/>
                  <a:pt x="317806" y="114633"/>
                </a:cubicBezTo>
                <a:cubicBezTo>
                  <a:pt x="320079" y="114417"/>
                  <a:pt x="322267" y="114118"/>
                  <a:pt x="324372" y="113736"/>
                </a:cubicBezTo>
                <a:cubicBezTo>
                  <a:pt x="326477" y="113353"/>
                  <a:pt x="328462" y="112862"/>
                  <a:pt x="330328" y="112265"/>
                </a:cubicBezTo>
                <a:cubicBezTo>
                  <a:pt x="332194" y="111667"/>
                  <a:pt x="333820" y="110961"/>
                  <a:pt x="335208" y="110148"/>
                </a:cubicBezTo>
                <a:lnTo>
                  <a:pt x="333270" y="96442"/>
                </a:lnTo>
                <a:cubicBezTo>
                  <a:pt x="332361" y="96681"/>
                  <a:pt x="331273" y="96920"/>
                  <a:pt x="330005" y="97160"/>
                </a:cubicBezTo>
                <a:cubicBezTo>
                  <a:pt x="328737" y="97399"/>
                  <a:pt x="327386" y="97614"/>
                  <a:pt x="325951" y="97805"/>
                </a:cubicBezTo>
                <a:cubicBezTo>
                  <a:pt x="324468" y="98045"/>
                  <a:pt x="322925" y="98236"/>
                  <a:pt x="321323" y="98379"/>
                </a:cubicBezTo>
                <a:cubicBezTo>
                  <a:pt x="319720" y="98523"/>
                  <a:pt x="318153" y="98595"/>
                  <a:pt x="316622" y="98595"/>
                </a:cubicBezTo>
                <a:cubicBezTo>
                  <a:pt x="314518" y="98595"/>
                  <a:pt x="312616" y="98356"/>
                  <a:pt x="310918" y="97877"/>
                </a:cubicBezTo>
                <a:cubicBezTo>
                  <a:pt x="309219" y="97399"/>
                  <a:pt x="307772" y="96586"/>
                  <a:pt x="306576" y="95437"/>
                </a:cubicBezTo>
                <a:cubicBezTo>
                  <a:pt x="305380" y="94337"/>
                  <a:pt x="304460" y="92842"/>
                  <a:pt x="303814" y="90953"/>
                </a:cubicBezTo>
                <a:cubicBezTo>
                  <a:pt x="303168" y="89063"/>
                  <a:pt x="302845" y="86707"/>
                  <a:pt x="302845" y="83884"/>
                </a:cubicBezTo>
                <a:lnTo>
                  <a:pt x="302845" y="50517"/>
                </a:lnTo>
                <a:lnTo>
                  <a:pt x="331835" y="50517"/>
                </a:lnTo>
                <a:lnTo>
                  <a:pt x="331835" y="35807"/>
                </a:lnTo>
                <a:lnTo>
                  <a:pt x="302845" y="35807"/>
                </a:lnTo>
                <a:lnTo>
                  <a:pt x="302845" y="16791"/>
                </a:lnTo>
                <a:close/>
                <a:moveTo>
                  <a:pt x="392097" y="114884"/>
                </a:moveTo>
                <a:cubicBezTo>
                  <a:pt x="399608" y="114884"/>
                  <a:pt x="406114" y="113425"/>
                  <a:pt x="411616" y="110506"/>
                </a:cubicBezTo>
                <a:cubicBezTo>
                  <a:pt x="417117" y="107588"/>
                  <a:pt x="421135" y="104335"/>
                  <a:pt x="423671" y="100747"/>
                </a:cubicBezTo>
                <a:lnTo>
                  <a:pt x="413696" y="89984"/>
                </a:lnTo>
                <a:cubicBezTo>
                  <a:pt x="411400" y="92950"/>
                  <a:pt x="408410" y="95174"/>
                  <a:pt x="404727" y="96657"/>
                </a:cubicBezTo>
                <a:cubicBezTo>
                  <a:pt x="401043" y="98140"/>
                  <a:pt x="397240" y="98882"/>
                  <a:pt x="393317" y="98882"/>
                </a:cubicBezTo>
                <a:cubicBezTo>
                  <a:pt x="390543" y="98882"/>
                  <a:pt x="387983" y="98451"/>
                  <a:pt x="385639" y="97590"/>
                </a:cubicBezTo>
                <a:cubicBezTo>
                  <a:pt x="383295" y="96729"/>
                  <a:pt x="381214" y="95509"/>
                  <a:pt x="379396" y="93930"/>
                </a:cubicBezTo>
                <a:cubicBezTo>
                  <a:pt x="377626" y="92400"/>
                  <a:pt x="376215" y="90689"/>
                  <a:pt x="375163" y="88800"/>
                </a:cubicBezTo>
                <a:cubicBezTo>
                  <a:pt x="374110" y="86910"/>
                  <a:pt x="373249" y="84411"/>
                  <a:pt x="372579" y="81301"/>
                </a:cubicBezTo>
                <a:lnTo>
                  <a:pt x="372579" y="81086"/>
                </a:lnTo>
                <a:lnTo>
                  <a:pt x="425249" y="81086"/>
                </a:lnTo>
                <a:lnTo>
                  <a:pt x="425249" y="72619"/>
                </a:lnTo>
                <a:cubicBezTo>
                  <a:pt x="425249" y="66926"/>
                  <a:pt x="424460" y="61723"/>
                  <a:pt x="422881" y="57011"/>
                </a:cubicBezTo>
                <a:cubicBezTo>
                  <a:pt x="421303" y="52299"/>
                  <a:pt x="419007" y="48269"/>
                  <a:pt x="415993" y="44920"/>
                </a:cubicBezTo>
                <a:cubicBezTo>
                  <a:pt x="412931" y="41571"/>
                  <a:pt x="409212" y="38976"/>
                  <a:pt x="404834" y="37134"/>
                </a:cubicBezTo>
                <a:cubicBezTo>
                  <a:pt x="400457" y="35293"/>
                  <a:pt x="395470" y="34372"/>
                  <a:pt x="389873" y="34372"/>
                </a:cubicBezTo>
                <a:cubicBezTo>
                  <a:pt x="384467" y="34372"/>
                  <a:pt x="379468" y="35352"/>
                  <a:pt x="374876" y="37314"/>
                </a:cubicBezTo>
                <a:cubicBezTo>
                  <a:pt x="370283" y="39275"/>
                  <a:pt x="366313" y="42026"/>
                  <a:pt x="362964" y="45566"/>
                </a:cubicBezTo>
                <a:cubicBezTo>
                  <a:pt x="359615" y="49106"/>
                  <a:pt x="357008" y="53328"/>
                  <a:pt x="355142" y="58231"/>
                </a:cubicBezTo>
                <a:cubicBezTo>
                  <a:pt x="353277" y="63135"/>
                  <a:pt x="352344" y="68552"/>
                  <a:pt x="352344" y="74484"/>
                </a:cubicBezTo>
                <a:lnTo>
                  <a:pt x="352344" y="77355"/>
                </a:lnTo>
                <a:cubicBezTo>
                  <a:pt x="352344" y="82569"/>
                  <a:pt x="353289" y="87460"/>
                  <a:pt x="355178" y="92029"/>
                </a:cubicBezTo>
                <a:cubicBezTo>
                  <a:pt x="357068" y="96597"/>
                  <a:pt x="359759" y="100556"/>
                  <a:pt x="363251" y="103905"/>
                </a:cubicBezTo>
                <a:cubicBezTo>
                  <a:pt x="366743" y="107301"/>
                  <a:pt x="370929" y="109980"/>
                  <a:pt x="375809" y="111942"/>
                </a:cubicBezTo>
                <a:cubicBezTo>
                  <a:pt x="380688" y="113903"/>
                  <a:pt x="386118" y="114884"/>
                  <a:pt x="392097" y="114884"/>
                </a:cubicBezTo>
                <a:moveTo>
                  <a:pt x="389729" y="50517"/>
                </a:moveTo>
                <a:cubicBezTo>
                  <a:pt x="392265" y="50517"/>
                  <a:pt x="394501" y="50912"/>
                  <a:pt x="396439" y="51701"/>
                </a:cubicBezTo>
                <a:cubicBezTo>
                  <a:pt x="398376" y="52491"/>
                  <a:pt x="400015" y="53555"/>
                  <a:pt x="401354" y="54894"/>
                </a:cubicBezTo>
                <a:cubicBezTo>
                  <a:pt x="402694" y="56282"/>
                  <a:pt x="403746" y="57908"/>
                  <a:pt x="404512" y="59774"/>
                </a:cubicBezTo>
                <a:cubicBezTo>
                  <a:pt x="405277" y="61640"/>
                  <a:pt x="405660" y="63625"/>
                  <a:pt x="405660" y="65730"/>
                </a:cubicBezTo>
                <a:lnTo>
                  <a:pt x="405660" y="67308"/>
                </a:lnTo>
                <a:lnTo>
                  <a:pt x="372938" y="67308"/>
                </a:lnTo>
                <a:cubicBezTo>
                  <a:pt x="373417" y="64773"/>
                  <a:pt x="374134" y="62477"/>
                  <a:pt x="375091" y="60420"/>
                </a:cubicBezTo>
                <a:cubicBezTo>
                  <a:pt x="376048" y="58363"/>
                  <a:pt x="377244" y="56593"/>
                  <a:pt x="378679" y="55110"/>
                </a:cubicBezTo>
                <a:cubicBezTo>
                  <a:pt x="380066" y="53627"/>
                  <a:pt x="381693" y="52491"/>
                  <a:pt x="383558" y="51701"/>
                </a:cubicBezTo>
                <a:cubicBezTo>
                  <a:pt x="385424" y="50912"/>
                  <a:pt x="387481" y="50517"/>
                  <a:pt x="389729" y="50517"/>
                </a:cubicBezTo>
                <a:close/>
                <a:moveTo>
                  <a:pt x="478120" y="60061"/>
                </a:moveTo>
                <a:lnTo>
                  <a:pt x="461329" y="35807"/>
                </a:lnTo>
                <a:lnTo>
                  <a:pt x="439873" y="35807"/>
                </a:lnTo>
                <a:lnTo>
                  <a:pt x="465850" y="73910"/>
                </a:lnTo>
                <a:lnTo>
                  <a:pt x="438869" y="113449"/>
                </a:lnTo>
                <a:lnTo>
                  <a:pt x="460468" y="113449"/>
                </a:lnTo>
                <a:lnTo>
                  <a:pt x="478192" y="88046"/>
                </a:lnTo>
                <a:lnTo>
                  <a:pt x="496059" y="113449"/>
                </a:lnTo>
                <a:lnTo>
                  <a:pt x="517587" y="113449"/>
                </a:lnTo>
                <a:lnTo>
                  <a:pt x="490606" y="73910"/>
                </a:lnTo>
                <a:lnTo>
                  <a:pt x="516654" y="35807"/>
                </a:lnTo>
                <a:lnTo>
                  <a:pt x="495198" y="35807"/>
                </a:lnTo>
                <a:lnTo>
                  <a:pt x="478120" y="60061"/>
                </a:lnTo>
                <a:close/>
                <a:moveTo>
                  <a:pt x="567372" y="16791"/>
                </a:moveTo>
                <a:lnTo>
                  <a:pt x="547423" y="16791"/>
                </a:lnTo>
                <a:lnTo>
                  <a:pt x="547423" y="35807"/>
                </a:lnTo>
                <a:lnTo>
                  <a:pt x="529699" y="35807"/>
                </a:lnTo>
                <a:lnTo>
                  <a:pt x="529699" y="50517"/>
                </a:lnTo>
                <a:lnTo>
                  <a:pt x="547423" y="50517"/>
                </a:lnTo>
                <a:lnTo>
                  <a:pt x="547423" y="85822"/>
                </a:lnTo>
                <a:cubicBezTo>
                  <a:pt x="547423" y="90941"/>
                  <a:pt x="548093" y="95330"/>
                  <a:pt x="549433" y="98989"/>
                </a:cubicBezTo>
                <a:cubicBezTo>
                  <a:pt x="550772" y="102649"/>
                  <a:pt x="552686" y="105651"/>
                  <a:pt x="555173" y="107995"/>
                </a:cubicBezTo>
                <a:cubicBezTo>
                  <a:pt x="557613" y="110387"/>
                  <a:pt x="560567" y="112145"/>
                  <a:pt x="564035" y="113269"/>
                </a:cubicBezTo>
                <a:cubicBezTo>
                  <a:pt x="567504" y="114393"/>
                  <a:pt x="571367" y="114955"/>
                  <a:pt x="575624" y="114955"/>
                </a:cubicBezTo>
                <a:cubicBezTo>
                  <a:pt x="577825" y="114955"/>
                  <a:pt x="580061" y="114848"/>
                  <a:pt x="582333" y="114633"/>
                </a:cubicBezTo>
                <a:cubicBezTo>
                  <a:pt x="584606" y="114417"/>
                  <a:pt x="586794" y="114118"/>
                  <a:pt x="588899" y="113736"/>
                </a:cubicBezTo>
                <a:cubicBezTo>
                  <a:pt x="591004" y="113353"/>
                  <a:pt x="592989" y="112862"/>
                  <a:pt x="594855" y="112265"/>
                </a:cubicBezTo>
                <a:cubicBezTo>
                  <a:pt x="596721" y="111667"/>
                  <a:pt x="598347" y="110961"/>
                  <a:pt x="599735" y="110148"/>
                </a:cubicBezTo>
                <a:lnTo>
                  <a:pt x="597797" y="96442"/>
                </a:lnTo>
                <a:cubicBezTo>
                  <a:pt x="596888" y="96681"/>
                  <a:pt x="595800" y="96920"/>
                  <a:pt x="594532" y="97160"/>
                </a:cubicBezTo>
                <a:cubicBezTo>
                  <a:pt x="593264" y="97399"/>
                  <a:pt x="591913" y="97614"/>
                  <a:pt x="590478" y="97805"/>
                </a:cubicBezTo>
                <a:cubicBezTo>
                  <a:pt x="588995" y="98045"/>
                  <a:pt x="587452" y="98236"/>
                  <a:pt x="585850" y="98379"/>
                </a:cubicBezTo>
                <a:cubicBezTo>
                  <a:pt x="584247" y="98523"/>
                  <a:pt x="582680" y="98595"/>
                  <a:pt x="581149" y="98595"/>
                </a:cubicBezTo>
                <a:cubicBezTo>
                  <a:pt x="579045" y="98595"/>
                  <a:pt x="577143" y="98356"/>
                  <a:pt x="575445" y="97877"/>
                </a:cubicBezTo>
                <a:cubicBezTo>
                  <a:pt x="573746" y="97399"/>
                  <a:pt x="572299" y="96586"/>
                  <a:pt x="571103" y="95437"/>
                </a:cubicBezTo>
                <a:cubicBezTo>
                  <a:pt x="569907" y="94337"/>
                  <a:pt x="568987" y="92842"/>
                  <a:pt x="568341" y="90953"/>
                </a:cubicBezTo>
                <a:cubicBezTo>
                  <a:pt x="567695" y="89063"/>
                  <a:pt x="567372" y="86707"/>
                  <a:pt x="567372" y="83884"/>
                </a:cubicBezTo>
                <a:lnTo>
                  <a:pt x="567372" y="50517"/>
                </a:lnTo>
                <a:lnTo>
                  <a:pt x="596362" y="50517"/>
                </a:lnTo>
                <a:lnTo>
                  <a:pt x="596362" y="35807"/>
                </a:lnTo>
                <a:lnTo>
                  <a:pt x="567372" y="35807"/>
                </a:lnTo>
                <a:lnTo>
                  <a:pt x="567372" y="16791"/>
                </a:lnTo>
                <a:close/>
                <a:moveTo>
                  <a:pt x="659781" y="111870"/>
                </a:moveTo>
                <a:lnTo>
                  <a:pt x="659853" y="96011"/>
                </a:lnTo>
                <a:lnTo>
                  <a:pt x="641124" y="96011"/>
                </a:lnTo>
                <a:lnTo>
                  <a:pt x="641124" y="112803"/>
                </a:lnTo>
                <a:cubicBezTo>
                  <a:pt x="641124" y="118065"/>
                  <a:pt x="640502" y="122574"/>
                  <a:pt x="639258" y="126329"/>
                </a:cubicBezTo>
                <a:cubicBezTo>
                  <a:pt x="638015" y="130084"/>
                  <a:pt x="636484" y="133684"/>
                  <a:pt x="634666" y="137128"/>
                </a:cubicBezTo>
                <a:lnTo>
                  <a:pt x="645214" y="142582"/>
                </a:lnTo>
                <a:cubicBezTo>
                  <a:pt x="649520" y="138755"/>
                  <a:pt x="653024" y="134043"/>
                  <a:pt x="655727" y="128446"/>
                </a:cubicBezTo>
                <a:cubicBezTo>
                  <a:pt x="658430" y="122849"/>
                  <a:pt x="659781" y="117323"/>
                  <a:pt x="659781" y="111870"/>
                </a:cubicBezTo>
                <a:close/>
                <a:moveTo>
                  <a:pt x="794441" y="113449"/>
                </a:moveTo>
                <a:lnTo>
                  <a:pt x="832544" y="113449"/>
                </a:lnTo>
                <a:cubicBezTo>
                  <a:pt x="838285" y="113449"/>
                  <a:pt x="843451" y="112803"/>
                  <a:pt x="848044" y="111511"/>
                </a:cubicBezTo>
                <a:cubicBezTo>
                  <a:pt x="852636" y="110219"/>
                  <a:pt x="856535" y="108282"/>
                  <a:pt x="859740" y="105699"/>
                </a:cubicBezTo>
                <a:cubicBezTo>
                  <a:pt x="862945" y="103115"/>
                  <a:pt x="865409" y="99910"/>
                  <a:pt x="867131" y="96083"/>
                </a:cubicBezTo>
                <a:cubicBezTo>
                  <a:pt x="868853" y="92256"/>
                  <a:pt x="869714" y="87831"/>
                  <a:pt x="869714" y="82808"/>
                </a:cubicBezTo>
                <a:cubicBezTo>
                  <a:pt x="869714" y="80177"/>
                  <a:pt x="869368" y="77630"/>
                  <a:pt x="868674" y="75166"/>
                </a:cubicBezTo>
                <a:cubicBezTo>
                  <a:pt x="867980" y="72702"/>
                  <a:pt x="866916" y="70418"/>
                  <a:pt x="865481" y="68313"/>
                </a:cubicBezTo>
                <a:cubicBezTo>
                  <a:pt x="864093" y="66352"/>
                  <a:pt x="862383" y="64630"/>
                  <a:pt x="860350" y="63147"/>
                </a:cubicBezTo>
                <a:cubicBezTo>
                  <a:pt x="858317" y="61664"/>
                  <a:pt x="855578" y="60444"/>
                  <a:pt x="852134" y="59487"/>
                </a:cubicBezTo>
                <a:lnTo>
                  <a:pt x="852134" y="59415"/>
                </a:lnTo>
                <a:cubicBezTo>
                  <a:pt x="853904" y="58745"/>
                  <a:pt x="855518" y="57932"/>
                  <a:pt x="856977" y="56975"/>
                </a:cubicBezTo>
                <a:cubicBezTo>
                  <a:pt x="858437" y="56019"/>
                  <a:pt x="859740" y="54966"/>
                  <a:pt x="860888" y="53818"/>
                </a:cubicBezTo>
                <a:cubicBezTo>
                  <a:pt x="862993" y="51713"/>
                  <a:pt x="864584" y="49261"/>
                  <a:pt x="865660" y="46463"/>
                </a:cubicBezTo>
                <a:cubicBezTo>
                  <a:pt x="866736" y="43664"/>
                  <a:pt x="867299" y="40686"/>
                  <a:pt x="867346" y="37529"/>
                </a:cubicBezTo>
                <a:cubicBezTo>
                  <a:pt x="867346" y="32650"/>
                  <a:pt x="866449" y="28416"/>
                  <a:pt x="864655" y="24828"/>
                </a:cubicBezTo>
                <a:cubicBezTo>
                  <a:pt x="862862" y="21240"/>
                  <a:pt x="860314" y="18274"/>
                  <a:pt x="857013" y="15930"/>
                </a:cubicBezTo>
                <a:cubicBezTo>
                  <a:pt x="853712" y="13586"/>
                  <a:pt x="849730" y="11840"/>
                  <a:pt x="845066" y="10692"/>
                </a:cubicBezTo>
                <a:cubicBezTo>
                  <a:pt x="840401" y="9544"/>
                  <a:pt x="835223" y="8970"/>
                  <a:pt x="829530" y="8970"/>
                </a:cubicBezTo>
                <a:lnTo>
                  <a:pt x="794441" y="8970"/>
                </a:lnTo>
                <a:lnTo>
                  <a:pt x="794441" y="113449"/>
                </a:lnTo>
                <a:moveTo>
                  <a:pt x="814676" y="67380"/>
                </a:moveTo>
                <a:lnTo>
                  <a:pt x="833477" y="67380"/>
                </a:lnTo>
                <a:cubicBezTo>
                  <a:pt x="836299" y="67428"/>
                  <a:pt x="838739" y="67811"/>
                  <a:pt x="840796" y="68528"/>
                </a:cubicBezTo>
                <a:cubicBezTo>
                  <a:pt x="842853" y="69246"/>
                  <a:pt x="844528" y="70274"/>
                  <a:pt x="845819" y="71614"/>
                </a:cubicBezTo>
                <a:cubicBezTo>
                  <a:pt x="847111" y="72906"/>
                  <a:pt x="848056" y="74484"/>
                  <a:pt x="848654" y="76350"/>
                </a:cubicBezTo>
                <a:cubicBezTo>
                  <a:pt x="849252" y="78216"/>
                  <a:pt x="849551" y="80320"/>
                  <a:pt x="849551" y="82665"/>
                </a:cubicBezTo>
                <a:cubicBezTo>
                  <a:pt x="849551" y="84913"/>
                  <a:pt x="849156" y="86946"/>
                  <a:pt x="848367" y="88764"/>
                </a:cubicBezTo>
                <a:cubicBezTo>
                  <a:pt x="847577" y="90582"/>
                  <a:pt x="846417" y="92137"/>
                  <a:pt x="844886" y="93428"/>
                </a:cubicBezTo>
                <a:cubicBezTo>
                  <a:pt x="843499" y="94576"/>
                  <a:pt x="841765" y="95485"/>
                  <a:pt x="839684" y="96155"/>
                </a:cubicBezTo>
                <a:cubicBezTo>
                  <a:pt x="837603" y="96825"/>
                  <a:pt x="835247" y="97160"/>
                  <a:pt x="832616" y="97160"/>
                </a:cubicBezTo>
                <a:lnTo>
                  <a:pt x="814676" y="97160"/>
                </a:lnTo>
                <a:lnTo>
                  <a:pt x="814676" y="67380"/>
                </a:lnTo>
                <a:moveTo>
                  <a:pt x="814676" y="52813"/>
                </a:moveTo>
                <a:lnTo>
                  <a:pt x="814676" y="25402"/>
                </a:lnTo>
                <a:lnTo>
                  <a:pt x="829602" y="25402"/>
                </a:lnTo>
                <a:cubicBezTo>
                  <a:pt x="832855" y="25450"/>
                  <a:pt x="835689" y="25809"/>
                  <a:pt x="838105" y="26478"/>
                </a:cubicBezTo>
                <a:cubicBezTo>
                  <a:pt x="840521" y="27148"/>
                  <a:pt x="842447" y="28225"/>
                  <a:pt x="843882" y="29708"/>
                </a:cubicBezTo>
                <a:cubicBezTo>
                  <a:pt x="844982" y="30760"/>
                  <a:pt x="845807" y="32076"/>
                  <a:pt x="846357" y="33654"/>
                </a:cubicBezTo>
                <a:cubicBezTo>
                  <a:pt x="846907" y="35233"/>
                  <a:pt x="847183" y="37075"/>
                  <a:pt x="847183" y="39180"/>
                </a:cubicBezTo>
                <a:cubicBezTo>
                  <a:pt x="847183" y="41189"/>
                  <a:pt x="846860" y="42983"/>
                  <a:pt x="846214" y="44561"/>
                </a:cubicBezTo>
                <a:cubicBezTo>
                  <a:pt x="845568" y="46140"/>
                  <a:pt x="844647" y="47480"/>
                  <a:pt x="843451" y="48580"/>
                </a:cubicBezTo>
                <a:cubicBezTo>
                  <a:pt x="842016" y="49967"/>
                  <a:pt x="840126" y="51008"/>
                  <a:pt x="837782" y="51701"/>
                </a:cubicBezTo>
                <a:cubicBezTo>
                  <a:pt x="835438" y="52395"/>
                  <a:pt x="832735" y="52766"/>
                  <a:pt x="829674" y="52813"/>
                </a:cubicBezTo>
                <a:lnTo>
                  <a:pt x="814676" y="52813"/>
                </a:lnTo>
                <a:close/>
                <a:moveTo>
                  <a:pt x="934138" y="113449"/>
                </a:moveTo>
                <a:lnTo>
                  <a:pt x="952221" y="113449"/>
                </a:lnTo>
                <a:lnTo>
                  <a:pt x="952221" y="35807"/>
                </a:lnTo>
                <a:lnTo>
                  <a:pt x="932201" y="35807"/>
                </a:lnTo>
                <a:lnTo>
                  <a:pt x="932201" y="90271"/>
                </a:lnTo>
                <a:cubicBezTo>
                  <a:pt x="931579" y="91515"/>
                  <a:pt x="930837" y="92639"/>
                  <a:pt x="929976" y="93643"/>
                </a:cubicBezTo>
                <a:cubicBezTo>
                  <a:pt x="929115" y="94648"/>
                  <a:pt x="928134" y="95509"/>
                  <a:pt x="927034" y="96227"/>
                </a:cubicBezTo>
                <a:cubicBezTo>
                  <a:pt x="925742" y="97040"/>
                  <a:pt x="924247" y="97662"/>
                  <a:pt x="922549" y="98092"/>
                </a:cubicBezTo>
                <a:cubicBezTo>
                  <a:pt x="920851" y="98523"/>
                  <a:pt x="918949" y="98738"/>
                  <a:pt x="916844" y="98738"/>
                </a:cubicBezTo>
                <a:cubicBezTo>
                  <a:pt x="914500" y="98738"/>
                  <a:pt x="912515" y="98451"/>
                  <a:pt x="910889" y="97877"/>
                </a:cubicBezTo>
                <a:cubicBezTo>
                  <a:pt x="909262" y="97303"/>
                  <a:pt x="907947" y="96346"/>
                  <a:pt x="906942" y="95007"/>
                </a:cubicBezTo>
                <a:cubicBezTo>
                  <a:pt x="905937" y="93715"/>
                  <a:pt x="905208" y="91993"/>
                  <a:pt x="904753" y="89840"/>
                </a:cubicBezTo>
                <a:cubicBezTo>
                  <a:pt x="904299" y="87688"/>
                  <a:pt x="904072" y="85033"/>
                  <a:pt x="904072" y="81875"/>
                </a:cubicBezTo>
                <a:lnTo>
                  <a:pt x="904072" y="35807"/>
                </a:lnTo>
                <a:lnTo>
                  <a:pt x="884123" y="35807"/>
                </a:lnTo>
                <a:lnTo>
                  <a:pt x="884123" y="81732"/>
                </a:lnTo>
                <a:cubicBezTo>
                  <a:pt x="884123" y="87616"/>
                  <a:pt x="884781" y="92651"/>
                  <a:pt x="886096" y="96837"/>
                </a:cubicBezTo>
                <a:cubicBezTo>
                  <a:pt x="887412" y="101023"/>
                  <a:pt x="889266" y="104455"/>
                  <a:pt x="891658" y="107134"/>
                </a:cubicBezTo>
                <a:cubicBezTo>
                  <a:pt x="894050" y="109861"/>
                  <a:pt x="896920" y="111846"/>
                  <a:pt x="900268" y="113090"/>
                </a:cubicBezTo>
                <a:cubicBezTo>
                  <a:pt x="903617" y="114334"/>
                  <a:pt x="907301" y="114955"/>
                  <a:pt x="911319" y="114955"/>
                </a:cubicBezTo>
                <a:cubicBezTo>
                  <a:pt x="915720" y="114955"/>
                  <a:pt x="919775" y="113855"/>
                  <a:pt x="923482" y="111655"/>
                </a:cubicBezTo>
                <a:cubicBezTo>
                  <a:pt x="927189" y="109454"/>
                  <a:pt x="930359" y="106416"/>
                  <a:pt x="932990" y="102541"/>
                </a:cubicBezTo>
                <a:lnTo>
                  <a:pt x="934138" y="113449"/>
                </a:lnTo>
                <a:close/>
                <a:moveTo>
                  <a:pt x="990956" y="113449"/>
                </a:moveTo>
                <a:lnTo>
                  <a:pt x="1010976" y="113449"/>
                </a:lnTo>
                <a:lnTo>
                  <a:pt x="1010976" y="50517"/>
                </a:lnTo>
                <a:lnTo>
                  <a:pt x="1038961" y="50517"/>
                </a:lnTo>
                <a:lnTo>
                  <a:pt x="1038961" y="35807"/>
                </a:lnTo>
                <a:lnTo>
                  <a:pt x="1010976" y="35807"/>
                </a:lnTo>
                <a:lnTo>
                  <a:pt x="1010976" y="31573"/>
                </a:lnTo>
                <a:cubicBezTo>
                  <a:pt x="1010976" y="29277"/>
                  <a:pt x="1011275" y="27220"/>
                  <a:pt x="1011873" y="25402"/>
                </a:cubicBezTo>
                <a:cubicBezTo>
                  <a:pt x="1012471" y="23584"/>
                  <a:pt x="1013392" y="22053"/>
                  <a:pt x="1014636" y="20810"/>
                </a:cubicBezTo>
                <a:cubicBezTo>
                  <a:pt x="1016023" y="19327"/>
                  <a:pt x="1017889" y="18202"/>
                  <a:pt x="1020233" y="17437"/>
                </a:cubicBezTo>
                <a:cubicBezTo>
                  <a:pt x="1022577" y="16672"/>
                  <a:pt x="1025423" y="16289"/>
                  <a:pt x="1028772" y="16289"/>
                </a:cubicBezTo>
                <a:cubicBezTo>
                  <a:pt x="1031881" y="16289"/>
                  <a:pt x="1034584" y="16432"/>
                  <a:pt x="1036880" y="16719"/>
                </a:cubicBezTo>
                <a:cubicBezTo>
                  <a:pt x="1039177" y="17007"/>
                  <a:pt x="1041234" y="17341"/>
                  <a:pt x="1043051" y="17724"/>
                </a:cubicBezTo>
                <a:lnTo>
                  <a:pt x="1044343" y="2081"/>
                </a:lnTo>
                <a:cubicBezTo>
                  <a:pt x="1042717" y="1794"/>
                  <a:pt x="1041150" y="1531"/>
                  <a:pt x="1039643" y="1292"/>
                </a:cubicBezTo>
                <a:cubicBezTo>
                  <a:pt x="1038136" y="1052"/>
                  <a:pt x="1036641" y="837"/>
                  <a:pt x="1035158" y="646"/>
                </a:cubicBezTo>
                <a:cubicBezTo>
                  <a:pt x="1033675" y="454"/>
                  <a:pt x="1032156" y="299"/>
                  <a:pt x="1030602" y="179"/>
                </a:cubicBezTo>
                <a:cubicBezTo>
                  <a:pt x="1029047" y="60"/>
                  <a:pt x="1027432" y="0"/>
                  <a:pt x="1025758" y="0"/>
                </a:cubicBezTo>
                <a:cubicBezTo>
                  <a:pt x="1020448" y="0"/>
                  <a:pt x="1015640" y="682"/>
                  <a:pt x="1011335" y="2045"/>
                </a:cubicBezTo>
                <a:cubicBezTo>
                  <a:pt x="1007029" y="3408"/>
                  <a:pt x="1003370" y="5430"/>
                  <a:pt x="1000356" y="8109"/>
                </a:cubicBezTo>
                <a:cubicBezTo>
                  <a:pt x="997342" y="10788"/>
                  <a:pt x="995022" y="14088"/>
                  <a:pt x="993395" y="18011"/>
                </a:cubicBezTo>
                <a:cubicBezTo>
                  <a:pt x="991769" y="21934"/>
                  <a:pt x="990956" y="26455"/>
                  <a:pt x="990956" y="31573"/>
                </a:cubicBezTo>
                <a:lnTo>
                  <a:pt x="990956" y="35807"/>
                </a:lnTo>
                <a:lnTo>
                  <a:pt x="970576" y="35807"/>
                </a:lnTo>
                <a:lnTo>
                  <a:pt x="970576" y="50517"/>
                </a:lnTo>
                <a:lnTo>
                  <a:pt x="990956" y="50517"/>
                </a:lnTo>
                <a:lnTo>
                  <a:pt x="990956" y="113449"/>
                </a:lnTo>
                <a:close/>
                <a:moveTo>
                  <a:pt x="1079131" y="113449"/>
                </a:moveTo>
                <a:lnTo>
                  <a:pt x="1099151" y="113449"/>
                </a:lnTo>
                <a:lnTo>
                  <a:pt x="1099151" y="50517"/>
                </a:lnTo>
                <a:lnTo>
                  <a:pt x="1127136" y="50517"/>
                </a:lnTo>
                <a:lnTo>
                  <a:pt x="1127136" y="35807"/>
                </a:lnTo>
                <a:lnTo>
                  <a:pt x="1099151" y="35807"/>
                </a:lnTo>
                <a:lnTo>
                  <a:pt x="1099151" y="31573"/>
                </a:lnTo>
                <a:cubicBezTo>
                  <a:pt x="1099151" y="29277"/>
                  <a:pt x="1099450" y="27220"/>
                  <a:pt x="1100048" y="25402"/>
                </a:cubicBezTo>
                <a:cubicBezTo>
                  <a:pt x="1100646" y="23584"/>
                  <a:pt x="1101567" y="22053"/>
                  <a:pt x="1102811" y="20810"/>
                </a:cubicBezTo>
                <a:cubicBezTo>
                  <a:pt x="1104198" y="19327"/>
                  <a:pt x="1106064" y="18202"/>
                  <a:pt x="1108408" y="17437"/>
                </a:cubicBezTo>
                <a:cubicBezTo>
                  <a:pt x="1110752" y="16672"/>
                  <a:pt x="1113598" y="16289"/>
                  <a:pt x="1116947" y="16289"/>
                </a:cubicBezTo>
                <a:cubicBezTo>
                  <a:pt x="1120056" y="16289"/>
                  <a:pt x="1122759" y="16432"/>
                  <a:pt x="1125055" y="16719"/>
                </a:cubicBezTo>
                <a:cubicBezTo>
                  <a:pt x="1127352" y="17007"/>
                  <a:pt x="1129409" y="17341"/>
                  <a:pt x="1131227" y="17724"/>
                </a:cubicBezTo>
                <a:lnTo>
                  <a:pt x="1132518" y="2081"/>
                </a:lnTo>
                <a:cubicBezTo>
                  <a:pt x="1130892" y="1794"/>
                  <a:pt x="1129325" y="1531"/>
                  <a:pt x="1127818" y="1292"/>
                </a:cubicBezTo>
                <a:cubicBezTo>
                  <a:pt x="1126311" y="1052"/>
                  <a:pt x="1124816" y="837"/>
                  <a:pt x="1123333" y="646"/>
                </a:cubicBezTo>
                <a:cubicBezTo>
                  <a:pt x="1121850" y="454"/>
                  <a:pt x="1120331" y="299"/>
                  <a:pt x="1118777" y="179"/>
                </a:cubicBezTo>
                <a:cubicBezTo>
                  <a:pt x="1117222" y="60"/>
                  <a:pt x="1115607" y="0"/>
                  <a:pt x="1113933" y="0"/>
                </a:cubicBezTo>
                <a:cubicBezTo>
                  <a:pt x="1108623" y="0"/>
                  <a:pt x="1103815" y="682"/>
                  <a:pt x="1099510" y="2045"/>
                </a:cubicBezTo>
                <a:cubicBezTo>
                  <a:pt x="1095204" y="3408"/>
                  <a:pt x="1091545" y="5430"/>
                  <a:pt x="1088531" y="8109"/>
                </a:cubicBezTo>
                <a:cubicBezTo>
                  <a:pt x="1085517" y="10788"/>
                  <a:pt x="1083197" y="14088"/>
                  <a:pt x="1081570" y="18011"/>
                </a:cubicBezTo>
                <a:cubicBezTo>
                  <a:pt x="1079944" y="21934"/>
                  <a:pt x="1079131" y="26455"/>
                  <a:pt x="1079131" y="31573"/>
                </a:cubicBezTo>
                <a:lnTo>
                  <a:pt x="1079131" y="35807"/>
                </a:lnTo>
                <a:lnTo>
                  <a:pt x="1058751" y="35807"/>
                </a:lnTo>
                <a:lnTo>
                  <a:pt x="1058751" y="50517"/>
                </a:lnTo>
                <a:lnTo>
                  <a:pt x="1079131" y="50517"/>
                </a:lnTo>
                <a:lnTo>
                  <a:pt x="1079131" y="113449"/>
                </a:lnTo>
                <a:close/>
                <a:moveTo>
                  <a:pt x="1185676" y="114884"/>
                </a:moveTo>
                <a:cubicBezTo>
                  <a:pt x="1193187" y="114884"/>
                  <a:pt x="1199693" y="113425"/>
                  <a:pt x="1205194" y="110506"/>
                </a:cubicBezTo>
                <a:cubicBezTo>
                  <a:pt x="1210696" y="107588"/>
                  <a:pt x="1214714" y="104335"/>
                  <a:pt x="1217250" y="100747"/>
                </a:cubicBezTo>
                <a:lnTo>
                  <a:pt x="1207275" y="89984"/>
                </a:lnTo>
                <a:cubicBezTo>
                  <a:pt x="1204979" y="92950"/>
                  <a:pt x="1201989" y="95174"/>
                  <a:pt x="1198306" y="96657"/>
                </a:cubicBezTo>
                <a:cubicBezTo>
                  <a:pt x="1194622" y="98140"/>
                  <a:pt x="1190819" y="98882"/>
                  <a:pt x="1186896" y="98882"/>
                </a:cubicBezTo>
                <a:cubicBezTo>
                  <a:pt x="1184122" y="98882"/>
                  <a:pt x="1181562" y="98451"/>
                  <a:pt x="1179218" y="97590"/>
                </a:cubicBezTo>
                <a:cubicBezTo>
                  <a:pt x="1176874" y="96729"/>
                  <a:pt x="1174793" y="95509"/>
                  <a:pt x="1172975" y="93930"/>
                </a:cubicBezTo>
                <a:cubicBezTo>
                  <a:pt x="1171205" y="92400"/>
                  <a:pt x="1169794" y="90689"/>
                  <a:pt x="1168742" y="88800"/>
                </a:cubicBezTo>
                <a:cubicBezTo>
                  <a:pt x="1167689" y="86910"/>
                  <a:pt x="1166828" y="84411"/>
                  <a:pt x="1166158" y="81301"/>
                </a:cubicBezTo>
                <a:lnTo>
                  <a:pt x="1166158" y="81086"/>
                </a:lnTo>
                <a:lnTo>
                  <a:pt x="1218828" y="81086"/>
                </a:lnTo>
                <a:lnTo>
                  <a:pt x="1218828" y="72619"/>
                </a:lnTo>
                <a:cubicBezTo>
                  <a:pt x="1218828" y="66926"/>
                  <a:pt x="1218039" y="61723"/>
                  <a:pt x="1216460" y="57011"/>
                </a:cubicBezTo>
                <a:cubicBezTo>
                  <a:pt x="1214882" y="52299"/>
                  <a:pt x="1212585" y="48269"/>
                  <a:pt x="1209572" y="44920"/>
                </a:cubicBezTo>
                <a:cubicBezTo>
                  <a:pt x="1206510" y="41571"/>
                  <a:pt x="1202791" y="38976"/>
                  <a:pt x="1198413" y="37134"/>
                </a:cubicBezTo>
                <a:cubicBezTo>
                  <a:pt x="1194036" y="35293"/>
                  <a:pt x="1189049" y="34372"/>
                  <a:pt x="1183452" y="34372"/>
                </a:cubicBezTo>
                <a:cubicBezTo>
                  <a:pt x="1178046" y="34372"/>
                  <a:pt x="1173047" y="35352"/>
                  <a:pt x="1168455" y="37314"/>
                </a:cubicBezTo>
                <a:cubicBezTo>
                  <a:pt x="1163862" y="39275"/>
                  <a:pt x="1159892" y="42026"/>
                  <a:pt x="1156543" y="45566"/>
                </a:cubicBezTo>
                <a:cubicBezTo>
                  <a:pt x="1153194" y="49106"/>
                  <a:pt x="1150587" y="53328"/>
                  <a:pt x="1148721" y="58231"/>
                </a:cubicBezTo>
                <a:cubicBezTo>
                  <a:pt x="1146856" y="63135"/>
                  <a:pt x="1145923" y="68552"/>
                  <a:pt x="1145923" y="74484"/>
                </a:cubicBezTo>
                <a:lnTo>
                  <a:pt x="1145923" y="77355"/>
                </a:lnTo>
                <a:cubicBezTo>
                  <a:pt x="1145923" y="82569"/>
                  <a:pt x="1146868" y="87460"/>
                  <a:pt x="1148757" y="92029"/>
                </a:cubicBezTo>
                <a:cubicBezTo>
                  <a:pt x="1150647" y="96597"/>
                  <a:pt x="1153338" y="100556"/>
                  <a:pt x="1156830" y="103905"/>
                </a:cubicBezTo>
                <a:cubicBezTo>
                  <a:pt x="1160322" y="107301"/>
                  <a:pt x="1164508" y="109980"/>
                  <a:pt x="1169387" y="111942"/>
                </a:cubicBezTo>
                <a:cubicBezTo>
                  <a:pt x="1174267" y="113903"/>
                  <a:pt x="1179697" y="114884"/>
                  <a:pt x="1185676" y="114884"/>
                </a:cubicBezTo>
                <a:moveTo>
                  <a:pt x="1183308" y="50517"/>
                </a:moveTo>
                <a:cubicBezTo>
                  <a:pt x="1185844" y="50517"/>
                  <a:pt x="1188080" y="50912"/>
                  <a:pt x="1190018" y="51701"/>
                </a:cubicBezTo>
                <a:cubicBezTo>
                  <a:pt x="1191955" y="52491"/>
                  <a:pt x="1193594" y="53555"/>
                  <a:pt x="1194933" y="54894"/>
                </a:cubicBezTo>
                <a:cubicBezTo>
                  <a:pt x="1196273" y="56282"/>
                  <a:pt x="1197325" y="57908"/>
                  <a:pt x="1198090" y="59774"/>
                </a:cubicBezTo>
                <a:cubicBezTo>
                  <a:pt x="1198856" y="61640"/>
                  <a:pt x="1199239" y="63625"/>
                  <a:pt x="1199239" y="65730"/>
                </a:cubicBezTo>
                <a:lnTo>
                  <a:pt x="1199239" y="67308"/>
                </a:lnTo>
                <a:lnTo>
                  <a:pt x="1166517" y="67308"/>
                </a:lnTo>
                <a:cubicBezTo>
                  <a:pt x="1166996" y="64773"/>
                  <a:pt x="1167713" y="62477"/>
                  <a:pt x="1168670" y="60420"/>
                </a:cubicBezTo>
                <a:cubicBezTo>
                  <a:pt x="1169627" y="58363"/>
                  <a:pt x="1170823" y="56593"/>
                  <a:pt x="1172258" y="55110"/>
                </a:cubicBezTo>
                <a:cubicBezTo>
                  <a:pt x="1173645" y="53627"/>
                  <a:pt x="1175272" y="52491"/>
                  <a:pt x="1177137" y="51701"/>
                </a:cubicBezTo>
                <a:cubicBezTo>
                  <a:pt x="1179003" y="50912"/>
                  <a:pt x="1181060" y="50517"/>
                  <a:pt x="1183308" y="50517"/>
                </a:cubicBezTo>
                <a:close/>
                <a:moveTo>
                  <a:pt x="1291934" y="34372"/>
                </a:moveTo>
                <a:cubicBezTo>
                  <a:pt x="1286720" y="34372"/>
                  <a:pt x="1281912" y="35628"/>
                  <a:pt x="1277511" y="38139"/>
                </a:cubicBezTo>
                <a:cubicBezTo>
                  <a:pt x="1273110" y="40651"/>
                  <a:pt x="1269330" y="44107"/>
                  <a:pt x="1266173" y="48508"/>
                </a:cubicBezTo>
                <a:lnTo>
                  <a:pt x="1266030" y="46786"/>
                </a:lnTo>
                <a:lnTo>
                  <a:pt x="1265240" y="35807"/>
                </a:lnTo>
                <a:lnTo>
                  <a:pt x="1246655" y="35807"/>
                </a:lnTo>
                <a:lnTo>
                  <a:pt x="1246655" y="113449"/>
                </a:lnTo>
                <a:lnTo>
                  <a:pt x="1266604" y="113449"/>
                </a:lnTo>
                <a:lnTo>
                  <a:pt x="1266604" y="66806"/>
                </a:lnTo>
                <a:cubicBezTo>
                  <a:pt x="1267513" y="64606"/>
                  <a:pt x="1268661" y="62692"/>
                  <a:pt x="1270048" y="61066"/>
                </a:cubicBezTo>
                <a:cubicBezTo>
                  <a:pt x="1271435" y="59439"/>
                  <a:pt x="1273110" y="58100"/>
                  <a:pt x="1275071" y="57047"/>
                </a:cubicBezTo>
                <a:cubicBezTo>
                  <a:pt x="1276697" y="56138"/>
                  <a:pt x="1278551" y="55457"/>
                  <a:pt x="1280632" y="55002"/>
                </a:cubicBezTo>
                <a:cubicBezTo>
                  <a:pt x="1282713" y="54548"/>
                  <a:pt x="1285045" y="54320"/>
                  <a:pt x="1287629" y="54320"/>
                </a:cubicBezTo>
                <a:cubicBezTo>
                  <a:pt x="1290116" y="54320"/>
                  <a:pt x="1292735" y="54476"/>
                  <a:pt x="1295486" y="54787"/>
                </a:cubicBezTo>
                <a:cubicBezTo>
                  <a:pt x="1298237" y="55098"/>
                  <a:pt x="1300928" y="55564"/>
                  <a:pt x="1303559" y="56186"/>
                </a:cubicBezTo>
                <a:lnTo>
                  <a:pt x="1306501" y="36309"/>
                </a:lnTo>
                <a:cubicBezTo>
                  <a:pt x="1304922" y="35831"/>
                  <a:pt x="1302853" y="35388"/>
                  <a:pt x="1300294" y="34982"/>
                </a:cubicBezTo>
                <a:cubicBezTo>
                  <a:pt x="1297734" y="34575"/>
                  <a:pt x="1294948" y="34372"/>
                  <a:pt x="1291934" y="34372"/>
                </a:cubicBezTo>
                <a:close/>
                <a:moveTo>
                  <a:pt x="1353416" y="49584"/>
                </a:moveTo>
                <a:lnTo>
                  <a:pt x="1333468" y="73049"/>
                </a:lnTo>
                <a:lnTo>
                  <a:pt x="1346312" y="81875"/>
                </a:lnTo>
                <a:lnTo>
                  <a:pt x="1361453" y="55971"/>
                </a:lnTo>
                <a:lnTo>
                  <a:pt x="1376594" y="82665"/>
                </a:lnTo>
                <a:lnTo>
                  <a:pt x="1389367" y="73408"/>
                </a:lnTo>
                <a:lnTo>
                  <a:pt x="1370136" y="50230"/>
                </a:lnTo>
                <a:lnTo>
                  <a:pt x="1398695" y="43700"/>
                </a:lnTo>
                <a:lnTo>
                  <a:pt x="1393959" y="28703"/>
                </a:lnTo>
                <a:lnTo>
                  <a:pt x="1367266" y="40399"/>
                </a:lnTo>
                <a:lnTo>
                  <a:pt x="1370064" y="8970"/>
                </a:lnTo>
                <a:lnTo>
                  <a:pt x="1354349" y="8970"/>
                </a:lnTo>
                <a:lnTo>
                  <a:pt x="1356933" y="39897"/>
                </a:lnTo>
                <a:lnTo>
                  <a:pt x="1330023" y="27985"/>
                </a:lnTo>
                <a:lnTo>
                  <a:pt x="1325287" y="42696"/>
                </a:lnTo>
                <a:lnTo>
                  <a:pt x="1353416" y="495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Text a2:">
            <a:extLst xmlns:a="http://schemas.openxmlformats.org/drawingml/2006/main">
              <a:ext uri="{FF2B5EF4-FFF2-40B4-BE49-F238E27FC236}">
                <a16:creationId xmlns:a16="http://schemas.microsoft.com/office/drawing/2014/main" id="{EE6A557E-5F5D-497F-AF13-BE8130DB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5001" y="3712671"/>
            <a:ext cx="227083" cy="107349"/>
          </a:xfrm>
          <a:custGeom xmlns:a="http://schemas.openxmlformats.org/drawingml/2006/main">
            <a:pathLst>
              <a:path w="227083" h="107349">
                <a:moveTo>
                  <a:pt x="50374" y="105914"/>
                </a:moveTo>
                <a:lnTo>
                  <a:pt x="70609" y="105914"/>
                </a:lnTo>
                <a:lnTo>
                  <a:pt x="70609" y="104694"/>
                </a:lnTo>
                <a:cubicBezTo>
                  <a:pt x="69605" y="102733"/>
                  <a:pt x="68839" y="100389"/>
                  <a:pt x="68313" y="97662"/>
                </a:cubicBezTo>
                <a:cubicBezTo>
                  <a:pt x="67787" y="94935"/>
                  <a:pt x="67524" y="91491"/>
                  <a:pt x="67524" y="87329"/>
                </a:cubicBezTo>
                <a:lnTo>
                  <a:pt x="67524" y="54033"/>
                </a:lnTo>
                <a:cubicBezTo>
                  <a:pt x="67524" y="49537"/>
                  <a:pt x="66687" y="45578"/>
                  <a:pt x="65012" y="42157"/>
                </a:cubicBezTo>
                <a:cubicBezTo>
                  <a:pt x="63338" y="38737"/>
                  <a:pt x="61018" y="35903"/>
                  <a:pt x="58052" y="33654"/>
                </a:cubicBezTo>
                <a:cubicBezTo>
                  <a:pt x="55086" y="31406"/>
                  <a:pt x="51582" y="29708"/>
                  <a:pt x="47539" y="28559"/>
                </a:cubicBezTo>
                <a:cubicBezTo>
                  <a:pt x="43497" y="27411"/>
                  <a:pt x="39132" y="26837"/>
                  <a:pt x="34444" y="26837"/>
                </a:cubicBezTo>
                <a:cubicBezTo>
                  <a:pt x="29229" y="26837"/>
                  <a:pt x="24601" y="27495"/>
                  <a:pt x="20559" y="28811"/>
                </a:cubicBezTo>
                <a:cubicBezTo>
                  <a:pt x="16516" y="30126"/>
                  <a:pt x="13108" y="31908"/>
                  <a:pt x="10333" y="34157"/>
                </a:cubicBezTo>
                <a:cubicBezTo>
                  <a:pt x="7511" y="36405"/>
                  <a:pt x="5370" y="39012"/>
                  <a:pt x="3911" y="41978"/>
                </a:cubicBezTo>
                <a:cubicBezTo>
                  <a:pt x="2452" y="44944"/>
                  <a:pt x="1722" y="48077"/>
                  <a:pt x="1722" y="51378"/>
                </a:cubicBezTo>
                <a:lnTo>
                  <a:pt x="21671" y="51378"/>
                </a:lnTo>
                <a:cubicBezTo>
                  <a:pt x="21671" y="49991"/>
                  <a:pt x="21874" y="48723"/>
                  <a:pt x="22281" y="47575"/>
                </a:cubicBezTo>
                <a:cubicBezTo>
                  <a:pt x="22687" y="46427"/>
                  <a:pt x="23321" y="45446"/>
                  <a:pt x="24182" y="44633"/>
                </a:cubicBezTo>
                <a:cubicBezTo>
                  <a:pt x="25139" y="43724"/>
                  <a:pt x="26383" y="43019"/>
                  <a:pt x="27914" y="42516"/>
                </a:cubicBezTo>
                <a:cubicBezTo>
                  <a:pt x="29444" y="42014"/>
                  <a:pt x="31262" y="41763"/>
                  <a:pt x="33367" y="41763"/>
                </a:cubicBezTo>
                <a:cubicBezTo>
                  <a:pt x="35759" y="41763"/>
                  <a:pt x="37852" y="42062"/>
                  <a:pt x="39646" y="42660"/>
                </a:cubicBezTo>
                <a:cubicBezTo>
                  <a:pt x="41440" y="43258"/>
                  <a:pt x="42935" y="44107"/>
                  <a:pt x="44131" y="45207"/>
                </a:cubicBezTo>
                <a:cubicBezTo>
                  <a:pt x="45279" y="46260"/>
                  <a:pt x="46140" y="47515"/>
                  <a:pt x="46714" y="48974"/>
                </a:cubicBezTo>
                <a:cubicBezTo>
                  <a:pt x="47288" y="50434"/>
                  <a:pt x="47575" y="52072"/>
                  <a:pt x="47575" y="53890"/>
                </a:cubicBezTo>
                <a:lnTo>
                  <a:pt x="47575" y="58482"/>
                </a:lnTo>
                <a:lnTo>
                  <a:pt x="36453" y="58482"/>
                </a:lnTo>
                <a:cubicBezTo>
                  <a:pt x="30712" y="58482"/>
                  <a:pt x="25629" y="58997"/>
                  <a:pt x="21204" y="60025"/>
                </a:cubicBezTo>
                <a:cubicBezTo>
                  <a:pt x="16779" y="61054"/>
                  <a:pt x="13060" y="62549"/>
                  <a:pt x="10046" y="64510"/>
                </a:cubicBezTo>
                <a:cubicBezTo>
                  <a:pt x="6697" y="66663"/>
                  <a:pt x="4186" y="69401"/>
                  <a:pt x="2512" y="72726"/>
                </a:cubicBezTo>
                <a:cubicBezTo>
                  <a:pt x="837" y="76051"/>
                  <a:pt x="0" y="79866"/>
                  <a:pt x="0" y="84171"/>
                </a:cubicBezTo>
                <a:cubicBezTo>
                  <a:pt x="0" y="87520"/>
                  <a:pt x="670" y="90618"/>
                  <a:pt x="2009" y="93464"/>
                </a:cubicBezTo>
                <a:cubicBezTo>
                  <a:pt x="3349" y="96310"/>
                  <a:pt x="5214" y="98762"/>
                  <a:pt x="7606" y="100819"/>
                </a:cubicBezTo>
                <a:cubicBezTo>
                  <a:pt x="9998" y="102876"/>
                  <a:pt x="12857" y="104479"/>
                  <a:pt x="16181" y="105627"/>
                </a:cubicBezTo>
                <a:cubicBezTo>
                  <a:pt x="19506" y="106775"/>
                  <a:pt x="23154" y="107349"/>
                  <a:pt x="27124" y="107349"/>
                </a:cubicBezTo>
                <a:cubicBezTo>
                  <a:pt x="29564" y="107349"/>
                  <a:pt x="31836" y="107122"/>
                  <a:pt x="33941" y="106667"/>
                </a:cubicBezTo>
                <a:cubicBezTo>
                  <a:pt x="36046" y="106213"/>
                  <a:pt x="37984" y="105579"/>
                  <a:pt x="39754" y="104766"/>
                </a:cubicBezTo>
                <a:cubicBezTo>
                  <a:pt x="41476" y="104000"/>
                  <a:pt x="43054" y="103092"/>
                  <a:pt x="44490" y="102039"/>
                </a:cubicBezTo>
                <a:cubicBezTo>
                  <a:pt x="45925" y="100987"/>
                  <a:pt x="47192" y="99862"/>
                  <a:pt x="48293" y="98666"/>
                </a:cubicBezTo>
                <a:cubicBezTo>
                  <a:pt x="48532" y="100054"/>
                  <a:pt x="48819" y="101369"/>
                  <a:pt x="49154" y="102613"/>
                </a:cubicBezTo>
                <a:cubicBezTo>
                  <a:pt x="49489" y="103857"/>
                  <a:pt x="49895" y="104957"/>
                  <a:pt x="50374" y="105914"/>
                </a:cubicBezTo>
                <a:moveTo>
                  <a:pt x="31358" y="91921"/>
                </a:moveTo>
                <a:cubicBezTo>
                  <a:pt x="29492" y="91921"/>
                  <a:pt x="27854" y="91694"/>
                  <a:pt x="26443" y="91240"/>
                </a:cubicBezTo>
                <a:cubicBezTo>
                  <a:pt x="25031" y="90785"/>
                  <a:pt x="23847" y="90175"/>
                  <a:pt x="22891" y="89410"/>
                </a:cubicBezTo>
                <a:cubicBezTo>
                  <a:pt x="21934" y="88597"/>
                  <a:pt x="21204" y="87604"/>
                  <a:pt x="20702" y="86432"/>
                </a:cubicBezTo>
                <a:cubicBezTo>
                  <a:pt x="20200" y="85260"/>
                  <a:pt x="19949" y="83980"/>
                  <a:pt x="19949" y="82593"/>
                </a:cubicBezTo>
                <a:cubicBezTo>
                  <a:pt x="19949" y="80823"/>
                  <a:pt x="20283" y="79184"/>
                  <a:pt x="20953" y="77677"/>
                </a:cubicBezTo>
                <a:cubicBezTo>
                  <a:pt x="21623" y="76171"/>
                  <a:pt x="22651" y="74867"/>
                  <a:pt x="24039" y="73767"/>
                </a:cubicBezTo>
                <a:cubicBezTo>
                  <a:pt x="25426" y="72714"/>
                  <a:pt x="27220" y="71889"/>
                  <a:pt x="29421" y="71291"/>
                </a:cubicBezTo>
                <a:cubicBezTo>
                  <a:pt x="31621" y="70693"/>
                  <a:pt x="34276" y="70394"/>
                  <a:pt x="37386" y="70394"/>
                </a:cubicBezTo>
                <a:lnTo>
                  <a:pt x="47575" y="70394"/>
                </a:lnTo>
                <a:lnTo>
                  <a:pt x="47575" y="83741"/>
                </a:lnTo>
                <a:cubicBezTo>
                  <a:pt x="47001" y="84746"/>
                  <a:pt x="46212" y="85738"/>
                  <a:pt x="45207" y="86719"/>
                </a:cubicBezTo>
                <a:cubicBezTo>
                  <a:pt x="44203" y="87700"/>
                  <a:pt x="43007" y="88573"/>
                  <a:pt x="41619" y="89338"/>
                </a:cubicBezTo>
                <a:cubicBezTo>
                  <a:pt x="40232" y="90103"/>
                  <a:pt x="38677" y="90725"/>
                  <a:pt x="36955" y="91204"/>
                </a:cubicBezTo>
                <a:cubicBezTo>
                  <a:pt x="35233" y="91682"/>
                  <a:pt x="33367" y="91921"/>
                  <a:pt x="31358" y="91921"/>
                </a:cubicBezTo>
                <a:close/>
                <a:moveTo>
                  <a:pt x="158354" y="105914"/>
                </a:moveTo>
                <a:lnTo>
                  <a:pt x="158354" y="89912"/>
                </a:lnTo>
                <a:lnTo>
                  <a:pt x="112501" y="89912"/>
                </a:lnTo>
                <a:lnTo>
                  <a:pt x="132163" y="69102"/>
                </a:lnTo>
                <a:cubicBezTo>
                  <a:pt x="135559" y="65610"/>
                  <a:pt x="138645" y="62273"/>
                  <a:pt x="141420" y="59092"/>
                </a:cubicBezTo>
                <a:cubicBezTo>
                  <a:pt x="144194" y="55911"/>
                  <a:pt x="146586" y="52790"/>
                  <a:pt x="148595" y="49728"/>
                </a:cubicBezTo>
                <a:cubicBezTo>
                  <a:pt x="150557" y="46666"/>
                  <a:pt x="152076" y="43569"/>
                  <a:pt x="153152" y="40435"/>
                </a:cubicBezTo>
                <a:cubicBezTo>
                  <a:pt x="154228" y="37302"/>
                  <a:pt x="154766" y="34013"/>
                  <a:pt x="154766" y="30569"/>
                </a:cubicBezTo>
                <a:cubicBezTo>
                  <a:pt x="154766" y="26024"/>
                  <a:pt x="154049" y="21874"/>
                  <a:pt x="152614" y="18119"/>
                </a:cubicBezTo>
                <a:cubicBezTo>
                  <a:pt x="151179" y="14363"/>
                  <a:pt x="149098" y="11146"/>
                  <a:pt x="146371" y="8467"/>
                </a:cubicBezTo>
                <a:cubicBezTo>
                  <a:pt x="143596" y="5788"/>
                  <a:pt x="140164" y="3707"/>
                  <a:pt x="136074" y="2224"/>
                </a:cubicBezTo>
                <a:cubicBezTo>
                  <a:pt x="131984" y="741"/>
                  <a:pt x="127283" y="0"/>
                  <a:pt x="121973" y="0"/>
                </a:cubicBezTo>
                <a:cubicBezTo>
                  <a:pt x="116424" y="0"/>
                  <a:pt x="111365" y="897"/>
                  <a:pt x="106797" y="2691"/>
                </a:cubicBezTo>
                <a:cubicBezTo>
                  <a:pt x="102228" y="4485"/>
                  <a:pt x="98341" y="6937"/>
                  <a:pt x="95136" y="10046"/>
                </a:cubicBezTo>
                <a:cubicBezTo>
                  <a:pt x="91883" y="13156"/>
                  <a:pt x="89372" y="16779"/>
                  <a:pt x="87602" y="20917"/>
                </a:cubicBezTo>
                <a:cubicBezTo>
                  <a:pt x="85832" y="25055"/>
                  <a:pt x="84947" y="29444"/>
                  <a:pt x="84947" y="34085"/>
                </a:cubicBezTo>
                <a:lnTo>
                  <a:pt x="104967" y="34085"/>
                </a:lnTo>
                <a:cubicBezTo>
                  <a:pt x="104967" y="31262"/>
                  <a:pt x="105326" y="28751"/>
                  <a:pt x="106043" y="26550"/>
                </a:cubicBezTo>
                <a:cubicBezTo>
                  <a:pt x="106761" y="24350"/>
                  <a:pt x="107813" y="22508"/>
                  <a:pt x="109201" y="21025"/>
                </a:cubicBezTo>
                <a:cubicBezTo>
                  <a:pt x="110540" y="19590"/>
                  <a:pt x="112226" y="18501"/>
                  <a:pt x="114259" y="17760"/>
                </a:cubicBezTo>
                <a:cubicBezTo>
                  <a:pt x="116293" y="17018"/>
                  <a:pt x="118649" y="16648"/>
                  <a:pt x="121328" y="16648"/>
                </a:cubicBezTo>
                <a:cubicBezTo>
                  <a:pt x="123385" y="16648"/>
                  <a:pt x="125262" y="16983"/>
                  <a:pt x="126960" y="17652"/>
                </a:cubicBezTo>
                <a:cubicBezTo>
                  <a:pt x="128659" y="18322"/>
                  <a:pt x="130130" y="19279"/>
                  <a:pt x="131374" y="20523"/>
                </a:cubicBezTo>
                <a:cubicBezTo>
                  <a:pt x="132570" y="21814"/>
                  <a:pt x="133502" y="23369"/>
                  <a:pt x="134172" y="25187"/>
                </a:cubicBezTo>
                <a:cubicBezTo>
                  <a:pt x="134842" y="27005"/>
                  <a:pt x="135177" y="29086"/>
                  <a:pt x="135177" y="31430"/>
                </a:cubicBezTo>
                <a:cubicBezTo>
                  <a:pt x="135177" y="33008"/>
                  <a:pt x="134926" y="34635"/>
                  <a:pt x="134423" y="36309"/>
                </a:cubicBezTo>
                <a:cubicBezTo>
                  <a:pt x="133921" y="37984"/>
                  <a:pt x="133120" y="39778"/>
                  <a:pt x="132019" y="41691"/>
                </a:cubicBezTo>
                <a:cubicBezTo>
                  <a:pt x="130871" y="43652"/>
                  <a:pt x="129388" y="45805"/>
                  <a:pt x="127570" y="48149"/>
                </a:cubicBezTo>
                <a:cubicBezTo>
                  <a:pt x="125753" y="50493"/>
                  <a:pt x="123528" y="53100"/>
                  <a:pt x="120897" y="55971"/>
                </a:cubicBezTo>
                <a:lnTo>
                  <a:pt x="87099" y="92280"/>
                </a:lnTo>
                <a:lnTo>
                  <a:pt x="87099" y="105914"/>
                </a:lnTo>
                <a:lnTo>
                  <a:pt x="158354" y="105914"/>
                </a:lnTo>
                <a:close/>
                <a:moveTo>
                  <a:pt x="199385" y="94361"/>
                </a:moveTo>
                <a:cubicBezTo>
                  <a:pt x="199385" y="98045"/>
                  <a:pt x="200629" y="101130"/>
                  <a:pt x="203116" y="103618"/>
                </a:cubicBezTo>
                <a:cubicBezTo>
                  <a:pt x="205604" y="106105"/>
                  <a:pt x="208976" y="107349"/>
                  <a:pt x="213234" y="107349"/>
                </a:cubicBezTo>
                <a:cubicBezTo>
                  <a:pt x="217444" y="107349"/>
                  <a:pt x="220804" y="106117"/>
                  <a:pt x="223316" y="103654"/>
                </a:cubicBezTo>
                <a:cubicBezTo>
                  <a:pt x="225827" y="101190"/>
                  <a:pt x="227083" y="98092"/>
                  <a:pt x="227083" y="94361"/>
                </a:cubicBezTo>
                <a:cubicBezTo>
                  <a:pt x="227083" y="90630"/>
                  <a:pt x="225851" y="87496"/>
                  <a:pt x="223388" y="84961"/>
                </a:cubicBezTo>
                <a:cubicBezTo>
                  <a:pt x="220924" y="82425"/>
                  <a:pt x="217539" y="81158"/>
                  <a:pt x="213234" y="81158"/>
                </a:cubicBezTo>
                <a:cubicBezTo>
                  <a:pt x="208881" y="81158"/>
                  <a:pt x="205484" y="82437"/>
                  <a:pt x="203044" y="84997"/>
                </a:cubicBezTo>
                <a:cubicBezTo>
                  <a:pt x="200605" y="87556"/>
                  <a:pt x="199385" y="90677"/>
                  <a:pt x="199385" y="94361"/>
                </a:cubicBezTo>
                <a:moveTo>
                  <a:pt x="199385" y="35089"/>
                </a:moveTo>
                <a:cubicBezTo>
                  <a:pt x="199385" y="38773"/>
                  <a:pt x="200629" y="41858"/>
                  <a:pt x="203116" y="44346"/>
                </a:cubicBezTo>
                <a:cubicBezTo>
                  <a:pt x="205604" y="46834"/>
                  <a:pt x="208976" y="48077"/>
                  <a:pt x="213234" y="48077"/>
                </a:cubicBezTo>
                <a:cubicBezTo>
                  <a:pt x="217444" y="48077"/>
                  <a:pt x="220804" y="46846"/>
                  <a:pt x="223316" y="44382"/>
                </a:cubicBezTo>
                <a:cubicBezTo>
                  <a:pt x="225827" y="41918"/>
                  <a:pt x="227083" y="38821"/>
                  <a:pt x="227083" y="35089"/>
                </a:cubicBezTo>
                <a:cubicBezTo>
                  <a:pt x="227083" y="31358"/>
                  <a:pt x="225851" y="28225"/>
                  <a:pt x="223388" y="25689"/>
                </a:cubicBezTo>
                <a:cubicBezTo>
                  <a:pt x="220924" y="23154"/>
                  <a:pt x="217539" y="21886"/>
                  <a:pt x="213234" y="21886"/>
                </a:cubicBezTo>
                <a:cubicBezTo>
                  <a:pt x="208881" y="21886"/>
                  <a:pt x="205484" y="23166"/>
                  <a:pt x="203044" y="25725"/>
                </a:cubicBezTo>
                <a:cubicBezTo>
                  <a:pt x="200605" y="28284"/>
                  <a:pt x="199385" y="31406"/>
                  <a:pt x="199385" y="350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Text len,uint16">
            <a:extLst xmlns:a="http://schemas.openxmlformats.org/drawingml/2006/main">
              <a:ext uri="{FF2B5EF4-FFF2-40B4-BE49-F238E27FC236}">
                <a16:creationId xmlns:a16="http://schemas.microsoft.com/office/drawing/2014/main" id="{0594BAA5-20B5-4C91-9B88-5B8165FD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082" y="3708366"/>
            <a:ext cx="946265" cy="139353"/>
          </a:xfrm>
          <a:custGeom xmlns:a="http://schemas.openxmlformats.org/drawingml/2006/main">
            <a:pathLst>
              <a:path w="946265" h="139353">
                <a:moveTo>
                  <a:pt x="0" y="0"/>
                </a:moveTo>
                <a:lnTo>
                  <a:pt x="0" y="16289"/>
                </a:lnTo>
                <a:lnTo>
                  <a:pt x="23249" y="16289"/>
                </a:lnTo>
                <a:lnTo>
                  <a:pt x="23249" y="94002"/>
                </a:lnTo>
                <a:lnTo>
                  <a:pt x="0" y="94002"/>
                </a:lnTo>
                <a:lnTo>
                  <a:pt x="0" y="110219"/>
                </a:lnTo>
                <a:lnTo>
                  <a:pt x="65658" y="110219"/>
                </a:lnTo>
                <a:lnTo>
                  <a:pt x="65658" y="94002"/>
                </a:lnTo>
                <a:lnTo>
                  <a:pt x="43413" y="94002"/>
                </a:lnTo>
                <a:lnTo>
                  <a:pt x="43413" y="0"/>
                </a:lnTo>
                <a:lnTo>
                  <a:pt x="0" y="0"/>
                </a:lnTo>
                <a:close/>
                <a:moveTo>
                  <a:pt x="121687" y="111655"/>
                </a:moveTo>
                <a:cubicBezTo>
                  <a:pt x="129197" y="111655"/>
                  <a:pt x="135703" y="110195"/>
                  <a:pt x="141205" y="107277"/>
                </a:cubicBezTo>
                <a:cubicBezTo>
                  <a:pt x="146706" y="104359"/>
                  <a:pt x="150724" y="101106"/>
                  <a:pt x="153260" y="97518"/>
                </a:cubicBezTo>
                <a:lnTo>
                  <a:pt x="143286" y="86755"/>
                </a:lnTo>
                <a:cubicBezTo>
                  <a:pt x="140989" y="89721"/>
                  <a:pt x="137999" y="91945"/>
                  <a:pt x="134316" y="93428"/>
                </a:cubicBezTo>
                <a:cubicBezTo>
                  <a:pt x="130632" y="94911"/>
                  <a:pt x="126829" y="95653"/>
                  <a:pt x="122906" y="95653"/>
                </a:cubicBezTo>
                <a:cubicBezTo>
                  <a:pt x="120132" y="95653"/>
                  <a:pt x="117573" y="95222"/>
                  <a:pt x="115228" y="94361"/>
                </a:cubicBezTo>
                <a:cubicBezTo>
                  <a:pt x="112884" y="93500"/>
                  <a:pt x="110803" y="92280"/>
                  <a:pt x="108986" y="90701"/>
                </a:cubicBezTo>
                <a:cubicBezTo>
                  <a:pt x="107216" y="89171"/>
                  <a:pt x="105804" y="87460"/>
                  <a:pt x="104752" y="85571"/>
                </a:cubicBezTo>
                <a:cubicBezTo>
                  <a:pt x="103699" y="83681"/>
                  <a:pt x="102838" y="81182"/>
                  <a:pt x="102169" y="78072"/>
                </a:cubicBezTo>
                <a:lnTo>
                  <a:pt x="102169" y="77857"/>
                </a:lnTo>
                <a:lnTo>
                  <a:pt x="154839" y="77857"/>
                </a:lnTo>
                <a:lnTo>
                  <a:pt x="154839" y="69389"/>
                </a:lnTo>
                <a:cubicBezTo>
                  <a:pt x="154839" y="63697"/>
                  <a:pt x="154049" y="58494"/>
                  <a:pt x="152471" y="53782"/>
                </a:cubicBezTo>
                <a:cubicBezTo>
                  <a:pt x="150892" y="49070"/>
                  <a:pt x="148596" y="45040"/>
                  <a:pt x="145582" y="41691"/>
                </a:cubicBezTo>
                <a:cubicBezTo>
                  <a:pt x="142520" y="38342"/>
                  <a:pt x="138801" y="35747"/>
                  <a:pt x="134424" y="33905"/>
                </a:cubicBezTo>
                <a:cubicBezTo>
                  <a:pt x="130046" y="32064"/>
                  <a:pt x="125059" y="31143"/>
                  <a:pt x="119462" y="31143"/>
                </a:cubicBezTo>
                <a:cubicBezTo>
                  <a:pt x="114056" y="31143"/>
                  <a:pt x="109057" y="32123"/>
                  <a:pt x="104465" y="34085"/>
                </a:cubicBezTo>
                <a:cubicBezTo>
                  <a:pt x="99872" y="36046"/>
                  <a:pt x="95902" y="38797"/>
                  <a:pt x="92553" y="42337"/>
                </a:cubicBezTo>
                <a:cubicBezTo>
                  <a:pt x="89204" y="45877"/>
                  <a:pt x="86597" y="50099"/>
                  <a:pt x="84732" y="55002"/>
                </a:cubicBezTo>
                <a:cubicBezTo>
                  <a:pt x="82866" y="59905"/>
                  <a:pt x="81933" y="65323"/>
                  <a:pt x="81933" y="71255"/>
                </a:cubicBezTo>
                <a:lnTo>
                  <a:pt x="81933" y="74125"/>
                </a:lnTo>
                <a:cubicBezTo>
                  <a:pt x="81933" y="79340"/>
                  <a:pt x="82878" y="84231"/>
                  <a:pt x="84767" y="88800"/>
                </a:cubicBezTo>
                <a:cubicBezTo>
                  <a:pt x="86657" y="93368"/>
                  <a:pt x="89348" y="97327"/>
                  <a:pt x="92840" y="100676"/>
                </a:cubicBezTo>
                <a:cubicBezTo>
                  <a:pt x="96332" y="104072"/>
                  <a:pt x="100518" y="106751"/>
                  <a:pt x="105398" y="108713"/>
                </a:cubicBezTo>
                <a:cubicBezTo>
                  <a:pt x="110277" y="110674"/>
                  <a:pt x="115707" y="111655"/>
                  <a:pt x="121687" y="111655"/>
                </a:cubicBezTo>
                <a:moveTo>
                  <a:pt x="119319" y="47288"/>
                </a:moveTo>
                <a:cubicBezTo>
                  <a:pt x="121854" y="47288"/>
                  <a:pt x="124090" y="47683"/>
                  <a:pt x="126028" y="48472"/>
                </a:cubicBezTo>
                <a:cubicBezTo>
                  <a:pt x="127965" y="49261"/>
                  <a:pt x="129604" y="50326"/>
                  <a:pt x="130943" y="51665"/>
                </a:cubicBezTo>
                <a:cubicBezTo>
                  <a:pt x="132283" y="53053"/>
                  <a:pt x="133335" y="54679"/>
                  <a:pt x="134101" y="56545"/>
                </a:cubicBezTo>
                <a:cubicBezTo>
                  <a:pt x="134866" y="58411"/>
                  <a:pt x="135249" y="60396"/>
                  <a:pt x="135249" y="62501"/>
                </a:cubicBezTo>
                <a:lnTo>
                  <a:pt x="135249" y="64079"/>
                </a:lnTo>
                <a:lnTo>
                  <a:pt x="102527" y="64079"/>
                </a:lnTo>
                <a:cubicBezTo>
                  <a:pt x="103006" y="61544"/>
                  <a:pt x="103723" y="59248"/>
                  <a:pt x="104680" y="57191"/>
                </a:cubicBezTo>
                <a:cubicBezTo>
                  <a:pt x="105637" y="55134"/>
                  <a:pt x="106833" y="53364"/>
                  <a:pt x="108268" y="51881"/>
                </a:cubicBezTo>
                <a:cubicBezTo>
                  <a:pt x="109655" y="50398"/>
                  <a:pt x="111282" y="49261"/>
                  <a:pt x="113147" y="48472"/>
                </a:cubicBezTo>
                <a:cubicBezTo>
                  <a:pt x="115013" y="47683"/>
                  <a:pt x="117070" y="47288"/>
                  <a:pt x="119319" y="47288"/>
                </a:cubicBezTo>
                <a:close/>
                <a:moveTo>
                  <a:pt x="172190" y="110219"/>
                </a:moveTo>
                <a:lnTo>
                  <a:pt x="192210" y="110219"/>
                </a:lnTo>
                <a:lnTo>
                  <a:pt x="192210" y="55038"/>
                </a:lnTo>
                <a:cubicBezTo>
                  <a:pt x="192880" y="53986"/>
                  <a:pt x="193621" y="53029"/>
                  <a:pt x="194435" y="52168"/>
                </a:cubicBezTo>
                <a:cubicBezTo>
                  <a:pt x="195248" y="51307"/>
                  <a:pt x="196157" y="50565"/>
                  <a:pt x="197161" y="49943"/>
                </a:cubicBezTo>
                <a:cubicBezTo>
                  <a:pt x="198405" y="49082"/>
                  <a:pt x="199828" y="48436"/>
                  <a:pt x="201431" y="48006"/>
                </a:cubicBezTo>
                <a:cubicBezTo>
                  <a:pt x="203034" y="47575"/>
                  <a:pt x="204792" y="47360"/>
                  <a:pt x="206705" y="47360"/>
                </a:cubicBezTo>
                <a:cubicBezTo>
                  <a:pt x="209001" y="47360"/>
                  <a:pt x="211058" y="47587"/>
                  <a:pt x="212876" y="48042"/>
                </a:cubicBezTo>
                <a:cubicBezTo>
                  <a:pt x="214694" y="48496"/>
                  <a:pt x="216249" y="49297"/>
                  <a:pt x="217541" y="50445"/>
                </a:cubicBezTo>
                <a:cubicBezTo>
                  <a:pt x="218832" y="51594"/>
                  <a:pt x="219825" y="53160"/>
                  <a:pt x="220518" y="55146"/>
                </a:cubicBezTo>
                <a:cubicBezTo>
                  <a:pt x="221212" y="57131"/>
                  <a:pt x="221559" y="59654"/>
                  <a:pt x="221559" y="62716"/>
                </a:cubicBezTo>
                <a:lnTo>
                  <a:pt x="221559" y="110219"/>
                </a:lnTo>
                <a:lnTo>
                  <a:pt x="241508" y="110219"/>
                </a:lnTo>
                <a:lnTo>
                  <a:pt x="241508" y="62429"/>
                </a:lnTo>
                <a:cubicBezTo>
                  <a:pt x="241508" y="56784"/>
                  <a:pt x="240850" y="51988"/>
                  <a:pt x="239534" y="48042"/>
                </a:cubicBezTo>
                <a:cubicBezTo>
                  <a:pt x="238219" y="44095"/>
                  <a:pt x="236389" y="40854"/>
                  <a:pt x="234045" y="38318"/>
                </a:cubicBezTo>
                <a:cubicBezTo>
                  <a:pt x="231653" y="35831"/>
                  <a:pt x="228830" y="34013"/>
                  <a:pt x="225577" y="32865"/>
                </a:cubicBezTo>
                <a:cubicBezTo>
                  <a:pt x="222324" y="31717"/>
                  <a:pt x="218736" y="31143"/>
                  <a:pt x="214814" y="31143"/>
                </a:cubicBezTo>
                <a:cubicBezTo>
                  <a:pt x="211752" y="31143"/>
                  <a:pt x="208858" y="31573"/>
                  <a:pt x="206131" y="32434"/>
                </a:cubicBezTo>
                <a:cubicBezTo>
                  <a:pt x="203404" y="33295"/>
                  <a:pt x="200893" y="34539"/>
                  <a:pt x="198597" y="36166"/>
                </a:cubicBezTo>
                <a:cubicBezTo>
                  <a:pt x="197257" y="37123"/>
                  <a:pt x="195989" y="38199"/>
                  <a:pt x="194793" y="39395"/>
                </a:cubicBezTo>
                <a:cubicBezTo>
                  <a:pt x="193597" y="40591"/>
                  <a:pt x="192497" y="41906"/>
                  <a:pt x="191493" y="43341"/>
                </a:cubicBezTo>
                <a:lnTo>
                  <a:pt x="190273" y="32578"/>
                </a:lnTo>
                <a:lnTo>
                  <a:pt x="172190" y="32578"/>
                </a:lnTo>
                <a:lnTo>
                  <a:pt x="172190" y="110219"/>
                </a:lnTo>
                <a:close/>
                <a:moveTo>
                  <a:pt x="301195" y="108641"/>
                </a:moveTo>
                <a:lnTo>
                  <a:pt x="301266" y="92782"/>
                </a:lnTo>
                <a:lnTo>
                  <a:pt x="282538" y="92782"/>
                </a:lnTo>
                <a:lnTo>
                  <a:pt x="282538" y="109574"/>
                </a:lnTo>
                <a:cubicBezTo>
                  <a:pt x="282538" y="114836"/>
                  <a:pt x="281916" y="119345"/>
                  <a:pt x="280672" y="123100"/>
                </a:cubicBezTo>
                <a:cubicBezTo>
                  <a:pt x="279428" y="126855"/>
                  <a:pt x="277897" y="130455"/>
                  <a:pt x="276079" y="133899"/>
                </a:cubicBezTo>
                <a:lnTo>
                  <a:pt x="286628" y="139353"/>
                </a:lnTo>
                <a:cubicBezTo>
                  <a:pt x="290933" y="135526"/>
                  <a:pt x="294437" y="130814"/>
                  <a:pt x="297140" y="125217"/>
                </a:cubicBezTo>
                <a:cubicBezTo>
                  <a:pt x="299843" y="119620"/>
                  <a:pt x="301195" y="114094"/>
                  <a:pt x="301195" y="108641"/>
                </a:cubicBezTo>
                <a:close/>
                <a:moveTo>
                  <a:pt x="487377" y="110219"/>
                </a:moveTo>
                <a:lnTo>
                  <a:pt x="505460" y="110219"/>
                </a:lnTo>
                <a:lnTo>
                  <a:pt x="505460" y="32578"/>
                </a:lnTo>
                <a:lnTo>
                  <a:pt x="485439" y="32578"/>
                </a:lnTo>
                <a:lnTo>
                  <a:pt x="485439" y="87042"/>
                </a:lnTo>
                <a:cubicBezTo>
                  <a:pt x="484817" y="88286"/>
                  <a:pt x="484076" y="89410"/>
                  <a:pt x="483215" y="90414"/>
                </a:cubicBezTo>
                <a:cubicBezTo>
                  <a:pt x="482354" y="91419"/>
                  <a:pt x="481373" y="92280"/>
                  <a:pt x="480273" y="92998"/>
                </a:cubicBezTo>
                <a:cubicBezTo>
                  <a:pt x="478981" y="93811"/>
                  <a:pt x="477486" y="94433"/>
                  <a:pt x="475788" y="94863"/>
                </a:cubicBezTo>
                <a:cubicBezTo>
                  <a:pt x="474090" y="95294"/>
                  <a:pt x="472188" y="95509"/>
                  <a:pt x="470083" y="95509"/>
                </a:cubicBezTo>
                <a:cubicBezTo>
                  <a:pt x="467739" y="95509"/>
                  <a:pt x="465754" y="95222"/>
                  <a:pt x="464127" y="94648"/>
                </a:cubicBezTo>
                <a:cubicBezTo>
                  <a:pt x="462501" y="94074"/>
                  <a:pt x="461185" y="93117"/>
                  <a:pt x="460181" y="91778"/>
                </a:cubicBezTo>
                <a:cubicBezTo>
                  <a:pt x="459176" y="90486"/>
                  <a:pt x="458447" y="88764"/>
                  <a:pt x="457992" y="86611"/>
                </a:cubicBezTo>
                <a:cubicBezTo>
                  <a:pt x="457538" y="84458"/>
                  <a:pt x="457310" y="81803"/>
                  <a:pt x="457310" y="78646"/>
                </a:cubicBezTo>
                <a:lnTo>
                  <a:pt x="457310" y="32578"/>
                </a:lnTo>
                <a:lnTo>
                  <a:pt x="437362" y="32578"/>
                </a:lnTo>
                <a:lnTo>
                  <a:pt x="437362" y="78503"/>
                </a:lnTo>
                <a:cubicBezTo>
                  <a:pt x="437362" y="84387"/>
                  <a:pt x="438020" y="89422"/>
                  <a:pt x="439335" y="93608"/>
                </a:cubicBezTo>
                <a:cubicBezTo>
                  <a:pt x="440651" y="97793"/>
                  <a:pt x="442504" y="101226"/>
                  <a:pt x="444896" y="103905"/>
                </a:cubicBezTo>
                <a:cubicBezTo>
                  <a:pt x="447288" y="106632"/>
                  <a:pt x="450159" y="108617"/>
                  <a:pt x="453507" y="109861"/>
                </a:cubicBezTo>
                <a:cubicBezTo>
                  <a:pt x="456856" y="111104"/>
                  <a:pt x="460539" y="111726"/>
                  <a:pt x="464558" y="111726"/>
                </a:cubicBezTo>
                <a:cubicBezTo>
                  <a:pt x="468959" y="111726"/>
                  <a:pt x="473013" y="110626"/>
                  <a:pt x="476721" y="108425"/>
                </a:cubicBezTo>
                <a:cubicBezTo>
                  <a:pt x="480428" y="106225"/>
                  <a:pt x="483598" y="103187"/>
                  <a:pt x="486229" y="99312"/>
                </a:cubicBezTo>
                <a:lnTo>
                  <a:pt x="487377" y="110219"/>
                </a:lnTo>
                <a:close/>
                <a:moveTo>
                  <a:pt x="530202" y="32578"/>
                </a:moveTo>
                <a:lnTo>
                  <a:pt x="530202" y="48867"/>
                </a:lnTo>
                <a:lnTo>
                  <a:pt x="552303" y="48867"/>
                </a:lnTo>
                <a:lnTo>
                  <a:pt x="552303" y="94002"/>
                </a:lnTo>
                <a:lnTo>
                  <a:pt x="530202" y="94002"/>
                </a:lnTo>
                <a:lnTo>
                  <a:pt x="530202" y="110219"/>
                </a:lnTo>
                <a:lnTo>
                  <a:pt x="593492" y="110219"/>
                </a:lnTo>
                <a:lnTo>
                  <a:pt x="593492" y="94002"/>
                </a:lnTo>
                <a:lnTo>
                  <a:pt x="572467" y="94002"/>
                </a:lnTo>
                <a:lnTo>
                  <a:pt x="572467" y="32578"/>
                </a:lnTo>
                <a:lnTo>
                  <a:pt x="530202" y="32578"/>
                </a:lnTo>
                <a:moveTo>
                  <a:pt x="550868" y="12701"/>
                </a:moveTo>
                <a:cubicBezTo>
                  <a:pt x="550868" y="14232"/>
                  <a:pt x="551143" y="15655"/>
                  <a:pt x="551693" y="16971"/>
                </a:cubicBezTo>
                <a:cubicBezTo>
                  <a:pt x="552243" y="18286"/>
                  <a:pt x="553021" y="19398"/>
                  <a:pt x="554025" y="20307"/>
                </a:cubicBezTo>
                <a:cubicBezTo>
                  <a:pt x="555030" y="21264"/>
                  <a:pt x="556238" y="22006"/>
                  <a:pt x="557649" y="22532"/>
                </a:cubicBezTo>
                <a:cubicBezTo>
                  <a:pt x="559060" y="23058"/>
                  <a:pt x="560627" y="23321"/>
                  <a:pt x="562349" y="23321"/>
                </a:cubicBezTo>
                <a:cubicBezTo>
                  <a:pt x="565889" y="23321"/>
                  <a:pt x="568700" y="22329"/>
                  <a:pt x="570781" y="20343"/>
                </a:cubicBezTo>
                <a:cubicBezTo>
                  <a:pt x="572861" y="18358"/>
                  <a:pt x="573902" y="15811"/>
                  <a:pt x="573902" y="12701"/>
                </a:cubicBezTo>
                <a:cubicBezTo>
                  <a:pt x="573902" y="9592"/>
                  <a:pt x="572861" y="7044"/>
                  <a:pt x="570781" y="5059"/>
                </a:cubicBezTo>
                <a:cubicBezTo>
                  <a:pt x="568700" y="3074"/>
                  <a:pt x="565889" y="2081"/>
                  <a:pt x="562349" y="2081"/>
                </a:cubicBezTo>
                <a:cubicBezTo>
                  <a:pt x="560627" y="2081"/>
                  <a:pt x="559060" y="2344"/>
                  <a:pt x="557649" y="2870"/>
                </a:cubicBezTo>
                <a:cubicBezTo>
                  <a:pt x="556238" y="3397"/>
                  <a:pt x="555030" y="4114"/>
                  <a:pt x="554025" y="5023"/>
                </a:cubicBezTo>
                <a:cubicBezTo>
                  <a:pt x="553021" y="5980"/>
                  <a:pt x="552243" y="7116"/>
                  <a:pt x="551693" y="8431"/>
                </a:cubicBezTo>
                <a:cubicBezTo>
                  <a:pt x="551143" y="9747"/>
                  <a:pt x="550868" y="11170"/>
                  <a:pt x="550868" y="12701"/>
                </a:cubicBezTo>
                <a:close/>
                <a:moveTo>
                  <a:pt x="613067" y="110219"/>
                </a:moveTo>
                <a:lnTo>
                  <a:pt x="633087" y="110219"/>
                </a:lnTo>
                <a:lnTo>
                  <a:pt x="633087" y="55038"/>
                </a:lnTo>
                <a:cubicBezTo>
                  <a:pt x="633757" y="53986"/>
                  <a:pt x="634498" y="53029"/>
                  <a:pt x="635312" y="52168"/>
                </a:cubicBezTo>
                <a:cubicBezTo>
                  <a:pt x="636125" y="51307"/>
                  <a:pt x="637034" y="50565"/>
                  <a:pt x="638039" y="49943"/>
                </a:cubicBezTo>
                <a:cubicBezTo>
                  <a:pt x="639282" y="49082"/>
                  <a:pt x="640706" y="48436"/>
                  <a:pt x="642308" y="48006"/>
                </a:cubicBezTo>
                <a:cubicBezTo>
                  <a:pt x="643911" y="47575"/>
                  <a:pt x="645669" y="47360"/>
                  <a:pt x="647582" y="47360"/>
                </a:cubicBezTo>
                <a:cubicBezTo>
                  <a:pt x="649878" y="47360"/>
                  <a:pt x="651936" y="47587"/>
                  <a:pt x="653753" y="48042"/>
                </a:cubicBezTo>
                <a:cubicBezTo>
                  <a:pt x="655571" y="48496"/>
                  <a:pt x="657126" y="49297"/>
                  <a:pt x="658418" y="50445"/>
                </a:cubicBezTo>
                <a:cubicBezTo>
                  <a:pt x="659709" y="51594"/>
                  <a:pt x="660702" y="53160"/>
                  <a:pt x="661396" y="55146"/>
                </a:cubicBezTo>
                <a:cubicBezTo>
                  <a:pt x="662089" y="57131"/>
                  <a:pt x="662436" y="59654"/>
                  <a:pt x="662436" y="62716"/>
                </a:cubicBezTo>
                <a:lnTo>
                  <a:pt x="662436" y="110219"/>
                </a:lnTo>
                <a:lnTo>
                  <a:pt x="682385" y="110219"/>
                </a:lnTo>
                <a:lnTo>
                  <a:pt x="682385" y="62429"/>
                </a:lnTo>
                <a:cubicBezTo>
                  <a:pt x="682385" y="56784"/>
                  <a:pt x="681727" y="51988"/>
                  <a:pt x="680411" y="48042"/>
                </a:cubicBezTo>
                <a:cubicBezTo>
                  <a:pt x="679096" y="44095"/>
                  <a:pt x="677266" y="40854"/>
                  <a:pt x="674922" y="38318"/>
                </a:cubicBezTo>
                <a:cubicBezTo>
                  <a:pt x="672530" y="35831"/>
                  <a:pt x="669707" y="34013"/>
                  <a:pt x="666454" y="32865"/>
                </a:cubicBezTo>
                <a:cubicBezTo>
                  <a:pt x="663201" y="31717"/>
                  <a:pt x="659614" y="31143"/>
                  <a:pt x="655691" y="31143"/>
                </a:cubicBezTo>
                <a:cubicBezTo>
                  <a:pt x="652629" y="31143"/>
                  <a:pt x="649735" y="31573"/>
                  <a:pt x="647008" y="32434"/>
                </a:cubicBezTo>
                <a:cubicBezTo>
                  <a:pt x="644281" y="33295"/>
                  <a:pt x="641770" y="34539"/>
                  <a:pt x="639474" y="36166"/>
                </a:cubicBezTo>
                <a:cubicBezTo>
                  <a:pt x="638134" y="37123"/>
                  <a:pt x="636866" y="38199"/>
                  <a:pt x="635671" y="39395"/>
                </a:cubicBezTo>
                <a:cubicBezTo>
                  <a:pt x="634475" y="40591"/>
                  <a:pt x="633374" y="41906"/>
                  <a:pt x="632370" y="43341"/>
                </a:cubicBezTo>
                <a:lnTo>
                  <a:pt x="631150" y="32578"/>
                </a:lnTo>
                <a:lnTo>
                  <a:pt x="613067" y="32578"/>
                </a:lnTo>
                <a:lnTo>
                  <a:pt x="613067" y="110219"/>
                </a:lnTo>
                <a:close/>
                <a:moveTo>
                  <a:pt x="737839" y="13562"/>
                </a:moveTo>
                <a:lnTo>
                  <a:pt x="717890" y="13562"/>
                </a:lnTo>
                <a:lnTo>
                  <a:pt x="717890" y="32578"/>
                </a:lnTo>
                <a:lnTo>
                  <a:pt x="700166" y="32578"/>
                </a:lnTo>
                <a:lnTo>
                  <a:pt x="700166" y="47288"/>
                </a:lnTo>
                <a:lnTo>
                  <a:pt x="717890" y="47288"/>
                </a:lnTo>
                <a:lnTo>
                  <a:pt x="717890" y="82593"/>
                </a:lnTo>
                <a:cubicBezTo>
                  <a:pt x="717890" y="87712"/>
                  <a:pt x="718560" y="92101"/>
                  <a:pt x="719899" y="95760"/>
                </a:cubicBezTo>
                <a:cubicBezTo>
                  <a:pt x="721239" y="99420"/>
                  <a:pt x="723152" y="102422"/>
                  <a:pt x="725640" y="104766"/>
                </a:cubicBezTo>
                <a:cubicBezTo>
                  <a:pt x="728080" y="107158"/>
                  <a:pt x="731034" y="108916"/>
                  <a:pt x="734502" y="110040"/>
                </a:cubicBezTo>
                <a:cubicBezTo>
                  <a:pt x="737970" y="111164"/>
                  <a:pt x="741833" y="111726"/>
                  <a:pt x="746091" y="111726"/>
                </a:cubicBezTo>
                <a:cubicBezTo>
                  <a:pt x="748291" y="111726"/>
                  <a:pt x="750528" y="111619"/>
                  <a:pt x="752800" y="111403"/>
                </a:cubicBezTo>
                <a:cubicBezTo>
                  <a:pt x="755073" y="111188"/>
                  <a:pt x="757261" y="110889"/>
                  <a:pt x="759366" y="110506"/>
                </a:cubicBezTo>
                <a:cubicBezTo>
                  <a:pt x="761471" y="110124"/>
                  <a:pt x="763456" y="109633"/>
                  <a:pt x="765322" y="109035"/>
                </a:cubicBezTo>
                <a:cubicBezTo>
                  <a:pt x="767188" y="108437"/>
                  <a:pt x="768814" y="107732"/>
                  <a:pt x="770201" y="106919"/>
                </a:cubicBezTo>
                <a:lnTo>
                  <a:pt x="768264" y="93213"/>
                </a:lnTo>
                <a:cubicBezTo>
                  <a:pt x="767355" y="93452"/>
                  <a:pt x="766267" y="93691"/>
                  <a:pt x="764999" y="93930"/>
                </a:cubicBezTo>
                <a:cubicBezTo>
                  <a:pt x="763731" y="94170"/>
                  <a:pt x="762380" y="94385"/>
                  <a:pt x="760945" y="94576"/>
                </a:cubicBezTo>
                <a:cubicBezTo>
                  <a:pt x="759462" y="94815"/>
                  <a:pt x="757919" y="95007"/>
                  <a:pt x="756316" y="95150"/>
                </a:cubicBezTo>
                <a:cubicBezTo>
                  <a:pt x="754714" y="95294"/>
                  <a:pt x="753147" y="95366"/>
                  <a:pt x="751616" y="95366"/>
                </a:cubicBezTo>
                <a:cubicBezTo>
                  <a:pt x="749511" y="95366"/>
                  <a:pt x="747610" y="95126"/>
                  <a:pt x="745912" y="94648"/>
                </a:cubicBezTo>
                <a:cubicBezTo>
                  <a:pt x="744213" y="94170"/>
                  <a:pt x="742766" y="93356"/>
                  <a:pt x="741570" y="92208"/>
                </a:cubicBezTo>
                <a:cubicBezTo>
                  <a:pt x="740374" y="91108"/>
                  <a:pt x="739453" y="89613"/>
                  <a:pt x="738808" y="87723"/>
                </a:cubicBezTo>
                <a:cubicBezTo>
                  <a:pt x="738162" y="85834"/>
                  <a:pt x="737839" y="83478"/>
                  <a:pt x="737839" y="80655"/>
                </a:cubicBezTo>
                <a:lnTo>
                  <a:pt x="737839" y="47288"/>
                </a:lnTo>
                <a:lnTo>
                  <a:pt x="766829" y="47288"/>
                </a:lnTo>
                <a:lnTo>
                  <a:pt x="766829" y="32578"/>
                </a:lnTo>
                <a:lnTo>
                  <a:pt x="737839" y="32578"/>
                </a:lnTo>
                <a:lnTo>
                  <a:pt x="737839" y="13562"/>
                </a:lnTo>
                <a:close/>
                <a:moveTo>
                  <a:pt x="838285" y="110219"/>
                </a:moveTo>
                <a:lnTo>
                  <a:pt x="838285" y="5741"/>
                </a:lnTo>
                <a:lnTo>
                  <a:pt x="837208" y="5741"/>
                </a:lnTo>
                <a:lnTo>
                  <a:pt x="791714" y="22173"/>
                </a:lnTo>
                <a:lnTo>
                  <a:pt x="791714" y="39538"/>
                </a:lnTo>
                <a:lnTo>
                  <a:pt x="818121" y="30066"/>
                </a:lnTo>
                <a:lnTo>
                  <a:pt x="818121" y="110219"/>
                </a:lnTo>
                <a:lnTo>
                  <a:pt x="838285" y="110219"/>
                </a:lnTo>
                <a:close/>
                <a:moveTo>
                  <a:pt x="930550" y="4880"/>
                </a:moveTo>
                <a:lnTo>
                  <a:pt x="927895" y="4880"/>
                </a:lnTo>
                <a:cubicBezTo>
                  <a:pt x="919236" y="4880"/>
                  <a:pt x="911606" y="6327"/>
                  <a:pt x="905004" y="9221"/>
                </a:cubicBezTo>
                <a:cubicBezTo>
                  <a:pt x="898403" y="12115"/>
                  <a:pt x="892877" y="16122"/>
                  <a:pt x="888429" y="21240"/>
                </a:cubicBezTo>
                <a:cubicBezTo>
                  <a:pt x="883980" y="26407"/>
                  <a:pt x="880631" y="32518"/>
                  <a:pt x="878382" y="39574"/>
                </a:cubicBezTo>
                <a:cubicBezTo>
                  <a:pt x="876134" y="46630"/>
                  <a:pt x="875010" y="54296"/>
                  <a:pt x="875010" y="62572"/>
                </a:cubicBezTo>
                <a:lnTo>
                  <a:pt x="875010" y="70251"/>
                </a:lnTo>
                <a:cubicBezTo>
                  <a:pt x="875010" y="76230"/>
                  <a:pt x="875859" y="81744"/>
                  <a:pt x="877557" y="86791"/>
                </a:cubicBezTo>
                <a:cubicBezTo>
                  <a:pt x="879256" y="91838"/>
                  <a:pt x="881683" y="96203"/>
                  <a:pt x="884841" y="99886"/>
                </a:cubicBezTo>
                <a:cubicBezTo>
                  <a:pt x="887950" y="103570"/>
                  <a:pt x="891753" y="106452"/>
                  <a:pt x="896250" y="108533"/>
                </a:cubicBezTo>
                <a:cubicBezTo>
                  <a:pt x="900747" y="110614"/>
                  <a:pt x="905794" y="111655"/>
                  <a:pt x="911391" y="111655"/>
                </a:cubicBezTo>
                <a:cubicBezTo>
                  <a:pt x="916749" y="111655"/>
                  <a:pt x="921580" y="110734"/>
                  <a:pt x="925886" y="108892"/>
                </a:cubicBezTo>
                <a:cubicBezTo>
                  <a:pt x="930191" y="107050"/>
                  <a:pt x="933851" y="104527"/>
                  <a:pt x="936865" y="101321"/>
                </a:cubicBezTo>
                <a:cubicBezTo>
                  <a:pt x="939879" y="98116"/>
                  <a:pt x="942199" y="94337"/>
                  <a:pt x="943825" y="89984"/>
                </a:cubicBezTo>
                <a:cubicBezTo>
                  <a:pt x="945452" y="85631"/>
                  <a:pt x="946265" y="80918"/>
                  <a:pt x="946265" y="75848"/>
                </a:cubicBezTo>
                <a:cubicBezTo>
                  <a:pt x="946265" y="71112"/>
                  <a:pt x="945655" y="66603"/>
                  <a:pt x="944435" y="62321"/>
                </a:cubicBezTo>
                <a:cubicBezTo>
                  <a:pt x="943215" y="58040"/>
                  <a:pt x="941362" y="54273"/>
                  <a:pt x="938874" y="51020"/>
                </a:cubicBezTo>
                <a:cubicBezTo>
                  <a:pt x="936386" y="47814"/>
                  <a:pt x="933289" y="45267"/>
                  <a:pt x="929581" y="43377"/>
                </a:cubicBezTo>
                <a:cubicBezTo>
                  <a:pt x="925874" y="41488"/>
                  <a:pt x="921533" y="40543"/>
                  <a:pt x="916557" y="40543"/>
                </a:cubicBezTo>
                <a:cubicBezTo>
                  <a:pt x="914118" y="40543"/>
                  <a:pt x="911845" y="40830"/>
                  <a:pt x="909740" y="41404"/>
                </a:cubicBezTo>
                <a:cubicBezTo>
                  <a:pt x="907636" y="41978"/>
                  <a:pt x="905698" y="42720"/>
                  <a:pt x="903928" y="43629"/>
                </a:cubicBezTo>
                <a:cubicBezTo>
                  <a:pt x="902110" y="44585"/>
                  <a:pt x="900484" y="45650"/>
                  <a:pt x="899049" y="46822"/>
                </a:cubicBezTo>
                <a:cubicBezTo>
                  <a:pt x="897613" y="47994"/>
                  <a:pt x="896346" y="49178"/>
                  <a:pt x="895245" y="50374"/>
                </a:cubicBezTo>
                <a:cubicBezTo>
                  <a:pt x="895676" y="46020"/>
                  <a:pt x="896716" y="42074"/>
                  <a:pt x="898367" y="38534"/>
                </a:cubicBezTo>
                <a:cubicBezTo>
                  <a:pt x="900017" y="34994"/>
                  <a:pt x="902278" y="31956"/>
                  <a:pt x="905148" y="29421"/>
                </a:cubicBezTo>
                <a:cubicBezTo>
                  <a:pt x="907970" y="26885"/>
                  <a:pt x="911403" y="24924"/>
                  <a:pt x="915445" y="23536"/>
                </a:cubicBezTo>
                <a:cubicBezTo>
                  <a:pt x="919488" y="22149"/>
                  <a:pt x="924140" y="21455"/>
                  <a:pt x="929402" y="21455"/>
                </a:cubicBezTo>
                <a:lnTo>
                  <a:pt x="930550" y="21455"/>
                </a:lnTo>
                <a:lnTo>
                  <a:pt x="930550" y="4880"/>
                </a:lnTo>
                <a:moveTo>
                  <a:pt x="910745" y="56545"/>
                </a:moveTo>
                <a:cubicBezTo>
                  <a:pt x="913233" y="56545"/>
                  <a:pt x="915445" y="57035"/>
                  <a:pt x="917383" y="58016"/>
                </a:cubicBezTo>
                <a:cubicBezTo>
                  <a:pt x="919320" y="58997"/>
                  <a:pt x="920959" y="60348"/>
                  <a:pt x="922298" y="62070"/>
                </a:cubicBezTo>
                <a:cubicBezTo>
                  <a:pt x="923637" y="63840"/>
                  <a:pt x="924666" y="65921"/>
                  <a:pt x="925384" y="68313"/>
                </a:cubicBezTo>
                <a:cubicBezTo>
                  <a:pt x="926101" y="70705"/>
                  <a:pt x="926460" y="73312"/>
                  <a:pt x="926460" y="76135"/>
                </a:cubicBezTo>
                <a:cubicBezTo>
                  <a:pt x="926460" y="78957"/>
                  <a:pt x="926101" y="81552"/>
                  <a:pt x="925384" y="83920"/>
                </a:cubicBezTo>
                <a:cubicBezTo>
                  <a:pt x="924666" y="86288"/>
                  <a:pt x="923637" y="88333"/>
                  <a:pt x="922298" y="90056"/>
                </a:cubicBezTo>
                <a:cubicBezTo>
                  <a:pt x="920959" y="91778"/>
                  <a:pt x="919332" y="93129"/>
                  <a:pt x="917419" y="94110"/>
                </a:cubicBezTo>
                <a:cubicBezTo>
                  <a:pt x="915505" y="95091"/>
                  <a:pt x="913376" y="95581"/>
                  <a:pt x="911032" y="95581"/>
                </a:cubicBezTo>
                <a:cubicBezTo>
                  <a:pt x="908736" y="95581"/>
                  <a:pt x="906607" y="95103"/>
                  <a:pt x="904646" y="94146"/>
                </a:cubicBezTo>
                <a:cubicBezTo>
                  <a:pt x="902684" y="93189"/>
                  <a:pt x="900986" y="91754"/>
                  <a:pt x="899551" y="89840"/>
                </a:cubicBezTo>
                <a:cubicBezTo>
                  <a:pt x="898116" y="87975"/>
                  <a:pt x="897004" y="85607"/>
                  <a:pt x="896214" y="82736"/>
                </a:cubicBezTo>
                <a:cubicBezTo>
                  <a:pt x="895425" y="79866"/>
                  <a:pt x="895030" y="76517"/>
                  <a:pt x="895030" y="72690"/>
                </a:cubicBezTo>
                <a:lnTo>
                  <a:pt x="895030" y="66806"/>
                </a:lnTo>
                <a:cubicBezTo>
                  <a:pt x="895700" y="65371"/>
                  <a:pt x="896525" y="64055"/>
                  <a:pt x="897506" y="62860"/>
                </a:cubicBezTo>
                <a:cubicBezTo>
                  <a:pt x="898487" y="61664"/>
                  <a:pt x="899575" y="60611"/>
                  <a:pt x="900771" y="59702"/>
                </a:cubicBezTo>
                <a:cubicBezTo>
                  <a:pt x="902158" y="58698"/>
                  <a:pt x="903689" y="57920"/>
                  <a:pt x="905363" y="57370"/>
                </a:cubicBezTo>
                <a:cubicBezTo>
                  <a:pt x="907038" y="56820"/>
                  <a:pt x="908832" y="56545"/>
                  <a:pt x="910745" y="565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Text v3:">
            <a:extLst xmlns:a="http://schemas.openxmlformats.org/drawingml/2006/main">
              <a:ext uri="{FF2B5EF4-FFF2-40B4-BE49-F238E27FC236}">
                <a16:creationId xmlns:a16="http://schemas.microsoft.com/office/drawing/2014/main" id="{8EC48FE4-23C0-42BD-AE93-4C8B5F41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916" y="3889022"/>
            <a:ext cx="230169" cy="107349"/>
          </a:xfrm>
          <a:custGeom xmlns:a="http://schemas.openxmlformats.org/drawingml/2006/main">
            <a:pathLst>
              <a:path w="230169" h="107349">
                <a:moveTo>
                  <a:pt x="29636" y="105914"/>
                </a:moveTo>
                <a:lnTo>
                  <a:pt x="48365" y="105914"/>
                </a:lnTo>
                <a:lnTo>
                  <a:pt x="77857" y="28272"/>
                </a:lnTo>
                <a:lnTo>
                  <a:pt x="57047" y="28272"/>
                </a:lnTo>
                <a:lnTo>
                  <a:pt x="40041" y="83023"/>
                </a:lnTo>
                <a:lnTo>
                  <a:pt x="38964" y="88477"/>
                </a:lnTo>
                <a:lnTo>
                  <a:pt x="37888" y="83023"/>
                </a:lnTo>
                <a:lnTo>
                  <a:pt x="20810" y="28272"/>
                </a:lnTo>
                <a:lnTo>
                  <a:pt x="0" y="28272"/>
                </a:lnTo>
                <a:lnTo>
                  <a:pt x="29636" y="105914"/>
                </a:lnTo>
                <a:close/>
                <a:moveTo>
                  <a:pt x="113219" y="44920"/>
                </a:moveTo>
                <a:lnTo>
                  <a:pt x="113219" y="60420"/>
                </a:lnTo>
                <a:lnTo>
                  <a:pt x="124054" y="60420"/>
                </a:lnTo>
                <a:cubicBezTo>
                  <a:pt x="126781" y="60420"/>
                  <a:pt x="129233" y="60731"/>
                  <a:pt x="131409" y="61353"/>
                </a:cubicBezTo>
                <a:cubicBezTo>
                  <a:pt x="133586" y="61974"/>
                  <a:pt x="135464" y="62931"/>
                  <a:pt x="137042" y="64223"/>
                </a:cubicBezTo>
                <a:cubicBezTo>
                  <a:pt x="138573" y="65515"/>
                  <a:pt x="139745" y="67165"/>
                  <a:pt x="140559" y="69174"/>
                </a:cubicBezTo>
                <a:cubicBezTo>
                  <a:pt x="141372" y="71183"/>
                  <a:pt x="141778" y="73599"/>
                  <a:pt x="141778" y="76422"/>
                </a:cubicBezTo>
                <a:cubicBezTo>
                  <a:pt x="141778" y="78670"/>
                  <a:pt x="141432" y="80703"/>
                  <a:pt x="140738" y="82521"/>
                </a:cubicBezTo>
                <a:cubicBezTo>
                  <a:pt x="140044" y="84339"/>
                  <a:pt x="139028" y="85870"/>
                  <a:pt x="137688" y="87114"/>
                </a:cubicBezTo>
                <a:cubicBezTo>
                  <a:pt x="136301" y="88501"/>
                  <a:pt x="134579" y="89553"/>
                  <a:pt x="132522" y="90271"/>
                </a:cubicBezTo>
                <a:cubicBezTo>
                  <a:pt x="130465" y="90988"/>
                  <a:pt x="128144" y="91347"/>
                  <a:pt x="125561" y="91347"/>
                </a:cubicBezTo>
                <a:cubicBezTo>
                  <a:pt x="123265" y="91347"/>
                  <a:pt x="121160" y="91000"/>
                  <a:pt x="119247" y="90307"/>
                </a:cubicBezTo>
                <a:cubicBezTo>
                  <a:pt x="117333" y="89613"/>
                  <a:pt x="115683" y="88644"/>
                  <a:pt x="114295" y="87401"/>
                </a:cubicBezTo>
                <a:cubicBezTo>
                  <a:pt x="112860" y="86205"/>
                  <a:pt x="111760" y="84757"/>
                  <a:pt x="110994" y="83059"/>
                </a:cubicBezTo>
                <a:cubicBezTo>
                  <a:pt x="110229" y="81361"/>
                  <a:pt x="109846" y="79507"/>
                  <a:pt x="109846" y="77498"/>
                </a:cubicBezTo>
                <a:lnTo>
                  <a:pt x="89898" y="77498"/>
                </a:lnTo>
                <a:cubicBezTo>
                  <a:pt x="89898" y="82569"/>
                  <a:pt x="90890" y="86970"/>
                  <a:pt x="92876" y="90701"/>
                </a:cubicBezTo>
                <a:cubicBezTo>
                  <a:pt x="94861" y="94433"/>
                  <a:pt x="97504" y="97518"/>
                  <a:pt x="100805" y="99958"/>
                </a:cubicBezTo>
                <a:cubicBezTo>
                  <a:pt x="104106" y="102446"/>
                  <a:pt x="107873" y="104299"/>
                  <a:pt x="112107" y="105519"/>
                </a:cubicBezTo>
                <a:cubicBezTo>
                  <a:pt x="116340" y="106739"/>
                  <a:pt x="120682" y="107349"/>
                  <a:pt x="125131" y="107349"/>
                </a:cubicBezTo>
                <a:cubicBezTo>
                  <a:pt x="130297" y="107349"/>
                  <a:pt x="135117" y="106667"/>
                  <a:pt x="139590" y="105304"/>
                </a:cubicBezTo>
                <a:cubicBezTo>
                  <a:pt x="144063" y="103941"/>
                  <a:pt x="147926" y="101943"/>
                  <a:pt x="151179" y="99312"/>
                </a:cubicBezTo>
                <a:cubicBezTo>
                  <a:pt x="154432" y="96729"/>
                  <a:pt x="156991" y="93524"/>
                  <a:pt x="158857" y="89697"/>
                </a:cubicBezTo>
                <a:cubicBezTo>
                  <a:pt x="160722" y="85870"/>
                  <a:pt x="161655" y="81516"/>
                  <a:pt x="161655" y="76637"/>
                </a:cubicBezTo>
                <a:cubicBezTo>
                  <a:pt x="161655" y="73862"/>
                  <a:pt x="161320" y="71231"/>
                  <a:pt x="160651" y="68744"/>
                </a:cubicBezTo>
                <a:cubicBezTo>
                  <a:pt x="159981" y="66256"/>
                  <a:pt x="158952" y="63960"/>
                  <a:pt x="157565" y="61855"/>
                </a:cubicBezTo>
                <a:cubicBezTo>
                  <a:pt x="156178" y="59798"/>
                  <a:pt x="154420" y="57956"/>
                  <a:pt x="152291" y="56330"/>
                </a:cubicBezTo>
                <a:cubicBezTo>
                  <a:pt x="150162" y="54703"/>
                  <a:pt x="147639" y="53364"/>
                  <a:pt x="144720" y="52311"/>
                </a:cubicBezTo>
                <a:cubicBezTo>
                  <a:pt x="147208" y="51115"/>
                  <a:pt x="149409" y="49692"/>
                  <a:pt x="151322" y="48042"/>
                </a:cubicBezTo>
                <a:cubicBezTo>
                  <a:pt x="153236" y="46391"/>
                  <a:pt x="154838" y="44585"/>
                  <a:pt x="156130" y="42624"/>
                </a:cubicBezTo>
                <a:cubicBezTo>
                  <a:pt x="157422" y="40663"/>
                  <a:pt x="158402" y="38594"/>
                  <a:pt x="159072" y="36417"/>
                </a:cubicBezTo>
                <a:cubicBezTo>
                  <a:pt x="159742" y="34240"/>
                  <a:pt x="160077" y="32028"/>
                  <a:pt x="160077" y="29779"/>
                </a:cubicBezTo>
                <a:cubicBezTo>
                  <a:pt x="160077" y="24900"/>
                  <a:pt x="159227" y="20606"/>
                  <a:pt x="157529" y="16899"/>
                </a:cubicBezTo>
                <a:cubicBezTo>
                  <a:pt x="155831" y="13191"/>
                  <a:pt x="153451" y="10070"/>
                  <a:pt x="150389" y="7535"/>
                </a:cubicBezTo>
                <a:cubicBezTo>
                  <a:pt x="147328" y="5047"/>
                  <a:pt x="143644" y="3169"/>
                  <a:pt x="139339" y="1902"/>
                </a:cubicBezTo>
                <a:cubicBezTo>
                  <a:pt x="135033" y="634"/>
                  <a:pt x="130297" y="0"/>
                  <a:pt x="125131" y="0"/>
                </a:cubicBezTo>
                <a:cubicBezTo>
                  <a:pt x="120347" y="0"/>
                  <a:pt x="115886" y="694"/>
                  <a:pt x="111748" y="2081"/>
                </a:cubicBezTo>
                <a:cubicBezTo>
                  <a:pt x="107610" y="3468"/>
                  <a:pt x="104010" y="5406"/>
                  <a:pt x="100948" y="7893"/>
                </a:cubicBezTo>
                <a:cubicBezTo>
                  <a:pt x="97887" y="10429"/>
                  <a:pt x="95483" y="13443"/>
                  <a:pt x="93737" y="16935"/>
                </a:cubicBezTo>
                <a:cubicBezTo>
                  <a:pt x="91991" y="20427"/>
                  <a:pt x="91118" y="24302"/>
                  <a:pt x="91118" y="28559"/>
                </a:cubicBezTo>
                <a:lnTo>
                  <a:pt x="111066" y="28559"/>
                </a:lnTo>
                <a:cubicBezTo>
                  <a:pt x="111066" y="26646"/>
                  <a:pt x="111449" y="24924"/>
                  <a:pt x="112214" y="23393"/>
                </a:cubicBezTo>
                <a:cubicBezTo>
                  <a:pt x="112980" y="21862"/>
                  <a:pt x="114032" y="20547"/>
                  <a:pt x="115372" y="19446"/>
                </a:cubicBezTo>
                <a:cubicBezTo>
                  <a:pt x="116663" y="18394"/>
                  <a:pt x="118182" y="17581"/>
                  <a:pt x="119928" y="17007"/>
                </a:cubicBezTo>
                <a:cubicBezTo>
                  <a:pt x="121674" y="16432"/>
                  <a:pt x="123552" y="16145"/>
                  <a:pt x="125561" y="16145"/>
                </a:cubicBezTo>
                <a:cubicBezTo>
                  <a:pt x="128001" y="16145"/>
                  <a:pt x="130142" y="16480"/>
                  <a:pt x="131984" y="17150"/>
                </a:cubicBezTo>
                <a:cubicBezTo>
                  <a:pt x="133825" y="17820"/>
                  <a:pt x="135344" y="18753"/>
                  <a:pt x="136540" y="19949"/>
                </a:cubicBezTo>
                <a:cubicBezTo>
                  <a:pt x="137736" y="21192"/>
                  <a:pt x="138633" y="22663"/>
                  <a:pt x="139231" y="24362"/>
                </a:cubicBezTo>
                <a:cubicBezTo>
                  <a:pt x="139829" y="26060"/>
                  <a:pt x="140128" y="27938"/>
                  <a:pt x="140128" y="29995"/>
                </a:cubicBezTo>
                <a:cubicBezTo>
                  <a:pt x="140128" y="32099"/>
                  <a:pt x="139829" y="34049"/>
                  <a:pt x="139231" y="35843"/>
                </a:cubicBezTo>
                <a:cubicBezTo>
                  <a:pt x="138633" y="37637"/>
                  <a:pt x="137736" y="39156"/>
                  <a:pt x="136540" y="40399"/>
                </a:cubicBezTo>
                <a:cubicBezTo>
                  <a:pt x="135248" y="41835"/>
                  <a:pt x="133562" y="42947"/>
                  <a:pt x="131481" y="43736"/>
                </a:cubicBezTo>
                <a:cubicBezTo>
                  <a:pt x="129400" y="44525"/>
                  <a:pt x="126925" y="44920"/>
                  <a:pt x="124054" y="44920"/>
                </a:cubicBezTo>
                <a:lnTo>
                  <a:pt x="113219" y="44920"/>
                </a:lnTo>
                <a:close/>
                <a:moveTo>
                  <a:pt x="202470" y="94361"/>
                </a:moveTo>
                <a:cubicBezTo>
                  <a:pt x="202470" y="98045"/>
                  <a:pt x="203714" y="101130"/>
                  <a:pt x="206202" y="103618"/>
                </a:cubicBezTo>
                <a:cubicBezTo>
                  <a:pt x="208689" y="106105"/>
                  <a:pt x="212062" y="107349"/>
                  <a:pt x="216320" y="107349"/>
                </a:cubicBezTo>
                <a:cubicBezTo>
                  <a:pt x="220529" y="107349"/>
                  <a:pt x="223890" y="106117"/>
                  <a:pt x="226401" y="103654"/>
                </a:cubicBezTo>
                <a:cubicBezTo>
                  <a:pt x="228913" y="101190"/>
                  <a:pt x="230169" y="98092"/>
                  <a:pt x="230169" y="94361"/>
                </a:cubicBezTo>
                <a:cubicBezTo>
                  <a:pt x="230169" y="90630"/>
                  <a:pt x="228937" y="87496"/>
                  <a:pt x="226473" y="84961"/>
                </a:cubicBezTo>
                <a:cubicBezTo>
                  <a:pt x="224010" y="82425"/>
                  <a:pt x="220625" y="81158"/>
                  <a:pt x="216320" y="81158"/>
                </a:cubicBezTo>
                <a:cubicBezTo>
                  <a:pt x="211966" y="81158"/>
                  <a:pt x="208570" y="82437"/>
                  <a:pt x="206130" y="84997"/>
                </a:cubicBezTo>
                <a:cubicBezTo>
                  <a:pt x="203690" y="87556"/>
                  <a:pt x="202470" y="90677"/>
                  <a:pt x="202470" y="94361"/>
                </a:cubicBezTo>
                <a:moveTo>
                  <a:pt x="202470" y="35089"/>
                </a:moveTo>
                <a:cubicBezTo>
                  <a:pt x="202470" y="38773"/>
                  <a:pt x="203714" y="41858"/>
                  <a:pt x="206202" y="44346"/>
                </a:cubicBezTo>
                <a:cubicBezTo>
                  <a:pt x="208689" y="46834"/>
                  <a:pt x="212062" y="48077"/>
                  <a:pt x="216320" y="48077"/>
                </a:cubicBezTo>
                <a:cubicBezTo>
                  <a:pt x="220529" y="48077"/>
                  <a:pt x="223890" y="46846"/>
                  <a:pt x="226401" y="44382"/>
                </a:cubicBezTo>
                <a:cubicBezTo>
                  <a:pt x="228913" y="41918"/>
                  <a:pt x="230169" y="38821"/>
                  <a:pt x="230169" y="35089"/>
                </a:cubicBezTo>
                <a:cubicBezTo>
                  <a:pt x="230169" y="31358"/>
                  <a:pt x="228937" y="28225"/>
                  <a:pt x="226473" y="25689"/>
                </a:cubicBezTo>
                <a:cubicBezTo>
                  <a:pt x="224010" y="23154"/>
                  <a:pt x="220625" y="21886"/>
                  <a:pt x="216320" y="21886"/>
                </a:cubicBezTo>
                <a:cubicBezTo>
                  <a:pt x="211966" y="21886"/>
                  <a:pt x="208570" y="23166"/>
                  <a:pt x="206130" y="25725"/>
                </a:cubicBezTo>
                <a:cubicBezTo>
                  <a:pt x="203690" y="28284"/>
                  <a:pt x="202470" y="31406"/>
                  <a:pt x="202470" y="350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Text chunk_len,uint16">
            <a:extLst xmlns:a="http://schemas.openxmlformats.org/drawingml/2006/main">
              <a:ext uri="{FF2B5EF4-FFF2-40B4-BE49-F238E27FC236}">
                <a16:creationId xmlns:a16="http://schemas.microsoft.com/office/drawing/2014/main" id="{98C8D0B1-F34A-47E0-9685-FECC5E03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98" y="3884717"/>
            <a:ext cx="1481203" cy="139353"/>
          </a:xfrm>
          <a:custGeom xmlns:a="http://schemas.openxmlformats.org/drawingml/2006/main">
            <a:pathLst>
              <a:path w="1481203" h="139353">
                <a:moveTo>
                  <a:pt x="36094" y="95724"/>
                </a:moveTo>
                <a:cubicBezTo>
                  <a:pt x="32889" y="95724"/>
                  <a:pt x="30246" y="95079"/>
                  <a:pt x="28165" y="93787"/>
                </a:cubicBezTo>
                <a:cubicBezTo>
                  <a:pt x="26084" y="92495"/>
                  <a:pt x="24445" y="90773"/>
                  <a:pt x="23249" y="88620"/>
                </a:cubicBezTo>
                <a:cubicBezTo>
                  <a:pt x="22006" y="86516"/>
                  <a:pt x="21145" y="84064"/>
                  <a:pt x="20666" y="81265"/>
                </a:cubicBezTo>
                <a:cubicBezTo>
                  <a:pt x="20188" y="78467"/>
                  <a:pt x="19949" y="75561"/>
                  <a:pt x="19949" y="72547"/>
                </a:cubicBezTo>
                <a:lnTo>
                  <a:pt x="19949" y="70394"/>
                </a:lnTo>
                <a:cubicBezTo>
                  <a:pt x="19949" y="67428"/>
                  <a:pt x="20200" y="64558"/>
                  <a:pt x="20702" y="61783"/>
                </a:cubicBezTo>
                <a:cubicBezTo>
                  <a:pt x="21204" y="59009"/>
                  <a:pt x="22077" y="56545"/>
                  <a:pt x="23321" y="54392"/>
                </a:cubicBezTo>
                <a:cubicBezTo>
                  <a:pt x="24517" y="52239"/>
                  <a:pt x="26144" y="50517"/>
                  <a:pt x="28201" y="49226"/>
                </a:cubicBezTo>
                <a:cubicBezTo>
                  <a:pt x="30258" y="47934"/>
                  <a:pt x="32865" y="47288"/>
                  <a:pt x="36022" y="47288"/>
                </a:cubicBezTo>
                <a:cubicBezTo>
                  <a:pt x="38175" y="47288"/>
                  <a:pt x="40160" y="47659"/>
                  <a:pt x="41978" y="48400"/>
                </a:cubicBezTo>
                <a:cubicBezTo>
                  <a:pt x="43796" y="49142"/>
                  <a:pt x="45351" y="50135"/>
                  <a:pt x="46642" y="51378"/>
                </a:cubicBezTo>
                <a:cubicBezTo>
                  <a:pt x="47934" y="52622"/>
                  <a:pt x="48915" y="54105"/>
                  <a:pt x="49584" y="55827"/>
                </a:cubicBezTo>
                <a:cubicBezTo>
                  <a:pt x="50254" y="57549"/>
                  <a:pt x="50541" y="59367"/>
                  <a:pt x="50445" y="61281"/>
                </a:cubicBezTo>
                <a:lnTo>
                  <a:pt x="69246" y="61281"/>
                </a:lnTo>
                <a:cubicBezTo>
                  <a:pt x="69342" y="56688"/>
                  <a:pt x="68576" y="52538"/>
                  <a:pt x="66950" y="48831"/>
                </a:cubicBezTo>
                <a:cubicBezTo>
                  <a:pt x="65323" y="45123"/>
                  <a:pt x="63051" y="41954"/>
                  <a:pt x="60133" y="39323"/>
                </a:cubicBezTo>
                <a:cubicBezTo>
                  <a:pt x="57167" y="36740"/>
                  <a:pt x="53651" y="34731"/>
                  <a:pt x="49584" y="33295"/>
                </a:cubicBezTo>
                <a:cubicBezTo>
                  <a:pt x="45518" y="31860"/>
                  <a:pt x="41093" y="31143"/>
                  <a:pt x="36309" y="31143"/>
                </a:cubicBezTo>
                <a:cubicBezTo>
                  <a:pt x="30329" y="31143"/>
                  <a:pt x="25079" y="32171"/>
                  <a:pt x="20559" y="34228"/>
                </a:cubicBezTo>
                <a:cubicBezTo>
                  <a:pt x="16038" y="36285"/>
                  <a:pt x="12247" y="39084"/>
                  <a:pt x="9185" y="42624"/>
                </a:cubicBezTo>
                <a:cubicBezTo>
                  <a:pt x="6123" y="46164"/>
                  <a:pt x="3827" y="50314"/>
                  <a:pt x="2296" y="55074"/>
                </a:cubicBezTo>
                <a:cubicBezTo>
                  <a:pt x="765" y="59834"/>
                  <a:pt x="0" y="64940"/>
                  <a:pt x="0" y="70394"/>
                </a:cubicBezTo>
                <a:lnTo>
                  <a:pt x="0" y="72547"/>
                </a:lnTo>
                <a:cubicBezTo>
                  <a:pt x="0" y="78000"/>
                  <a:pt x="777" y="83107"/>
                  <a:pt x="2332" y="87867"/>
                </a:cubicBezTo>
                <a:cubicBezTo>
                  <a:pt x="3887" y="92627"/>
                  <a:pt x="6195" y="96777"/>
                  <a:pt x="9257" y="100317"/>
                </a:cubicBezTo>
                <a:cubicBezTo>
                  <a:pt x="12271" y="103857"/>
                  <a:pt x="16050" y="106644"/>
                  <a:pt x="20594" y="108677"/>
                </a:cubicBezTo>
                <a:cubicBezTo>
                  <a:pt x="25139" y="110710"/>
                  <a:pt x="30425" y="111726"/>
                  <a:pt x="36453" y="111726"/>
                </a:cubicBezTo>
                <a:cubicBezTo>
                  <a:pt x="40902" y="111726"/>
                  <a:pt x="45123" y="111021"/>
                  <a:pt x="49118" y="109609"/>
                </a:cubicBezTo>
                <a:cubicBezTo>
                  <a:pt x="53112" y="108198"/>
                  <a:pt x="56617" y="106249"/>
                  <a:pt x="59630" y="103761"/>
                </a:cubicBezTo>
                <a:cubicBezTo>
                  <a:pt x="62644" y="101274"/>
                  <a:pt x="65024" y="98308"/>
                  <a:pt x="66770" y="94863"/>
                </a:cubicBezTo>
                <a:cubicBezTo>
                  <a:pt x="68516" y="91419"/>
                  <a:pt x="69342" y="87688"/>
                  <a:pt x="69246" y="83669"/>
                </a:cubicBezTo>
                <a:lnTo>
                  <a:pt x="50445" y="83669"/>
                </a:lnTo>
                <a:cubicBezTo>
                  <a:pt x="50541" y="85487"/>
                  <a:pt x="50218" y="87137"/>
                  <a:pt x="49477" y="88620"/>
                </a:cubicBezTo>
                <a:cubicBezTo>
                  <a:pt x="48735" y="90103"/>
                  <a:pt x="47695" y="91371"/>
                  <a:pt x="46355" y="92424"/>
                </a:cubicBezTo>
                <a:cubicBezTo>
                  <a:pt x="45016" y="93476"/>
                  <a:pt x="43461" y="94289"/>
                  <a:pt x="41691" y="94863"/>
                </a:cubicBezTo>
                <a:cubicBezTo>
                  <a:pt x="39921" y="95437"/>
                  <a:pt x="38055" y="95724"/>
                  <a:pt x="36094" y="95724"/>
                </a:cubicBezTo>
                <a:close/>
                <a:moveTo>
                  <a:pt x="109847" y="43270"/>
                </a:moveTo>
                <a:lnTo>
                  <a:pt x="109847" y="0"/>
                </a:lnTo>
                <a:lnTo>
                  <a:pt x="89898" y="0"/>
                </a:lnTo>
                <a:lnTo>
                  <a:pt x="89898" y="110219"/>
                </a:lnTo>
                <a:lnTo>
                  <a:pt x="109847" y="110219"/>
                </a:lnTo>
                <a:lnTo>
                  <a:pt x="109847" y="54177"/>
                </a:lnTo>
                <a:cubicBezTo>
                  <a:pt x="110612" y="53172"/>
                  <a:pt x="111461" y="52263"/>
                  <a:pt x="112394" y="51450"/>
                </a:cubicBezTo>
                <a:cubicBezTo>
                  <a:pt x="113327" y="50637"/>
                  <a:pt x="114367" y="49943"/>
                  <a:pt x="115515" y="49369"/>
                </a:cubicBezTo>
                <a:cubicBezTo>
                  <a:pt x="116759" y="48699"/>
                  <a:pt x="118147" y="48197"/>
                  <a:pt x="119677" y="47862"/>
                </a:cubicBezTo>
                <a:cubicBezTo>
                  <a:pt x="121208" y="47527"/>
                  <a:pt x="122859" y="47360"/>
                  <a:pt x="124629" y="47360"/>
                </a:cubicBezTo>
                <a:cubicBezTo>
                  <a:pt x="126925" y="47360"/>
                  <a:pt x="128982" y="47659"/>
                  <a:pt x="130800" y="48257"/>
                </a:cubicBezTo>
                <a:cubicBezTo>
                  <a:pt x="132618" y="48855"/>
                  <a:pt x="134172" y="49776"/>
                  <a:pt x="135464" y="51020"/>
                </a:cubicBezTo>
                <a:cubicBezTo>
                  <a:pt x="136756" y="52263"/>
                  <a:pt x="137748" y="53890"/>
                  <a:pt x="138442" y="55899"/>
                </a:cubicBezTo>
                <a:cubicBezTo>
                  <a:pt x="139136" y="57908"/>
                  <a:pt x="139482" y="60300"/>
                  <a:pt x="139482" y="63075"/>
                </a:cubicBezTo>
                <a:lnTo>
                  <a:pt x="139482" y="110219"/>
                </a:lnTo>
                <a:lnTo>
                  <a:pt x="159431" y="110219"/>
                </a:lnTo>
                <a:lnTo>
                  <a:pt x="159431" y="63218"/>
                </a:lnTo>
                <a:cubicBezTo>
                  <a:pt x="159431" y="57526"/>
                  <a:pt x="158749" y="52658"/>
                  <a:pt x="157386" y="48616"/>
                </a:cubicBezTo>
                <a:cubicBezTo>
                  <a:pt x="156023" y="44573"/>
                  <a:pt x="154121" y="41261"/>
                  <a:pt x="151681" y="38677"/>
                </a:cubicBezTo>
                <a:cubicBezTo>
                  <a:pt x="149241" y="36094"/>
                  <a:pt x="146323" y="34192"/>
                  <a:pt x="142927" y="32973"/>
                </a:cubicBezTo>
                <a:cubicBezTo>
                  <a:pt x="139530" y="31753"/>
                  <a:pt x="135799" y="31143"/>
                  <a:pt x="131733" y="31143"/>
                </a:cubicBezTo>
                <a:cubicBezTo>
                  <a:pt x="128958" y="31143"/>
                  <a:pt x="126327" y="31549"/>
                  <a:pt x="123839" y="32363"/>
                </a:cubicBezTo>
                <a:cubicBezTo>
                  <a:pt x="121352" y="33176"/>
                  <a:pt x="119079" y="34324"/>
                  <a:pt x="117022" y="35807"/>
                </a:cubicBezTo>
                <a:cubicBezTo>
                  <a:pt x="115683" y="36764"/>
                  <a:pt x="114403" y="37876"/>
                  <a:pt x="113183" y="39144"/>
                </a:cubicBezTo>
                <a:cubicBezTo>
                  <a:pt x="111963" y="40411"/>
                  <a:pt x="110851" y="41787"/>
                  <a:pt x="109847" y="43270"/>
                </a:cubicBezTo>
                <a:close/>
                <a:moveTo>
                  <a:pt x="228735" y="110219"/>
                </a:moveTo>
                <a:lnTo>
                  <a:pt x="246818" y="110219"/>
                </a:lnTo>
                <a:lnTo>
                  <a:pt x="246818" y="32578"/>
                </a:lnTo>
                <a:lnTo>
                  <a:pt x="226797" y="32578"/>
                </a:lnTo>
                <a:lnTo>
                  <a:pt x="226797" y="87042"/>
                </a:lnTo>
                <a:cubicBezTo>
                  <a:pt x="226175" y="88286"/>
                  <a:pt x="225434" y="89410"/>
                  <a:pt x="224573" y="90414"/>
                </a:cubicBezTo>
                <a:cubicBezTo>
                  <a:pt x="223712" y="91419"/>
                  <a:pt x="222731" y="92280"/>
                  <a:pt x="221631" y="92998"/>
                </a:cubicBezTo>
                <a:cubicBezTo>
                  <a:pt x="220339" y="93811"/>
                  <a:pt x="218844" y="94433"/>
                  <a:pt x="217146" y="94863"/>
                </a:cubicBezTo>
                <a:cubicBezTo>
                  <a:pt x="215448" y="95294"/>
                  <a:pt x="213546" y="95509"/>
                  <a:pt x="211441" y="95509"/>
                </a:cubicBezTo>
                <a:cubicBezTo>
                  <a:pt x="209097" y="95509"/>
                  <a:pt x="207112" y="95222"/>
                  <a:pt x="205485" y="94648"/>
                </a:cubicBezTo>
                <a:cubicBezTo>
                  <a:pt x="203859" y="94074"/>
                  <a:pt x="202543" y="93117"/>
                  <a:pt x="201539" y="91778"/>
                </a:cubicBezTo>
                <a:cubicBezTo>
                  <a:pt x="200534" y="90486"/>
                  <a:pt x="199804" y="88764"/>
                  <a:pt x="199350" y="86611"/>
                </a:cubicBezTo>
                <a:cubicBezTo>
                  <a:pt x="198896" y="84458"/>
                  <a:pt x="198668" y="81803"/>
                  <a:pt x="198668" y="78646"/>
                </a:cubicBezTo>
                <a:lnTo>
                  <a:pt x="198668" y="32578"/>
                </a:lnTo>
                <a:lnTo>
                  <a:pt x="178720" y="32578"/>
                </a:lnTo>
                <a:lnTo>
                  <a:pt x="178720" y="78503"/>
                </a:lnTo>
                <a:cubicBezTo>
                  <a:pt x="178720" y="84387"/>
                  <a:pt x="179378" y="89422"/>
                  <a:pt x="180693" y="93608"/>
                </a:cubicBezTo>
                <a:cubicBezTo>
                  <a:pt x="182009" y="97793"/>
                  <a:pt x="183862" y="101226"/>
                  <a:pt x="186254" y="103905"/>
                </a:cubicBezTo>
                <a:cubicBezTo>
                  <a:pt x="188646" y="106632"/>
                  <a:pt x="191516" y="108617"/>
                  <a:pt x="194865" y="109861"/>
                </a:cubicBezTo>
                <a:cubicBezTo>
                  <a:pt x="198214" y="111104"/>
                  <a:pt x="201897" y="111726"/>
                  <a:pt x="205916" y="111726"/>
                </a:cubicBezTo>
                <a:cubicBezTo>
                  <a:pt x="210317" y="111726"/>
                  <a:pt x="214371" y="110626"/>
                  <a:pt x="218079" y="108425"/>
                </a:cubicBezTo>
                <a:cubicBezTo>
                  <a:pt x="221786" y="106225"/>
                  <a:pt x="224955" y="103187"/>
                  <a:pt x="227587" y="99312"/>
                </a:cubicBezTo>
                <a:lnTo>
                  <a:pt x="228735" y="110219"/>
                </a:lnTo>
                <a:close/>
                <a:moveTo>
                  <a:pt x="266249" y="110219"/>
                </a:moveTo>
                <a:lnTo>
                  <a:pt x="286269" y="110219"/>
                </a:lnTo>
                <a:lnTo>
                  <a:pt x="286269" y="55038"/>
                </a:lnTo>
                <a:cubicBezTo>
                  <a:pt x="286939" y="53986"/>
                  <a:pt x="287680" y="53029"/>
                  <a:pt x="288493" y="52168"/>
                </a:cubicBezTo>
                <a:cubicBezTo>
                  <a:pt x="289307" y="51307"/>
                  <a:pt x="290216" y="50565"/>
                  <a:pt x="291220" y="49943"/>
                </a:cubicBezTo>
                <a:cubicBezTo>
                  <a:pt x="292464" y="49082"/>
                  <a:pt x="293887" y="48436"/>
                  <a:pt x="295490" y="48006"/>
                </a:cubicBezTo>
                <a:cubicBezTo>
                  <a:pt x="297092" y="47575"/>
                  <a:pt x="298850" y="47360"/>
                  <a:pt x="300764" y="47360"/>
                </a:cubicBezTo>
                <a:cubicBezTo>
                  <a:pt x="303060" y="47360"/>
                  <a:pt x="305117" y="47587"/>
                  <a:pt x="306935" y="48042"/>
                </a:cubicBezTo>
                <a:cubicBezTo>
                  <a:pt x="308753" y="48496"/>
                  <a:pt x="310308" y="49297"/>
                  <a:pt x="311599" y="50445"/>
                </a:cubicBezTo>
                <a:cubicBezTo>
                  <a:pt x="312891" y="51594"/>
                  <a:pt x="313884" y="53160"/>
                  <a:pt x="314577" y="55146"/>
                </a:cubicBezTo>
                <a:cubicBezTo>
                  <a:pt x="315271" y="57131"/>
                  <a:pt x="315618" y="59654"/>
                  <a:pt x="315618" y="62716"/>
                </a:cubicBezTo>
                <a:lnTo>
                  <a:pt x="315618" y="110219"/>
                </a:lnTo>
                <a:lnTo>
                  <a:pt x="335566" y="110219"/>
                </a:lnTo>
                <a:lnTo>
                  <a:pt x="335566" y="62429"/>
                </a:lnTo>
                <a:cubicBezTo>
                  <a:pt x="335566" y="56784"/>
                  <a:pt x="334909" y="51988"/>
                  <a:pt x="333593" y="48042"/>
                </a:cubicBezTo>
                <a:cubicBezTo>
                  <a:pt x="332277" y="44095"/>
                  <a:pt x="330448" y="40854"/>
                  <a:pt x="328104" y="38318"/>
                </a:cubicBezTo>
                <a:cubicBezTo>
                  <a:pt x="325712" y="35831"/>
                  <a:pt x="322889" y="34013"/>
                  <a:pt x="319636" y="32865"/>
                </a:cubicBezTo>
                <a:cubicBezTo>
                  <a:pt x="316383" y="31717"/>
                  <a:pt x="312795" y="31143"/>
                  <a:pt x="308873" y="31143"/>
                </a:cubicBezTo>
                <a:cubicBezTo>
                  <a:pt x="305811" y="31143"/>
                  <a:pt x="302917" y="31573"/>
                  <a:pt x="300190" y="32434"/>
                </a:cubicBezTo>
                <a:cubicBezTo>
                  <a:pt x="297463" y="33295"/>
                  <a:pt x="294952" y="34539"/>
                  <a:pt x="292655" y="36166"/>
                </a:cubicBezTo>
                <a:cubicBezTo>
                  <a:pt x="291316" y="37123"/>
                  <a:pt x="290048" y="38199"/>
                  <a:pt x="288852" y="39395"/>
                </a:cubicBezTo>
                <a:cubicBezTo>
                  <a:pt x="287656" y="40591"/>
                  <a:pt x="286556" y="41906"/>
                  <a:pt x="285551" y="43341"/>
                </a:cubicBezTo>
                <a:lnTo>
                  <a:pt x="284332" y="32578"/>
                </a:lnTo>
                <a:lnTo>
                  <a:pt x="266249" y="32578"/>
                </a:lnTo>
                <a:lnTo>
                  <a:pt x="266249" y="110219"/>
                </a:lnTo>
                <a:close/>
                <a:moveTo>
                  <a:pt x="383630" y="78144"/>
                </a:moveTo>
                <a:lnTo>
                  <a:pt x="405660" y="110219"/>
                </a:lnTo>
                <a:lnTo>
                  <a:pt x="430129" y="110219"/>
                </a:lnTo>
                <a:lnTo>
                  <a:pt x="396762" y="64940"/>
                </a:lnTo>
                <a:lnTo>
                  <a:pt x="426039" y="32578"/>
                </a:lnTo>
                <a:lnTo>
                  <a:pt x="402072" y="32578"/>
                </a:lnTo>
                <a:lnTo>
                  <a:pt x="380616" y="56114"/>
                </a:lnTo>
                <a:lnTo>
                  <a:pt x="374589" y="63003"/>
                </a:lnTo>
                <a:lnTo>
                  <a:pt x="374589" y="0"/>
                </a:lnTo>
                <a:lnTo>
                  <a:pt x="354640" y="0"/>
                </a:lnTo>
                <a:lnTo>
                  <a:pt x="354640" y="110219"/>
                </a:lnTo>
                <a:lnTo>
                  <a:pt x="374589" y="110219"/>
                </a:lnTo>
                <a:lnTo>
                  <a:pt x="374589" y="86539"/>
                </a:lnTo>
                <a:lnTo>
                  <a:pt x="383630" y="78144"/>
                </a:lnTo>
                <a:close/>
                <a:moveTo>
                  <a:pt x="508545" y="125791"/>
                </a:moveTo>
                <a:lnTo>
                  <a:pt x="508545" y="110219"/>
                </a:lnTo>
                <a:lnTo>
                  <a:pt x="443102" y="110219"/>
                </a:lnTo>
                <a:lnTo>
                  <a:pt x="443102" y="125791"/>
                </a:lnTo>
                <a:lnTo>
                  <a:pt x="508545" y="125791"/>
                </a:lnTo>
                <a:close/>
                <a:moveTo>
                  <a:pt x="534938" y="0"/>
                </a:moveTo>
                <a:lnTo>
                  <a:pt x="534938" y="16289"/>
                </a:lnTo>
                <a:lnTo>
                  <a:pt x="558187" y="16289"/>
                </a:lnTo>
                <a:lnTo>
                  <a:pt x="558187" y="94002"/>
                </a:lnTo>
                <a:lnTo>
                  <a:pt x="534938" y="94002"/>
                </a:lnTo>
                <a:lnTo>
                  <a:pt x="534938" y="110219"/>
                </a:lnTo>
                <a:lnTo>
                  <a:pt x="600596" y="110219"/>
                </a:lnTo>
                <a:lnTo>
                  <a:pt x="600596" y="94002"/>
                </a:lnTo>
                <a:lnTo>
                  <a:pt x="578351" y="94002"/>
                </a:lnTo>
                <a:lnTo>
                  <a:pt x="578351" y="0"/>
                </a:lnTo>
                <a:lnTo>
                  <a:pt x="534938" y="0"/>
                </a:lnTo>
                <a:close/>
                <a:moveTo>
                  <a:pt x="656624" y="111655"/>
                </a:moveTo>
                <a:cubicBezTo>
                  <a:pt x="664134" y="111655"/>
                  <a:pt x="670640" y="110195"/>
                  <a:pt x="676142" y="107277"/>
                </a:cubicBezTo>
                <a:cubicBezTo>
                  <a:pt x="681643" y="104359"/>
                  <a:pt x="685662" y="101106"/>
                  <a:pt x="688197" y="97518"/>
                </a:cubicBezTo>
                <a:lnTo>
                  <a:pt x="678223" y="86755"/>
                </a:lnTo>
                <a:cubicBezTo>
                  <a:pt x="675926" y="89721"/>
                  <a:pt x="672937" y="91945"/>
                  <a:pt x="669253" y="93428"/>
                </a:cubicBezTo>
                <a:cubicBezTo>
                  <a:pt x="665569" y="94911"/>
                  <a:pt x="661766" y="95653"/>
                  <a:pt x="657844" y="95653"/>
                </a:cubicBezTo>
                <a:cubicBezTo>
                  <a:pt x="655069" y="95653"/>
                  <a:pt x="652510" y="95222"/>
                  <a:pt x="650166" y="94361"/>
                </a:cubicBezTo>
                <a:cubicBezTo>
                  <a:pt x="647821" y="93500"/>
                  <a:pt x="645740" y="92280"/>
                  <a:pt x="643923" y="90701"/>
                </a:cubicBezTo>
                <a:cubicBezTo>
                  <a:pt x="642153" y="89171"/>
                  <a:pt x="640741" y="87460"/>
                  <a:pt x="639689" y="85571"/>
                </a:cubicBezTo>
                <a:cubicBezTo>
                  <a:pt x="638636" y="83681"/>
                  <a:pt x="637775" y="81182"/>
                  <a:pt x="637106" y="78072"/>
                </a:cubicBezTo>
                <a:lnTo>
                  <a:pt x="637106" y="77857"/>
                </a:lnTo>
                <a:lnTo>
                  <a:pt x="689776" y="77857"/>
                </a:lnTo>
                <a:lnTo>
                  <a:pt x="689776" y="69389"/>
                </a:lnTo>
                <a:cubicBezTo>
                  <a:pt x="689776" y="63697"/>
                  <a:pt x="688986" y="58494"/>
                  <a:pt x="687408" y="53782"/>
                </a:cubicBezTo>
                <a:cubicBezTo>
                  <a:pt x="685829" y="49070"/>
                  <a:pt x="683533" y="45040"/>
                  <a:pt x="680519" y="41691"/>
                </a:cubicBezTo>
                <a:cubicBezTo>
                  <a:pt x="677457" y="38342"/>
                  <a:pt x="673738" y="35747"/>
                  <a:pt x="669361" y="33905"/>
                </a:cubicBezTo>
                <a:cubicBezTo>
                  <a:pt x="664983" y="32064"/>
                  <a:pt x="659996" y="31143"/>
                  <a:pt x="654399" y="31143"/>
                </a:cubicBezTo>
                <a:cubicBezTo>
                  <a:pt x="648993" y="31143"/>
                  <a:pt x="643994" y="32123"/>
                  <a:pt x="639402" y="34085"/>
                </a:cubicBezTo>
                <a:cubicBezTo>
                  <a:pt x="634809" y="36046"/>
                  <a:pt x="630839" y="38797"/>
                  <a:pt x="627490" y="42337"/>
                </a:cubicBezTo>
                <a:cubicBezTo>
                  <a:pt x="624141" y="45877"/>
                  <a:pt x="621534" y="50099"/>
                  <a:pt x="619669" y="55002"/>
                </a:cubicBezTo>
                <a:cubicBezTo>
                  <a:pt x="617803" y="59905"/>
                  <a:pt x="616870" y="65323"/>
                  <a:pt x="616870" y="71255"/>
                </a:cubicBezTo>
                <a:lnTo>
                  <a:pt x="616870" y="74125"/>
                </a:lnTo>
                <a:cubicBezTo>
                  <a:pt x="616870" y="79340"/>
                  <a:pt x="617815" y="84231"/>
                  <a:pt x="619704" y="88800"/>
                </a:cubicBezTo>
                <a:cubicBezTo>
                  <a:pt x="621594" y="93368"/>
                  <a:pt x="624285" y="97327"/>
                  <a:pt x="627777" y="100676"/>
                </a:cubicBezTo>
                <a:cubicBezTo>
                  <a:pt x="631269" y="104072"/>
                  <a:pt x="635455" y="106751"/>
                  <a:pt x="640335" y="108713"/>
                </a:cubicBezTo>
                <a:cubicBezTo>
                  <a:pt x="645214" y="110674"/>
                  <a:pt x="650644" y="111655"/>
                  <a:pt x="656624" y="111655"/>
                </a:cubicBezTo>
                <a:moveTo>
                  <a:pt x="654256" y="47288"/>
                </a:moveTo>
                <a:cubicBezTo>
                  <a:pt x="656791" y="47288"/>
                  <a:pt x="659028" y="47683"/>
                  <a:pt x="660965" y="48472"/>
                </a:cubicBezTo>
                <a:cubicBezTo>
                  <a:pt x="662902" y="49261"/>
                  <a:pt x="664541" y="50326"/>
                  <a:pt x="665880" y="51665"/>
                </a:cubicBezTo>
                <a:cubicBezTo>
                  <a:pt x="667220" y="53053"/>
                  <a:pt x="668272" y="54679"/>
                  <a:pt x="669038" y="56545"/>
                </a:cubicBezTo>
                <a:cubicBezTo>
                  <a:pt x="669803" y="58411"/>
                  <a:pt x="670186" y="60396"/>
                  <a:pt x="670186" y="62501"/>
                </a:cubicBezTo>
                <a:lnTo>
                  <a:pt x="670186" y="64079"/>
                </a:lnTo>
                <a:lnTo>
                  <a:pt x="637464" y="64079"/>
                </a:lnTo>
                <a:cubicBezTo>
                  <a:pt x="637943" y="61544"/>
                  <a:pt x="638660" y="59248"/>
                  <a:pt x="639617" y="57191"/>
                </a:cubicBezTo>
                <a:cubicBezTo>
                  <a:pt x="640574" y="55134"/>
                  <a:pt x="641770" y="53364"/>
                  <a:pt x="643205" y="51881"/>
                </a:cubicBezTo>
                <a:cubicBezTo>
                  <a:pt x="644592" y="50398"/>
                  <a:pt x="646219" y="49261"/>
                  <a:pt x="648085" y="48472"/>
                </a:cubicBezTo>
                <a:cubicBezTo>
                  <a:pt x="649950" y="47683"/>
                  <a:pt x="652007" y="47288"/>
                  <a:pt x="654256" y="47288"/>
                </a:cubicBezTo>
                <a:close/>
                <a:moveTo>
                  <a:pt x="707127" y="110219"/>
                </a:moveTo>
                <a:lnTo>
                  <a:pt x="727147" y="110219"/>
                </a:lnTo>
                <a:lnTo>
                  <a:pt x="727147" y="55038"/>
                </a:lnTo>
                <a:cubicBezTo>
                  <a:pt x="727817" y="53986"/>
                  <a:pt x="728558" y="53029"/>
                  <a:pt x="729371" y="52168"/>
                </a:cubicBezTo>
                <a:cubicBezTo>
                  <a:pt x="730185" y="51307"/>
                  <a:pt x="731094" y="50565"/>
                  <a:pt x="732098" y="49943"/>
                </a:cubicBezTo>
                <a:cubicBezTo>
                  <a:pt x="733342" y="49082"/>
                  <a:pt x="734765" y="48436"/>
                  <a:pt x="736368" y="48006"/>
                </a:cubicBezTo>
                <a:cubicBezTo>
                  <a:pt x="737970" y="47575"/>
                  <a:pt x="739728" y="47360"/>
                  <a:pt x="741642" y="47360"/>
                </a:cubicBezTo>
                <a:cubicBezTo>
                  <a:pt x="743938" y="47360"/>
                  <a:pt x="745995" y="47587"/>
                  <a:pt x="747813" y="48042"/>
                </a:cubicBezTo>
                <a:cubicBezTo>
                  <a:pt x="749631" y="48496"/>
                  <a:pt x="751186" y="49297"/>
                  <a:pt x="752477" y="50445"/>
                </a:cubicBezTo>
                <a:cubicBezTo>
                  <a:pt x="753769" y="51594"/>
                  <a:pt x="754762" y="53160"/>
                  <a:pt x="755455" y="55146"/>
                </a:cubicBezTo>
                <a:cubicBezTo>
                  <a:pt x="756149" y="57131"/>
                  <a:pt x="756496" y="59654"/>
                  <a:pt x="756496" y="62716"/>
                </a:cubicBezTo>
                <a:lnTo>
                  <a:pt x="756496" y="110219"/>
                </a:lnTo>
                <a:lnTo>
                  <a:pt x="776444" y="110219"/>
                </a:lnTo>
                <a:lnTo>
                  <a:pt x="776444" y="62429"/>
                </a:lnTo>
                <a:cubicBezTo>
                  <a:pt x="776444" y="56784"/>
                  <a:pt x="775787" y="51988"/>
                  <a:pt x="774471" y="48042"/>
                </a:cubicBezTo>
                <a:cubicBezTo>
                  <a:pt x="773155" y="44095"/>
                  <a:pt x="771326" y="40854"/>
                  <a:pt x="768982" y="38318"/>
                </a:cubicBezTo>
                <a:cubicBezTo>
                  <a:pt x="766590" y="35831"/>
                  <a:pt x="763767" y="34013"/>
                  <a:pt x="760514" y="32865"/>
                </a:cubicBezTo>
                <a:cubicBezTo>
                  <a:pt x="757261" y="31717"/>
                  <a:pt x="753673" y="31143"/>
                  <a:pt x="749751" y="31143"/>
                </a:cubicBezTo>
                <a:cubicBezTo>
                  <a:pt x="746689" y="31143"/>
                  <a:pt x="743795" y="31573"/>
                  <a:pt x="741068" y="32434"/>
                </a:cubicBezTo>
                <a:cubicBezTo>
                  <a:pt x="738341" y="33295"/>
                  <a:pt x="735830" y="34539"/>
                  <a:pt x="733533" y="36166"/>
                </a:cubicBezTo>
                <a:cubicBezTo>
                  <a:pt x="732194" y="37123"/>
                  <a:pt x="730926" y="38199"/>
                  <a:pt x="729730" y="39395"/>
                </a:cubicBezTo>
                <a:cubicBezTo>
                  <a:pt x="728534" y="40591"/>
                  <a:pt x="727434" y="41906"/>
                  <a:pt x="726429" y="43341"/>
                </a:cubicBezTo>
                <a:lnTo>
                  <a:pt x="725210" y="32578"/>
                </a:lnTo>
                <a:lnTo>
                  <a:pt x="707127" y="32578"/>
                </a:lnTo>
                <a:lnTo>
                  <a:pt x="707127" y="110219"/>
                </a:lnTo>
                <a:close/>
                <a:moveTo>
                  <a:pt x="836132" y="108641"/>
                </a:moveTo>
                <a:lnTo>
                  <a:pt x="836204" y="92782"/>
                </a:lnTo>
                <a:lnTo>
                  <a:pt x="817475" y="92782"/>
                </a:lnTo>
                <a:lnTo>
                  <a:pt x="817475" y="109574"/>
                </a:lnTo>
                <a:cubicBezTo>
                  <a:pt x="817475" y="114836"/>
                  <a:pt x="816853" y="119345"/>
                  <a:pt x="815609" y="123100"/>
                </a:cubicBezTo>
                <a:cubicBezTo>
                  <a:pt x="814365" y="126855"/>
                  <a:pt x="812835" y="130455"/>
                  <a:pt x="811017" y="133899"/>
                </a:cubicBezTo>
                <a:lnTo>
                  <a:pt x="821565" y="139353"/>
                </a:lnTo>
                <a:cubicBezTo>
                  <a:pt x="825871" y="135526"/>
                  <a:pt x="829375" y="130814"/>
                  <a:pt x="832078" y="125217"/>
                </a:cubicBezTo>
                <a:cubicBezTo>
                  <a:pt x="834780" y="119620"/>
                  <a:pt x="836132" y="114094"/>
                  <a:pt x="836132" y="108641"/>
                </a:cubicBezTo>
                <a:close/>
                <a:moveTo>
                  <a:pt x="1022314" y="110219"/>
                </a:moveTo>
                <a:lnTo>
                  <a:pt x="1040396" y="110219"/>
                </a:lnTo>
                <a:lnTo>
                  <a:pt x="1040396" y="32578"/>
                </a:lnTo>
                <a:lnTo>
                  <a:pt x="1020376" y="32578"/>
                </a:lnTo>
                <a:lnTo>
                  <a:pt x="1020376" y="87042"/>
                </a:lnTo>
                <a:cubicBezTo>
                  <a:pt x="1019754" y="88286"/>
                  <a:pt x="1019013" y="89410"/>
                  <a:pt x="1018152" y="90414"/>
                </a:cubicBezTo>
                <a:cubicBezTo>
                  <a:pt x="1017291" y="91419"/>
                  <a:pt x="1016310" y="92280"/>
                  <a:pt x="1015210" y="92998"/>
                </a:cubicBezTo>
                <a:cubicBezTo>
                  <a:pt x="1013918" y="93811"/>
                  <a:pt x="1012423" y="94433"/>
                  <a:pt x="1010725" y="94863"/>
                </a:cubicBezTo>
                <a:cubicBezTo>
                  <a:pt x="1009026" y="95294"/>
                  <a:pt x="1007125" y="95509"/>
                  <a:pt x="1005020" y="95509"/>
                </a:cubicBezTo>
                <a:cubicBezTo>
                  <a:pt x="1002676" y="95509"/>
                  <a:pt x="1000691" y="95222"/>
                  <a:pt x="999064" y="94648"/>
                </a:cubicBezTo>
                <a:cubicBezTo>
                  <a:pt x="997438" y="94074"/>
                  <a:pt x="996122" y="93117"/>
                  <a:pt x="995118" y="91778"/>
                </a:cubicBezTo>
                <a:cubicBezTo>
                  <a:pt x="994113" y="90486"/>
                  <a:pt x="993383" y="88764"/>
                  <a:pt x="992929" y="86611"/>
                </a:cubicBezTo>
                <a:cubicBezTo>
                  <a:pt x="992474" y="84458"/>
                  <a:pt x="992247" y="81803"/>
                  <a:pt x="992247" y="78646"/>
                </a:cubicBezTo>
                <a:lnTo>
                  <a:pt x="992247" y="32578"/>
                </a:lnTo>
                <a:lnTo>
                  <a:pt x="972299" y="32578"/>
                </a:lnTo>
                <a:lnTo>
                  <a:pt x="972299" y="78503"/>
                </a:lnTo>
                <a:cubicBezTo>
                  <a:pt x="972299" y="84387"/>
                  <a:pt x="972956" y="89422"/>
                  <a:pt x="974272" y="93608"/>
                </a:cubicBezTo>
                <a:cubicBezTo>
                  <a:pt x="975588" y="97793"/>
                  <a:pt x="977441" y="101226"/>
                  <a:pt x="979833" y="103905"/>
                </a:cubicBezTo>
                <a:cubicBezTo>
                  <a:pt x="982225" y="106632"/>
                  <a:pt x="985095" y="108617"/>
                  <a:pt x="988444" y="109861"/>
                </a:cubicBezTo>
                <a:cubicBezTo>
                  <a:pt x="991793" y="111104"/>
                  <a:pt x="995476" y="111726"/>
                  <a:pt x="999495" y="111726"/>
                </a:cubicBezTo>
                <a:cubicBezTo>
                  <a:pt x="1003896" y="111726"/>
                  <a:pt x="1007950" y="110626"/>
                  <a:pt x="1011658" y="108425"/>
                </a:cubicBezTo>
                <a:cubicBezTo>
                  <a:pt x="1015365" y="106225"/>
                  <a:pt x="1018534" y="103187"/>
                  <a:pt x="1021165" y="99312"/>
                </a:cubicBezTo>
                <a:lnTo>
                  <a:pt x="1022314" y="110219"/>
                </a:lnTo>
                <a:close/>
                <a:moveTo>
                  <a:pt x="1065138" y="32578"/>
                </a:moveTo>
                <a:lnTo>
                  <a:pt x="1065138" y="48867"/>
                </a:lnTo>
                <a:lnTo>
                  <a:pt x="1087239" y="48867"/>
                </a:lnTo>
                <a:lnTo>
                  <a:pt x="1087239" y="94002"/>
                </a:lnTo>
                <a:lnTo>
                  <a:pt x="1065138" y="94002"/>
                </a:lnTo>
                <a:lnTo>
                  <a:pt x="1065138" y="110219"/>
                </a:lnTo>
                <a:lnTo>
                  <a:pt x="1128428" y="110219"/>
                </a:lnTo>
                <a:lnTo>
                  <a:pt x="1128428" y="94002"/>
                </a:lnTo>
                <a:lnTo>
                  <a:pt x="1107403" y="94002"/>
                </a:lnTo>
                <a:lnTo>
                  <a:pt x="1107403" y="32578"/>
                </a:lnTo>
                <a:lnTo>
                  <a:pt x="1065138" y="32578"/>
                </a:lnTo>
                <a:moveTo>
                  <a:pt x="1085804" y="12701"/>
                </a:moveTo>
                <a:cubicBezTo>
                  <a:pt x="1085804" y="14232"/>
                  <a:pt x="1086079" y="15655"/>
                  <a:pt x="1086629" y="16971"/>
                </a:cubicBezTo>
                <a:cubicBezTo>
                  <a:pt x="1087179" y="18286"/>
                  <a:pt x="1087957" y="19398"/>
                  <a:pt x="1088961" y="20307"/>
                </a:cubicBezTo>
                <a:cubicBezTo>
                  <a:pt x="1089966" y="21264"/>
                  <a:pt x="1091174" y="22006"/>
                  <a:pt x="1092585" y="22532"/>
                </a:cubicBezTo>
                <a:cubicBezTo>
                  <a:pt x="1093996" y="23058"/>
                  <a:pt x="1095563" y="23321"/>
                  <a:pt x="1097285" y="23321"/>
                </a:cubicBezTo>
                <a:cubicBezTo>
                  <a:pt x="1100825" y="23321"/>
                  <a:pt x="1103636" y="22329"/>
                  <a:pt x="1105717" y="20343"/>
                </a:cubicBezTo>
                <a:cubicBezTo>
                  <a:pt x="1107798" y="18358"/>
                  <a:pt x="1108838" y="15811"/>
                  <a:pt x="1108838" y="12701"/>
                </a:cubicBezTo>
                <a:cubicBezTo>
                  <a:pt x="1108838" y="9592"/>
                  <a:pt x="1107798" y="7044"/>
                  <a:pt x="1105717" y="5059"/>
                </a:cubicBezTo>
                <a:cubicBezTo>
                  <a:pt x="1103636" y="3074"/>
                  <a:pt x="1100825" y="2081"/>
                  <a:pt x="1097285" y="2081"/>
                </a:cubicBezTo>
                <a:cubicBezTo>
                  <a:pt x="1095563" y="2081"/>
                  <a:pt x="1093996" y="2344"/>
                  <a:pt x="1092585" y="2870"/>
                </a:cubicBezTo>
                <a:cubicBezTo>
                  <a:pt x="1091174" y="3397"/>
                  <a:pt x="1089966" y="4114"/>
                  <a:pt x="1088961" y="5023"/>
                </a:cubicBezTo>
                <a:cubicBezTo>
                  <a:pt x="1087957" y="5980"/>
                  <a:pt x="1087179" y="7116"/>
                  <a:pt x="1086629" y="8431"/>
                </a:cubicBezTo>
                <a:cubicBezTo>
                  <a:pt x="1086079" y="9747"/>
                  <a:pt x="1085804" y="11170"/>
                  <a:pt x="1085804" y="12701"/>
                </a:cubicBezTo>
                <a:close/>
                <a:moveTo>
                  <a:pt x="1148004" y="110219"/>
                </a:moveTo>
                <a:lnTo>
                  <a:pt x="1168024" y="110219"/>
                </a:lnTo>
                <a:lnTo>
                  <a:pt x="1168024" y="55038"/>
                </a:lnTo>
                <a:cubicBezTo>
                  <a:pt x="1168694" y="53986"/>
                  <a:pt x="1169435" y="53029"/>
                  <a:pt x="1170249" y="52168"/>
                </a:cubicBezTo>
                <a:cubicBezTo>
                  <a:pt x="1171062" y="51307"/>
                  <a:pt x="1171971" y="50565"/>
                  <a:pt x="1172975" y="49943"/>
                </a:cubicBezTo>
                <a:cubicBezTo>
                  <a:pt x="1174219" y="49082"/>
                  <a:pt x="1175642" y="48436"/>
                  <a:pt x="1177245" y="48006"/>
                </a:cubicBezTo>
                <a:cubicBezTo>
                  <a:pt x="1178847" y="47575"/>
                  <a:pt x="1180606" y="47360"/>
                  <a:pt x="1182519" y="47360"/>
                </a:cubicBezTo>
                <a:cubicBezTo>
                  <a:pt x="1184815" y="47360"/>
                  <a:pt x="1186872" y="47587"/>
                  <a:pt x="1188690" y="48042"/>
                </a:cubicBezTo>
                <a:cubicBezTo>
                  <a:pt x="1190508" y="48496"/>
                  <a:pt x="1192063" y="49297"/>
                  <a:pt x="1193354" y="50445"/>
                </a:cubicBezTo>
                <a:cubicBezTo>
                  <a:pt x="1194646" y="51594"/>
                  <a:pt x="1195639" y="53160"/>
                  <a:pt x="1196332" y="55146"/>
                </a:cubicBezTo>
                <a:cubicBezTo>
                  <a:pt x="1197026" y="57131"/>
                  <a:pt x="1197373" y="59654"/>
                  <a:pt x="1197373" y="62716"/>
                </a:cubicBezTo>
                <a:lnTo>
                  <a:pt x="1197373" y="110219"/>
                </a:lnTo>
                <a:lnTo>
                  <a:pt x="1217321" y="110219"/>
                </a:lnTo>
                <a:lnTo>
                  <a:pt x="1217321" y="62429"/>
                </a:lnTo>
                <a:cubicBezTo>
                  <a:pt x="1217321" y="56784"/>
                  <a:pt x="1216664" y="51988"/>
                  <a:pt x="1215348" y="48042"/>
                </a:cubicBezTo>
                <a:cubicBezTo>
                  <a:pt x="1214033" y="44095"/>
                  <a:pt x="1212203" y="40854"/>
                  <a:pt x="1209859" y="38318"/>
                </a:cubicBezTo>
                <a:cubicBezTo>
                  <a:pt x="1207467" y="35831"/>
                  <a:pt x="1204644" y="34013"/>
                  <a:pt x="1201391" y="32865"/>
                </a:cubicBezTo>
                <a:cubicBezTo>
                  <a:pt x="1198138" y="31717"/>
                  <a:pt x="1194550" y="31143"/>
                  <a:pt x="1190628" y="31143"/>
                </a:cubicBezTo>
                <a:cubicBezTo>
                  <a:pt x="1187566" y="31143"/>
                  <a:pt x="1184672" y="31573"/>
                  <a:pt x="1181945" y="32434"/>
                </a:cubicBezTo>
                <a:cubicBezTo>
                  <a:pt x="1179218" y="33295"/>
                  <a:pt x="1176707" y="34539"/>
                  <a:pt x="1174410" y="36166"/>
                </a:cubicBezTo>
                <a:cubicBezTo>
                  <a:pt x="1173071" y="37123"/>
                  <a:pt x="1171803" y="38199"/>
                  <a:pt x="1170607" y="39395"/>
                </a:cubicBezTo>
                <a:cubicBezTo>
                  <a:pt x="1169411" y="40591"/>
                  <a:pt x="1168311" y="41906"/>
                  <a:pt x="1167306" y="43341"/>
                </a:cubicBezTo>
                <a:lnTo>
                  <a:pt x="1166087" y="32578"/>
                </a:lnTo>
                <a:lnTo>
                  <a:pt x="1148004" y="32578"/>
                </a:lnTo>
                <a:lnTo>
                  <a:pt x="1148004" y="110219"/>
                </a:lnTo>
                <a:close/>
                <a:moveTo>
                  <a:pt x="1272775" y="13562"/>
                </a:moveTo>
                <a:lnTo>
                  <a:pt x="1252826" y="13562"/>
                </a:lnTo>
                <a:lnTo>
                  <a:pt x="1252826" y="32578"/>
                </a:lnTo>
                <a:lnTo>
                  <a:pt x="1235102" y="32578"/>
                </a:lnTo>
                <a:lnTo>
                  <a:pt x="1235102" y="47288"/>
                </a:lnTo>
                <a:lnTo>
                  <a:pt x="1252826" y="47288"/>
                </a:lnTo>
                <a:lnTo>
                  <a:pt x="1252826" y="82593"/>
                </a:lnTo>
                <a:cubicBezTo>
                  <a:pt x="1252826" y="87712"/>
                  <a:pt x="1253496" y="92101"/>
                  <a:pt x="1254835" y="95760"/>
                </a:cubicBezTo>
                <a:cubicBezTo>
                  <a:pt x="1256175" y="99420"/>
                  <a:pt x="1258088" y="102422"/>
                  <a:pt x="1260576" y="104766"/>
                </a:cubicBezTo>
                <a:cubicBezTo>
                  <a:pt x="1263016" y="107158"/>
                  <a:pt x="1265970" y="108916"/>
                  <a:pt x="1269438" y="110040"/>
                </a:cubicBezTo>
                <a:cubicBezTo>
                  <a:pt x="1272906" y="111164"/>
                  <a:pt x="1276769" y="111726"/>
                  <a:pt x="1281027" y="111726"/>
                </a:cubicBezTo>
                <a:cubicBezTo>
                  <a:pt x="1283227" y="111726"/>
                  <a:pt x="1285464" y="111619"/>
                  <a:pt x="1287736" y="111403"/>
                </a:cubicBezTo>
                <a:cubicBezTo>
                  <a:pt x="1290009" y="111188"/>
                  <a:pt x="1292197" y="110889"/>
                  <a:pt x="1294302" y="110506"/>
                </a:cubicBezTo>
                <a:cubicBezTo>
                  <a:pt x="1296407" y="110124"/>
                  <a:pt x="1298392" y="109633"/>
                  <a:pt x="1300258" y="109035"/>
                </a:cubicBezTo>
                <a:cubicBezTo>
                  <a:pt x="1302124" y="108437"/>
                  <a:pt x="1303750" y="107732"/>
                  <a:pt x="1305137" y="106919"/>
                </a:cubicBezTo>
                <a:lnTo>
                  <a:pt x="1303200" y="93213"/>
                </a:lnTo>
                <a:cubicBezTo>
                  <a:pt x="1302291" y="93452"/>
                  <a:pt x="1301203" y="93691"/>
                  <a:pt x="1299935" y="93930"/>
                </a:cubicBezTo>
                <a:cubicBezTo>
                  <a:pt x="1298667" y="94170"/>
                  <a:pt x="1297316" y="94385"/>
                  <a:pt x="1295881" y="94576"/>
                </a:cubicBezTo>
                <a:cubicBezTo>
                  <a:pt x="1294398" y="94815"/>
                  <a:pt x="1292855" y="95007"/>
                  <a:pt x="1291252" y="95150"/>
                </a:cubicBezTo>
                <a:cubicBezTo>
                  <a:pt x="1289650" y="95294"/>
                  <a:pt x="1288083" y="95366"/>
                  <a:pt x="1286552" y="95366"/>
                </a:cubicBezTo>
                <a:cubicBezTo>
                  <a:pt x="1284447" y="95366"/>
                  <a:pt x="1282546" y="95126"/>
                  <a:pt x="1280847" y="94648"/>
                </a:cubicBezTo>
                <a:cubicBezTo>
                  <a:pt x="1279149" y="94170"/>
                  <a:pt x="1277702" y="93356"/>
                  <a:pt x="1276506" y="92208"/>
                </a:cubicBezTo>
                <a:cubicBezTo>
                  <a:pt x="1275310" y="91108"/>
                  <a:pt x="1274389" y="89613"/>
                  <a:pt x="1273743" y="87723"/>
                </a:cubicBezTo>
                <a:cubicBezTo>
                  <a:pt x="1273098" y="85834"/>
                  <a:pt x="1272775" y="83478"/>
                  <a:pt x="1272775" y="80655"/>
                </a:cubicBezTo>
                <a:lnTo>
                  <a:pt x="1272775" y="47288"/>
                </a:lnTo>
                <a:lnTo>
                  <a:pt x="1301765" y="47288"/>
                </a:lnTo>
                <a:lnTo>
                  <a:pt x="1301765" y="32578"/>
                </a:lnTo>
                <a:lnTo>
                  <a:pt x="1272775" y="32578"/>
                </a:lnTo>
                <a:lnTo>
                  <a:pt x="1272775" y="13562"/>
                </a:lnTo>
                <a:close/>
                <a:moveTo>
                  <a:pt x="1373221" y="110219"/>
                </a:moveTo>
                <a:lnTo>
                  <a:pt x="1373221" y="5741"/>
                </a:lnTo>
                <a:lnTo>
                  <a:pt x="1372145" y="5741"/>
                </a:lnTo>
                <a:lnTo>
                  <a:pt x="1326651" y="22173"/>
                </a:lnTo>
                <a:lnTo>
                  <a:pt x="1326651" y="39538"/>
                </a:lnTo>
                <a:lnTo>
                  <a:pt x="1353058" y="30066"/>
                </a:lnTo>
                <a:lnTo>
                  <a:pt x="1353058" y="110219"/>
                </a:lnTo>
                <a:lnTo>
                  <a:pt x="1373221" y="110219"/>
                </a:lnTo>
                <a:close/>
                <a:moveTo>
                  <a:pt x="1465488" y="4880"/>
                </a:moveTo>
                <a:lnTo>
                  <a:pt x="1462833" y="4880"/>
                </a:lnTo>
                <a:cubicBezTo>
                  <a:pt x="1454174" y="4880"/>
                  <a:pt x="1446544" y="6327"/>
                  <a:pt x="1439942" y="9221"/>
                </a:cubicBezTo>
                <a:cubicBezTo>
                  <a:pt x="1433340" y="12115"/>
                  <a:pt x="1427815" y="16122"/>
                  <a:pt x="1423366" y="21240"/>
                </a:cubicBezTo>
                <a:cubicBezTo>
                  <a:pt x="1418917" y="26407"/>
                  <a:pt x="1415569" y="32518"/>
                  <a:pt x="1413320" y="39574"/>
                </a:cubicBezTo>
                <a:cubicBezTo>
                  <a:pt x="1411072" y="46630"/>
                  <a:pt x="1409948" y="54296"/>
                  <a:pt x="1409948" y="62572"/>
                </a:cubicBezTo>
                <a:lnTo>
                  <a:pt x="1409948" y="70251"/>
                </a:lnTo>
                <a:cubicBezTo>
                  <a:pt x="1409948" y="76230"/>
                  <a:pt x="1410797" y="81744"/>
                  <a:pt x="1412495" y="86791"/>
                </a:cubicBezTo>
                <a:cubicBezTo>
                  <a:pt x="1414193" y="91838"/>
                  <a:pt x="1416621" y="96203"/>
                  <a:pt x="1419778" y="99886"/>
                </a:cubicBezTo>
                <a:cubicBezTo>
                  <a:pt x="1422888" y="103570"/>
                  <a:pt x="1426691" y="106452"/>
                  <a:pt x="1431188" y="108533"/>
                </a:cubicBezTo>
                <a:cubicBezTo>
                  <a:pt x="1435685" y="110614"/>
                  <a:pt x="1440731" y="111655"/>
                  <a:pt x="1446329" y="111655"/>
                </a:cubicBezTo>
                <a:cubicBezTo>
                  <a:pt x="1451686" y="111655"/>
                  <a:pt x="1456518" y="110734"/>
                  <a:pt x="1460824" y="108892"/>
                </a:cubicBezTo>
                <a:cubicBezTo>
                  <a:pt x="1465129" y="107050"/>
                  <a:pt x="1468789" y="104527"/>
                  <a:pt x="1471802" y="101321"/>
                </a:cubicBezTo>
                <a:cubicBezTo>
                  <a:pt x="1474816" y="98116"/>
                  <a:pt x="1477136" y="94337"/>
                  <a:pt x="1478763" y="89984"/>
                </a:cubicBezTo>
                <a:cubicBezTo>
                  <a:pt x="1480389" y="85631"/>
                  <a:pt x="1481203" y="80918"/>
                  <a:pt x="1481203" y="75848"/>
                </a:cubicBezTo>
                <a:cubicBezTo>
                  <a:pt x="1481203" y="71112"/>
                  <a:pt x="1480593" y="66603"/>
                  <a:pt x="1479373" y="62321"/>
                </a:cubicBezTo>
                <a:cubicBezTo>
                  <a:pt x="1478153" y="58040"/>
                  <a:pt x="1476299" y="54273"/>
                  <a:pt x="1473812" y="51020"/>
                </a:cubicBezTo>
                <a:cubicBezTo>
                  <a:pt x="1471324" y="47814"/>
                  <a:pt x="1468227" y="45267"/>
                  <a:pt x="1464519" y="43377"/>
                </a:cubicBezTo>
                <a:cubicBezTo>
                  <a:pt x="1460812" y="41488"/>
                  <a:pt x="1456470" y="40543"/>
                  <a:pt x="1451495" y="40543"/>
                </a:cubicBezTo>
                <a:cubicBezTo>
                  <a:pt x="1449055" y="40543"/>
                  <a:pt x="1446783" y="40830"/>
                  <a:pt x="1444678" y="41404"/>
                </a:cubicBezTo>
                <a:cubicBezTo>
                  <a:pt x="1442573" y="41978"/>
                  <a:pt x="1440636" y="42720"/>
                  <a:pt x="1438866" y="43629"/>
                </a:cubicBezTo>
                <a:cubicBezTo>
                  <a:pt x="1437048" y="44585"/>
                  <a:pt x="1435421" y="45650"/>
                  <a:pt x="1433986" y="46822"/>
                </a:cubicBezTo>
                <a:cubicBezTo>
                  <a:pt x="1432551" y="47994"/>
                  <a:pt x="1431283" y="49178"/>
                  <a:pt x="1430183" y="50374"/>
                </a:cubicBezTo>
                <a:cubicBezTo>
                  <a:pt x="1430614" y="46020"/>
                  <a:pt x="1431654" y="42074"/>
                  <a:pt x="1433305" y="38534"/>
                </a:cubicBezTo>
                <a:cubicBezTo>
                  <a:pt x="1434955" y="34994"/>
                  <a:pt x="1437215" y="31956"/>
                  <a:pt x="1440086" y="29421"/>
                </a:cubicBezTo>
                <a:cubicBezTo>
                  <a:pt x="1442908" y="26885"/>
                  <a:pt x="1446341" y="24924"/>
                  <a:pt x="1450383" y="23536"/>
                </a:cubicBezTo>
                <a:cubicBezTo>
                  <a:pt x="1454425" y="22149"/>
                  <a:pt x="1459077" y="21455"/>
                  <a:pt x="1464340" y="21455"/>
                </a:cubicBezTo>
                <a:lnTo>
                  <a:pt x="1465488" y="21455"/>
                </a:lnTo>
                <a:lnTo>
                  <a:pt x="1465488" y="4880"/>
                </a:lnTo>
                <a:moveTo>
                  <a:pt x="1445683" y="56545"/>
                </a:moveTo>
                <a:cubicBezTo>
                  <a:pt x="1448170" y="56545"/>
                  <a:pt x="1450383" y="57035"/>
                  <a:pt x="1452320" y="58016"/>
                </a:cubicBezTo>
                <a:cubicBezTo>
                  <a:pt x="1454258" y="58997"/>
                  <a:pt x="1455896" y="60348"/>
                  <a:pt x="1457236" y="62070"/>
                </a:cubicBezTo>
                <a:cubicBezTo>
                  <a:pt x="1458575" y="63840"/>
                  <a:pt x="1459604" y="65921"/>
                  <a:pt x="1460321" y="68313"/>
                </a:cubicBezTo>
                <a:cubicBezTo>
                  <a:pt x="1461039" y="70705"/>
                  <a:pt x="1461398" y="73312"/>
                  <a:pt x="1461398" y="76135"/>
                </a:cubicBezTo>
                <a:cubicBezTo>
                  <a:pt x="1461398" y="78957"/>
                  <a:pt x="1461039" y="81552"/>
                  <a:pt x="1460321" y="83920"/>
                </a:cubicBezTo>
                <a:cubicBezTo>
                  <a:pt x="1459604" y="86288"/>
                  <a:pt x="1458575" y="88333"/>
                  <a:pt x="1457236" y="90056"/>
                </a:cubicBezTo>
                <a:cubicBezTo>
                  <a:pt x="1455896" y="91778"/>
                  <a:pt x="1454270" y="93129"/>
                  <a:pt x="1452356" y="94110"/>
                </a:cubicBezTo>
                <a:cubicBezTo>
                  <a:pt x="1450443" y="95091"/>
                  <a:pt x="1448314" y="95581"/>
                  <a:pt x="1445970" y="95581"/>
                </a:cubicBezTo>
                <a:cubicBezTo>
                  <a:pt x="1443674" y="95581"/>
                  <a:pt x="1441545" y="95103"/>
                  <a:pt x="1439583" y="94146"/>
                </a:cubicBezTo>
                <a:cubicBezTo>
                  <a:pt x="1437622" y="93189"/>
                  <a:pt x="1435924" y="91754"/>
                  <a:pt x="1434489" y="89840"/>
                </a:cubicBezTo>
                <a:cubicBezTo>
                  <a:pt x="1433053" y="87975"/>
                  <a:pt x="1431941" y="85607"/>
                  <a:pt x="1431152" y="82736"/>
                </a:cubicBezTo>
                <a:cubicBezTo>
                  <a:pt x="1430363" y="79866"/>
                  <a:pt x="1429968" y="76517"/>
                  <a:pt x="1429968" y="72690"/>
                </a:cubicBezTo>
                <a:lnTo>
                  <a:pt x="1429968" y="66806"/>
                </a:lnTo>
                <a:cubicBezTo>
                  <a:pt x="1430638" y="65371"/>
                  <a:pt x="1431463" y="64055"/>
                  <a:pt x="1432443" y="62860"/>
                </a:cubicBezTo>
                <a:cubicBezTo>
                  <a:pt x="1433424" y="61664"/>
                  <a:pt x="1434512" y="60611"/>
                  <a:pt x="1435708" y="59702"/>
                </a:cubicBezTo>
                <a:cubicBezTo>
                  <a:pt x="1437096" y="58698"/>
                  <a:pt x="1438627" y="57920"/>
                  <a:pt x="1440301" y="57370"/>
                </a:cubicBezTo>
                <a:cubicBezTo>
                  <a:pt x="1441975" y="56820"/>
                  <a:pt x="1443769" y="56545"/>
                  <a:pt x="1445683" y="565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Text v4:">
            <a:extLst xmlns:a="http://schemas.openxmlformats.org/drawingml/2006/main">
              <a:ext uri="{FF2B5EF4-FFF2-40B4-BE49-F238E27FC236}">
                <a16:creationId xmlns:a16="http://schemas.microsoft.com/office/drawing/2014/main" id="{17FE4F48-6F0F-427F-A794-12590FFC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916" y="4066808"/>
            <a:ext cx="230169" cy="105914"/>
          </a:xfrm>
          <a:custGeom xmlns:a="http://schemas.openxmlformats.org/drawingml/2006/main">
            <a:pathLst>
              <a:path w="230169" h="105914">
                <a:moveTo>
                  <a:pt x="29636" y="104479"/>
                </a:moveTo>
                <a:lnTo>
                  <a:pt x="48365" y="104479"/>
                </a:lnTo>
                <a:lnTo>
                  <a:pt x="77857" y="26837"/>
                </a:lnTo>
                <a:lnTo>
                  <a:pt x="57047" y="26837"/>
                </a:lnTo>
                <a:lnTo>
                  <a:pt x="40041" y="81588"/>
                </a:lnTo>
                <a:lnTo>
                  <a:pt x="38964" y="87042"/>
                </a:lnTo>
                <a:lnTo>
                  <a:pt x="37888" y="81588"/>
                </a:lnTo>
                <a:lnTo>
                  <a:pt x="20810" y="26837"/>
                </a:lnTo>
                <a:lnTo>
                  <a:pt x="0" y="26837"/>
                </a:lnTo>
                <a:lnTo>
                  <a:pt x="29636" y="104479"/>
                </a:lnTo>
                <a:close/>
                <a:moveTo>
                  <a:pt x="151394" y="65658"/>
                </a:moveTo>
                <a:lnTo>
                  <a:pt x="151394" y="0"/>
                </a:lnTo>
                <a:lnTo>
                  <a:pt x="131158" y="0"/>
                </a:lnTo>
                <a:lnTo>
                  <a:pt x="87243" y="69318"/>
                </a:lnTo>
                <a:lnTo>
                  <a:pt x="88032" y="81803"/>
                </a:lnTo>
                <a:lnTo>
                  <a:pt x="131445" y="81803"/>
                </a:lnTo>
                <a:lnTo>
                  <a:pt x="131445" y="104479"/>
                </a:lnTo>
                <a:lnTo>
                  <a:pt x="151394" y="104479"/>
                </a:lnTo>
                <a:lnTo>
                  <a:pt x="151394" y="81803"/>
                </a:lnTo>
                <a:lnTo>
                  <a:pt x="163521" y="81803"/>
                </a:lnTo>
                <a:lnTo>
                  <a:pt x="163521" y="65658"/>
                </a:lnTo>
                <a:lnTo>
                  <a:pt x="151394" y="65658"/>
                </a:lnTo>
                <a:moveTo>
                  <a:pt x="106833" y="65658"/>
                </a:moveTo>
                <a:lnTo>
                  <a:pt x="129508" y="30282"/>
                </a:lnTo>
                <a:lnTo>
                  <a:pt x="131445" y="26837"/>
                </a:lnTo>
                <a:lnTo>
                  <a:pt x="131445" y="65658"/>
                </a:lnTo>
                <a:lnTo>
                  <a:pt x="106833" y="65658"/>
                </a:lnTo>
                <a:close/>
                <a:moveTo>
                  <a:pt x="202470" y="92926"/>
                </a:moveTo>
                <a:cubicBezTo>
                  <a:pt x="202470" y="96609"/>
                  <a:pt x="203714" y="99695"/>
                  <a:pt x="206202" y="102183"/>
                </a:cubicBezTo>
                <a:cubicBezTo>
                  <a:pt x="208689" y="104670"/>
                  <a:pt x="212062" y="105914"/>
                  <a:pt x="216320" y="105914"/>
                </a:cubicBezTo>
                <a:cubicBezTo>
                  <a:pt x="220529" y="105914"/>
                  <a:pt x="223890" y="104682"/>
                  <a:pt x="226401" y="102218"/>
                </a:cubicBezTo>
                <a:cubicBezTo>
                  <a:pt x="228913" y="99755"/>
                  <a:pt x="230169" y="96657"/>
                  <a:pt x="230169" y="92926"/>
                </a:cubicBezTo>
                <a:cubicBezTo>
                  <a:pt x="230169" y="89194"/>
                  <a:pt x="228937" y="86061"/>
                  <a:pt x="226473" y="83526"/>
                </a:cubicBezTo>
                <a:cubicBezTo>
                  <a:pt x="224010" y="80990"/>
                  <a:pt x="220625" y="79723"/>
                  <a:pt x="216320" y="79723"/>
                </a:cubicBezTo>
                <a:cubicBezTo>
                  <a:pt x="211966" y="79723"/>
                  <a:pt x="208570" y="81002"/>
                  <a:pt x="206130" y="83562"/>
                </a:cubicBezTo>
                <a:cubicBezTo>
                  <a:pt x="203690" y="86121"/>
                  <a:pt x="202470" y="89242"/>
                  <a:pt x="202470" y="92926"/>
                </a:cubicBezTo>
                <a:moveTo>
                  <a:pt x="202470" y="33654"/>
                </a:moveTo>
                <a:cubicBezTo>
                  <a:pt x="202470" y="37338"/>
                  <a:pt x="203714" y="40423"/>
                  <a:pt x="206202" y="42911"/>
                </a:cubicBezTo>
                <a:cubicBezTo>
                  <a:pt x="208689" y="45399"/>
                  <a:pt x="212062" y="46642"/>
                  <a:pt x="216320" y="46642"/>
                </a:cubicBezTo>
                <a:cubicBezTo>
                  <a:pt x="220529" y="46642"/>
                  <a:pt x="223890" y="45410"/>
                  <a:pt x="226401" y="42947"/>
                </a:cubicBezTo>
                <a:cubicBezTo>
                  <a:pt x="228913" y="40483"/>
                  <a:pt x="230169" y="37386"/>
                  <a:pt x="230169" y="33654"/>
                </a:cubicBezTo>
                <a:cubicBezTo>
                  <a:pt x="230169" y="29923"/>
                  <a:pt x="228937" y="26789"/>
                  <a:pt x="226473" y="24254"/>
                </a:cubicBezTo>
                <a:cubicBezTo>
                  <a:pt x="224010" y="21719"/>
                  <a:pt x="220625" y="20451"/>
                  <a:pt x="216320" y="20451"/>
                </a:cubicBezTo>
                <a:cubicBezTo>
                  <a:pt x="211966" y="20451"/>
                  <a:pt x="208570" y="21731"/>
                  <a:pt x="206130" y="24290"/>
                </a:cubicBezTo>
                <a:cubicBezTo>
                  <a:pt x="203690" y="26849"/>
                  <a:pt x="202470" y="29971"/>
                  <a:pt x="202470" y="336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Text total_len,uint32">
            <a:extLst xmlns:a="http://schemas.openxmlformats.org/drawingml/2006/main">
              <a:ext uri="{FF2B5EF4-FFF2-40B4-BE49-F238E27FC236}">
                <a16:creationId xmlns:a16="http://schemas.microsoft.com/office/drawing/2014/main" id="{8210B94F-7969-4A6F-8ECE-E780D826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843" y="4061068"/>
            <a:ext cx="1480198" cy="139353"/>
          </a:xfrm>
          <a:custGeom xmlns:a="http://schemas.openxmlformats.org/drawingml/2006/main">
            <a:pathLst>
              <a:path w="1480198" h="139353">
                <a:moveTo>
                  <a:pt x="37673" y="13562"/>
                </a:moveTo>
                <a:lnTo>
                  <a:pt x="17724" y="13562"/>
                </a:lnTo>
                <a:lnTo>
                  <a:pt x="17724" y="32578"/>
                </a:lnTo>
                <a:lnTo>
                  <a:pt x="0" y="32578"/>
                </a:lnTo>
                <a:lnTo>
                  <a:pt x="0" y="47288"/>
                </a:lnTo>
                <a:lnTo>
                  <a:pt x="17724" y="47288"/>
                </a:lnTo>
                <a:lnTo>
                  <a:pt x="17724" y="82593"/>
                </a:lnTo>
                <a:cubicBezTo>
                  <a:pt x="17724" y="87712"/>
                  <a:pt x="18394" y="92101"/>
                  <a:pt x="19733" y="95760"/>
                </a:cubicBezTo>
                <a:cubicBezTo>
                  <a:pt x="21073" y="99420"/>
                  <a:pt x="22986" y="102422"/>
                  <a:pt x="25474" y="104766"/>
                </a:cubicBezTo>
                <a:cubicBezTo>
                  <a:pt x="27914" y="107158"/>
                  <a:pt x="30868" y="108916"/>
                  <a:pt x="34336" y="110040"/>
                </a:cubicBezTo>
                <a:cubicBezTo>
                  <a:pt x="37804" y="111164"/>
                  <a:pt x="41667" y="111726"/>
                  <a:pt x="45925" y="111726"/>
                </a:cubicBezTo>
                <a:cubicBezTo>
                  <a:pt x="48125" y="111726"/>
                  <a:pt x="50362" y="111619"/>
                  <a:pt x="52634" y="111403"/>
                </a:cubicBezTo>
                <a:cubicBezTo>
                  <a:pt x="54906" y="111188"/>
                  <a:pt x="57095" y="110889"/>
                  <a:pt x="59200" y="110506"/>
                </a:cubicBezTo>
                <a:cubicBezTo>
                  <a:pt x="61305" y="110124"/>
                  <a:pt x="63290" y="109633"/>
                  <a:pt x="65156" y="109035"/>
                </a:cubicBezTo>
                <a:cubicBezTo>
                  <a:pt x="67021" y="108437"/>
                  <a:pt x="68648" y="107732"/>
                  <a:pt x="70035" y="106919"/>
                </a:cubicBezTo>
                <a:lnTo>
                  <a:pt x="68098" y="93213"/>
                </a:lnTo>
                <a:cubicBezTo>
                  <a:pt x="67189" y="93452"/>
                  <a:pt x="66101" y="93691"/>
                  <a:pt x="64833" y="93930"/>
                </a:cubicBezTo>
                <a:cubicBezTo>
                  <a:pt x="63565" y="94170"/>
                  <a:pt x="62214" y="94385"/>
                  <a:pt x="60779" y="94576"/>
                </a:cubicBezTo>
                <a:cubicBezTo>
                  <a:pt x="59296" y="94815"/>
                  <a:pt x="57753" y="95007"/>
                  <a:pt x="56150" y="95150"/>
                </a:cubicBezTo>
                <a:cubicBezTo>
                  <a:pt x="54548" y="95294"/>
                  <a:pt x="52981" y="95366"/>
                  <a:pt x="51450" y="95366"/>
                </a:cubicBezTo>
                <a:cubicBezTo>
                  <a:pt x="49345" y="95366"/>
                  <a:pt x="47444" y="95126"/>
                  <a:pt x="45745" y="94648"/>
                </a:cubicBezTo>
                <a:cubicBezTo>
                  <a:pt x="44047" y="94170"/>
                  <a:pt x="42600" y="93356"/>
                  <a:pt x="41404" y="92208"/>
                </a:cubicBezTo>
                <a:cubicBezTo>
                  <a:pt x="40208" y="91108"/>
                  <a:pt x="39287" y="89613"/>
                  <a:pt x="38641" y="87723"/>
                </a:cubicBezTo>
                <a:cubicBezTo>
                  <a:pt x="37996" y="85834"/>
                  <a:pt x="37673" y="83478"/>
                  <a:pt x="37673" y="80655"/>
                </a:cubicBezTo>
                <a:lnTo>
                  <a:pt x="37673" y="47288"/>
                </a:lnTo>
                <a:lnTo>
                  <a:pt x="66663" y="47288"/>
                </a:lnTo>
                <a:lnTo>
                  <a:pt x="66663" y="32578"/>
                </a:lnTo>
                <a:lnTo>
                  <a:pt x="37673" y="32578"/>
                </a:lnTo>
                <a:lnTo>
                  <a:pt x="37673" y="13562"/>
                </a:lnTo>
                <a:close/>
                <a:moveTo>
                  <a:pt x="86525" y="70681"/>
                </a:moveTo>
                <a:lnTo>
                  <a:pt x="86525" y="72188"/>
                </a:lnTo>
                <a:cubicBezTo>
                  <a:pt x="86525" y="77881"/>
                  <a:pt x="87339" y="83131"/>
                  <a:pt x="88965" y="87939"/>
                </a:cubicBezTo>
                <a:cubicBezTo>
                  <a:pt x="90592" y="92746"/>
                  <a:pt x="92984" y="96920"/>
                  <a:pt x="96141" y="100460"/>
                </a:cubicBezTo>
                <a:cubicBezTo>
                  <a:pt x="99250" y="104000"/>
                  <a:pt x="103089" y="106763"/>
                  <a:pt x="107658" y="108748"/>
                </a:cubicBezTo>
                <a:cubicBezTo>
                  <a:pt x="112227" y="110734"/>
                  <a:pt x="117429" y="111726"/>
                  <a:pt x="123265" y="111726"/>
                </a:cubicBezTo>
                <a:cubicBezTo>
                  <a:pt x="129054" y="111726"/>
                  <a:pt x="134220" y="110734"/>
                  <a:pt x="138765" y="108748"/>
                </a:cubicBezTo>
                <a:cubicBezTo>
                  <a:pt x="143310" y="106763"/>
                  <a:pt x="147137" y="104000"/>
                  <a:pt x="150246" y="100460"/>
                </a:cubicBezTo>
                <a:cubicBezTo>
                  <a:pt x="153356" y="96920"/>
                  <a:pt x="155724" y="92746"/>
                  <a:pt x="157350" y="87939"/>
                </a:cubicBezTo>
                <a:cubicBezTo>
                  <a:pt x="158977" y="83131"/>
                  <a:pt x="159790" y="77881"/>
                  <a:pt x="159790" y="72188"/>
                </a:cubicBezTo>
                <a:lnTo>
                  <a:pt x="159790" y="70681"/>
                </a:lnTo>
                <a:cubicBezTo>
                  <a:pt x="159790" y="65036"/>
                  <a:pt x="158977" y="59810"/>
                  <a:pt x="157350" y="55002"/>
                </a:cubicBezTo>
                <a:cubicBezTo>
                  <a:pt x="155724" y="50194"/>
                  <a:pt x="153356" y="46020"/>
                  <a:pt x="150246" y="42480"/>
                </a:cubicBezTo>
                <a:cubicBezTo>
                  <a:pt x="147089" y="38940"/>
                  <a:pt x="143238" y="36166"/>
                  <a:pt x="138693" y="34157"/>
                </a:cubicBezTo>
                <a:cubicBezTo>
                  <a:pt x="134148" y="32147"/>
                  <a:pt x="128958" y="31143"/>
                  <a:pt x="123122" y="31143"/>
                </a:cubicBezTo>
                <a:cubicBezTo>
                  <a:pt x="117285" y="31143"/>
                  <a:pt x="112107" y="32147"/>
                  <a:pt x="107586" y="34157"/>
                </a:cubicBezTo>
                <a:cubicBezTo>
                  <a:pt x="103066" y="36166"/>
                  <a:pt x="99250" y="38940"/>
                  <a:pt x="96141" y="42480"/>
                </a:cubicBezTo>
                <a:cubicBezTo>
                  <a:pt x="92984" y="46020"/>
                  <a:pt x="90592" y="50194"/>
                  <a:pt x="88965" y="55002"/>
                </a:cubicBezTo>
                <a:cubicBezTo>
                  <a:pt x="87339" y="59810"/>
                  <a:pt x="86525" y="65036"/>
                  <a:pt x="86525" y="70681"/>
                </a:cubicBezTo>
                <a:moveTo>
                  <a:pt x="106474" y="72188"/>
                </a:moveTo>
                <a:lnTo>
                  <a:pt x="106474" y="70681"/>
                </a:lnTo>
                <a:cubicBezTo>
                  <a:pt x="106474" y="67524"/>
                  <a:pt x="106785" y="64534"/>
                  <a:pt x="107407" y="61711"/>
                </a:cubicBezTo>
                <a:cubicBezTo>
                  <a:pt x="108029" y="58889"/>
                  <a:pt x="109009" y="56401"/>
                  <a:pt x="110349" y="54249"/>
                </a:cubicBezTo>
                <a:cubicBezTo>
                  <a:pt x="111688" y="52096"/>
                  <a:pt x="113411" y="50398"/>
                  <a:pt x="115515" y="49154"/>
                </a:cubicBezTo>
                <a:cubicBezTo>
                  <a:pt x="117620" y="47910"/>
                  <a:pt x="120156" y="47288"/>
                  <a:pt x="123122" y="47288"/>
                </a:cubicBezTo>
                <a:cubicBezTo>
                  <a:pt x="126136" y="47288"/>
                  <a:pt x="128695" y="47910"/>
                  <a:pt x="130800" y="49154"/>
                </a:cubicBezTo>
                <a:cubicBezTo>
                  <a:pt x="132905" y="50398"/>
                  <a:pt x="134627" y="52096"/>
                  <a:pt x="135966" y="54249"/>
                </a:cubicBezTo>
                <a:cubicBezTo>
                  <a:pt x="137258" y="56401"/>
                  <a:pt x="138215" y="58889"/>
                  <a:pt x="138837" y="61711"/>
                </a:cubicBezTo>
                <a:cubicBezTo>
                  <a:pt x="139459" y="64534"/>
                  <a:pt x="139769" y="67524"/>
                  <a:pt x="139769" y="70681"/>
                </a:cubicBezTo>
                <a:lnTo>
                  <a:pt x="139769" y="72188"/>
                </a:lnTo>
                <a:cubicBezTo>
                  <a:pt x="139769" y="75441"/>
                  <a:pt x="139459" y="78491"/>
                  <a:pt x="138837" y="81337"/>
                </a:cubicBezTo>
                <a:cubicBezTo>
                  <a:pt x="138215" y="84183"/>
                  <a:pt x="137258" y="86659"/>
                  <a:pt x="135966" y="88764"/>
                </a:cubicBezTo>
                <a:cubicBezTo>
                  <a:pt x="134627" y="90917"/>
                  <a:pt x="132905" y="92615"/>
                  <a:pt x="130800" y="93859"/>
                </a:cubicBezTo>
                <a:cubicBezTo>
                  <a:pt x="128695" y="95103"/>
                  <a:pt x="126183" y="95724"/>
                  <a:pt x="123265" y="95724"/>
                </a:cubicBezTo>
                <a:cubicBezTo>
                  <a:pt x="120251" y="95724"/>
                  <a:pt x="117680" y="95103"/>
                  <a:pt x="115551" y="93859"/>
                </a:cubicBezTo>
                <a:cubicBezTo>
                  <a:pt x="113423" y="92615"/>
                  <a:pt x="111688" y="90917"/>
                  <a:pt x="110349" y="88764"/>
                </a:cubicBezTo>
                <a:cubicBezTo>
                  <a:pt x="109009" y="86659"/>
                  <a:pt x="108029" y="84183"/>
                  <a:pt x="107407" y="81337"/>
                </a:cubicBezTo>
                <a:cubicBezTo>
                  <a:pt x="106785" y="78491"/>
                  <a:pt x="106474" y="75441"/>
                  <a:pt x="106474" y="72188"/>
                </a:cubicBezTo>
                <a:close/>
                <a:moveTo>
                  <a:pt x="214024" y="13562"/>
                </a:moveTo>
                <a:lnTo>
                  <a:pt x="194076" y="13562"/>
                </a:lnTo>
                <a:lnTo>
                  <a:pt x="194076" y="32578"/>
                </a:lnTo>
                <a:lnTo>
                  <a:pt x="176352" y="32578"/>
                </a:lnTo>
                <a:lnTo>
                  <a:pt x="176352" y="47288"/>
                </a:lnTo>
                <a:lnTo>
                  <a:pt x="194076" y="47288"/>
                </a:lnTo>
                <a:lnTo>
                  <a:pt x="194076" y="82593"/>
                </a:lnTo>
                <a:cubicBezTo>
                  <a:pt x="194076" y="87712"/>
                  <a:pt x="194746" y="92101"/>
                  <a:pt x="196085" y="95760"/>
                </a:cubicBezTo>
                <a:cubicBezTo>
                  <a:pt x="197425" y="99420"/>
                  <a:pt x="199338" y="102422"/>
                  <a:pt x="201826" y="104766"/>
                </a:cubicBezTo>
                <a:cubicBezTo>
                  <a:pt x="204265" y="107158"/>
                  <a:pt x="207219" y="108916"/>
                  <a:pt x="210688" y="110040"/>
                </a:cubicBezTo>
                <a:cubicBezTo>
                  <a:pt x="214156" y="111164"/>
                  <a:pt x="218019" y="111726"/>
                  <a:pt x="222277" y="111726"/>
                </a:cubicBezTo>
                <a:cubicBezTo>
                  <a:pt x="224477" y="111726"/>
                  <a:pt x="226714" y="111619"/>
                  <a:pt x="228986" y="111403"/>
                </a:cubicBezTo>
                <a:cubicBezTo>
                  <a:pt x="231258" y="111188"/>
                  <a:pt x="233447" y="110889"/>
                  <a:pt x="235552" y="110506"/>
                </a:cubicBezTo>
                <a:cubicBezTo>
                  <a:pt x="237657" y="110124"/>
                  <a:pt x="239642" y="109633"/>
                  <a:pt x="241508" y="109035"/>
                </a:cubicBezTo>
                <a:cubicBezTo>
                  <a:pt x="243373" y="108437"/>
                  <a:pt x="245000" y="107732"/>
                  <a:pt x="246387" y="106919"/>
                </a:cubicBezTo>
                <a:lnTo>
                  <a:pt x="244450" y="93213"/>
                </a:lnTo>
                <a:cubicBezTo>
                  <a:pt x="243541" y="93452"/>
                  <a:pt x="242452" y="93691"/>
                  <a:pt x="241185" y="93930"/>
                </a:cubicBezTo>
                <a:cubicBezTo>
                  <a:pt x="239917" y="94170"/>
                  <a:pt x="238565" y="94385"/>
                  <a:pt x="237130" y="94576"/>
                </a:cubicBezTo>
                <a:cubicBezTo>
                  <a:pt x="235647" y="94815"/>
                  <a:pt x="234105" y="95007"/>
                  <a:pt x="232502" y="95150"/>
                </a:cubicBezTo>
                <a:cubicBezTo>
                  <a:pt x="230899" y="95294"/>
                  <a:pt x="229333" y="95366"/>
                  <a:pt x="227802" y="95366"/>
                </a:cubicBezTo>
                <a:cubicBezTo>
                  <a:pt x="225697" y="95366"/>
                  <a:pt x="223795" y="95126"/>
                  <a:pt x="222097" y="94648"/>
                </a:cubicBezTo>
                <a:cubicBezTo>
                  <a:pt x="220399" y="94170"/>
                  <a:pt x="218952" y="93356"/>
                  <a:pt x="217756" y="92208"/>
                </a:cubicBezTo>
                <a:cubicBezTo>
                  <a:pt x="216560" y="91108"/>
                  <a:pt x="215639" y="89613"/>
                  <a:pt x="214993" y="87723"/>
                </a:cubicBezTo>
                <a:cubicBezTo>
                  <a:pt x="214347" y="85834"/>
                  <a:pt x="214024" y="83478"/>
                  <a:pt x="214024" y="80655"/>
                </a:cubicBezTo>
                <a:lnTo>
                  <a:pt x="214024" y="47288"/>
                </a:lnTo>
                <a:lnTo>
                  <a:pt x="243014" y="47288"/>
                </a:lnTo>
                <a:lnTo>
                  <a:pt x="243014" y="32578"/>
                </a:lnTo>
                <a:lnTo>
                  <a:pt x="214024" y="32578"/>
                </a:lnTo>
                <a:lnTo>
                  <a:pt x="214024" y="13562"/>
                </a:lnTo>
                <a:close/>
                <a:moveTo>
                  <a:pt x="314111" y="110219"/>
                </a:moveTo>
                <a:lnTo>
                  <a:pt x="334346" y="110219"/>
                </a:lnTo>
                <a:lnTo>
                  <a:pt x="334346" y="109000"/>
                </a:lnTo>
                <a:cubicBezTo>
                  <a:pt x="333342" y="107038"/>
                  <a:pt x="332576" y="104694"/>
                  <a:pt x="332050" y="101967"/>
                </a:cubicBezTo>
                <a:cubicBezTo>
                  <a:pt x="331524" y="99241"/>
                  <a:pt x="331261" y="95796"/>
                  <a:pt x="331261" y="91634"/>
                </a:cubicBezTo>
                <a:lnTo>
                  <a:pt x="331261" y="58339"/>
                </a:lnTo>
                <a:cubicBezTo>
                  <a:pt x="331261" y="53842"/>
                  <a:pt x="330424" y="49883"/>
                  <a:pt x="328749" y="46463"/>
                </a:cubicBezTo>
                <a:cubicBezTo>
                  <a:pt x="327075" y="43042"/>
                  <a:pt x="324755" y="40208"/>
                  <a:pt x="321789" y="37960"/>
                </a:cubicBezTo>
                <a:cubicBezTo>
                  <a:pt x="318823" y="35711"/>
                  <a:pt x="315319" y="34013"/>
                  <a:pt x="311276" y="32865"/>
                </a:cubicBezTo>
                <a:cubicBezTo>
                  <a:pt x="307234" y="31717"/>
                  <a:pt x="302869" y="31143"/>
                  <a:pt x="298181" y="31143"/>
                </a:cubicBezTo>
                <a:cubicBezTo>
                  <a:pt x="292966" y="31143"/>
                  <a:pt x="288338" y="31800"/>
                  <a:pt x="284296" y="33116"/>
                </a:cubicBezTo>
                <a:cubicBezTo>
                  <a:pt x="280253" y="34432"/>
                  <a:pt x="276845" y="36214"/>
                  <a:pt x="274070" y="38462"/>
                </a:cubicBezTo>
                <a:cubicBezTo>
                  <a:pt x="271248" y="40710"/>
                  <a:pt x="269107" y="43318"/>
                  <a:pt x="267648" y="46284"/>
                </a:cubicBezTo>
                <a:cubicBezTo>
                  <a:pt x="266189" y="49250"/>
                  <a:pt x="265459" y="52383"/>
                  <a:pt x="265459" y="55684"/>
                </a:cubicBezTo>
                <a:lnTo>
                  <a:pt x="285408" y="55684"/>
                </a:lnTo>
                <a:cubicBezTo>
                  <a:pt x="285408" y="54296"/>
                  <a:pt x="285611" y="53029"/>
                  <a:pt x="286018" y="51881"/>
                </a:cubicBezTo>
                <a:cubicBezTo>
                  <a:pt x="286424" y="50733"/>
                  <a:pt x="287058" y="49752"/>
                  <a:pt x="287919" y="48939"/>
                </a:cubicBezTo>
                <a:cubicBezTo>
                  <a:pt x="288876" y="48030"/>
                  <a:pt x="290120" y="47324"/>
                  <a:pt x="291651" y="46822"/>
                </a:cubicBezTo>
                <a:cubicBezTo>
                  <a:pt x="293182" y="46319"/>
                  <a:pt x="294999" y="46068"/>
                  <a:pt x="297104" y="46068"/>
                </a:cubicBezTo>
                <a:cubicBezTo>
                  <a:pt x="299496" y="46068"/>
                  <a:pt x="301589" y="46367"/>
                  <a:pt x="303383" y="46965"/>
                </a:cubicBezTo>
                <a:cubicBezTo>
                  <a:pt x="305177" y="47563"/>
                  <a:pt x="306672" y="48412"/>
                  <a:pt x="307868" y="49513"/>
                </a:cubicBezTo>
                <a:cubicBezTo>
                  <a:pt x="309016" y="50565"/>
                  <a:pt x="309877" y="51821"/>
                  <a:pt x="310451" y="53280"/>
                </a:cubicBezTo>
                <a:cubicBezTo>
                  <a:pt x="311025" y="54739"/>
                  <a:pt x="311312" y="56377"/>
                  <a:pt x="311312" y="58195"/>
                </a:cubicBezTo>
                <a:lnTo>
                  <a:pt x="311312" y="62788"/>
                </a:lnTo>
                <a:lnTo>
                  <a:pt x="300190" y="62788"/>
                </a:lnTo>
                <a:cubicBezTo>
                  <a:pt x="294449" y="62788"/>
                  <a:pt x="289367" y="63302"/>
                  <a:pt x="284941" y="64331"/>
                </a:cubicBezTo>
                <a:cubicBezTo>
                  <a:pt x="280516" y="65359"/>
                  <a:pt x="276797" y="66854"/>
                  <a:pt x="273783" y="68815"/>
                </a:cubicBezTo>
                <a:cubicBezTo>
                  <a:pt x="270435" y="70968"/>
                  <a:pt x="267923" y="73707"/>
                  <a:pt x="266249" y="77032"/>
                </a:cubicBezTo>
                <a:cubicBezTo>
                  <a:pt x="264574" y="80356"/>
                  <a:pt x="263737" y="84171"/>
                  <a:pt x="263737" y="88477"/>
                </a:cubicBezTo>
                <a:cubicBezTo>
                  <a:pt x="263737" y="91826"/>
                  <a:pt x="264407" y="94923"/>
                  <a:pt x="265746" y="97770"/>
                </a:cubicBezTo>
                <a:cubicBezTo>
                  <a:pt x="267086" y="100616"/>
                  <a:pt x="268952" y="103068"/>
                  <a:pt x="271343" y="105125"/>
                </a:cubicBezTo>
                <a:cubicBezTo>
                  <a:pt x="273735" y="107182"/>
                  <a:pt x="276594" y="108784"/>
                  <a:pt x="279918" y="109932"/>
                </a:cubicBezTo>
                <a:cubicBezTo>
                  <a:pt x="283243" y="111081"/>
                  <a:pt x="286891" y="111655"/>
                  <a:pt x="290861" y="111655"/>
                </a:cubicBezTo>
                <a:cubicBezTo>
                  <a:pt x="293301" y="111655"/>
                  <a:pt x="295574" y="111427"/>
                  <a:pt x="297678" y="110973"/>
                </a:cubicBezTo>
                <a:cubicBezTo>
                  <a:pt x="299783" y="110518"/>
                  <a:pt x="301721" y="109885"/>
                  <a:pt x="303491" y="109071"/>
                </a:cubicBezTo>
                <a:cubicBezTo>
                  <a:pt x="305213" y="108306"/>
                  <a:pt x="306792" y="107397"/>
                  <a:pt x="308227" y="106345"/>
                </a:cubicBezTo>
                <a:cubicBezTo>
                  <a:pt x="309662" y="105292"/>
                  <a:pt x="310930" y="104168"/>
                  <a:pt x="312030" y="102972"/>
                </a:cubicBezTo>
                <a:cubicBezTo>
                  <a:pt x="312269" y="104359"/>
                  <a:pt x="312556" y="105675"/>
                  <a:pt x="312891" y="106919"/>
                </a:cubicBezTo>
                <a:cubicBezTo>
                  <a:pt x="313226" y="108162"/>
                  <a:pt x="313632" y="109263"/>
                  <a:pt x="314111" y="110219"/>
                </a:cubicBezTo>
                <a:moveTo>
                  <a:pt x="295095" y="96227"/>
                </a:moveTo>
                <a:cubicBezTo>
                  <a:pt x="293229" y="96227"/>
                  <a:pt x="291591" y="95999"/>
                  <a:pt x="290180" y="95545"/>
                </a:cubicBezTo>
                <a:cubicBezTo>
                  <a:pt x="288769" y="95091"/>
                  <a:pt x="287585" y="94481"/>
                  <a:pt x="286628" y="93715"/>
                </a:cubicBezTo>
                <a:cubicBezTo>
                  <a:pt x="285671" y="92902"/>
                  <a:pt x="284941" y="91909"/>
                  <a:pt x="284439" y="90737"/>
                </a:cubicBezTo>
                <a:cubicBezTo>
                  <a:pt x="283937" y="89565"/>
                  <a:pt x="283686" y="88286"/>
                  <a:pt x="283686" y="86898"/>
                </a:cubicBezTo>
                <a:cubicBezTo>
                  <a:pt x="283686" y="85128"/>
                  <a:pt x="284021" y="83490"/>
                  <a:pt x="284690" y="81983"/>
                </a:cubicBezTo>
                <a:cubicBezTo>
                  <a:pt x="285360" y="80476"/>
                  <a:pt x="286389" y="79172"/>
                  <a:pt x="287776" y="78072"/>
                </a:cubicBezTo>
                <a:cubicBezTo>
                  <a:pt x="289163" y="77020"/>
                  <a:pt x="290957" y="76194"/>
                  <a:pt x="293158" y="75596"/>
                </a:cubicBezTo>
                <a:cubicBezTo>
                  <a:pt x="295358" y="74998"/>
                  <a:pt x="298013" y="74699"/>
                  <a:pt x="301123" y="74699"/>
                </a:cubicBezTo>
                <a:lnTo>
                  <a:pt x="311312" y="74699"/>
                </a:lnTo>
                <a:lnTo>
                  <a:pt x="311312" y="88046"/>
                </a:lnTo>
                <a:cubicBezTo>
                  <a:pt x="310738" y="89051"/>
                  <a:pt x="309949" y="90044"/>
                  <a:pt x="308944" y="91024"/>
                </a:cubicBezTo>
                <a:cubicBezTo>
                  <a:pt x="307940" y="92005"/>
                  <a:pt x="306744" y="92878"/>
                  <a:pt x="305356" y="93643"/>
                </a:cubicBezTo>
                <a:cubicBezTo>
                  <a:pt x="303969" y="94409"/>
                  <a:pt x="302414" y="95031"/>
                  <a:pt x="300692" y="95509"/>
                </a:cubicBezTo>
                <a:cubicBezTo>
                  <a:pt x="298970" y="95988"/>
                  <a:pt x="297104" y="96227"/>
                  <a:pt x="295095" y="96227"/>
                </a:cubicBezTo>
                <a:close/>
                <a:moveTo>
                  <a:pt x="357941" y="0"/>
                </a:moveTo>
                <a:lnTo>
                  <a:pt x="357941" y="16289"/>
                </a:lnTo>
                <a:lnTo>
                  <a:pt x="381190" y="16289"/>
                </a:lnTo>
                <a:lnTo>
                  <a:pt x="381190" y="94002"/>
                </a:lnTo>
                <a:lnTo>
                  <a:pt x="357941" y="94002"/>
                </a:lnTo>
                <a:lnTo>
                  <a:pt x="357941" y="110219"/>
                </a:lnTo>
                <a:lnTo>
                  <a:pt x="423599" y="110219"/>
                </a:lnTo>
                <a:lnTo>
                  <a:pt x="423599" y="94002"/>
                </a:lnTo>
                <a:lnTo>
                  <a:pt x="401354" y="94002"/>
                </a:lnTo>
                <a:lnTo>
                  <a:pt x="401354" y="0"/>
                </a:lnTo>
                <a:lnTo>
                  <a:pt x="357941" y="0"/>
                </a:lnTo>
                <a:close/>
                <a:moveTo>
                  <a:pt x="507899" y="125791"/>
                </a:moveTo>
                <a:lnTo>
                  <a:pt x="507899" y="110219"/>
                </a:lnTo>
                <a:lnTo>
                  <a:pt x="442457" y="110219"/>
                </a:lnTo>
                <a:lnTo>
                  <a:pt x="442457" y="125791"/>
                </a:lnTo>
                <a:lnTo>
                  <a:pt x="507899" y="125791"/>
                </a:lnTo>
                <a:close/>
                <a:moveTo>
                  <a:pt x="534292" y="0"/>
                </a:moveTo>
                <a:lnTo>
                  <a:pt x="534292" y="16289"/>
                </a:lnTo>
                <a:lnTo>
                  <a:pt x="557541" y="16289"/>
                </a:lnTo>
                <a:lnTo>
                  <a:pt x="557541" y="94002"/>
                </a:lnTo>
                <a:lnTo>
                  <a:pt x="534292" y="94002"/>
                </a:lnTo>
                <a:lnTo>
                  <a:pt x="534292" y="110219"/>
                </a:lnTo>
                <a:lnTo>
                  <a:pt x="599950" y="110219"/>
                </a:lnTo>
                <a:lnTo>
                  <a:pt x="599950" y="94002"/>
                </a:lnTo>
                <a:lnTo>
                  <a:pt x="577705" y="94002"/>
                </a:lnTo>
                <a:lnTo>
                  <a:pt x="577705" y="0"/>
                </a:lnTo>
                <a:lnTo>
                  <a:pt x="534292" y="0"/>
                </a:lnTo>
                <a:close/>
                <a:moveTo>
                  <a:pt x="655978" y="111655"/>
                </a:moveTo>
                <a:cubicBezTo>
                  <a:pt x="663488" y="111655"/>
                  <a:pt x="669994" y="110195"/>
                  <a:pt x="675496" y="107277"/>
                </a:cubicBezTo>
                <a:cubicBezTo>
                  <a:pt x="680997" y="104359"/>
                  <a:pt x="685016" y="101106"/>
                  <a:pt x="687551" y="97518"/>
                </a:cubicBezTo>
                <a:lnTo>
                  <a:pt x="677577" y="86755"/>
                </a:lnTo>
                <a:cubicBezTo>
                  <a:pt x="675281" y="89721"/>
                  <a:pt x="672291" y="91945"/>
                  <a:pt x="668607" y="93428"/>
                </a:cubicBezTo>
                <a:cubicBezTo>
                  <a:pt x="664924" y="94911"/>
                  <a:pt x="661120" y="95653"/>
                  <a:pt x="657198" y="95653"/>
                </a:cubicBezTo>
                <a:cubicBezTo>
                  <a:pt x="654423" y="95653"/>
                  <a:pt x="651864" y="95222"/>
                  <a:pt x="649520" y="94361"/>
                </a:cubicBezTo>
                <a:cubicBezTo>
                  <a:pt x="647176" y="93500"/>
                  <a:pt x="645095" y="92280"/>
                  <a:pt x="643277" y="90701"/>
                </a:cubicBezTo>
                <a:cubicBezTo>
                  <a:pt x="641507" y="89171"/>
                  <a:pt x="640096" y="87460"/>
                  <a:pt x="639043" y="85571"/>
                </a:cubicBezTo>
                <a:cubicBezTo>
                  <a:pt x="637991" y="83681"/>
                  <a:pt x="637130" y="81182"/>
                  <a:pt x="636460" y="78072"/>
                </a:cubicBezTo>
                <a:lnTo>
                  <a:pt x="636460" y="77857"/>
                </a:lnTo>
                <a:lnTo>
                  <a:pt x="689130" y="77857"/>
                </a:lnTo>
                <a:lnTo>
                  <a:pt x="689130" y="69389"/>
                </a:lnTo>
                <a:cubicBezTo>
                  <a:pt x="689130" y="63697"/>
                  <a:pt x="688340" y="58494"/>
                  <a:pt x="686762" y="53782"/>
                </a:cubicBezTo>
                <a:cubicBezTo>
                  <a:pt x="685183" y="49070"/>
                  <a:pt x="682887" y="45040"/>
                  <a:pt x="679873" y="41691"/>
                </a:cubicBezTo>
                <a:cubicBezTo>
                  <a:pt x="676811" y="38342"/>
                  <a:pt x="673092" y="35747"/>
                  <a:pt x="668715" y="33905"/>
                </a:cubicBezTo>
                <a:cubicBezTo>
                  <a:pt x="664338" y="32064"/>
                  <a:pt x="659350" y="31143"/>
                  <a:pt x="653753" y="31143"/>
                </a:cubicBezTo>
                <a:cubicBezTo>
                  <a:pt x="648348" y="31143"/>
                  <a:pt x="643349" y="32123"/>
                  <a:pt x="638756" y="34085"/>
                </a:cubicBezTo>
                <a:cubicBezTo>
                  <a:pt x="634164" y="36046"/>
                  <a:pt x="630193" y="38797"/>
                  <a:pt x="626844" y="42337"/>
                </a:cubicBezTo>
                <a:cubicBezTo>
                  <a:pt x="623496" y="45877"/>
                  <a:pt x="620888" y="50099"/>
                  <a:pt x="619023" y="55002"/>
                </a:cubicBezTo>
                <a:cubicBezTo>
                  <a:pt x="617157" y="59905"/>
                  <a:pt x="616224" y="65323"/>
                  <a:pt x="616224" y="71255"/>
                </a:cubicBezTo>
                <a:lnTo>
                  <a:pt x="616224" y="74125"/>
                </a:lnTo>
                <a:cubicBezTo>
                  <a:pt x="616224" y="79340"/>
                  <a:pt x="617169" y="84231"/>
                  <a:pt x="619059" y="88800"/>
                </a:cubicBezTo>
                <a:cubicBezTo>
                  <a:pt x="620948" y="93368"/>
                  <a:pt x="623639" y="97327"/>
                  <a:pt x="627131" y="100676"/>
                </a:cubicBezTo>
                <a:cubicBezTo>
                  <a:pt x="630624" y="104072"/>
                  <a:pt x="634809" y="106751"/>
                  <a:pt x="639689" y="108713"/>
                </a:cubicBezTo>
                <a:cubicBezTo>
                  <a:pt x="644568" y="110674"/>
                  <a:pt x="649998" y="111655"/>
                  <a:pt x="655978" y="111655"/>
                </a:cubicBezTo>
                <a:moveTo>
                  <a:pt x="653610" y="47288"/>
                </a:moveTo>
                <a:cubicBezTo>
                  <a:pt x="656145" y="47288"/>
                  <a:pt x="658382" y="47683"/>
                  <a:pt x="660319" y="48472"/>
                </a:cubicBezTo>
                <a:cubicBezTo>
                  <a:pt x="662257" y="49261"/>
                  <a:pt x="663895" y="50326"/>
                  <a:pt x="665235" y="51665"/>
                </a:cubicBezTo>
                <a:cubicBezTo>
                  <a:pt x="666574" y="53053"/>
                  <a:pt x="667626" y="54679"/>
                  <a:pt x="668392" y="56545"/>
                </a:cubicBezTo>
                <a:cubicBezTo>
                  <a:pt x="669157" y="58411"/>
                  <a:pt x="669540" y="60396"/>
                  <a:pt x="669540" y="62501"/>
                </a:cubicBezTo>
                <a:lnTo>
                  <a:pt x="669540" y="64079"/>
                </a:lnTo>
                <a:lnTo>
                  <a:pt x="636819" y="64079"/>
                </a:lnTo>
                <a:cubicBezTo>
                  <a:pt x="637297" y="61544"/>
                  <a:pt x="638015" y="59248"/>
                  <a:pt x="638971" y="57191"/>
                </a:cubicBezTo>
                <a:cubicBezTo>
                  <a:pt x="639928" y="55134"/>
                  <a:pt x="641124" y="53364"/>
                  <a:pt x="642559" y="51881"/>
                </a:cubicBezTo>
                <a:cubicBezTo>
                  <a:pt x="643947" y="50398"/>
                  <a:pt x="645573" y="49261"/>
                  <a:pt x="647439" y="48472"/>
                </a:cubicBezTo>
                <a:cubicBezTo>
                  <a:pt x="649304" y="47683"/>
                  <a:pt x="651361" y="47288"/>
                  <a:pt x="653610" y="47288"/>
                </a:cubicBezTo>
                <a:close/>
                <a:moveTo>
                  <a:pt x="706481" y="110219"/>
                </a:moveTo>
                <a:lnTo>
                  <a:pt x="726501" y="110219"/>
                </a:lnTo>
                <a:lnTo>
                  <a:pt x="726501" y="55038"/>
                </a:lnTo>
                <a:cubicBezTo>
                  <a:pt x="727171" y="53986"/>
                  <a:pt x="727912" y="53029"/>
                  <a:pt x="728726" y="52168"/>
                </a:cubicBezTo>
                <a:cubicBezTo>
                  <a:pt x="729539" y="51307"/>
                  <a:pt x="730448" y="50565"/>
                  <a:pt x="731452" y="49943"/>
                </a:cubicBezTo>
                <a:cubicBezTo>
                  <a:pt x="732696" y="49082"/>
                  <a:pt x="734119" y="48436"/>
                  <a:pt x="735722" y="48006"/>
                </a:cubicBezTo>
                <a:cubicBezTo>
                  <a:pt x="737325" y="47575"/>
                  <a:pt x="739083" y="47360"/>
                  <a:pt x="740996" y="47360"/>
                </a:cubicBezTo>
                <a:cubicBezTo>
                  <a:pt x="743292" y="47360"/>
                  <a:pt x="745349" y="47587"/>
                  <a:pt x="747167" y="48042"/>
                </a:cubicBezTo>
                <a:cubicBezTo>
                  <a:pt x="748985" y="48496"/>
                  <a:pt x="750540" y="49297"/>
                  <a:pt x="751832" y="50445"/>
                </a:cubicBezTo>
                <a:cubicBezTo>
                  <a:pt x="753123" y="51594"/>
                  <a:pt x="754116" y="53160"/>
                  <a:pt x="754809" y="55146"/>
                </a:cubicBezTo>
                <a:cubicBezTo>
                  <a:pt x="755503" y="57131"/>
                  <a:pt x="755850" y="59654"/>
                  <a:pt x="755850" y="62716"/>
                </a:cubicBezTo>
                <a:lnTo>
                  <a:pt x="755850" y="110219"/>
                </a:lnTo>
                <a:lnTo>
                  <a:pt x="775798" y="110219"/>
                </a:lnTo>
                <a:lnTo>
                  <a:pt x="775798" y="62429"/>
                </a:lnTo>
                <a:cubicBezTo>
                  <a:pt x="775798" y="56784"/>
                  <a:pt x="775141" y="51988"/>
                  <a:pt x="773825" y="48042"/>
                </a:cubicBezTo>
                <a:cubicBezTo>
                  <a:pt x="772510" y="44095"/>
                  <a:pt x="770680" y="40854"/>
                  <a:pt x="768336" y="38318"/>
                </a:cubicBezTo>
                <a:cubicBezTo>
                  <a:pt x="765944" y="35831"/>
                  <a:pt x="763121" y="34013"/>
                  <a:pt x="759868" y="32865"/>
                </a:cubicBezTo>
                <a:cubicBezTo>
                  <a:pt x="756615" y="31717"/>
                  <a:pt x="753027" y="31143"/>
                  <a:pt x="749105" y="31143"/>
                </a:cubicBezTo>
                <a:cubicBezTo>
                  <a:pt x="746043" y="31143"/>
                  <a:pt x="743149" y="31573"/>
                  <a:pt x="740422" y="32434"/>
                </a:cubicBezTo>
                <a:cubicBezTo>
                  <a:pt x="737695" y="33295"/>
                  <a:pt x="735184" y="34539"/>
                  <a:pt x="732888" y="36166"/>
                </a:cubicBezTo>
                <a:cubicBezTo>
                  <a:pt x="731548" y="37123"/>
                  <a:pt x="730280" y="38199"/>
                  <a:pt x="729084" y="39395"/>
                </a:cubicBezTo>
                <a:cubicBezTo>
                  <a:pt x="727888" y="40591"/>
                  <a:pt x="726788" y="41906"/>
                  <a:pt x="725784" y="43341"/>
                </a:cubicBezTo>
                <a:lnTo>
                  <a:pt x="724564" y="32578"/>
                </a:lnTo>
                <a:lnTo>
                  <a:pt x="706481" y="32578"/>
                </a:lnTo>
                <a:lnTo>
                  <a:pt x="706481" y="110219"/>
                </a:lnTo>
                <a:close/>
                <a:moveTo>
                  <a:pt x="835486" y="108641"/>
                </a:moveTo>
                <a:lnTo>
                  <a:pt x="835558" y="92782"/>
                </a:lnTo>
                <a:lnTo>
                  <a:pt x="816829" y="92782"/>
                </a:lnTo>
                <a:lnTo>
                  <a:pt x="816829" y="109574"/>
                </a:lnTo>
                <a:cubicBezTo>
                  <a:pt x="816829" y="114836"/>
                  <a:pt x="816207" y="119345"/>
                  <a:pt x="814963" y="123100"/>
                </a:cubicBezTo>
                <a:cubicBezTo>
                  <a:pt x="813720" y="126855"/>
                  <a:pt x="812189" y="130455"/>
                  <a:pt x="810371" y="133899"/>
                </a:cubicBezTo>
                <a:lnTo>
                  <a:pt x="820919" y="139353"/>
                </a:lnTo>
                <a:cubicBezTo>
                  <a:pt x="825225" y="135526"/>
                  <a:pt x="828729" y="130814"/>
                  <a:pt x="831432" y="125217"/>
                </a:cubicBezTo>
                <a:cubicBezTo>
                  <a:pt x="834135" y="119620"/>
                  <a:pt x="835486" y="114094"/>
                  <a:pt x="835486" y="108641"/>
                </a:cubicBezTo>
                <a:close/>
                <a:moveTo>
                  <a:pt x="1021668" y="110219"/>
                </a:moveTo>
                <a:lnTo>
                  <a:pt x="1039751" y="110219"/>
                </a:lnTo>
                <a:lnTo>
                  <a:pt x="1039751" y="32578"/>
                </a:lnTo>
                <a:lnTo>
                  <a:pt x="1019730" y="32578"/>
                </a:lnTo>
                <a:lnTo>
                  <a:pt x="1019730" y="87042"/>
                </a:lnTo>
                <a:cubicBezTo>
                  <a:pt x="1019108" y="88286"/>
                  <a:pt x="1018367" y="89410"/>
                  <a:pt x="1017506" y="90414"/>
                </a:cubicBezTo>
                <a:cubicBezTo>
                  <a:pt x="1016645" y="91419"/>
                  <a:pt x="1015664" y="92280"/>
                  <a:pt x="1014564" y="92998"/>
                </a:cubicBezTo>
                <a:cubicBezTo>
                  <a:pt x="1013272" y="93811"/>
                  <a:pt x="1011777" y="94433"/>
                  <a:pt x="1010079" y="94863"/>
                </a:cubicBezTo>
                <a:cubicBezTo>
                  <a:pt x="1008381" y="95294"/>
                  <a:pt x="1006479" y="95509"/>
                  <a:pt x="1004374" y="95509"/>
                </a:cubicBezTo>
                <a:cubicBezTo>
                  <a:pt x="1002030" y="95509"/>
                  <a:pt x="1000045" y="95222"/>
                  <a:pt x="998418" y="94648"/>
                </a:cubicBezTo>
                <a:cubicBezTo>
                  <a:pt x="996792" y="94074"/>
                  <a:pt x="995476" y="93117"/>
                  <a:pt x="994472" y="91778"/>
                </a:cubicBezTo>
                <a:cubicBezTo>
                  <a:pt x="993467" y="90486"/>
                  <a:pt x="992738" y="88764"/>
                  <a:pt x="992283" y="86611"/>
                </a:cubicBezTo>
                <a:cubicBezTo>
                  <a:pt x="991829" y="84458"/>
                  <a:pt x="991601" y="81803"/>
                  <a:pt x="991601" y="78646"/>
                </a:cubicBezTo>
                <a:lnTo>
                  <a:pt x="991601" y="32578"/>
                </a:lnTo>
                <a:lnTo>
                  <a:pt x="971653" y="32578"/>
                </a:lnTo>
                <a:lnTo>
                  <a:pt x="971653" y="78503"/>
                </a:lnTo>
                <a:cubicBezTo>
                  <a:pt x="971653" y="84387"/>
                  <a:pt x="972311" y="89422"/>
                  <a:pt x="973626" y="93608"/>
                </a:cubicBezTo>
                <a:cubicBezTo>
                  <a:pt x="974942" y="97793"/>
                  <a:pt x="976795" y="101226"/>
                  <a:pt x="979187" y="103905"/>
                </a:cubicBezTo>
                <a:cubicBezTo>
                  <a:pt x="981579" y="106632"/>
                  <a:pt x="984450" y="108617"/>
                  <a:pt x="987798" y="109861"/>
                </a:cubicBezTo>
                <a:cubicBezTo>
                  <a:pt x="991147" y="111104"/>
                  <a:pt x="994830" y="111726"/>
                  <a:pt x="998849" y="111726"/>
                </a:cubicBezTo>
                <a:cubicBezTo>
                  <a:pt x="1003250" y="111726"/>
                  <a:pt x="1007304" y="110626"/>
                  <a:pt x="1011012" y="108425"/>
                </a:cubicBezTo>
                <a:cubicBezTo>
                  <a:pt x="1014719" y="106225"/>
                  <a:pt x="1017889" y="103187"/>
                  <a:pt x="1020520" y="99312"/>
                </a:cubicBezTo>
                <a:lnTo>
                  <a:pt x="1021668" y="110219"/>
                </a:lnTo>
                <a:close/>
                <a:moveTo>
                  <a:pt x="1064492" y="32578"/>
                </a:moveTo>
                <a:lnTo>
                  <a:pt x="1064492" y="48867"/>
                </a:lnTo>
                <a:lnTo>
                  <a:pt x="1086593" y="48867"/>
                </a:lnTo>
                <a:lnTo>
                  <a:pt x="1086593" y="94002"/>
                </a:lnTo>
                <a:lnTo>
                  <a:pt x="1064492" y="94002"/>
                </a:lnTo>
                <a:lnTo>
                  <a:pt x="1064492" y="110219"/>
                </a:lnTo>
                <a:lnTo>
                  <a:pt x="1127782" y="110219"/>
                </a:lnTo>
                <a:lnTo>
                  <a:pt x="1127782" y="94002"/>
                </a:lnTo>
                <a:lnTo>
                  <a:pt x="1106757" y="94002"/>
                </a:lnTo>
                <a:lnTo>
                  <a:pt x="1106757" y="32578"/>
                </a:lnTo>
                <a:lnTo>
                  <a:pt x="1064492" y="32578"/>
                </a:lnTo>
                <a:moveTo>
                  <a:pt x="1085158" y="12701"/>
                </a:moveTo>
                <a:cubicBezTo>
                  <a:pt x="1085158" y="14232"/>
                  <a:pt x="1085433" y="15655"/>
                  <a:pt x="1085983" y="16971"/>
                </a:cubicBezTo>
                <a:cubicBezTo>
                  <a:pt x="1086534" y="18286"/>
                  <a:pt x="1087311" y="19398"/>
                  <a:pt x="1088316" y="20307"/>
                </a:cubicBezTo>
                <a:cubicBezTo>
                  <a:pt x="1089320" y="21264"/>
                  <a:pt x="1090528" y="22006"/>
                  <a:pt x="1091939" y="22532"/>
                </a:cubicBezTo>
                <a:cubicBezTo>
                  <a:pt x="1093351" y="23058"/>
                  <a:pt x="1094917" y="23321"/>
                  <a:pt x="1096639" y="23321"/>
                </a:cubicBezTo>
                <a:cubicBezTo>
                  <a:pt x="1100179" y="23321"/>
                  <a:pt x="1102990" y="22329"/>
                  <a:pt x="1105071" y="20343"/>
                </a:cubicBezTo>
                <a:cubicBezTo>
                  <a:pt x="1107152" y="18358"/>
                  <a:pt x="1108192" y="15811"/>
                  <a:pt x="1108192" y="12701"/>
                </a:cubicBezTo>
                <a:cubicBezTo>
                  <a:pt x="1108192" y="9592"/>
                  <a:pt x="1107152" y="7044"/>
                  <a:pt x="1105071" y="5059"/>
                </a:cubicBezTo>
                <a:cubicBezTo>
                  <a:pt x="1102990" y="3074"/>
                  <a:pt x="1100179" y="2081"/>
                  <a:pt x="1096639" y="2081"/>
                </a:cubicBezTo>
                <a:cubicBezTo>
                  <a:pt x="1094917" y="2081"/>
                  <a:pt x="1093351" y="2344"/>
                  <a:pt x="1091939" y="2870"/>
                </a:cubicBezTo>
                <a:cubicBezTo>
                  <a:pt x="1090528" y="3397"/>
                  <a:pt x="1089320" y="4114"/>
                  <a:pt x="1088316" y="5023"/>
                </a:cubicBezTo>
                <a:cubicBezTo>
                  <a:pt x="1087311" y="5980"/>
                  <a:pt x="1086534" y="7116"/>
                  <a:pt x="1085983" y="8431"/>
                </a:cubicBezTo>
                <a:cubicBezTo>
                  <a:pt x="1085433" y="9747"/>
                  <a:pt x="1085158" y="11170"/>
                  <a:pt x="1085158" y="12701"/>
                </a:cubicBezTo>
                <a:close/>
                <a:moveTo>
                  <a:pt x="1147358" y="110219"/>
                </a:moveTo>
                <a:lnTo>
                  <a:pt x="1167378" y="110219"/>
                </a:lnTo>
                <a:lnTo>
                  <a:pt x="1167378" y="55038"/>
                </a:lnTo>
                <a:cubicBezTo>
                  <a:pt x="1168048" y="53986"/>
                  <a:pt x="1168789" y="53029"/>
                  <a:pt x="1169603" y="52168"/>
                </a:cubicBezTo>
                <a:cubicBezTo>
                  <a:pt x="1170416" y="51307"/>
                  <a:pt x="1171325" y="50565"/>
                  <a:pt x="1172330" y="49943"/>
                </a:cubicBezTo>
                <a:cubicBezTo>
                  <a:pt x="1173573" y="49082"/>
                  <a:pt x="1174996" y="48436"/>
                  <a:pt x="1176599" y="48006"/>
                </a:cubicBezTo>
                <a:cubicBezTo>
                  <a:pt x="1178202" y="47575"/>
                  <a:pt x="1179960" y="47360"/>
                  <a:pt x="1181873" y="47360"/>
                </a:cubicBezTo>
                <a:cubicBezTo>
                  <a:pt x="1184169" y="47360"/>
                  <a:pt x="1186227" y="47587"/>
                  <a:pt x="1188044" y="48042"/>
                </a:cubicBezTo>
                <a:cubicBezTo>
                  <a:pt x="1189862" y="48496"/>
                  <a:pt x="1191417" y="49297"/>
                  <a:pt x="1192709" y="50445"/>
                </a:cubicBezTo>
                <a:cubicBezTo>
                  <a:pt x="1194000" y="51594"/>
                  <a:pt x="1194993" y="53160"/>
                  <a:pt x="1195687" y="55146"/>
                </a:cubicBezTo>
                <a:cubicBezTo>
                  <a:pt x="1196380" y="57131"/>
                  <a:pt x="1196727" y="59654"/>
                  <a:pt x="1196727" y="62716"/>
                </a:cubicBezTo>
                <a:lnTo>
                  <a:pt x="1196727" y="110219"/>
                </a:lnTo>
                <a:lnTo>
                  <a:pt x="1216676" y="110219"/>
                </a:lnTo>
                <a:lnTo>
                  <a:pt x="1216676" y="62429"/>
                </a:lnTo>
                <a:cubicBezTo>
                  <a:pt x="1216676" y="56784"/>
                  <a:pt x="1216018" y="51988"/>
                  <a:pt x="1214702" y="48042"/>
                </a:cubicBezTo>
                <a:cubicBezTo>
                  <a:pt x="1213387" y="44095"/>
                  <a:pt x="1211557" y="40854"/>
                  <a:pt x="1209213" y="38318"/>
                </a:cubicBezTo>
                <a:cubicBezTo>
                  <a:pt x="1206821" y="35831"/>
                  <a:pt x="1203998" y="34013"/>
                  <a:pt x="1200745" y="32865"/>
                </a:cubicBezTo>
                <a:cubicBezTo>
                  <a:pt x="1197492" y="31717"/>
                  <a:pt x="1193905" y="31143"/>
                  <a:pt x="1189982" y="31143"/>
                </a:cubicBezTo>
                <a:cubicBezTo>
                  <a:pt x="1186920" y="31143"/>
                  <a:pt x="1184026" y="31573"/>
                  <a:pt x="1181299" y="32434"/>
                </a:cubicBezTo>
                <a:cubicBezTo>
                  <a:pt x="1178572" y="33295"/>
                  <a:pt x="1176061" y="34539"/>
                  <a:pt x="1173765" y="36166"/>
                </a:cubicBezTo>
                <a:cubicBezTo>
                  <a:pt x="1172425" y="37123"/>
                  <a:pt x="1171157" y="38199"/>
                  <a:pt x="1169962" y="39395"/>
                </a:cubicBezTo>
                <a:cubicBezTo>
                  <a:pt x="1168766" y="40591"/>
                  <a:pt x="1167665" y="41906"/>
                  <a:pt x="1166661" y="43341"/>
                </a:cubicBezTo>
                <a:lnTo>
                  <a:pt x="1165441" y="32578"/>
                </a:lnTo>
                <a:lnTo>
                  <a:pt x="1147358" y="32578"/>
                </a:lnTo>
                <a:lnTo>
                  <a:pt x="1147358" y="110219"/>
                </a:lnTo>
                <a:close/>
                <a:moveTo>
                  <a:pt x="1272129" y="13562"/>
                </a:moveTo>
                <a:lnTo>
                  <a:pt x="1252180" y="13562"/>
                </a:lnTo>
                <a:lnTo>
                  <a:pt x="1252180" y="32578"/>
                </a:lnTo>
                <a:lnTo>
                  <a:pt x="1234456" y="32578"/>
                </a:lnTo>
                <a:lnTo>
                  <a:pt x="1234456" y="47288"/>
                </a:lnTo>
                <a:lnTo>
                  <a:pt x="1252180" y="47288"/>
                </a:lnTo>
                <a:lnTo>
                  <a:pt x="1252180" y="82593"/>
                </a:lnTo>
                <a:cubicBezTo>
                  <a:pt x="1252180" y="87712"/>
                  <a:pt x="1252850" y="92101"/>
                  <a:pt x="1254190" y="95760"/>
                </a:cubicBezTo>
                <a:cubicBezTo>
                  <a:pt x="1255529" y="99420"/>
                  <a:pt x="1257443" y="102422"/>
                  <a:pt x="1259930" y="104766"/>
                </a:cubicBezTo>
                <a:cubicBezTo>
                  <a:pt x="1262370" y="107158"/>
                  <a:pt x="1265324" y="108916"/>
                  <a:pt x="1268792" y="110040"/>
                </a:cubicBezTo>
                <a:cubicBezTo>
                  <a:pt x="1272260" y="111164"/>
                  <a:pt x="1276123" y="111726"/>
                  <a:pt x="1280381" y="111726"/>
                </a:cubicBezTo>
                <a:cubicBezTo>
                  <a:pt x="1282582" y="111726"/>
                  <a:pt x="1284818" y="111619"/>
                  <a:pt x="1287090" y="111403"/>
                </a:cubicBezTo>
                <a:cubicBezTo>
                  <a:pt x="1289363" y="111188"/>
                  <a:pt x="1291551" y="110889"/>
                  <a:pt x="1293656" y="110506"/>
                </a:cubicBezTo>
                <a:cubicBezTo>
                  <a:pt x="1295761" y="110124"/>
                  <a:pt x="1297746" y="109633"/>
                  <a:pt x="1299612" y="109035"/>
                </a:cubicBezTo>
                <a:cubicBezTo>
                  <a:pt x="1301478" y="108437"/>
                  <a:pt x="1303104" y="107732"/>
                  <a:pt x="1304492" y="106919"/>
                </a:cubicBezTo>
                <a:lnTo>
                  <a:pt x="1302554" y="93213"/>
                </a:lnTo>
                <a:cubicBezTo>
                  <a:pt x="1301645" y="93452"/>
                  <a:pt x="1300557" y="93691"/>
                  <a:pt x="1299289" y="93930"/>
                </a:cubicBezTo>
                <a:cubicBezTo>
                  <a:pt x="1298021" y="94170"/>
                  <a:pt x="1296670" y="94385"/>
                  <a:pt x="1295235" y="94576"/>
                </a:cubicBezTo>
                <a:cubicBezTo>
                  <a:pt x="1293752" y="94815"/>
                  <a:pt x="1292209" y="95007"/>
                  <a:pt x="1290606" y="95150"/>
                </a:cubicBezTo>
                <a:cubicBezTo>
                  <a:pt x="1289004" y="95294"/>
                  <a:pt x="1287437" y="95366"/>
                  <a:pt x="1285906" y="95366"/>
                </a:cubicBezTo>
                <a:cubicBezTo>
                  <a:pt x="1283801" y="95366"/>
                  <a:pt x="1281900" y="95126"/>
                  <a:pt x="1280202" y="94648"/>
                </a:cubicBezTo>
                <a:cubicBezTo>
                  <a:pt x="1278503" y="94170"/>
                  <a:pt x="1277056" y="93356"/>
                  <a:pt x="1275860" y="92208"/>
                </a:cubicBezTo>
                <a:cubicBezTo>
                  <a:pt x="1274664" y="91108"/>
                  <a:pt x="1273743" y="89613"/>
                  <a:pt x="1273098" y="87723"/>
                </a:cubicBezTo>
                <a:cubicBezTo>
                  <a:pt x="1272452" y="85834"/>
                  <a:pt x="1272129" y="83478"/>
                  <a:pt x="1272129" y="80655"/>
                </a:cubicBezTo>
                <a:lnTo>
                  <a:pt x="1272129" y="47288"/>
                </a:lnTo>
                <a:lnTo>
                  <a:pt x="1301119" y="47288"/>
                </a:lnTo>
                <a:lnTo>
                  <a:pt x="1301119" y="32578"/>
                </a:lnTo>
                <a:lnTo>
                  <a:pt x="1272129" y="32578"/>
                </a:lnTo>
                <a:lnTo>
                  <a:pt x="1272129" y="13562"/>
                </a:lnTo>
                <a:close/>
                <a:moveTo>
                  <a:pt x="1343801" y="49226"/>
                </a:moveTo>
                <a:lnTo>
                  <a:pt x="1343801" y="64725"/>
                </a:lnTo>
                <a:lnTo>
                  <a:pt x="1354636" y="64725"/>
                </a:lnTo>
                <a:cubicBezTo>
                  <a:pt x="1357363" y="64725"/>
                  <a:pt x="1359815" y="65036"/>
                  <a:pt x="1361991" y="65658"/>
                </a:cubicBezTo>
                <a:cubicBezTo>
                  <a:pt x="1364168" y="66280"/>
                  <a:pt x="1366046" y="67237"/>
                  <a:pt x="1367624" y="68528"/>
                </a:cubicBezTo>
                <a:cubicBezTo>
                  <a:pt x="1369155" y="69820"/>
                  <a:pt x="1370327" y="71470"/>
                  <a:pt x="1371140" y="73480"/>
                </a:cubicBezTo>
                <a:cubicBezTo>
                  <a:pt x="1371954" y="75489"/>
                  <a:pt x="1372360" y="77905"/>
                  <a:pt x="1372360" y="80727"/>
                </a:cubicBezTo>
                <a:cubicBezTo>
                  <a:pt x="1372360" y="82976"/>
                  <a:pt x="1372014" y="85009"/>
                  <a:pt x="1371320" y="86826"/>
                </a:cubicBezTo>
                <a:cubicBezTo>
                  <a:pt x="1370626" y="88644"/>
                  <a:pt x="1369610" y="90175"/>
                  <a:pt x="1368270" y="91419"/>
                </a:cubicBezTo>
                <a:cubicBezTo>
                  <a:pt x="1366883" y="92806"/>
                  <a:pt x="1365161" y="93859"/>
                  <a:pt x="1363104" y="94576"/>
                </a:cubicBezTo>
                <a:cubicBezTo>
                  <a:pt x="1361047" y="95294"/>
                  <a:pt x="1358726" y="95653"/>
                  <a:pt x="1356143" y="95653"/>
                </a:cubicBezTo>
                <a:cubicBezTo>
                  <a:pt x="1353847" y="95653"/>
                  <a:pt x="1351742" y="95306"/>
                  <a:pt x="1349829" y="94612"/>
                </a:cubicBezTo>
                <a:cubicBezTo>
                  <a:pt x="1347915" y="93919"/>
                  <a:pt x="1346265" y="92950"/>
                  <a:pt x="1344877" y="91706"/>
                </a:cubicBezTo>
                <a:cubicBezTo>
                  <a:pt x="1343442" y="90510"/>
                  <a:pt x="1342342" y="89063"/>
                  <a:pt x="1341576" y="87365"/>
                </a:cubicBezTo>
                <a:cubicBezTo>
                  <a:pt x="1340811" y="85666"/>
                  <a:pt x="1340428" y="83813"/>
                  <a:pt x="1340428" y="81803"/>
                </a:cubicBezTo>
                <a:lnTo>
                  <a:pt x="1320480" y="81803"/>
                </a:lnTo>
                <a:cubicBezTo>
                  <a:pt x="1320480" y="86874"/>
                  <a:pt x="1321472" y="91275"/>
                  <a:pt x="1323458" y="95007"/>
                </a:cubicBezTo>
                <a:cubicBezTo>
                  <a:pt x="1325443" y="98738"/>
                  <a:pt x="1328086" y="101824"/>
                  <a:pt x="1331387" y="104264"/>
                </a:cubicBezTo>
                <a:cubicBezTo>
                  <a:pt x="1334688" y="106751"/>
                  <a:pt x="1338455" y="108605"/>
                  <a:pt x="1342689" y="109825"/>
                </a:cubicBezTo>
                <a:cubicBezTo>
                  <a:pt x="1346922" y="111045"/>
                  <a:pt x="1351264" y="111655"/>
                  <a:pt x="1355713" y="111655"/>
                </a:cubicBezTo>
                <a:cubicBezTo>
                  <a:pt x="1360879" y="111655"/>
                  <a:pt x="1365699" y="110973"/>
                  <a:pt x="1370172" y="109609"/>
                </a:cubicBezTo>
                <a:cubicBezTo>
                  <a:pt x="1374645" y="108246"/>
                  <a:pt x="1378508" y="106249"/>
                  <a:pt x="1381761" y="103618"/>
                </a:cubicBezTo>
                <a:cubicBezTo>
                  <a:pt x="1385014" y="101034"/>
                  <a:pt x="1387573" y="97829"/>
                  <a:pt x="1389439" y="94002"/>
                </a:cubicBezTo>
                <a:cubicBezTo>
                  <a:pt x="1391304" y="90175"/>
                  <a:pt x="1392237" y="85822"/>
                  <a:pt x="1392237" y="80942"/>
                </a:cubicBezTo>
                <a:cubicBezTo>
                  <a:pt x="1392237" y="78168"/>
                  <a:pt x="1391902" y="75537"/>
                  <a:pt x="1391233" y="73049"/>
                </a:cubicBezTo>
                <a:cubicBezTo>
                  <a:pt x="1390563" y="70561"/>
                  <a:pt x="1389534" y="68265"/>
                  <a:pt x="1388147" y="66160"/>
                </a:cubicBezTo>
                <a:cubicBezTo>
                  <a:pt x="1386760" y="64103"/>
                  <a:pt x="1385002" y="62262"/>
                  <a:pt x="1382873" y="60635"/>
                </a:cubicBezTo>
                <a:cubicBezTo>
                  <a:pt x="1380744" y="59009"/>
                  <a:pt x="1378221" y="57669"/>
                  <a:pt x="1375302" y="56617"/>
                </a:cubicBezTo>
                <a:cubicBezTo>
                  <a:pt x="1377790" y="55421"/>
                  <a:pt x="1379991" y="53997"/>
                  <a:pt x="1381904" y="52347"/>
                </a:cubicBezTo>
                <a:cubicBezTo>
                  <a:pt x="1383818" y="50697"/>
                  <a:pt x="1385420" y="48891"/>
                  <a:pt x="1386712" y="46929"/>
                </a:cubicBezTo>
                <a:cubicBezTo>
                  <a:pt x="1388003" y="44968"/>
                  <a:pt x="1388984" y="42899"/>
                  <a:pt x="1389654" y="40722"/>
                </a:cubicBezTo>
                <a:cubicBezTo>
                  <a:pt x="1390324" y="38546"/>
                  <a:pt x="1390659" y="36333"/>
                  <a:pt x="1390659" y="34085"/>
                </a:cubicBezTo>
                <a:cubicBezTo>
                  <a:pt x="1390659" y="29205"/>
                  <a:pt x="1389809" y="24912"/>
                  <a:pt x="1388111" y="21204"/>
                </a:cubicBezTo>
                <a:cubicBezTo>
                  <a:pt x="1386413" y="17497"/>
                  <a:pt x="1384033" y="14375"/>
                  <a:pt x="1380971" y="11840"/>
                </a:cubicBezTo>
                <a:cubicBezTo>
                  <a:pt x="1377910" y="9352"/>
                  <a:pt x="1374226" y="7475"/>
                  <a:pt x="1369921" y="6207"/>
                </a:cubicBezTo>
                <a:cubicBezTo>
                  <a:pt x="1365615" y="4939"/>
                  <a:pt x="1360879" y="4305"/>
                  <a:pt x="1355713" y="4305"/>
                </a:cubicBezTo>
                <a:cubicBezTo>
                  <a:pt x="1350929" y="4305"/>
                  <a:pt x="1346468" y="4999"/>
                  <a:pt x="1342330" y="6386"/>
                </a:cubicBezTo>
                <a:cubicBezTo>
                  <a:pt x="1338192" y="7774"/>
                  <a:pt x="1334592" y="9711"/>
                  <a:pt x="1331530" y="12199"/>
                </a:cubicBezTo>
                <a:cubicBezTo>
                  <a:pt x="1328469" y="14734"/>
                  <a:pt x="1326065" y="17748"/>
                  <a:pt x="1324319" y="21240"/>
                </a:cubicBezTo>
                <a:cubicBezTo>
                  <a:pt x="1322573" y="24732"/>
                  <a:pt x="1321700" y="28607"/>
                  <a:pt x="1321700" y="32865"/>
                </a:cubicBezTo>
                <a:lnTo>
                  <a:pt x="1341648" y="32865"/>
                </a:lnTo>
                <a:cubicBezTo>
                  <a:pt x="1341648" y="30951"/>
                  <a:pt x="1342031" y="29229"/>
                  <a:pt x="1342796" y="27698"/>
                </a:cubicBezTo>
                <a:cubicBezTo>
                  <a:pt x="1343562" y="26168"/>
                  <a:pt x="1344614" y="24852"/>
                  <a:pt x="1345954" y="23752"/>
                </a:cubicBezTo>
                <a:cubicBezTo>
                  <a:pt x="1347245" y="22699"/>
                  <a:pt x="1348764" y="21886"/>
                  <a:pt x="1350510" y="21312"/>
                </a:cubicBezTo>
                <a:cubicBezTo>
                  <a:pt x="1352256" y="20738"/>
                  <a:pt x="1354134" y="20451"/>
                  <a:pt x="1356143" y="20451"/>
                </a:cubicBezTo>
                <a:cubicBezTo>
                  <a:pt x="1358583" y="20451"/>
                  <a:pt x="1360724" y="20786"/>
                  <a:pt x="1362565" y="21455"/>
                </a:cubicBezTo>
                <a:cubicBezTo>
                  <a:pt x="1364407" y="22125"/>
                  <a:pt x="1365926" y="23058"/>
                  <a:pt x="1367122" y="24254"/>
                </a:cubicBezTo>
                <a:cubicBezTo>
                  <a:pt x="1368318" y="25498"/>
                  <a:pt x="1369215" y="26969"/>
                  <a:pt x="1369813" y="28667"/>
                </a:cubicBezTo>
                <a:cubicBezTo>
                  <a:pt x="1370411" y="30365"/>
                  <a:pt x="1370710" y="32243"/>
                  <a:pt x="1370710" y="34300"/>
                </a:cubicBezTo>
                <a:cubicBezTo>
                  <a:pt x="1370710" y="36405"/>
                  <a:pt x="1370411" y="38354"/>
                  <a:pt x="1369813" y="40148"/>
                </a:cubicBezTo>
                <a:cubicBezTo>
                  <a:pt x="1369215" y="41942"/>
                  <a:pt x="1368318" y="43461"/>
                  <a:pt x="1367122" y="44705"/>
                </a:cubicBezTo>
                <a:cubicBezTo>
                  <a:pt x="1365830" y="46140"/>
                  <a:pt x="1364144" y="47252"/>
                  <a:pt x="1362063" y="48042"/>
                </a:cubicBezTo>
                <a:cubicBezTo>
                  <a:pt x="1359982" y="48831"/>
                  <a:pt x="1357507" y="49226"/>
                  <a:pt x="1354636" y="49226"/>
                </a:cubicBezTo>
                <a:lnTo>
                  <a:pt x="1343801" y="49226"/>
                </a:lnTo>
                <a:close/>
                <a:moveTo>
                  <a:pt x="1480198" y="110219"/>
                </a:moveTo>
                <a:lnTo>
                  <a:pt x="1480198" y="94218"/>
                </a:lnTo>
                <a:lnTo>
                  <a:pt x="1434345" y="94218"/>
                </a:lnTo>
                <a:lnTo>
                  <a:pt x="1454007" y="73408"/>
                </a:lnTo>
                <a:cubicBezTo>
                  <a:pt x="1457403" y="69916"/>
                  <a:pt x="1460489" y="66579"/>
                  <a:pt x="1463263" y="63398"/>
                </a:cubicBezTo>
                <a:cubicBezTo>
                  <a:pt x="1466038" y="60216"/>
                  <a:pt x="1468430" y="57095"/>
                  <a:pt x="1470439" y="54033"/>
                </a:cubicBezTo>
                <a:cubicBezTo>
                  <a:pt x="1472400" y="50972"/>
                  <a:pt x="1473919" y="47874"/>
                  <a:pt x="1474996" y="44741"/>
                </a:cubicBezTo>
                <a:cubicBezTo>
                  <a:pt x="1476072" y="41607"/>
                  <a:pt x="1476610" y="38318"/>
                  <a:pt x="1476610" y="34874"/>
                </a:cubicBezTo>
                <a:cubicBezTo>
                  <a:pt x="1476610" y="30329"/>
                  <a:pt x="1475893" y="26180"/>
                  <a:pt x="1474457" y="22424"/>
                </a:cubicBezTo>
                <a:cubicBezTo>
                  <a:pt x="1473022" y="18669"/>
                  <a:pt x="1470941" y="15452"/>
                  <a:pt x="1468215" y="12773"/>
                </a:cubicBezTo>
                <a:cubicBezTo>
                  <a:pt x="1465440" y="10094"/>
                  <a:pt x="1462008" y="8013"/>
                  <a:pt x="1457917" y="6530"/>
                </a:cubicBezTo>
                <a:cubicBezTo>
                  <a:pt x="1453827" y="5047"/>
                  <a:pt x="1449127" y="4305"/>
                  <a:pt x="1443817" y="4305"/>
                </a:cubicBezTo>
                <a:cubicBezTo>
                  <a:pt x="1438268" y="4305"/>
                  <a:pt x="1433209" y="5202"/>
                  <a:pt x="1428640" y="6996"/>
                </a:cubicBezTo>
                <a:cubicBezTo>
                  <a:pt x="1424072" y="8790"/>
                  <a:pt x="1420185" y="11242"/>
                  <a:pt x="1416980" y="14351"/>
                </a:cubicBezTo>
                <a:cubicBezTo>
                  <a:pt x="1413727" y="17461"/>
                  <a:pt x="1411215" y="21085"/>
                  <a:pt x="1409445" y="25223"/>
                </a:cubicBezTo>
                <a:cubicBezTo>
                  <a:pt x="1407675" y="29361"/>
                  <a:pt x="1406790" y="33750"/>
                  <a:pt x="1406790" y="38390"/>
                </a:cubicBezTo>
                <a:lnTo>
                  <a:pt x="1426811" y="38390"/>
                </a:lnTo>
                <a:cubicBezTo>
                  <a:pt x="1426811" y="35568"/>
                  <a:pt x="1427169" y="33056"/>
                  <a:pt x="1427887" y="30856"/>
                </a:cubicBezTo>
                <a:cubicBezTo>
                  <a:pt x="1428604" y="28655"/>
                  <a:pt x="1429657" y="26813"/>
                  <a:pt x="1431044" y="25330"/>
                </a:cubicBezTo>
                <a:cubicBezTo>
                  <a:pt x="1432384" y="23895"/>
                  <a:pt x="1434070" y="22807"/>
                  <a:pt x="1436103" y="22065"/>
                </a:cubicBezTo>
                <a:cubicBezTo>
                  <a:pt x="1438136" y="21324"/>
                  <a:pt x="1440492" y="20953"/>
                  <a:pt x="1443171" y="20953"/>
                </a:cubicBezTo>
                <a:cubicBezTo>
                  <a:pt x="1445228" y="20953"/>
                  <a:pt x="1447106" y="21288"/>
                  <a:pt x="1448804" y="21958"/>
                </a:cubicBezTo>
                <a:cubicBezTo>
                  <a:pt x="1450502" y="22628"/>
                  <a:pt x="1451973" y="23584"/>
                  <a:pt x="1453217" y="24828"/>
                </a:cubicBezTo>
                <a:cubicBezTo>
                  <a:pt x="1454413" y="26120"/>
                  <a:pt x="1455346" y="27674"/>
                  <a:pt x="1456016" y="29492"/>
                </a:cubicBezTo>
                <a:cubicBezTo>
                  <a:pt x="1456686" y="31310"/>
                  <a:pt x="1457020" y="33391"/>
                  <a:pt x="1457020" y="35735"/>
                </a:cubicBezTo>
                <a:cubicBezTo>
                  <a:pt x="1457020" y="37314"/>
                  <a:pt x="1456769" y="38940"/>
                  <a:pt x="1456267" y="40615"/>
                </a:cubicBezTo>
                <a:cubicBezTo>
                  <a:pt x="1455765" y="42289"/>
                  <a:pt x="1454963" y="44083"/>
                  <a:pt x="1453863" y="45997"/>
                </a:cubicBezTo>
                <a:cubicBezTo>
                  <a:pt x="1452715" y="47958"/>
                  <a:pt x="1451232" y="50111"/>
                  <a:pt x="1449414" y="52455"/>
                </a:cubicBezTo>
                <a:cubicBezTo>
                  <a:pt x="1447596" y="54799"/>
                  <a:pt x="1445372" y="57406"/>
                  <a:pt x="1442741" y="60276"/>
                </a:cubicBezTo>
                <a:lnTo>
                  <a:pt x="1408943" y="96586"/>
                </a:lnTo>
                <a:lnTo>
                  <a:pt x="1408943" y="110219"/>
                </a:lnTo>
                <a:lnTo>
                  <a:pt x="1480198" y="1102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Text dest:temp_str,char*">
            <a:extLst xmlns:a="http://schemas.openxmlformats.org/drawingml/2006/main">
              <a:ext uri="{FF2B5EF4-FFF2-40B4-BE49-F238E27FC236}">
                <a16:creationId xmlns:a16="http://schemas.microsoft.com/office/drawing/2014/main" id="{B9C98002-1E44-4782-B838-3FE03038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4786" y="4237419"/>
            <a:ext cx="1839931" cy="140071"/>
          </a:xfrm>
          <a:custGeom xmlns:a="http://schemas.openxmlformats.org/drawingml/2006/main">
            <a:pathLst>
              <a:path w="1839931" h="140071">
                <a:moveTo>
                  <a:pt x="0" y="70825"/>
                </a:moveTo>
                <a:lnTo>
                  <a:pt x="0" y="72331"/>
                </a:lnTo>
                <a:cubicBezTo>
                  <a:pt x="0" y="77976"/>
                  <a:pt x="694" y="83203"/>
                  <a:pt x="2081" y="88010"/>
                </a:cubicBezTo>
                <a:cubicBezTo>
                  <a:pt x="3468" y="92818"/>
                  <a:pt x="5477" y="96968"/>
                  <a:pt x="8109" y="100460"/>
                </a:cubicBezTo>
                <a:cubicBezTo>
                  <a:pt x="10692" y="103953"/>
                  <a:pt x="13861" y="106691"/>
                  <a:pt x="17616" y="108677"/>
                </a:cubicBezTo>
                <a:cubicBezTo>
                  <a:pt x="21372" y="110662"/>
                  <a:pt x="25617" y="111655"/>
                  <a:pt x="30353" y="111655"/>
                </a:cubicBezTo>
                <a:cubicBezTo>
                  <a:pt x="34707" y="111655"/>
                  <a:pt x="38534" y="110817"/>
                  <a:pt x="41835" y="109143"/>
                </a:cubicBezTo>
                <a:cubicBezTo>
                  <a:pt x="45135" y="107469"/>
                  <a:pt x="48006" y="105125"/>
                  <a:pt x="50445" y="102111"/>
                </a:cubicBezTo>
                <a:lnTo>
                  <a:pt x="51450" y="110219"/>
                </a:lnTo>
                <a:lnTo>
                  <a:pt x="69461" y="110219"/>
                </a:lnTo>
                <a:lnTo>
                  <a:pt x="69461" y="0"/>
                </a:lnTo>
                <a:lnTo>
                  <a:pt x="49441" y="0"/>
                </a:lnTo>
                <a:lnTo>
                  <a:pt x="49441" y="39538"/>
                </a:lnTo>
                <a:cubicBezTo>
                  <a:pt x="47049" y="36859"/>
                  <a:pt x="44310" y="34790"/>
                  <a:pt x="41225" y="33331"/>
                </a:cubicBezTo>
                <a:cubicBezTo>
                  <a:pt x="38139" y="31872"/>
                  <a:pt x="34563" y="31143"/>
                  <a:pt x="30497" y="31143"/>
                </a:cubicBezTo>
                <a:cubicBezTo>
                  <a:pt x="25665" y="31143"/>
                  <a:pt x="21372" y="32099"/>
                  <a:pt x="17616" y="34013"/>
                </a:cubicBezTo>
                <a:cubicBezTo>
                  <a:pt x="13861" y="35927"/>
                  <a:pt x="10668" y="38629"/>
                  <a:pt x="8037" y="42122"/>
                </a:cubicBezTo>
                <a:cubicBezTo>
                  <a:pt x="5406" y="45614"/>
                  <a:pt x="3408" y="49800"/>
                  <a:pt x="2045" y="54679"/>
                </a:cubicBezTo>
                <a:cubicBezTo>
                  <a:pt x="682" y="59559"/>
                  <a:pt x="0" y="64940"/>
                  <a:pt x="0" y="70825"/>
                </a:cubicBezTo>
                <a:moveTo>
                  <a:pt x="19949" y="72331"/>
                </a:moveTo>
                <a:lnTo>
                  <a:pt x="19949" y="70825"/>
                </a:lnTo>
                <a:cubicBezTo>
                  <a:pt x="19949" y="67572"/>
                  <a:pt x="20236" y="64522"/>
                  <a:pt x="20810" y="61676"/>
                </a:cubicBezTo>
                <a:cubicBezTo>
                  <a:pt x="21384" y="58829"/>
                  <a:pt x="22293" y="56330"/>
                  <a:pt x="23536" y="54177"/>
                </a:cubicBezTo>
                <a:cubicBezTo>
                  <a:pt x="24780" y="52072"/>
                  <a:pt x="26395" y="50410"/>
                  <a:pt x="28380" y="49190"/>
                </a:cubicBezTo>
                <a:cubicBezTo>
                  <a:pt x="30365" y="47970"/>
                  <a:pt x="32769" y="47360"/>
                  <a:pt x="35592" y="47360"/>
                </a:cubicBezTo>
                <a:cubicBezTo>
                  <a:pt x="38988" y="47360"/>
                  <a:pt x="41811" y="48089"/>
                  <a:pt x="44059" y="49549"/>
                </a:cubicBezTo>
                <a:cubicBezTo>
                  <a:pt x="46307" y="51008"/>
                  <a:pt x="48101" y="53053"/>
                  <a:pt x="49441" y="55684"/>
                </a:cubicBezTo>
                <a:lnTo>
                  <a:pt x="49441" y="87114"/>
                </a:lnTo>
                <a:cubicBezTo>
                  <a:pt x="48101" y="89697"/>
                  <a:pt x="46296" y="91730"/>
                  <a:pt x="44023" y="93213"/>
                </a:cubicBezTo>
                <a:cubicBezTo>
                  <a:pt x="41751" y="94696"/>
                  <a:pt x="38893" y="95437"/>
                  <a:pt x="35448" y="95437"/>
                </a:cubicBezTo>
                <a:cubicBezTo>
                  <a:pt x="32626" y="95437"/>
                  <a:pt x="30234" y="94839"/>
                  <a:pt x="28272" y="93643"/>
                </a:cubicBezTo>
                <a:cubicBezTo>
                  <a:pt x="26311" y="92447"/>
                  <a:pt x="24708" y="90797"/>
                  <a:pt x="23465" y="88692"/>
                </a:cubicBezTo>
                <a:cubicBezTo>
                  <a:pt x="22221" y="86635"/>
                  <a:pt x="21324" y="84207"/>
                  <a:pt x="20774" y="81409"/>
                </a:cubicBezTo>
                <a:cubicBezTo>
                  <a:pt x="20224" y="78610"/>
                  <a:pt x="19949" y="75584"/>
                  <a:pt x="19949" y="72331"/>
                </a:cubicBezTo>
                <a:close/>
                <a:moveTo>
                  <a:pt x="127929" y="111655"/>
                </a:moveTo>
                <a:cubicBezTo>
                  <a:pt x="135440" y="111655"/>
                  <a:pt x="141946" y="110195"/>
                  <a:pt x="147447" y="107277"/>
                </a:cubicBezTo>
                <a:cubicBezTo>
                  <a:pt x="152949" y="104359"/>
                  <a:pt x="156967" y="101106"/>
                  <a:pt x="159502" y="97518"/>
                </a:cubicBezTo>
                <a:lnTo>
                  <a:pt x="149528" y="86755"/>
                </a:lnTo>
                <a:cubicBezTo>
                  <a:pt x="147232" y="89721"/>
                  <a:pt x="144242" y="91945"/>
                  <a:pt x="140559" y="93428"/>
                </a:cubicBezTo>
                <a:cubicBezTo>
                  <a:pt x="136875" y="94911"/>
                  <a:pt x="133072" y="95653"/>
                  <a:pt x="129149" y="95653"/>
                </a:cubicBezTo>
                <a:cubicBezTo>
                  <a:pt x="126374" y="95653"/>
                  <a:pt x="123815" y="95222"/>
                  <a:pt x="121471" y="94361"/>
                </a:cubicBezTo>
                <a:cubicBezTo>
                  <a:pt x="119127" y="93500"/>
                  <a:pt x="117046" y="92280"/>
                  <a:pt x="115228" y="90701"/>
                </a:cubicBezTo>
                <a:cubicBezTo>
                  <a:pt x="113458" y="89171"/>
                  <a:pt x="112047" y="87460"/>
                  <a:pt x="110994" y="85571"/>
                </a:cubicBezTo>
                <a:cubicBezTo>
                  <a:pt x="109942" y="83681"/>
                  <a:pt x="109081" y="81182"/>
                  <a:pt x="108411" y="78072"/>
                </a:cubicBezTo>
                <a:lnTo>
                  <a:pt x="108411" y="77857"/>
                </a:lnTo>
                <a:lnTo>
                  <a:pt x="161081" y="77857"/>
                </a:lnTo>
                <a:lnTo>
                  <a:pt x="161081" y="69389"/>
                </a:lnTo>
                <a:cubicBezTo>
                  <a:pt x="161081" y="63697"/>
                  <a:pt x="160292" y="58494"/>
                  <a:pt x="158713" y="53782"/>
                </a:cubicBezTo>
                <a:cubicBezTo>
                  <a:pt x="157134" y="49070"/>
                  <a:pt x="154838" y="45040"/>
                  <a:pt x="151824" y="41691"/>
                </a:cubicBezTo>
                <a:cubicBezTo>
                  <a:pt x="148763" y="38342"/>
                  <a:pt x="145043" y="35747"/>
                  <a:pt x="140666" y="33905"/>
                </a:cubicBezTo>
                <a:cubicBezTo>
                  <a:pt x="136289" y="32064"/>
                  <a:pt x="131302" y="31143"/>
                  <a:pt x="125705" y="31143"/>
                </a:cubicBezTo>
                <a:cubicBezTo>
                  <a:pt x="120299" y="31143"/>
                  <a:pt x="115300" y="32123"/>
                  <a:pt x="110707" y="34085"/>
                </a:cubicBezTo>
                <a:cubicBezTo>
                  <a:pt x="106115" y="36046"/>
                  <a:pt x="102144" y="38797"/>
                  <a:pt x="98796" y="42337"/>
                </a:cubicBezTo>
                <a:cubicBezTo>
                  <a:pt x="95447" y="45877"/>
                  <a:pt x="92840" y="50099"/>
                  <a:pt x="90974" y="55002"/>
                </a:cubicBezTo>
                <a:cubicBezTo>
                  <a:pt x="89108" y="59905"/>
                  <a:pt x="88176" y="65323"/>
                  <a:pt x="88176" y="71255"/>
                </a:cubicBezTo>
                <a:lnTo>
                  <a:pt x="88176" y="74125"/>
                </a:lnTo>
                <a:cubicBezTo>
                  <a:pt x="88176" y="79340"/>
                  <a:pt x="89120" y="84231"/>
                  <a:pt x="91010" y="88800"/>
                </a:cubicBezTo>
                <a:cubicBezTo>
                  <a:pt x="92900" y="93368"/>
                  <a:pt x="95591" y="97327"/>
                  <a:pt x="99083" y="100676"/>
                </a:cubicBezTo>
                <a:cubicBezTo>
                  <a:pt x="102575" y="104072"/>
                  <a:pt x="106761" y="106751"/>
                  <a:pt x="111640" y="108713"/>
                </a:cubicBezTo>
                <a:cubicBezTo>
                  <a:pt x="116520" y="110674"/>
                  <a:pt x="121949" y="111655"/>
                  <a:pt x="127929" y="111655"/>
                </a:cubicBezTo>
                <a:moveTo>
                  <a:pt x="125561" y="47288"/>
                </a:moveTo>
                <a:cubicBezTo>
                  <a:pt x="128097" y="47288"/>
                  <a:pt x="130333" y="47683"/>
                  <a:pt x="132271" y="48472"/>
                </a:cubicBezTo>
                <a:cubicBezTo>
                  <a:pt x="134208" y="49261"/>
                  <a:pt x="135846" y="50326"/>
                  <a:pt x="137186" y="51665"/>
                </a:cubicBezTo>
                <a:cubicBezTo>
                  <a:pt x="138525" y="53053"/>
                  <a:pt x="139578" y="54679"/>
                  <a:pt x="140343" y="56545"/>
                </a:cubicBezTo>
                <a:cubicBezTo>
                  <a:pt x="141109" y="58411"/>
                  <a:pt x="141491" y="60396"/>
                  <a:pt x="141491" y="62501"/>
                </a:cubicBezTo>
                <a:lnTo>
                  <a:pt x="141491" y="64079"/>
                </a:lnTo>
                <a:lnTo>
                  <a:pt x="108770" y="64079"/>
                </a:lnTo>
                <a:cubicBezTo>
                  <a:pt x="109248" y="61544"/>
                  <a:pt x="109966" y="59248"/>
                  <a:pt x="110923" y="57191"/>
                </a:cubicBezTo>
                <a:cubicBezTo>
                  <a:pt x="111879" y="55134"/>
                  <a:pt x="113075" y="53364"/>
                  <a:pt x="114511" y="51881"/>
                </a:cubicBezTo>
                <a:cubicBezTo>
                  <a:pt x="115898" y="50398"/>
                  <a:pt x="117524" y="49261"/>
                  <a:pt x="119390" y="48472"/>
                </a:cubicBezTo>
                <a:cubicBezTo>
                  <a:pt x="121256" y="47683"/>
                  <a:pt x="123313" y="47288"/>
                  <a:pt x="125561" y="47288"/>
                </a:cubicBezTo>
                <a:close/>
                <a:moveTo>
                  <a:pt x="228518" y="88907"/>
                </a:moveTo>
                <a:cubicBezTo>
                  <a:pt x="228518" y="90103"/>
                  <a:pt x="228219" y="91204"/>
                  <a:pt x="227621" y="92208"/>
                </a:cubicBezTo>
                <a:cubicBezTo>
                  <a:pt x="227023" y="93213"/>
                  <a:pt x="226126" y="94098"/>
                  <a:pt x="224930" y="94863"/>
                </a:cubicBezTo>
                <a:cubicBezTo>
                  <a:pt x="223687" y="95629"/>
                  <a:pt x="222096" y="96239"/>
                  <a:pt x="220159" y="96693"/>
                </a:cubicBezTo>
                <a:cubicBezTo>
                  <a:pt x="218221" y="97148"/>
                  <a:pt x="215961" y="97375"/>
                  <a:pt x="213377" y="97375"/>
                </a:cubicBezTo>
                <a:cubicBezTo>
                  <a:pt x="211225" y="97375"/>
                  <a:pt x="209132" y="97160"/>
                  <a:pt x="207099" y="96729"/>
                </a:cubicBezTo>
                <a:cubicBezTo>
                  <a:pt x="205066" y="96298"/>
                  <a:pt x="203260" y="95605"/>
                  <a:pt x="201681" y="94648"/>
                </a:cubicBezTo>
                <a:cubicBezTo>
                  <a:pt x="200102" y="93739"/>
                  <a:pt x="198811" y="92531"/>
                  <a:pt x="197806" y="91024"/>
                </a:cubicBezTo>
                <a:cubicBezTo>
                  <a:pt x="196801" y="89517"/>
                  <a:pt x="196227" y="87712"/>
                  <a:pt x="196084" y="85607"/>
                </a:cubicBezTo>
                <a:lnTo>
                  <a:pt x="177068" y="85607"/>
                </a:lnTo>
                <a:cubicBezTo>
                  <a:pt x="177068" y="88764"/>
                  <a:pt x="177846" y="91909"/>
                  <a:pt x="179400" y="95043"/>
                </a:cubicBezTo>
                <a:cubicBezTo>
                  <a:pt x="180955" y="98176"/>
                  <a:pt x="183239" y="100963"/>
                  <a:pt x="186253" y="103402"/>
                </a:cubicBezTo>
                <a:cubicBezTo>
                  <a:pt x="189267" y="105890"/>
                  <a:pt x="193010" y="107899"/>
                  <a:pt x="197483" y="109430"/>
                </a:cubicBezTo>
                <a:cubicBezTo>
                  <a:pt x="201956" y="110961"/>
                  <a:pt x="207111" y="111726"/>
                  <a:pt x="212947" y="111726"/>
                </a:cubicBezTo>
                <a:cubicBezTo>
                  <a:pt x="218257" y="111726"/>
                  <a:pt x="223065" y="111140"/>
                  <a:pt x="227370" y="109968"/>
                </a:cubicBezTo>
                <a:cubicBezTo>
                  <a:pt x="231676" y="108796"/>
                  <a:pt x="235359" y="107158"/>
                  <a:pt x="238421" y="105053"/>
                </a:cubicBezTo>
                <a:cubicBezTo>
                  <a:pt x="241435" y="102948"/>
                  <a:pt x="243767" y="100448"/>
                  <a:pt x="245417" y="97554"/>
                </a:cubicBezTo>
                <a:cubicBezTo>
                  <a:pt x="247068" y="94660"/>
                  <a:pt x="247893" y="91491"/>
                  <a:pt x="247893" y="88046"/>
                </a:cubicBezTo>
                <a:cubicBezTo>
                  <a:pt x="247893" y="84315"/>
                  <a:pt x="247068" y="81098"/>
                  <a:pt x="245417" y="78395"/>
                </a:cubicBezTo>
                <a:cubicBezTo>
                  <a:pt x="243767" y="75692"/>
                  <a:pt x="241482" y="73384"/>
                  <a:pt x="238564" y="71470"/>
                </a:cubicBezTo>
                <a:cubicBezTo>
                  <a:pt x="235646" y="69605"/>
                  <a:pt x="232178" y="68074"/>
                  <a:pt x="228159" y="66878"/>
                </a:cubicBezTo>
                <a:cubicBezTo>
                  <a:pt x="224141" y="65682"/>
                  <a:pt x="219788" y="64701"/>
                  <a:pt x="215100" y="63936"/>
                </a:cubicBezTo>
                <a:cubicBezTo>
                  <a:pt x="211847" y="63457"/>
                  <a:pt x="209168" y="62895"/>
                  <a:pt x="207063" y="62250"/>
                </a:cubicBezTo>
                <a:cubicBezTo>
                  <a:pt x="204958" y="61604"/>
                  <a:pt x="203307" y="60874"/>
                  <a:pt x="202112" y="60061"/>
                </a:cubicBezTo>
                <a:cubicBezTo>
                  <a:pt x="200868" y="59296"/>
                  <a:pt x="200007" y="58423"/>
                  <a:pt x="199528" y="57442"/>
                </a:cubicBezTo>
                <a:cubicBezTo>
                  <a:pt x="199050" y="56461"/>
                  <a:pt x="198811" y="55397"/>
                  <a:pt x="198811" y="54249"/>
                </a:cubicBezTo>
                <a:cubicBezTo>
                  <a:pt x="198811" y="53101"/>
                  <a:pt x="199086" y="52012"/>
                  <a:pt x="199636" y="50984"/>
                </a:cubicBezTo>
                <a:cubicBezTo>
                  <a:pt x="200186" y="49955"/>
                  <a:pt x="200987" y="49058"/>
                  <a:pt x="202040" y="48293"/>
                </a:cubicBezTo>
                <a:cubicBezTo>
                  <a:pt x="203188" y="47432"/>
                  <a:pt x="204671" y="46762"/>
                  <a:pt x="206489" y="46284"/>
                </a:cubicBezTo>
                <a:cubicBezTo>
                  <a:pt x="208307" y="45805"/>
                  <a:pt x="210435" y="45566"/>
                  <a:pt x="212875" y="45566"/>
                </a:cubicBezTo>
                <a:cubicBezTo>
                  <a:pt x="215745" y="45566"/>
                  <a:pt x="218197" y="45925"/>
                  <a:pt x="220230" y="46642"/>
                </a:cubicBezTo>
                <a:cubicBezTo>
                  <a:pt x="222263" y="47360"/>
                  <a:pt x="223878" y="48317"/>
                  <a:pt x="225074" y="49513"/>
                </a:cubicBezTo>
                <a:cubicBezTo>
                  <a:pt x="225935" y="50422"/>
                  <a:pt x="226581" y="51438"/>
                  <a:pt x="227011" y="52562"/>
                </a:cubicBezTo>
                <a:cubicBezTo>
                  <a:pt x="227442" y="53687"/>
                  <a:pt x="227657" y="54894"/>
                  <a:pt x="227657" y="56186"/>
                </a:cubicBezTo>
                <a:lnTo>
                  <a:pt x="247606" y="56186"/>
                </a:lnTo>
                <a:cubicBezTo>
                  <a:pt x="247606" y="52598"/>
                  <a:pt x="246816" y="49273"/>
                  <a:pt x="245238" y="46212"/>
                </a:cubicBezTo>
                <a:cubicBezTo>
                  <a:pt x="243659" y="43150"/>
                  <a:pt x="241387" y="40495"/>
                  <a:pt x="238421" y="38247"/>
                </a:cubicBezTo>
                <a:cubicBezTo>
                  <a:pt x="235407" y="36046"/>
                  <a:pt x="231747" y="34312"/>
                  <a:pt x="227442" y="33044"/>
                </a:cubicBezTo>
                <a:cubicBezTo>
                  <a:pt x="223136" y="31777"/>
                  <a:pt x="218281" y="31143"/>
                  <a:pt x="212875" y="31143"/>
                </a:cubicBezTo>
                <a:cubicBezTo>
                  <a:pt x="207709" y="31143"/>
                  <a:pt x="203068" y="31789"/>
                  <a:pt x="198954" y="33080"/>
                </a:cubicBezTo>
                <a:cubicBezTo>
                  <a:pt x="194840" y="34372"/>
                  <a:pt x="191348" y="36118"/>
                  <a:pt x="188478" y="38318"/>
                </a:cubicBezTo>
                <a:cubicBezTo>
                  <a:pt x="185607" y="40519"/>
                  <a:pt x="183407" y="43078"/>
                  <a:pt x="181876" y="45997"/>
                </a:cubicBezTo>
                <a:cubicBezTo>
                  <a:pt x="180345" y="48915"/>
                  <a:pt x="179580" y="51976"/>
                  <a:pt x="179580" y="55181"/>
                </a:cubicBezTo>
                <a:cubicBezTo>
                  <a:pt x="179580" y="58482"/>
                  <a:pt x="180333" y="61400"/>
                  <a:pt x="181840" y="63936"/>
                </a:cubicBezTo>
                <a:cubicBezTo>
                  <a:pt x="183347" y="66471"/>
                  <a:pt x="185440" y="68696"/>
                  <a:pt x="188119" y="70609"/>
                </a:cubicBezTo>
                <a:cubicBezTo>
                  <a:pt x="190798" y="72571"/>
                  <a:pt x="194015" y="74233"/>
                  <a:pt x="197770" y="75596"/>
                </a:cubicBezTo>
                <a:cubicBezTo>
                  <a:pt x="201526" y="76960"/>
                  <a:pt x="205675" y="78096"/>
                  <a:pt x="210220" y="79005"/>
                </a:cubicBezTo>
                <a:cubicBezTo>
                  <a:pt x="213808" y="79675"/>
                  <a:pt x="216774" y="80344"/>
                  <a:pt x="219118" y="81014"/>
                </a:cubicBezTo>
                <a:cubicBezTo>
                  <a:pt x="221462" y="81684"/>
                  <a:pt x="223352" y="82401"/>
                  <a:pt x="224787" y="83167"/>
                </a:cubicBezTo>
                <a:cubicBezTo>
                  <a:pt x="226174" y="83980"/>
                  <a:pt x="227143" y="84841"/>
                  <a:pt x="227693" y="85750"/>
                </a:cubicBezTo>
                <a:cubicBezTo>
                  <a:pt x="228243" y="86659"/>
                  <a:pt x="228518" y="87712"/>
                  <a:pt x="228518" y="88907"/>
                </a:cubicBezTo>
                <a:close/>
                <a:moveTo>
                  <a:pt x="303204" y="13562"/>
                </a:moveTo>
                <a:lnTo>
                  <a:pt x="283255" y="13562"/>
                </a:lnTo>
                <a:lnTo>
                  <a:pt x="283255" y="32578"/>
                </a:lnTo>
                <a:lnTo>
                  <a:pt x="265531" y="32578"/>
                </a:lnTo>
                <a:lnTo>
                  <a:pt x="265531" y="47288"/>
                </a:lnTo>
                <a:lnTo>
                  <a:pt x="283255" y="47288"/>
                </a:lnTo>
                <a:lnTo>
                  <a:pt x="283255" y="82593"/>
                </a:lnTo>
                <a:cubicBezTo>
                  <a:pt x="283255" y="87712"/>
                  <a:pt x="283925" y="92101"/>
                  <a:pt x="285264" y="95760"/>
                </a:cubicBezTo>
                <a:cubicBezTo>
                  <a:pt x="286604" y="99420"/>
                  <a:pt x="288517" y="102422"/>
                  <a:pt x="291005" y="104766"/>
                </a:cubicBezTo>
                <a:cubicBezTo>
                  <a:pt x="293445" y="107158"/>
                  <a:pt x="296399" y="108916"/>
                  <a:pt x="299867" y="110040"/>
                </a:cubicBezTo>
                <a:cubicBezTo>
                  <a:pt x="303335" y="111164"/>
                  <a:pt x="307198" y="111726"/>
                  <a:pt x="311456" y="111726"/>
                </a:cubicBezTo>
                <a:cubicBezTo>
                  <a:pt x="313656" y="111726"/>
                  <a:pt x="315893" y="111619"/>
                  <a:pt x="318165" y="111403"/>
                </a:cubicBezTo>
                <a:cubicBezTo>
                  <a:pt x="320437" y="111188"/>
                  <a:pt x="322626" y="110889"/>
                  <a:pt x="324731" y="110506"/>
                </a:cubicBezTo>
                <a:cubicBezTo>
                  <a:pt x="326836" y="110124"/>
                  <a:pt x="328821" y="109633"/>
                  <a:pt x="330687" y="109035"/>
                </a:cubicBezTo>
                <a:cubicBezTo>
                  <a:pt x="332553" y="108437"/>
                  <a:pt x="334179" y="107732"/>
                  <a:pt x="335566" y="106919"/>
                </a:cubicBezTo>
                <a:lnTo>
                  <a:pt x="333629" y="93213"/>
                </a:lnTo>
                <a:cubicBezTo>
                  <a:pt x="332720" y="93452"/>
                  <a:pt x="331632" y="93691"/>
                  <a:pt x="330364" y="93930"/>
                </a:cubicBezTo>
                <a:cubicBezTo>
                  <a:pt x="329096" y="94170"/>
                  <a:pt x="327745" y="94385"/>
                  <a:pt x="326310" y="94576"/>
                </a:cubicBezTo>
                <a:cubicBezTo>
                  <a:pt x="324827" y="94815"/>
                  <a:pt x="323284" y="95007"/>
                  <a:pt x="321681" y="95150"/>
                </a:cubicBezTo>
                <a:cubicBezTo>
                  <a:pt x="320079" y="95294"/>
                  <a:pt x="318512" y="95366"/>
                  <a:pt x="316981" y="95366"/>
                </a:cubicBezTo>
                <a:cubicBezTo>
                  <a:pt x="314876" y="95366"/>
                  <a:pt x="312975" y="95126"/>
                  <a:pt x="311276" y="94648"/>
                </a:cubicBezTo>
                <a:cubicBezTo>
                  <a:pt x="309578" y="94170"/>
                  <a:pt x="308131" y="93356"/>
                  <a:pt x="306935" y="92208"/>
                </a:cubicBezTo>
                <a:cubicBezTo>
                  <a:pt x="305739" y="91108"/>
                  <a:pt x="304818" y="89613"/>
                  <a:pt x="304172" y="87723"/>
                </a:cubicBezTo>
                <a:cubicBezTo>
                  <a:pt x="303527" y="85834"/>
                  <a:pt x="303204" y="83478"/>
                  <a:pt x="303204" y="80655"/>
                </a:cubicBezTo>
                <a:lnTo>
                  <a:pt x="303204" y="47288"/>
                </a:lnTo>
                <a:lnTo>
                  <a:pt x="332194" y="47288"/>
                </a:lnTo>
                <a:lnTo>
                  <a:pt x="332194" y="32578"/>
                </a:lnTo>
                <a:lnTo>
                  <a:pt x="303204" y="32578"/>
                </a:lnTo>
                <a:lnTo>
                  <a:pt x="303204" y="13562"/>
                </a:lnTo>
                <a:close/>
                <a:moveTo>
                  <a:pt x="375951" y="98666"/>
                </a:moveTo>
                <a:cubicBezTo>
                  <a:pt x="375951" y="102350"/>
                  <a:pt x="377194" y="105436"/>
                  <a:pt x="379682" y="107923"/>
                </a:cubicBezTo>
                <a:cubicBezTo>
                  <a:pt x="382170" y="110411"/>
                  <a:pt x="385542" y="111655"/>
                  <a:pt x="389800" y="111655"/>
                </a:cubicBezTo>
                <a:cubicBezTo>
                  <a:pt x="394010" y="111655"/>
                  <a:pt x="397370" y="110423"/>
                  <a:pt x="399882" y="107959"/>
                </a:cubicBezTo>
                <a:cubicBezTo>
                  <a:pt x="402393" y="105495"/>
                  <a:pt x="403649" y="102398"/>
                  <a:pt x="403649" y="98666"/>
                </a:cubicBezTo>
                <a:cubicBezTo>
                  <a:pt x="403649" y="94935"/>
                  <a:pt x="402417" y="91802"/>
                  <a:pt x="399953" y="89266"/>
                </a:cubicBezTo>
                <a:cubicBezTo>
                  <a:pt x="397490" y="86731"/>
                  <a:pt x="394105" y="85463"/>
                  <a:pt x="389800" y="85463"/>
                </a:cubicBezTo>
                <a:cubicBezTo>
                  <a:pt x="385447" y="85463"/>
                  <a:pt x="382050" y="86743"/>
                  <a:pt x="379610" y="89302"/>
                </a:cubicBezTo>
                <a:cubicBezTo>
                  <a:pt x="377171" y="91861"/>
                  <a:pt x="375951" y="94983"/>
                  <a:pt x="375951" y="98666"/>
                </a:cubicBezTo>
                <a:moveTo>
                  <a:pt x="375951" y="39395"/>
                </a:moveTo>
                <a:cubicBezTo>
                  <a:pt x="375951" y="43078"/>
                  <a:pt x="377194" y="46164"/>
                  <a:pt x="379682" y="48652"/>
                </a:cubicBezTo>
                <a:cubicBezTo>
                  <a:pt x="382170" y="51139"/>
                  <a:pt x="385542" y="52383"/>
                  <a:pt x="389800" y="52383"/>
                </a:cubicBezTo>
                <a:cubicBezTo>
                  <a:pt x="394010" y="52383"/>
                  <a:pt x="397370" y="51151"/>
                  <a:pt x="399882" y="48687"/>
                </a:cubicBezTo>
                <a:cubicBezTo>
                  <a:pt x="402393" y="46224"/>
                  <a:pt x="403649" y="43126"/>
                  <a:pt x="403649" y="39395"/>
                </a:cubicBezTo>
                <a:cubicBezTo>
                  <a:pt x="403649" y="35663"/>
                  <a:pt x="402417" y="32530"/>
                  <a:pt x="399953" y="29995"/>
                </a:cubicBezTo>
                <a:cubicBezTo>
                  <a:pt x="397490" y="27459"/>
                  <a:pt x="394105" y="26191"/>
                  <a:pt x="389800" y="26191"/>
                </a:cubicBezTo>
                <a:cubicBezTo>
                  <a:pt x="385447" y="26191"/>
                  <a:pt x="382050" y="27471"/>
                  <a:pt x="379610" y="30030"/>
                </a:cubicBezTo>
                <a:cubicBezTo>
                  <a:pt x="377171" y="32590"/>
                  <a:pt x="375951" y="35711"/>
                  <a:pt x="375951" y="39395"/>
                </a:cubicBezTo>
                <a:close/>
                <a:moveTo>
                  <a:pt x="567730" y="13562"/>
                </a:moveTo>
                <a:lnTo>
                  <a:pt x="547781" y="13562"/>
                </a:lnTo>
                <a:lnTo>
                  <a:pt x="547781" y="32578"/>
                </a:lnTo>
                <a:lnTo>
                  <a:pt x="530057" y="32578"/>
                </a:lnTo>
                <a:lnTo>
                  <a:pt x="530057" y="47288"/>
                </a:lnTo>
                <a:lnTo>
                  <a:pt x="547781" y="47288"/>
                </a:lnTo>
                <a:lnTo>
                  <a:pt x="547781" y="82593"/>
                </a:lnTo>
                <a:cubicBezTo>
                  <a:pt x="547781" y="87712"/>
                  <a:pt x="548451" y="92101"/>
                  <a:pt x="549791" y="95760"/>
                </a:cubicBezTo>
                <a:cubicBezTo>
                  <a:pt x="551130" y="99420"/>
                  <a:pt x="553044" y="102422"/>
                  <a:pt x="555531" y="104766"/>
                </a:cubicBezTo>
                <a:cubicBezTo>
                  <a:pt x="557971" y="107158"/>
                  <a:pt x="560925" y="108916"/>
                  <a:pt x="564393" y="110040"/>
                </a:cubicBezTo>
                <a:cubicBezTo>
                  <a:pt x="567862" y="111164"/>
                  <a:pt x="571724" y="111726"/>
                  <a:pt x="575982" y="111726"/>
                </a:cubicBezTo>
                <a:cubicBezTo>
                  <a:pt x="578183" y="111726"/>
                  <a:pt x="580419" y="111619"/>
                  <a:pt x="582691" y="111403"/>
                </a:cubicBezTo>
                <a:cubicBezTo>
                  <a:pt x="584964" y="111188"/>
                  <a:pt x="587152" y="110889"/>
                  <a:pt x="589257" y="110506"/>
                </a:cubicBezTo>
                <a:cubicBezTo>
                  <a:pt x="591362" y="110124"/>
                  <a:pt x="593347" y="109633"/>
                  <a:pt x="595213" y="109035"/>
                </a:cubicBezTo>
                <a:cubicBezTo>
                  <a:pt x="597079" y="108437"/>
                  <a:pt x="598705" y="107732"/>
                  <a:pt x="600093" y="106919"/>
                </a:cubicBezTo>
                <a:lnTo>
                  <a:pt x="598155" y="93213"/>
                </a:lnTo>
                <a:cubicBezTo>
                  <a:pt x="597246" y="93452"/>
                  <a:pt x="596158" y="93691"/>
                  <a:pt x="594890" y="93930"/>
                </a:cubicBezTo>
                <a:cubicBezTo>
                  <a:pt x="593622" y="94170"/>
                  <a:pt x="592271" y="94385"/>
                  <a:pt x="590836" y="94576"/>
                </a:cubicBezTo>
                <a:cubicBezTo>
                  <a:pt x="589353" y="94815"/>
                  <a:pt x="587810" y="95007"/>
                  <a:pt x="586207" y="95150"/>
                </a:cubicBezTo>
                <a:cubicBezTo>
                  <a:pt x="584605" y="95294"/>
                  <a:pt x="583038" y="95366"/>
                  <a:pt x="581507" y="95366"/>
                </a:cubicBezTo>
                <a:cubicBezTo>
                  <a:pt x="579402" y="95366"/>
                  <a:pt x="577501" y="95126"/>
                  <a:pt x="575803" y="94648"/>
                </a:cubicBezTo>
                <a:cubicBezTo>
                  <a:pt x="574104" y="94170"/>
                  <a:pt x="572657" y="93356"/>
                  <a:pt x="571461" y="92208"/>
                </a:cubicBezTo>
                <a:cubicBezTo>
                  <a:pt x="570265" y="91108"/>
                  <a:pt x="569344" y="89613"/>
                  <a:pt x="568699" y="87723"/>
                </a:cubicBezTo>
                <a:cubicBezTo>
                  <a:pt x="568053" y="85834"/>
                  <a:pt x="567730" y="83478"/>
                  <a:pt x="567730" y="80655"/>
                </a:cubicBezTo>
                <a:lnTo>
                  <a:pt x="567730" y="47288"/>
                </a:lnTo>
                <a:lnTo>
                  <a:pt x="596720" y="47288"/>
                </a:lnTo>
                <a:lnTo>
                  <a:pt x="596720" y="32578"/>
                </a:lnTo>
                <a:lnTo>
                  <a:pt x="567730" y="32578"/>
                </a:lnTo>
                <a:lnTo>
                  <a:pt x="567730" y="13562"/>
                </a:lnTo>
                <a:close/>
                <a:moveTo>
                  <a:pt x="656982" y="111655"/>
                </a:moveTo>
                <a:cubicBezTo>
                  <a:pt x="664493" y="111655"/>
                  <a:pt x="670999" y="110195"/>
                  <a:pt x="676500" y="107277"/>
                </a:cubicBezTo>
                <a:cubicBezTo>
                  <a:pt x="682002" y="104359"/>
                  <a:pt x="686020" y="101106"/>
                  <a:pt x="688555" y="97518"/>
                </a:cubicBezTo>
                <a:lnTo>
                  <a:pt x="678581" y="86755"/>
                </a:lnTo>
                <a:cubicBezTo>
                  <a:pt x="676285" y="89721"/>
                  <a:pt x="673295" y="91945"/>
                  <a:pt x="669611" y="93428"/>
                </a:cubicBezTo>
                <a:cubicBezTo>
                  <a:pt x="665928" y="94911"/>
                  <a:pt x="662125" y="95653"/>
                  <a:pt x="658202" y="95653"/>
                </a:cubicBezTo>
                <a:cubicBezTo>
                  <a:pt x="655427" y="95653"/>
                  <a:pt x="652868" y="95222"/>
                  <a:pt x="650524" y="94361"/>
                </a:cubicBezTo>
                <a:cubicBezTo>
                  <a:pt x="648180" y="93500"/>
                  <a:pt x="646099" y="92280"/>
                  <a:pt x="644281" y="90701"/>
                </a:cubicBezTo>
                <a:cubicBezTo>
                  <a:pt x="642511" y="89171"/>
                  <a:pt x="641100" y="87460"/>
                  <a:pt x="640047" y="85571"/>
                </a:cubicBezTo>
                <a:cubicBezTo>
                  <a:pt x="638995" y="83681"/>
                  <a:pt x="638134" y="81182"/>
                  <a:pt x="637464" y="78072"/>
                </a:cubicBezTo>
                <a:lnTo>
                  <a:pt x="637464" y="77857"/>
                </a:lnTo>
                <a:lnTo>
                  <a:pt x="690134" y="77857"/>
                </a:lnTo>
                <a:lnTo>
                  <a:pt x="690134" y="69389"/>
                </a:lnTo>
                <a:cubicBezTo>
                  <a:pt x="690134" y="63697"/>
                  <a:pt x="689345" y="58494"/>
                  <a:pt x="687766" y="53782"/>
                </a:cubicBezTo>
                <a:cubicBezTo>
                  <a:pt x="686187" y="49070"/>
                  <a:pt x="683891" y="45040"/>
                  <a:pt x="680877" y="41691"/>
                </a:cubicBezTo>
                <a:cubicBezTo>
                  <a:pt x="677816" y="38342"/>
                  <a:pt x="674096" y="35747"/>
                  <a:pt x="669719" y="33905"/>
                </a:cubicBezTo>
                <a:cubicBezTo>
                  <a:pt x="665342" y="32064"/>
                  <a:pt x="660355" y="31143"/>
                  <a:pt x="654758" y="31143"/>
                </a:cubicBezTo>
                <a:cubicBezTo>
                  <a:pt x="649352" y="31143"/>
                  <a:pt x="644353" y="32123"/>
                  <a:pt x="639760" y="34085"/>
                </a:cubicBezTo>
                <a:cubicBezTo>
                  <a:pt x="635168" y="36046"/>
                  <a:pt x="631197" y="38797"/>
                  <a:pt x="627849" y="42337"/>
                </a:cubicBezTo>
                <a:cubicBezTo>
                  <a:pt x="624500" y="45877"/>
                  <a:pt x="621893" y="50099"/>
                  <a:pt x="620027" y="55002"/>
                </a:cubicBezTo>
                <a:cubicBezTo>
                  <a:pt x="618161" y="59905"/>
                  <a:pt x="617229" y="65323"/>
                  <a:pt x="617229" y="71255"/>
                </a:cubicBezTo>
                <a:lnTo>
                  <a:pt x="617229" y="74125"/>
                </a:lnTo>
                <a:cubicBezTo>
                  <a:pt x="617229" y="79340"/>
                  <a:pt x="618173" y="84231"/>
                  <a:pt x="620063" y="88800"/>
                </a:cubicBezTo>
                <a:cubicBezTo>
                  <a:pt x="621953" y="93368"/>
                  <a:pt x="624644" y="97327"/>
                  <a:pt x="628136" y="100676"/>
                </a:cubicBezTo>
                <a:cubicBezTo>
                  <a:pt x="631628" y="104072"/>
                  <a:pt x="635814" y="106751"/>
                  <a:pt x="640693" y="108713"/>
                </a:cubicBezTo>
                <a:cubicBezTo>
                  <a:pt x="645573" y="110674"/>
                  <a:pt x="651002" y="111655"/>
                  <a:pt x="656982" y="111655"/>
                </a:cubicBezTo>
                <a:moveTo>
                  <a:pt x="654614" y="47288"/>
                </a:moveTo>
                <a:cubicBezTo>
                  <a:pt x="657150" y="47288"/>
                  <a:pt x="659386" y="47683"/>
                  <a:pt x="661324" y="48472"/>
                </a:cubicBezTo>
                <a:cubicBezTo>
                  <a:pt x="663261" y="49261"/>
                  <a:pt x="664899" y="50326"/>
                  <a:pt x="666239" y="51665"/>
                </a:cubicBezTo>
                <a:cubicBezTo>
                  <a:pt x="667578" y="53053"/>
                  <a:pt x="668631" y="54679"/>
                  <a:pt x="669396" y="56545"/>
                </a:cubicBezTo>
                <a:cubicBezTo>
                  <a:pt x="670162" y="58411"/>
                  <a:pt x="670544" y="60396"/>
                  <a:pt x="670544" y="62501"/>
                </a:cubicBezTo>
                <a:lnTo>
                  <a:pt x="670544" y="64079"/>
                </a:lnTo>
                <a:lnTo>
                  <a:pt x="637823" y="64079"/>
                </a:lnTo>
                <a:cubicBezTo>
                  <a:pt x="638301" y="61544"/>
                  <a:pt x="639019" y="59248"/>
                  <a:pt x="639976" y="57191"/>
                </a:cubicBezTo>
                <a:cubicBezTo>
                  <a:pt x="640932" y="55134"/>
                  <a:pt x="642128" y="53364"/>
                  <a:pt x="643564" y="51881"/>
                </a:cubicBezTo>
                <a:cubicBezTo>
                  <a:pt x="644951" y="50398"/>
                  <a:pt x="646577" y="49261"/>
                  <a:pt x="648443" y="48472"/>
                </a:cubicBezTo>
                <a:cubicBezTo>
                  <a:pt x="650309" y="47683"/>
                  <a:pt x="652366" y="47288"/>
                  <a:pt x="654614" y="47288"/>
                </a:cubicBezTo>
                <a:close/>
                <a:moveTo>
                  <a:pt x="719899" y="32578"/>
                </a:moveTo>
                <a:lnTo>
                  <a:pt x="702749" y="32578"/>
                </a:lnTo>
                <a:lnTo>
                  <a:pt x="702749" y="110219"/>
                </a:lnTo>
                <a:lnTo>
                  <a:pt x="720904" y="110219"/>
                </a:lnTo>
                <a:lnTo>
                  <a:pt x="720904" y="52096"/>
                </a:lnTo>
                <a:cubicBezTo>
                  <a:pt x="721143" y="51474"/>
                  <a:pt x="721406" y="50900"/>
                  <a:pt x="721693" y="50374"/>
                </a:cubicBezTo>
                <a:cubicBezTo>
                  <a:pt x="721980" y="49847"/>
                  <a:pt x="722315" y="49393"/>
                  <a:pt x="722698" y="49010"/>
                </a:cubicBezTo>
                <a:cubicBezTo>
                  <a:pt x="723224" y="48484"/>
                  <a:pt x="723822" y="48077"/>
                  <a:pt x="724492" y="47790"/>
                </a:cubicBezTo>
                <a:cubicBezTo>
                  <a:pt x="725162" y="47503"/>
                  <a:pt x="725927" y="47360"/>
                  <a:pt x="726788" y="47360"/>
                </a:cubicBezTo>
                <a:cubicBezTo>
                  <a:pt x="727554" y="47360"/>
                  <a:pt x="728271" y="47468"/>
                  <a:pt x="728941" y="47683"/>
                </a:cubicBezTo>
                <a:cubicBezTo>
                  <a:pt x="729611" y="47898"/>
                  <a:pt x="730209" y="48269"/>
                  <a:pt x="730735" y="48795"/>
                </a:cubicBezTo>
                <a:cubicBezTo>
                  <a:pt x="731213" y="49321"/>
                  <a:pt x="731596" y="50063"/>
                  <a:pt x="731883" y="51020"/>
                </a:cubicBezTo>
                <a:cubicBezTo>
                  <a:pt x="732170" y="51976"/>
                  <a:pt x="732313" y="53196"/>
                  <a:pt x="732313" y="54679"/>
                </a:cubicBezTo>
                <a:lnTo>
                  <a:pt x="732313" y="110219"/>
                </a:lnTo>
                <a:lnTo>
                  <a:pt x="749894" y="110219"/>
                </a:lnTo>
                <a:lnTo>
                  <a:pt x="749894" y="52957"/>
                </a:lnTo>
                <a:cubicBezTo>
                  <a:pt x="749894" y="52383"/>
                  <a:pt x="749894" y="51928"/>
                  <a:pt x="749894" y="51594"/>
                </a:cubicBezTo>
                <a:cubicBezTo>
                  <a:pt x="749894" y="51259"/>
                  <a:pt x="749894" y="51043"/>
                  <a:pt x="749894" y="50948"/>
                </a:cubicBezTo>
                <a:cubicBezTo>
                  <a:pt x="750133" y="50422"/>
                  <a:pt x="750420" y="49955"/>
                  <a:pt x="750755" y="49549"/>
                </a:cubicBezTo>
                <a:cubicBezTo>
                  <a:pt x="751090" y="49142"/>
                  <a:pt x="751473" y="48771"/>
                  <a:pt x="751903" y="48436"/>
                </a:cubicBezTo>
                <a:cubicBezTo>
                  <a:pt x="752429" y="48101"/>
                  <a:pt x="752992" y="47838"/>
                  <a:pt x="753590" y="47647"/>
                </a:cubicBezTo>
                <a:cubicBezTo>
                  <a:pt x="754188" y="47456"/>
                  <a:pt x="754869" y="47360"/>
                  <a:pt x="755635" y="47360"/>
                </a:cubicBezTo>
                <a:cubicBezTo>
                  <a:pt x="756352" y="47360"/>
                  <a:pt x="757058" y="47468"/>
                  <a:pt x="757751" y="47683"/>
                </a:cubicBezTo>
                <a:cubicBezTo>
                  <a:pt x="758445" y="47898"/>
                  <a:pt x="759055" y="48269"/>
                  <a:pt x="759581" y="48795"/>
                </a:cubicBezTo>
                <a:cubicBezTo>
                  <a:pt x="760108" y="49369"/>
                  <a:pt x="760526" y="50135"/>
                  <a:pt x="760837" y="51091"/>
                </a:cubicBezTo>
                <a:cubicBezTo>
                  <a:pt x="761148" y="52048"/>
                  <a:pt x="761303" y="53268"/>
                  <a:pt x="761303" y="54751"/>
                </a:cubicBezTo>
                <a:lnTo>
                  <a:pt x="761303" y="110219"/>
                </a:lnTo>
                <a:lnTo>
                  <a:pt x="779458" y="110219"/>
                </a:lnTo>
                <a:lnTo>
                  <a:pt x="779458" y="54823"/>
                </a:lnTo>
                <a:cubicBezTo>
                  <a:pt x="779458" y="50517"/>
                  <a:pt x="779040" y="46870"/>
                  <a:pt x="778202" y="43880"/>
                </a:cubicBezTo>
                <a:cubicBezTo>
                  <a:pt x="777365" y="40890"/>
                  <a:pt x="776205" y="38438"/>
                  <a:pt x="774722" y="36525"/>
                </a:cubicBezTo>
                <a:cubicBezTo>
                  <a:pt x="773191" y="34659"/>
                  <a:pt x="771409" y="33295"/>
                  <a:pt x="769376" y="32434"/>
                </a:cubicBezTo>
                <a:cubicBezTo>
                  <a:pt x="767343" y="31573"/>
                  <a:pt x="765154" y="31143"/>
                  <a:pt x="762810" y="31143"/>
                </a:cubicBezTo>
                <a:cubicBezTo>
                  <a:pt x="760945" y="31143"/>
                  <a:pt x="759223" y="31382"/>
                  <a:pt x="757644" y="31860"/>
                </a:cubicBezTo>
                <a:cubicBezTo>
                  <a:pt x="756065" y="32339"/>
                  <a:pt x="754654" y="33008"/>
                  <a:pt x="753410" y="33870"/>
                </a:cubicBezTo>
                <a:cubicBezTo>
                  <a:pt x="752406" y="34539"/>
                  <a:pt x="751485" y="35341"/>
                  <a:pt x="750648" y="36273"/>
                </a:cubicBezTo>
                <a:cubicBezTo>
                  <a:pt x="749810" y="37206"/>
                  <a:pt x="749057" y="38247"/>
                  <a:pt x="748387" y="39395"/>
                </a:cubicBezTo>
                <a:cubicBezTo>
                  <a:pt x="747957" y="38199"/>
                  <a:pt x="747442" y="37134"/>
                  <a:pt x="746844" y="36202"/>
                </a:cubicBezTo>
                <a:cubicBezTo>
                  <a:pt x="746246" y="35269"/>
                  <a:pt x="745541" y="34467"/>
                  <a:pt x="744728" y="33798"/>
                </a:cubicBezTo>
                <a:cubicBezTo>
                  <a:pt x="743675" y="32889"/>
                  <a:pt x="742431" y="32219"/>
                  <a:pt x="740996" y="31789"/>
                </a:cubicBezTo>
                <a:cubicBezTo>
                  <a:pt x="739561" y="31358"/>
                  <a:pt x="737934" y="31143"/>
                  <a:pt x="736117" y="31143"/>
                </a:cubicBezTo>
                <a:cubicBezTo>
                  <a:pt x="732385" y="31143"/>
                  <a:pt x="729216" y="32111"/>
                  <a:pt x="726609" y="34049"/>
                </a:cubicBezTo>
                <a:cubicBezTo>
                  <a:pt x="724002" y="35986"/>
                  <a:pt x="721956" y="38629"/>
                  <a:pt x="720474" y="41978"/>
                </a:cubicBezTo>
                <a:lnTo>
                  <a:pt x="719899" y="32578"/>
                </a:lnTo>
                <a:close/>
                <a:moveTo>
                  <a:pt x="795947" y="140071"/>
                </a:moveTo>
                <a:lnTo>
                  <a:pt x="815896" y="140071"/>
                </a:lnTo>
                <a:lnTo>
                  <a:pt x="815896" y="103474"/>
                </a:lnTo>
                <a:cubicBezTo>
                  <a:pt x="816805" y="104479"/>
                  <a:pt x="817761" y="105388"/>
                  <a:pt x="818766" y="106201"/>
                </a:cubicBezTo>
                <a:cubicBezTo>
                  <a:pt x="819771" y="107014"/>
                  <a:pt x="820823" y="107756"/>
                  <a:pt x="821923" y="108425"/>
                </a:cubicBezTo>
                <a:cubicBezTo>
                  <a:pt x="823789" y="109478"/>
                  <a:pt x="825810" y="110279"/>
                  <a:pt x="827987" y="110829"/>
                </a:cubicBezTo>
                <a:cubicBezTo>
                  <a:pt x="830164" y="111379"/>
                  <a:pt x="832543" y="111655"/>
                  <a:pt x="835127" y="111655"/>
                </a:cubicBezTo>
                <a:cubicBezTo>
                  <a:pt x="840006" y="111655"/>
                  <a:pt x="844336" y="110650"/>
                  <a:pt x="848115" y="108641"/>
                </a:cubicBezTo>
                <a:cubicBezTo>
                  <a:pt x="851894" y="106632"/>
                  <a:pt x="855075" y="103857"/>
                  <a:pt x="857659" y="100317"/>
                </a:cubicBezTo>
                <a:cubicBezTo>
                  <a:pt x="860194" y="96825"/>
                  <a:pt x="862119" y="92663"/>
                  <a:pt x="863435" y="87831"/>
                </a:cubicBezTo>
                <a:cubicBezTo>
                  <a:pt x="864751" y="82999"/>
                  <a:pt x="865408" y="77761"/>
                  <a:pt x="865408" y="72116"/>
                </a:cubicBezTo>
                <a:lnTo>
                  <a:pt x="865408" y="70609"/>
                </a:lnTo>
                <a:cubicBezTo>
                  <a:pt x="865408" y="64725"/>
                  <a:pt x="864751" y="59355"/>
                  <a:pt x="863435" y="54500"/>
                </a:cubicBezTo>
                <a:cubicBezTo>
                  <a:pt x="862119" y="49644"/>
                  <a:pt x="860170" y="45470"/>
                  <a:pt x="857587" y="41978"/>
                </a:cubicBezTo>
                <a:cubicBezTo>
                  <a:pt x="855004" y="38534"/>
                  <a:pt x="851822" y="35867"/>
                  <a:pt x="848043" y="33977"/>
                </a:cubicBezTo>
                <a:cubicBezTo>
                  <a:pt x="844264" y="32088"/>
                  <a:pt x="839911" y="31143"/>
                  <a:pt x="834983" y="31143"/>
                </a:cubicBezTo>
                <a:cubicBezTo>
                  <a:pt x="832591" y="31143"/>
                  <a:pt x="830355" y="31394"/>
                  <a:pt x="828274" y="31896"/>
                </a:cubicBezTo>
                <a:cubicBezTo>
                  <a:pt x="826193" y="32398"/>
                  <a:pt x="824291" y="33104"/>
                  <a:pt x="822569" y="34013"/>
                </a:cubicBezTo>
                <a:cubicBezTo>
                  <a:pt x="821134" y="34778"/>
                  <a:pt x="819795" y="35675"/>
                  <a:pt x="818551" y="36704"/>
                </a:cubicBezTo>
                <a:cubicBezTo>
                  <a:pt x="817307" y="37732"/>
                  <a:pt x="816159" y="38893"/>
                  <a:pt x="815106" y="40184"/>
                </a:cubicBezTo>
                <a:lnTo>
                  <a:pt x="814389" y="32578"/>
                </a:lnTo>
                <a:lnTo>
                  <a:pt x="795947" y="32578"/>
                </a:lnTo>
                <a:lnTo>
                  <a:pt x="795947" y="140071"/>
                </a:lnTo>
                <a:moveTo>
                  <a:pt x="845460" y="70609"/>
                </a:moveTo>
                <a:lnTo>
                  <a:pt x="845460" y="72116"/>
                </a:lnTo>
                <a:cubicBezTo>
                  <a:pt x="845460" y="75321"/>
                  <a:pt x="845173" y="78347"/>
                  <a:pt x="844599" y="81194"/>
                </a:cubicBezTo>
                <a:cubicBezTo>
                  <a:pt x="844025" y="84040"/>
                  <a:pt x="843116" y="86539"/>
                  <a:pt x="841872" y="88692"/>
                </a:cubicBezTo>
                <a:cubicBezTo>
                  <a:pt x="840628" y="90845"/>
                  <a:pt x="839014" y="92543"/>
                  <a:pt x="837028" y="93787"/>
                </a:cubicBezTo>
                <a:cubicBezTo>
                  <a:pt x="835043" y="95031"/>
                  <a:pt x="832639" y="95653"/>
                  <a:pt x="829817" y="95653"/>
                </a:cubicBezTo>
                <a:cubicBezTo>
                  <a:pt x="828047" y="95653"/>
                  <a:pt x="826444" y="95473"/>
                  <a:pt x="825009" y="95114"/>
                </a:cubicBezTo>
                <a:cubicBezTo>
                  <a:pt x="823574" y="94756"/>
                  <a:pt x="822306" y="94241"/>
                  <a:pt x="821206" y="93572"/>
                </a:cubicBezTo>
                <a:cubicBezTo>
                  <a:pt x="820058" y="92854"/>
                  <a:pt x="819041" y="91993"/>
                  <a:pt x="818156" y="90988"/>
                </a:cubicBezTo>
                <a:cubicBezTo>
                  <a:pt x="817271" y="89984"/>
                  <a:pt x="816518" y="88860"/>
                  <a:pt x="815896" y="87616"/>
                </a:cubicBezTo>
                <a:lnTo>
                  <a:pt x="815896" y="55181"/>
                </a:lnTo>
                <a:cubicBezTo>
                  <a:pt x="816565" y="53842"/>
                  <a:pt x="817367" y="52670"/>
                  <a:pt x="818300" y="51665"/>
                </a:cubicBezTo>
                <a:cubicBezTo>
                  <a:pt x="819232" y="50661"/>
                  <a:pt x="820321" y="49824"/>
                  <a:pt x="821565" y="49154"/>
                </a:cubicBezTo>
                <a:cubicBezTo>
                  <a:pt x="822665" y="48580"/>
                  <a:pt x="823885" y="48137"/>
                  <a:pt x="825224" y="47826"/>
                </a:cubicBezTo>
                <a:cubicBezTo>
                  <a:pt x="826564" y="47515"/>
                  <a:pt x="828047" y="47360"/>
                  <a:pt x="829673" y="47360"/>
                </a:cubicBezTo>
                <a:cubicBezTo>
                  <a:pt x="832496" y="47360"/>
                  <a:pt x="834900" y="47958"/>
                  <a:pt x="836885" y="49154"/>
                </a:cubicBezTo>
                <a:cubicBezTo>
                  <a:pt x="838870" y="50350"/>
                  <a:pt x="840509" y="51976"/>
                  <a:pt x="841800" y="54033"/>
                </a:cubicBezTo>
                <a:cubicBezTo>
                  <a:pt x="843044" y="56138"/>
                  <a:pt x="843965" y="58614"/>
                  <a:pt x="844563" y="61460"/>
                </a:cubicBezTo>
                <a:cubicBezTo>
                  <a:pt x="845161" y="64307"/>
                  <a:pt x="845460" y="67356"/>
                  <a:pt x="845460" y="70609"/>
                </a:cubicBezTo>
                <a:close/>
                <a:moveTo>
                  <a:pt x="949781" y="125791"/>
                </a:moveTo>
                <a:lnTo>
                  <a:pt x="949781" y="110219"/>
                </a:lnTo>
                <a:lnTo>
                  <a:pt x="884339" y="110219"/>
                </a:lnTo>
                <a:lnTo>
                  <a:pt x="884339" y="125791"/>
                </a:lnTo>
                <a:lnTo>
                  <a:pt x="949781" y="125791"/>
                </a:lnTo>
                <a:close/>
                <a:moveTo>
                  <a:pt x="1022098" y="88907"/>
                </a:moveTo>
                <a:cubicBezTo>
                  <a:pt x="1022098" y="90103"/>
                  <a:pt x="1021799" y="91204"/>
                  <a:pt x="1021201" y="92208"/>
                </a:cubicBezTo>
                <a:cubicBezTo>
                  <a:pt x="1020603" y="93213"/>
                  <a:pt x="1019706" y="94098"/>
                  <a:pt x="1018510" y="94863"/>
                </a:cubicBezTo>
                <a:cubicBezTo>
                  <a:pt x="1017267" y="95629"/>
                  <a:pt x="1015676" y="96239"/>
                  <a:pt x="1013739" y="96693"/>
                </a:cubicBezTo>
                <a:cubicBezTo>
                  <a:pt x="1011801" y="97148"/>
                  <a:pt x="1009541" y="97375"/>
                  <a:pt x="1006957" y="97375"/>
                </a:cubicBezTo>
                <a:cubicBezTo>
                  <a:pt x="1004805" y="97375"/>
                  <a:pt x="1002712" y="97160"/>
                  <a:pt x="1000679" y="96729"/>
                </a:cubicBezTo>
                <a:cubicBezTo>
                  <a:pt x="998646" y="96298"/>
                  <a:pt x="996840" y="95605"/>
                  <a:pt x="995261" y="94648"/>
                </a:cubicBezTo>
                <a:cubicBezTo>
                  <a:pt x="993682" y="93739"/>
                  <a:pt x="992391" y="92531"/>
                  <a:pt x="991386" y="91024"/>
                </a:cubicBezTo>
                <a:cubicBezTo>
                  <a:pt x="990382" y="89517"/>
                  <a:pt x="989807" y="87712"/>
                  <a:pt x="989664" y="85607"/>
                </a:cubicBezTo>
                <a:lnTo>
                  <a:pt x="970648" y="85607"/>
                </a:lnTo>
                <a:cubicBezTo>
                  <a:pt x="970648" y="88764"/>
                  <a:pt x="971426" y="91909"/>
                  <a:pt x="972980" y="95043"/>
                </a:cubicBezTo>
                <a:cubicBezTo>
                  <a:pt x="974535" y="98176"/>
                  <a:pt x="976819" y="100963"/>
                  <a:pt x="979833" y="103402"/>
                </a:cubicBezTo>
                <a:cubicBezTo>
                  <a:pt x="982847" y="105890"/>
                  <a:pt x="986590" y="107899"/>
                  <a:pt x="991063" y="109430"/>
                </a:cubicBezTo>
                <a:cubicBezTo>
                  <a:pt x="995536" y="110961"/>
                  <a:pt x="1000691" y="111726"/>
                  <a:pt x="1006527" y="111726"/>
                </a:cubicBezTo>
                <a:cubicBezTo>
                  <a:pt x="1011837" y="111726"/>
                  <a:pt x="1016645" y="111140"/>
                  <a:pt x="1020950" y="109968"/>
                </a:cubicBezTo>
                <a:cubicBezTo>
                  <a:pt x="1025256" y="108796"/>
                  <a:pt x="1028939" y="107158"/>
                  <a:pt x="1032001" y="105053"/>
                </a:cubicBezTo>
                <a:cubicBezTo>
                  <a:pt x="1035015" y="102948"/>
                  <a:pt x="1037347" y="100448"/>
                  <a:pt x="1038997" y="97554"/>
                </a:cubicBezTo>
                <a:cubicBezTo>
                  <a:pt x="1040648" y="94660"/>
                  <a:pt x="1041473" y="91491"/>
                  <a:pt x="1041473" y="88046"/>
                </a:cubicBezTo>
                <a:cubicBezTo>
                  <a:pt x="1041473" y="84315"/>
                  <a:pt x="1040648" y="81098"/>
                  <a:pt x="1038997" y="78395"/>
                </a:cubicBezTo>
                <a:cubicBezTo>
                  <a:pt x="1037347" y="75692"/>
                  <a:pt x="1035062" y="73384"/>
                  <a:pt x="1032144" y="71470"/>
                </a:cubicBezTo>
                <a:cubicBezTo>
                  <a:pt x="1029226" y="69605"/>
                  <a:pt x="1025758" y="68074"/>
                  <a:pt x="1021740" y="66878"/>
                </a:cubicBezTo>
                <a:cubicBezTo>
                  <a:pt x="1017721" y="65682"/>
                  <a:pt x="1013368" y="64701"/>
                  <a:pt x="1008680" y="63936"/>
                </a:cubicBezTo>
                <a:cubicBezTo>
                  <a:pt x="1005427" y="63457"/>
                  <a:pt x="1002748" y="62895"/>
                  <a:pt x="1000643" y="62250"/>
                </a:cubicBezTo>
                <a:cubicBezTo>
                  <a:pt x="998538" y="61604"/>
                  <a:pt x="996888" y="60874"/>
                  <a:pt x="995692" y="60061"/>
                </a:cubicBezTo>
                <a:cubicBezTo>
                  <a:pt x="994448" y="59296"/>
                  <a:pt x="993587" y="58423"/>
                  <a:pt x="993108" y="57442"/>
                </a:cubicBezTo>
                <a:cubicBezTo>
                  <a:pt x="992630" y="56461"/>
                  <a:pt x="992391" y="55397"/>
                  <a:pt x="992391" y="54249"/>
                </a:cubicBezTo>
                <a:cubicBezTo>
                  <a:pt x="992391" y="53101"/>
                  <a:pt x="992666" y="52012"/>
                  <a:pt x="993216" y="50984"/>
                </a:cubicBezTo>
                <a:cubicBezTo>
                  <a:pt x="993766" y="49955"/>
                  <a:pt x="994567" y="49058"/>
                  <a:pt x="995620" y="48293"/>
                </a:cubicBezTo>
                <a:cubicBezTo>
                  <a:pt x="996768" y="47432"/>
                  <a:pt x="998251" y="46762"/>
                  <a:pt x="1000069" y="46284"/>
                </a:cubicBezTo>
                <a:cubicBezTo>
                  <a:pt x="1001887" y="45805"/>
                  <a:pt x="1004015" y="45566"/>
                  <a:pt x="1006455" y="45566"/>
                </a:cubicBezTo>
                <a:cubicBezTo>
                  <a:pt x="1009325" y="45566"/>
                  <a:pt x="1011777" y="45925"/>
                  <a:pt x="1013810" y="46642"/>
                </a:cubicBezTo>
                <a:cubicBezTo>
                  <a:pt x="1015843" y="47360"/>
                  <a:pt x="1017458" y="48317"/>
                  <a:pt x="1018654" y="49513"/>
                </a:cubicBezTo>
                <a:cubicBezTo>
                  <a:pt x="1019515" y="50422"/>
                  <a:pt x="1020161" y="51438"/>
                  <a:pt x="1020591" y="52562"/>
                </a:cubicBezTo>
                <a:cubicBezTo>
                  <a:pt x="1021022" y="53687"/>
                  <a:pt x="1021237" y="54894"/>
                  <a:pt x="1021237" y="56186"/>
                </a:cubicBezTo>
                <a:lnTo>
                  <a:pt x="1041186" y="56186"/>
                </a:lnTo>
                <a:cubicBezTo>
                  <a:pt x="1041186" y="52598"/>
                  <a:pt x="1040396" y="49273"/>
                  <a:pt x="1038818" y="46212"/>
                </a:cubicBezTo>
                <a:cubicBezTo>
                  <a:pt x="1037239" y="43150"/>
                  <a:pt x="1034967" y="40495"/>
                  <a:pt x="1032001" y="38247"/>
                </a:cubicBezTo>
                <a:cubicBezTo>
                  <a:pt x="1028987" y="36046"/>
                  <a:pt x="1025327" y="34312"/>
                  <a:pt x="1021022" y="33044"/>
                </a:cubicBezTo>
                <a:cubicBezTo>
                  <a:pt x="1016717" y="31777"/>
                  <a:pt x="1011861" y="31143"/>
                  <a:pt x="1006455" y="31143"/>
                </a:cubicBezTo>
                <a:cubicBezTo>
                  <a:pt x="1001289" y="31143"/>
                  <a:pt x="996648" y="31789"/>
                  <a:pt x="992534" y="33080"/>
                </a:cubicBezTo>
                <a:cubicBezTo>
                  <a:pt x="988420" y="34372"/>
                  <a:pt x="984928" y="36118"/>
                  <a:pt x="982058" y="38318"/>
                </a:cubicBezTo>
                <a:cubicBezTo>
                  <a:pt x="979187" y="40519"/>
                  <a:pt x="976987" y="43078"/>
                  <a:pt x="975456" y="45997"/>
                </a:cubicBezTo>
                <a:cubicBezTo>
                  <a:pt x="973925" y="48915"/>
                  <a:pt x="973160" y="51976"/>
                  <a:pt x="973160" y="55181"/>
                </a:cubicBezTo>
                <a:cubicBezTo>
                  <a:pt x="973160" y="58482"/>
                  <a:pt x="973913" y="61400"/>
                  <a:pt x="975420" y="63936"/>
                </a:cubicBezTo>
                <a:cubicBezTo>
                  <a:pt x="976927" y="66471"/>
                  <a:pt x="979020" y="68696"/>
                  <a:pt x="981699" y="70609"/>
                </a:cubicBezTo>
                <a:cubicBezTo>
                  <a:pt x="984378" y="72571"/>
                  <a:pt x="987595" y="74233"/>
                  <a:pt x="991350" y="75596"/>
                </a:cubicBezTo>
                <a:cubicBezTo>
                  <a:pt x="995106" y="76960"/>
                  <a:pt x="999256" y="78096"/>
                  <a:pt x="1003800" y="79005"/>
                </a:cubicBezTo>
                <a:cubicBezTo>
                  <a:pt x="1007388" y="79675"/>
                  <a:pt x="1010354" y="80344"/>
                  <a:pt x="1012698" y="81014"/>
                </a:cubicBezTo>
                <a:cubicBezTo>
                  <a:pt x="1015042" y="81684"/>
                  <a:pt x="1016932" y="82401"/>
                  <a:pt x="1018367" y="83167"/>
                </a:cubicBezTo>
                <a:cubicBezTo>
                  <a:pt x="1019754" y="83980"/>
                  <a:pt x="1020723" y="84841"/>
                  <a:pt x="1021273" y="85750"/>
                </a:cubicBezTo>
                <a:cubicBezTo>
                  <a:pt x="1021823" y="86659"/>
                  <a:pt x="1022098" y="87712"/>
                  <a:pt x="1022098" y="88907"/>
                </a:cubicBezTo>
                <a:close/>
                <a:moveTo>
                  <a:pt x="1096784" y="13562"/>
                </a:moveTo>
                <a:lnTo>
                  <a:pt x="1076835" y="13562"/>
                </a:lnTo>
                <a:lnTo>
                  <a:pt x="1076835" y="32578"/>
                </a:lnTo>
                <a:lnTo>
                  <a:pt x="1059111" y="32578"/>
                </a:lnTo>
                <a:lnTo>
                  <a:pt x="1059111" y="47288"/>
                </a:lnTo>
                <a:lnTo>
                  <a:pt x="1076835" y="47288"/>
                </a:lnTo>
                <a:lnTo>
                  <a:pt x="1076835" y="82593"/>
                </a:lnTo>
                <a:cubicBezTo>
                  <a:pt x="1076835" y="87712"/>
                  <a:pt x="1077505" y="92101"/>
                  <a:pt x="1078844" y="95760"/>
                </a:cubicBezTo>
                <a:cubicBezTo>
                  <a:pt x="1080184" y="99420"/>
                  <a:pt x="1082097" y="102422"/>
                  <a:pt x="1084585" y="104766"/>
                </a:cubicBezTo>
                <a:cubicBezTo>
                  <a:pt x="1087024" y="107158"/>
                  <a:pt x="1089979" y="108916"/>
                  <a:pt x="1093447" y="110040"/>
                </a:cubicBezTo>
                <a:cubicBezTo>
                  <a:pt x="1096915" y="111164"/>
                  <a:pt x="1100778" y="111726"/>
                  <a:pt x="1105036" y="111726"/>
                </a:cubicBezTo>
                <a:cubicBezTo>
                  <a:pt x="1107236" y="111726"/>
                  <a:pt x="1109473" y="111619"/>
                  <a:pt x="1111745" y="111403"/>
                </a:cubicBezTo>
                <a:cubicBezTo>
                  <a:pt x="1114017" y="111188"/>
                  <a:pt x="1116206" y="110889"/>
                  <a:pt x="1118311" y="110506"/>
                </a:cubicBezTo>
                <a:cubicBezTo>
                  <a:pt x="1120416" y="110124"/>
                  <a:pt x="1122401" y="109633"/>
                  <a:pt x="1124267" y="109035"/>
                </a:cubicBezTo>
                <a:cubicBezTo>
                  <a:pt x="1126132" y="108437"/>
                  <a:pt x="1127759" y="107732"/>
                  <a:pt x="1129146" y="106919"/>
                </a:cubicBezTo>
                <a:lnTo>
                  <a:pt x="1127209" y="93213"/>
                </a:lnTo>
                <a:cubicBezTo>
                  <a:pt x="1126300" y="93452"/>
                  <a:pt x="1125211" y="93691"/>
                  <a:pt x="1123944" y="93930"/>
                </a:cubicBezTo>
                <a:cubicBezTo>
                  <a:pt x="1122676" y="94170"/>
                  <a:pt x="1121325" y="94385"/>
                  <a:pt x="1119889" y="94576"/>
                </a:cubicBezTo>
                <a:cubicBezTo>
                  <a:pt x="1118406" y="94815"/>
                  <a:pt x="1116864" y="95007"/>
                  <a:pt x="1115261" y="95150"/>
                </a:cubicBezTo>
                <a:cubicBezTo>
                  <a:pt x="1113658" y="95294"/>
                  <a:pt x="1112092" y="95366"/>
                  <a:pt x="1110561" y="95366"/>
                </a:cubicBezTo>
                <a:cubicBezTo>
                  <a:pt x="1108456" y="95366"/>
                  <a:pt x="1106554" y="95126"/>
                  <a:pt x="1104856" y="94648"/>
                </a:cubicBezTo>
                <a:cubicBezTo>
                  <a:pt x="1103158" y="94170"/>
                  <a:pt x="1101711" y="93356"/>
                  <a:pt x="1100515" y="92208"/>
                </a:cubicBezTo>
                <a:cubicBezTo>
                  <a:pt x="1099319" y="91108"/>
                  <a:pt x="1098398" y="89613"/>
                  <a:pt x="1097752" y="87723"/>
                </a:cubicBezTo>
                <a:cubicBezTo>
                  <a:pt x="1097106" y="85834"/>
                  <a:pt x="1096784" y="83478"/>
                  <a:pt x="1096784" y="80655"/>
                </a:cubicBezTo>
                <a:lnTo>
                  <a:pt x="1096784" y="47288"/>
                </a:lnTo>
                <a:lnTo>
                  <a:pt x="1125774" y="47288"/>
                </a:lnTo>
                <a:lnTo>
                  <a:pt x="1125774" y="32578"/>
                </a:lnTo>
                <a:lnTo>
                  <a:pt x="1096784" y="32578"/>
                </a:lnTo>
                <a:lnTo>
                  <a:pt x="1096784" y="13562"/>
                </a:lnTo>
                <a:close/>
                <a:moveTo>
                  <a:pt x="1204118" y="31143"/>
                </a:moveTo>
                <a:cubicBezTo>
                  <a:pt x="1198904" y="31143"/>
                  <a:pt x="1194096" y="32398"/>
                  <a:pt x="1189695" y="34910"/>
                </a:cubicBezTo>
                <a:cubicBezTo>
                  <a:pt x="1185294" y="37422"/>
                  <a:pt x="1181514" y="40878"/>
                  <a:pt x="1178357" y="45279"/>
                </a:cubicBezTo>
                <a:lnTo>
                  <a:pt x="1178214" y="43557"/>
                </a:lnTo>
                <a:lnTo>
                  <a:pt x="1177424" y="32578"/>
                </a:lnTo>
                <a:lnTo>
                  <a:pt x="1158839" y="32578"/>
                </a:lnTo>
                <a:lnTo>
                  <a:pt x="1158839" y="110219"/>
                </a:lnTo>
                <a:lnTo>
                  <a:pt x="1178788" y="110219"/>
                </a:lnTo>
                <a:lnTo>
                  <a:pt x="1178788" y="63577"/>
                </a:lnTo>
                <a:cubicBezTo>
                  <a:pt x="1179697" y="61377"/>
                  <a:pt x="1180845" y="59463"/>
                  <a:pt x="1182232" y="57836"/>
                </a:cubicBezTo>
                <a:cubicBezTo>
                  <a:pt x="1183619" y="56210"/>
                  <a:pt x="1185294" y="54871"/>
                  <a:pt x="1187255" y="53818"/>
                </a:cubicBezTo>
                <a:cubicBezTo>
                  <a:pt x="1188882" y="52909"/>
                  <a:pt x="1190735" y="52227"/>
                  <a:pt x="1192816" y="51773"/>
                </a:cubicBezTo>
                <a:cubicBezTo>
                  <a:pt x="1194897" y="51319"/>
                  <a:pt x="1197229" y="51091"/>
                  <a:pt x="1199813" y="51091"/>
                </a:cubicBezTo>
                <a:cubicBezTo>
                  <a:pt x="1202300" y="51091"/>
                  <a:pt x="1204919" y="51247"/>
                  <a:pt x="1207670" y="51558"/>
                </a:cubicBezTo>
                <a:cubicBezTo>
                  <a:pt x="1210421" y="51869"/>
                  <a:pt x="1213112" y="52335"/>
                  <a:pt x="1215743" y="52957"/>
                </a:cubicBezTo>
                <a:lnTo>
                  <a:pt x="1218685" y="33080"/>
                </a:lnTo>
                <a:cubicBezTo>
                  <a:pt x="1217106" y="32602"/>
                  <a:pt x="1215037" y="32159"/>
                  <a:pt x="1212478" y="31753"/>
                </a:cubicBezTo>
                <a:cubicBezTo>
                  <a:pt x="1209918" y="31346"/>
                  <a:pt x="1207132" y="31143"/>
                  <a:pt x="1204118" y="31143"/>
                </a:cubicBezTo>
                <a:close/>
                <a:moveTo>
                  <a:pt x="1277368" y="108641"/>
                </a:moveTo>
                <a:lnTo>
                  <a:pt x="1277440" y="92782"/>
                </a:lnTo>
                <a:lnTo>
                  <a:pt x="1258711" y="92782"/>
                </a:lnTo>
                <a:lnTo>
                  <a:pt x="1258711" y="109574"/>
                </a:lnTo>
                <a:cubicBezTo>
                  <a:pt x="1258711" y="114836"/>
                  <a:pt x="1258089" y="119345"/>
                  <a:pt x="1256845" y="123100"/>
                </a:cubicBezTo>
                <a:cubicBezTo>
                  <a:pt x="1255602" y="126855"/>
                  <a:pt x="1254071" y="130455"/>
                  <a:pt x="1252253" y="133899"/>
                </a:cubicBezTo>
                <a:lnTo>
                  <a:pt x="1262801" y="139353"/>
                </a:lnTo>
                <a:cubicBezTo>
                  <a:pt x="1267107" y="135526"/>
                  <a:pt x="1270611" y="130814"/>
                  <a:pt x="1273314" y="125217"/>
                </a:cubicBezTo>
                <a:cubicBezTo>
                  <a:pt x="1276017" y="119620"/>
                  <a:pt x="1277368" y="114094"/>
                  <a:pt x="1277368" y="108641"/>
                </a:cubicBezTo>
                <a:close/>
                <a:moveTo>
                  <a:pt x="1447261" y="95724"/>
                </a:moveTo>
                <a:cubicBezTo>
                  <a:pt x="1444055" y="95724"/>
                  <a:pt x="1441412" y="95079"/>
                  <a:pt x="1439331" y="93787"/>
                </a:cubicBezTo>
                <a:cubicBezTo>
                  <a:pt x="1437250" y="92495"/>
                  <a:pt x="1435612" y="90773"/>
                  <a:pt x="1434416" y="88620"/>
                </a:cubicBezTo>
                <a:cubicBezTo>
                  <a:pt x="1433172" y="86516"/>
                  <a:pt x="1432311" y="84064"/>
                  <a:pt x="1431833" y="81265"/>
                </a:cubicBezTo>
                <a:cubicBezTo>
                  <a:pt x="1431354" y="78467"/>
                  <a:pt x="1431115" y="75561"/>
                  <a:pt x="1431115" y="72547"/>
                </a:cubicBezTo>
                <a:lnTo>
                  <a:pt x="1431115" y="70394"/>
                </a:lnTo>
                <a:cubicBezTo>
                  <a:pt x="1431115" y="67428"/>
                  <a:pt x="1431366" y="64558"/>
                  <a:pt x="1431869" y="61783"/>
                </a:cubicBezTo>
                <a:cubicBezTo>
                  <a:pt x="1432371" y="59009"/>
                  <a:pt x="1433244" y="56545"/>
                  <a:pt x="1434488" y="54392"/>
                </a:cubicBezTo>
                <a:cubicBezTo>
                  <a:pt x="1435684" y="52239"/>
                  <a:pt x="1437310" y="50517"/>
                  <a:pt x="1439367" y="49226"/>
                </a:cubicBezTo>
                <a:cubicBezTo>
                  <a:pt x="1441424" y="47934"/>
                  <a:pt x="1444031" y="47288"/>
                  <a:pt x="1447189" y="47288"/>
                </a:cubicBezTo>
                <a:cubicBezTo>
                  <a:pt x="1449342" y="47288"/>
                  <a:pt x="1451327" y="47659"/>
                  <a:pt x="1453145" y="48400"/>
                </a:cubicBezTo>
                <a:cubicBezTo>
                  <a:pt x="1454962" y="49142"/>
                  <a:pt x="1456517" y="50135"/>
                  <a:pt x="1457809" y="51378"/>
                </a:cubicBezTo>
                <a:cubicBezTo>
                  <a:pt x="1459101" y="52622"/>
                  <a:pt x="1460081" y="54105"/>
                  <a:pt x="1460751" y="55827"/>
                </a:cubicBezTo>
                <a:cubicBezTo>
                  <a:pt x="1461421" y="57549"/>
                  <a:pt x="1461708" y="59367"/>
                  <a:pt x="1461612" y="61281"/>
                </a:cubicBezTo>
                <a:lnTo>
                  <a:pt x="1480412" y="61281"/>
                </a:lnTo>
                <a:cubicBezTo>
                  <a:pt x="1480508" y="56688"/>
                  <a:pt x="1479743" y="52538"/>
                  <a:pt x="1478116" y="48831"/>
                </a:cubicBezTo>
                <a:cubicBezTo>
                  <a:pt x="1476490" y="45123"/>
                  <a:pt x="1474217" y="41954"/>
                  <a:pt x="1471299" y="39323"/>
                </a:cubicBezTo>
                <a:cubicBezTo>
                  <a:pt x="1468333" y="36740"/>
                  <a:pt x="1464817" y="34731"/>
                  <a:pt x="1460751" y="33295"/>
                </a:cubicBezTo>
                <a:cubicBezTo>
                  <a:pt x="1456685" y="31860"/>
                  <a:pt x="1452260" y="31143"/>
                  <a:pt x="1447476" y="31143"/>
                </a:cubicBezTo>
                <a:cubicBezTo>
                  <a:pt x="1441496" y="31143"/>
                  <a:pt x="1436246" y="32171"/>
                  <a:pt x="1431725" y="34228"/>
                </a:cubicBezTo>
                <a:cubicBezTo>
                  <a:pt x="1427204" y="36285"/>
                  <a:pt x="1423413" y="39084"/>
                  <a:pt x="1420351" y="42624"/>
                </a:cubicBezTo>
                <a:cubicBezTo>
                  <a:pt x="1417290" y="46164"/>
                  <a:pt x="1414994" y="50314"/>
                  <a:pt x="1413463" y="55074"/>
                </a:cubicBezTo>
                <a:cubicBezTo>
                  <a:pt x="1411932" y="59834"/>
                  <a:pt x="1411167" y="64940"/>
                  <a:pt x="1411167" y="70394"/>
                </a:cubicBezTo>
                <a:lnTo>
                  <a:pt x="1411167" y="72547"/>
                </a:lnTo>
                <a:cubicBezTo>
                  <a:pt x="1411167" y="78000"/>
                  <a:pt x="1411944" y="83107"/>
                  <a:pt x="1413499" y="87867"/>
                </a:cubicBezTo>
                <a:cubicBezTo>
                  <a:pt x="1415053" y="92627"/>
                  <a:pt x="1417362" y="96777"/>
                  <a:pt x="1420423" y="100317"/>
                </a:cubicBezTo>
                <a:cubicBezTo>
                  <a:pt x="1423437" y="103857"/>
                  <a:pt x="1427216" y="106644"/>
                  <a:pt x="1431761" y="108677"/>
                </a:cubicBezTo>
                <a:cubicBezTo>
                  <a:pt x="1436306" y="110710"/>
                  <a:pt x="1441592" y="111726"/>
                  <a:pt x="1447619" y="111726"/>
                </a:cubicBezTo>
                <a:cubicBezTo>
                  <a:pt x="1452068" y="111726"/>
                  <a:pt x="1456290" y="111021"/>
                  <a:pt x="1460285" y="109609"/>
                </a:cubicBezTo>
                <a:cubicBezTo>
                  <a:pt x="1464279" y="108198"/>
                  <a:pt x="1467783" y="106249"/>
                  <a:pt x="1470797" y="103761"/>
                </a:cubicBezTo>
                <a:cubicBezTo>
                  <a:pt x="1473811" y="101274"/>
                  <a:pt x="1476191" y="98308"/>
                  <a:pt x="1477937" y="94863"/>
                </a:cubicBezTo>
                <a:cubicBezTo>
                  <a:pt x="1479683" y="91419"/>
                  <a:pt x="1480508" y="87688"/>
                  <a:pt x="1480412" y="83669"/>
                </a:cubicBezTo>
                <a:lnTo>
                  <a:pt x="1461612" y="83669"/>
                </a:lnTo>
                <a:cubicBezTo>
                  <a:pt x="1461708" y="85487"/>
                  <a:pt x="1461385" y="87137"/>
                  <a:pt x="1460643" y="88620"/>
                </a:cubicBezTo>
                <a:cubicBezTo>
                  <a:pt x="1459902" y="90103"/>
                  <a:pt x="1458861" y="91371"/>
                  <a:pt x="1457522" y="92424"/>
                </a:cubicBezTo>
                <a:cubicBezTo>
                  <a:pt x="1456182" y="93476"/>
                  <a:pt x="1454628" y="94289"/>
                  <a:pt x="1452858" y="94863"/>
                </a:cubicBezTo>
                <a:cubicBezTo>
                  <a:pt x="1451088" y="95437"/>
                  <a:pt x="1449222" y="95724"/>
                  <a:pt x="1447261" y="95724"/>
                </a:cubicBezTo>
                <a:close/>
                <a:moveTo>
                  <a:pt x="1521013" y="43270"/>
                </a:moveTo>
                <a:lnTo>
                  <a:pt x="1521013" y="0"/>
                </a:lnTo>
                <a:lnTo>
                  <a:pt x="1501064" y="0"/>
                </a:lnTo>
                <a:lnTo>
                  <a:pt x="1501064" y="110219"/>
                </a:lnTo>
                <a:lnTo>
                  <a:pt x="1521013" y="110219"/>
                </a:lnTo>
                <a:lnTo>
                  <a:pt x="1521013" y="54177"/>
                </a:lnTo>
                <a:cubicBezTo>
                  <a:pt x="1521778" y="53172"/>
                  <a:pt x="1522627" y="52263"/>
                  <a:pt x="1523560" y="51450"/>
                </a:cubicBezTo>
                <a:cubicBezTo>
                  <a:pt x="1524493" y="50637"/>
                  <a:pt x="1525534" y="49943"/>
                  <a:pt x="1526682" y="49369"/>
                </a:cubicBezTo>
                <a:cubicBezTo>
                  <a:pt x="1527926" y="48699"/>
                  <a:pt x="1529313" y="48197"/>
                  <a:pt x="1530844" y="47862"/>
                </a:cubicBezTo>
                <a:cubicBezTo>
                  <a:pt x="1532374" y="47527"/>
                  <a:pt x="1534025" y="47360"/>
                  <a:pt x="1535795" y="47360"/>
                </a:cubicBezTo>
                <a:cubicBezTo>
                  <a:pt x="1538091" y="47360"/>
                  <a:pt x="1540148" y="47659"/>
                  <a:pt x="1541966" y="48257"/>
                </a:cubicBezTo>
                <a:cubicBezTo>
                  <a:pt x="1543784" y="48855"/>
                  <a:pt x="1545339" y="49776"/>
                  <a:pt x="1546630" y="51020"/>
                </a:cubicBezTo>
                <a:cubicBezTo>
                  <a:pt x="1547922" y="52263"/>
                  <a:pt x="1548915" y="53890"/>
                  <a:pt x="1549608" y="55899"/>
                </a:cubicBezTo>
                <a:cubicBezTo>
                  <a:pt x="1550302" y="57908"/>
                  <a:pt x="1550649" y="60300"/>
                  <a:pt x="1550649" y="63075"/>
                </a:cubicBezTo>
                <a:lnTo>
                  <a:pt x="1550649" y="110219"/>
                </a:lnTo>
                <a:lnTo>
                  <a:pt x="1570597" y="110219"/>
                </a:lnTo>
                <a:lnTo>
                  <a:pt x="1570597" y="63218"/>
                </a:lnTo>
                <a:cubicBezTo>
                  <a:pt x="1570597" y="57526"/>
                  <a:pt x="1569916" y="52658"/>
                  <a:pt x="1568552" y="48616"/>
                </a:cubicBezTo>
                <a:cubicBezTo>
                  <a:pt x="1567189" y="44573"/>
                  <a:pt x="1565287" y="41261"/>
                  <a:pt x="1562847" y="38677"/>
                </a:cubicBezTo>
                <a:cubicBezTo>
                  <a:pt x="1560408" y="36094"/>
                  <a:pt x="1557490" y="34192"/>
                  <a:pt x="1554093" y="32973"/>
                </a:cubicBezTo>
                <a:cubicBezTo>
                  <a:pt x="1550697" y="31753"/>
                  <a:pt x="1546965" y="31143"/>
                  <a:pt x="1542899" y="31143"/>
                </a:cubicBezTo>
                <a:cubicBezTo>
                  <a:pt x="1540124" y="31143"/>
                  <a:pt x="1537493" y="31549"/>
                  <a:pt x="1535006" y="32363"/>
                </a:cubicBezTo>
                <a:cubicBezTo>
                  <a:pt x="1532518" y="33176"/>
                  <a:pt x="1530246" y="34324"/>
                  <a:pt x="1528189" y="35807"/>
                </a:cubicBezTo>
                <a:cubicBezTo>
                  <a:pt x="1526849" y="36764"/>
                  <a:pt x="1525569" y="37876"/>
                  <a:pt x="1524350" y="39144"/>
                </a:cubicBezTo>
                <a:cubicBezTo>
                  <a:pt x="1523130" y="40411"/>
                  <a:pt x="1522017" y="41787"/>
                  <a:pt x="1521013" y="43270"/>
                </a:cubicBezTo>
                <a:close/>
                <a:moveTo>
                  <a:pt x="1637747" y="110219"/>
                </a:moveTo>
                <a:lnTo>
                  <a:pt x="1657983" y="110219"/>
                </a:lnTo>
                <a:lnTo>
                  <a:pt x="1657983" y="109000"/>
                </a:lnTo>
                <a:cubicBezTo>
                  <a:pt x="1656978" y="107038"/>
                  <a:pt x="1656213" y="104694"/>
                  <a:pt x="1655687" y="101967"/>
                </a:cubicBezTo>
                <a:cubicBezTo>
                  <a:pt x="1655160" y="99241"/>
                  <a:pt x="1654897" y="95796"/>
                  <a:pt x="1654897" y="91634"/>
                </a:cubicBezTo>
                <a:lnTo>
                  <a:pt x="1654897" y="58339"/>
                </a:lnTo>
                <a:cubicBezTo>
                  <a:pt x="1654897" y="53842"/>
                  <a:pt x="1654060" y="49883"/>
                  <a:pt x="1652386" y="46463"/>
                </a:cubicBezTo>
                <a:cubicBezTo>
                  <a:pt x="1650712" y="43042"/>
                  <a:pt x="1648391" y="40208"/>
                  <a:pt x="1645425" y="37960"/>
                </a:cubicBezTo>
                <a:cubicBezTo>
                  <a:pt x="1642459" y="35711"/>
                  <a:pt x="1638955" y="34013"/>
                  <a:pt x="1634913" y="32865"/>
                </a:cubicBezTo>
                <a:cubicBezTo>
                  <a:pt x="1630871" y="31717"/>
                  <a:pt x="1626505" y="31143"/>
                  <a:pt x="1621817" y="31143"/>
                </a:cubicBezTo>
                <a:cubicBezTo>
                  <a:pt x="1616603" y="31143"/>
                  <a:pt x="1611974" y="31800"/>
                  <a:pt x="1607932" y="33116"/>
                </a:cubicBezTo>
                <a:cubicBezTo>
                  <a:pt x="1603890" y="34432"/>
                  <a:pt x="1600481" y="36214"/>
                  <a:pt x="1597707" y="38462"/>
                </a:cubicBezTo>
                <a:cubicBezTo>
                  <a:pt x="1594884" y="40710"/>
                  <a:pt x="1592743" y="43318"/>
                  <a:pt x="1591284" y="46284"/>
                </a:cubicBezTo>
                <a:cubicBezTo>
                  <a:pt x="1589825" y="49250"/>
                  <a:pt x="1589096" y="52383"/>
                  <a:pt x="1589096" y="55684"/>
                </a:cubicBezTo>
                <a:lnTo>
                  <a:pt x="1609044" y="55684"/>
                </a:lnTo>
                <a:cubicBezTo>
                  <a:pt x="1609044" y="54296"/>
                  <a:pt x="1609248" y="53029"/>
                  <a:pt x="1609654" y="51881"/>
                </a:cubicBezTo>
                <a:cubicBezTo>
                  <a:pt x="1610061" y="50733"/>
                  <a:pt x="1610695" y="49752"/>
                  <a:pt x="1611556" y="48939"/>
                </a:cubicBezTo>
                <a:cubicBezTo>
                  <a:pt x="1612513" y="48030"/>
                  <a:pt x="1613756" y="47324"/>
                  <a:pt x="1615287" y="46822"/>
                </a:cubicBezTo>
                <a:cubicBezTo>
                  <a:pt x="1616818" y="46319"/>
                  <a:pt x="1618636" y="46068"/>
                  <a:pt x="1620741" y="46068"/>
                </a:cubicBezTo>
                <a:cubicBezTo>
                  <a:pt x="1623133" y="46068"/>
                  <a:pt x="1625226" y="46367"/>
                  <a:pt x="1627020" y="46965"/>
                </a:cubicBezTo>
                <a:cubicBezTo>
                  <a:pt x="1628814" y="47563"/>
                  <a:pt x="1630309" y="48412"/>
                  <a:pt x="1631504" y="49513"/>
                </a:cubicBezTo>
                <a:cubicBezTo>
                  <a:pt x="1632653" y="50565"/>
                  <a:pt x="1633514" y="51821"/>
                  <a:pt x="1634088" y="53280"/>
                </a:cubicBezTo>
                <a:cubicBezTo>
                  <a:pt x="1634662" y="54739"/>
                  <a:pt x="1634949" y="56377"/>
                  <a:pt x="1634949" y="58195"/>
                </a:cubicBezTo>
                <a:lnTo>
                  <a:pt x="1634949" y="62788"/>
                </a:lnTo>
                <a:lnTo>
                  <a:pt x="1623826" y="62788"/>
                </a:lnTo>
                <a:cubicBezTo>
                  <a:pt x="1618086" y="62788"/>
                  <a:pt x="1613003" y="63302"/>
                  <a:pt x="1608578" y="64331"/>
                </a:cubicBezTo>
                <a:cubicBezTo>
                  <a:pt x="1604153" y="65359"/>
                  <a:pt x="1600433" y="66854"/>
                  <a:pt x="1597420" y="68815"/>
                </a:cubicBezTo>
                <a:cubicBezTo>
                  <a:pt x="1594071" y="70968"/>
                  <a:pt x="1591559" y="73707"/>
                  <a:pt x="1589885" y="77032"/>
                </a:cubicBezTo>
                <a:cubicBezTo>
                  <a:pt x="1588211" y="80356"/>
                  <a:pt x="1587374" y="84171"/>
                  <a:pt x="1587374" y="88477"/>
                </a:cubicBezTo>
                <a:cubicBezTo>
                  <a:pt x="1587374" y="91826"/>
                  <a:pt x="1588043" y="94923"/>
                  <a:pt x="1589383" y="97770"/>
                </a:cubicBezTo>
                <a:cubicBezTo>
                  <a:pt x="1590722" y="100616"/>
                  <a:pt x="1592588" y="103068"/>
                  <a:pt x="1594980" y="105125"/>
                </a:cubicBezTo>
                <a:cubicBezTo>
                  <a:pt x="1597372" y="107182"/>
                  <a:pt x="1600230" y="108784"/>
                  <a:pt x="1603555" y="109932"/>
                </a:cubicBezTo>
                <a:cubicBezTo>
                  <a:pt x="1606880" y="111081"/>
                  <a:pt x="1610527" y="111655"/>
                  <a:pt x="1614498" y="111655"/>
                </a:cubicBezTo>
                <a:cubicBezTo>
                  <a:pt x="1616938" y="111655"/>
                  <a:pt x="1619210" y="111427"/>
                  <a:pt x="1621315" y="110973"/>
                </a:cubicBezTo>
                <a:cubicBezTo>
                  <a:pt x="1623420" y="110518"/>
                  <a:pt x="1625357" y="109885"/>
                  <a:pt x="1627127" y="109071"/>
                </a:cubicBezTo>
                <a:cubicBezTo>
                  <a:pt x="1628849" y="108306"/>
                  <a:pt x="1630428" y="107397"/>
                  <a:pt x="1631863" y="106345"/>
                </a:cubicBezTo>
                <a:cubicBezTo>
                  <a:pt x="1633298" y="105292"/>
                  <a:pt x="1634566" y="104168"/>
                  <a:pt x="1635666" y="102972"/>
                </a:cubicBezTo>
                <a:cubicBezTo>
                  <a:pt x="1635906" y="104359"/>
                  <a:pt x="1636193" y="105675"/>
                  <a:pt x="1636527" y="106919"/>
                </a:cubicBezTo>
                <a:cubicBezTo>
                  <a:pt x="1636862" y="108162"/>
                  <a:pt x="1637269" y="109263"/>
                  <a:pt x="1637747" y="110219"/>
                </a:cubicBezTo>
                <a:moveTo>
                  <a:pt x="1618732" y="96227"/>
                </a:moveTo>
                <a:cubicBezTo>
                  <a:pt x="1616866" y="96227"/>
                  <a:pt x="1615227" y="95999"/>
                  <a:pt x="1613816" y="95545"/>
                </a:cubicBezTo>
                <a:cubicBezTo>
                  <a:pt x="1612405" y="95091"/>
                  <a:pt x="1611221" y="94481"/>
                  <a:pt x="1610264" y="93715"/>
                </a:cubicBezTo>
                <a:cubicBezTo>
                  <a:pt x="1609307" y="92902"/>
                  <a:pt x="1608578" y="91909"/>
                  <a:pt x="1608076" y="90737"/>
                </a:cubicBezTo>
                <a:cubicBezTo>
                  <a:pt x="1607573" y="89565"/>
                  <a:pt x="1607322" y="88286"/>
                  <a:pt x="1607322" y="86898"/>
                </a:cubicBezTo>
                <a:cubicBezTo>
                  <a:pt x="1607322" y="85128"/>
                  <a:pt x="1607657" y="83490"/>
                  <a:pt x="1608327" y="81983"/>
                </a:cubicBezTo>
                <a:cubicBezTo>
                  <a:pt x="1608997" y="80476"/>
                  <a:pt x="1610025" y="79172"/>
                  <a:pt x="1611412" y="78072"/>
                </a:cubicBezTo>
                <a:cubicBezTo>
                  <a:pt x="1612800" y="77020"/>
                  <a:pt x="1614594" y="76194"/>
                  <a:pt x="1616794" y="75596"/>
                </a:cubicBezTo>
                <a:cubicBezTo>
                  <a:pt x="1618995" y="74998"/>
                  <a:pt x="1621650" y="74699"/>
                  <a:pt x="1624759" y="74699"/>
                </a:cubicBezTo>
                <a:lnTo>
                  <a:pt x="1634949" y="74699"/>
                </a:lnTo>
                <a:lnTo>
                  <a:pt x="1634949" y="88046"/>
                </a:lnTo>
                <a:cubicBezTo>
                  <a:pt x="1634375" y="89051"/>
                  <a:pt x="1633585" y="90044"/>
                  <a:pt x="1632581" y="91024"/>
                </a:cubicBezTo>
                <a:cubicBezTo>
                  <a:pt x="1631576" y="92005"/>
                  <a:pt x="1630380" y="92878"/>
                  <a:pt x="1628993" y="93643"/>
                </a:cubicBezTo>
                <a:cubicBezTo>
                  <a:pt x="1627606" y="94409"/>
                  <a:pt x="1626051" y="95031"/>
                  <a:pt x="1624329" y="95509"/>
                </a:cubicBezTo>
                <a:cubicBezTo>
                  <a:pt x="1622607" y="95988"/>
                  <a:pt x="1620741" y="96227"/>
                  <a:pt x="1618732" y="96227"/>
                </a:cubicBezTo>
                <a:close/>
                <a:moveTo>
                  <a:pt x="1733171" y="31143"/>
                </a:moveTo>
                <a:cubicBezTo>
                  <a:pt x="1727956" y="31143"/>
                  <a:pt x="1723149" y="32398"/>
                  <a:pt x="1718747" y="34910"/>
                </a:cubicBezTo>
                <a:cubicBezTo>
                  <a:pt x="1714346" y="37422"/>
                  <a:pt x="1710567" y="40878"/>
                  <a:pt x="1707410" y="45279"/>
                </a:cubicBezTo>
                <a:lnTo>
                  <a:pt x="1707266" y="43557"/>
                </a:lnTo>
                <a:lnTo>
                  <a:pt x="1706477" y="32578"/>
                </a:lnTo>
                <a:lnTo>
                  <a:pt x="1687892" y="32578"/>
                </a:lnTo>
                <a:lnTo>
                  <a:pt x="1687892" y="110219"/>
                </a:lnTo>
                <a:lnTo>
                  <a:pt x="1707840" y="110219"/>
                </a:lnTo>
                <a:lnTo>
                  <a:pt x="1707840" y="63577"/>
                </a:lnTo>
                <a:cubicBezTo>
                  <a:pt x="1708749" y="61377"/>
                  <a:pt x="1709897" y="59463"/>
                  <a:pt x="1711285" y="57836"/>
                </a:cubicBezTo>
                <a:cubicBezTo>
                  <a:pt x="1712672" y="56210"/>
                  <a:pt x="1714346" y="54871"/>
                  <a:pt x="1716308" y="53818"/>
                </a:cubicBezTo>
                <a:cubicBezTo>
                  <a:pt x="1717934" y="52909"/>
                  <a:pt x="1719788" y="52227"/>
                  <a:pt x="1721869" y="51773"/>
                </a:cubicBezTo>
                <a:cubicBezTo>
                  <a:pt x="1723950" y="51319"/>
                  <a:pt x="1726282" y="51091"/>
                  <a:pt x="1728865" y="51091"/>
                </a:cubicBezTo>
                <a:cubicBezTo>
                  <a:pt x="1731353" y="51091"/>
                  <a:pt x="1733972" y="51247"/>
                  <a:pt x="1736723" y="51558"/>
                </a:cubicBezTo>
                <a:cubicBezTo>
                  <a:pt x="1739473" y="51869"/>
                  <a:pt x="1742164" y="52335"/>
                  <a:pt x="1744795" y="52957"/>
                </a:cubicBezTo>
                <a:lnTo>
                  <a:pt x="1747738" y="33080"/>
                </a:lnTo>
                <a:cubicBezTo>
                  <a:pt x="1746159" y="32602"/>
                  <a:pt x="1744090" y="32159"/>
                  <a:pt x="1741530" y="31753"/>
                </a:cubicBezTo>
                <a:cubicBezTo>
                  <a:pt x="1738971" y="31346"/>
                  <a:pt x="1736185" y="31143"/>
                  <a:pt x="1733171" y="31143"/>
                </a:cubicBezTo>
                <a:close/>
                <a:moveTo>
                  <a:pt x="1794652" y="46355"/>
                </a:moveTo>
                <a:lnTo>
                  <a:pt x="1774703" y="69820"/>
                </a:lnTo>
                <a:lnTo>
                  <a:pt x="1787548" y="78646"/>
                </a:lnTo>
                <a:lnTo>
                  <a:pt x="1802689" y="52742"/>
                </a:lnTo>
                <a:lnTo>
                  <a:pt x="1817829" y="79435"/>
                </a:lnTo>
                <a:lnTo>
                  <a:pt x="1830602" y="70179"/>
                </a:lnTo>
                <a:lnTo>
                  <a:pt x="1811371" y="47001"/>
                </a:lnTo>
                <a:lnTo>
                  <a:pt x="1839931" y="40471"/>
                </a:lnTo>
                <a:lnTo>
                  <a:pt x="1835195" y="25474"/>
                </a:lnTo>
                <a:lnTo>
                  <a:pt x="1808501" y="37170"/>
                </a:lnTo>
                <a:lnTo>
                  <a:pt x="1811299" y="5741"/>
                </a:lnTo>
                <a:lnTo>
                  <a:pt x="1795585" y="5741"/>
                </a:lnTo>
                <a:lnTo>
                  <a:pt x="1798168" y="36668"/>
                </a:lnTo>
                <a:lnTo>
                  <a:pt x="1771259" y="24756"/>
                </a:lnTo>
                <a:lnTo>
                  <a:pt x="1766523" y="39467"/>
                </a:lnTo>
                <a:lnTo>
                  <a:pt x="1794652" y="463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58165A-9643-4CAB-B4E1-A7C8ED6C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7339" y="3136868"/>
            <a:ext cx="2921382" cy="397351"/>
          </a:xfrm>
          <a:custGeom xmlns:a="http://schemas.openxmlformats.org/drawingml/2006/main">
            <a:pathLst>
              <a:path w="2921382" h="397351">
                <a:moveTo>
                  <a:pt x="0" y="0"/>
                </a:moveTo>
                <a:lnTo>
                  <a:pt x="2921382" y="0"/>
                </a:lnTo>
                <a:lnTo>
                  <a:pt x="2921382" y="397351"/>
                </a:lnTo>
                <a:lnTo>
                  <a:pt x="0" y="397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ECA811-24D9-4E78-9760-9A5C13B2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645" y="3226490"/>
            <a:ext cx="1888992" cy="220884"/>
          </a:xfrm>
          <a:custGeom xmlns:a="http://schemas.openxmlformats.org/drawingml/2006/main">
            <a:pathLst>
              <a:path w="1888992" h="220884">
                <a:moveTo>
                  <a:pt x="0" y="0"/>
                </a:moveTo>
                <a:lnTo>
                  <a:pt x="1888992" y="0"/>
                </a:lnTo>
                <a:lnTo>
                  <a:pt x="1888992" y="220884"/>
                </a:lnTo>
                <a:lnTo>
                  <a:pt x="0" y="2208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Text V">
            <a:extLst xmlns:a="http://schemas.openxmlformats.org/drawingml/2006/main">
              <a:ext uri="{FF2B5EF4-FFF2-40B4-BE49-F238E27FC236}">
                <a16:creationId xmlns:a16="http://schemas.microsoft.com/office/drawing/2014/main" id="{55D8DF99-E73B-44B9-97F2-DAAD47F2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5819" y="3270421"/>
            <a:ext cx="135312" cy="130058"/>
          </a:xfrm>
          <a:custGeom xmlns:a="http://schemas.openxmlformats.org/drawingml/2006/main">
            <a:pathLst>
              <a:path w="135312" h="130058">
                <a:moveTo>
                  <a:pt x="135312" y="0"/>
                </a:moveTo>
                <a:lnTo>
                  <a:pt x="135312" y="3378"/>
                </a:lnTo>
                <a:cubicBezTo>
                  <a:pt x="130683" y="4129"/>
                  <a:pt x="126554" y="6602"/>
                  <a:pt x="122926" y="10797"/>
                </a:cubicBezTo>
                <a:cubicBezTo>
                  <a:pt x="120299" y="13925"/>
                  <a:pt x="116389" y="21279"/>
                  <a:pt x="111196" y="32860"/>
                </a:cubicBezTo>
                <a:lnTo>
                  <a:pt x="67375" y="130058"/>
                </a:lnTo>
                <a:lnTo>
                  <a:pt x="64278" y="130058"/>
                </a:lnTo>
                <a:lnTo>
                  <a:pt x="20644" y="28940"/>
                </a:lnTo>
                <a:cubicBezTo>
                  <a:pt x="15389" y="16723"/>
                  <a:pt x="11870" y="9550"/>
                  <a:pt x="10087" y="7419"/>
                </a:cubicBezTo>
                <a:cubicBezTo>
                  <a:pt x="8305" y="5288"/>
                  <a:pt x="4942" y="3941"/>
                  <a:pt x="0" y="3378"/>
                </a:cubicBezTo>
                <a:lnTo>
                  <a:pt x="0" y="0"/>
                </a:lnTo>
                <a:lnTo>
                  <a:pt x="60994" y="0"/>
                </a:lnTo>
                <a:lnTo>
                  <a:pt x="60994" y="3378"/>
                </a:lnTo>
                <a:lnTo>
                  <a:pt x="58929" y="3378"/>
                </a:lnTo>
                <a:cubicBezTo>
                  <a:pt x="53424" y="3378"/>
                  <a:pt x="49671" y="4071"/>
                  <a:pt x="47669" y="5457"/>
                </a:cubicBezTo>
                <a:cubicBezTo>
                  <a:pt x="46230" y="6401"/>
                  <a:pt x="45511" y="7786"/>
                  <a:pt x="45511" y="9612"/>
                </a:cubicBezTo>
                <a:cubicBezTo>
                  <a:pt x="45511" y="10746"/>
                  <a:pt x="45761" y="12084"/>
                  <a:pt x="46261" y="13627"/>
                </a:cubicBezTo>
                <a:cubicBezTo>
                  <a:pt x="46762" y="15169"/>
                  <a:pt x="48451" y="19292"/>
                  <a:pt x="51329" y="25996"/>
                </a:cubicBezTo>
                <a:lnTo>
                  <a:pt x="78447" y="89268"/>
                </a:lnTo>
                <a:lnTo>
                  <a:pt x="103596" y="32913"/>
                </a:lnTo>
                <a:cubicBezTo>
                  <a:pt x="106598" y="26098"/>
                  <a:pt x="108444" y="21530"/>
                  <a:pt x="109132" y="19207"/>
                </a:cubicBezTo>
                <a:cubicBezTo>
                  <a:pt x="109820" y="16883"/>
                  <a:pt x="110164" y="14903"/>
                  <a:pt x="110164" y="13269"/>
                </a:cubicBezTo>
                <a:cubicBezTo>
                  <a:pt x="110164" y="11386"/>
                  <a:pt x="109664" y="9723"/>
                  <a:pt x="108663" y="8278"/>
                </a:cubicBezTo>
                <a:cubicBezTo>
                  <a:pt x="107662" y="6833"/>
                  <a:pt x="106192" y="5734"/>
                  <a:pt x="104253" y="4979"/>
                </a:cubicBezTo>
                <a:cubicBezTo>
                  <a:pt x="101563" y="3912"/>
                  <a:pt x="97997" y="3378"/>
                  <a:pt x="93555" y="3378"/>
                </a:cubicBezTo>
                <a:lnTo>
                  <a:pt x="93555" y="0"/>
                </a:lnTo>
                <a:lnTo>
                  <a:pt x="135312" y="0"/>
                </a:lnTo>
                <a:close/>
              </a:path>
            </a:pathLst>
          </a:custGeom>
          <a:solidFill xmlns:a="http://schemas.openxmlformats.org/drawingml/2006/main">
            <a:srgbClr val="1C45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Text ariableInf">
            <a:extLst xmlns:a="http://schemas.openxmlformats.org/drawingml/2006/main">
              <a:ext uri="{FF2B5EF4-FFF2-40B4-BE49-F238E27FC236}">
                <a16:creationId xmlns:a16="http://schemas.microsoft.com/office/drawing/2014/main" id="{8D5534E2-8E1D-4F42-AEF2-0792FE1D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215" y="3267606"/>
            <a:ext cx="875043" cy="132685"/>
          </a:xfrm>
          <a:custGeom xmlns:a="http://schemas.openxmlformats.org/drawingml/2006/main">
            <a:pathLst>
              <a:path w="875043" h="132685">
                <a:moveTo>
                  <a:pt x="46261" y="117108"/>
                </a:moveTo>
                <a:cubicBezTo>
                  <a:pt x="35564" y="126617"/>
                  <a:pt x="25961" y="131371"/>
                  <a:pt x="17454" y="131371"/>
                </a:cubicBezTo>
                <a:cubicBezTo>
                  <a:pt x="12449" y="131371"/>
                  <a:pt x="8289" y="129724"/>
                  <a:pt x="4973" y="126430"/>
                </a:cubicBezTo>
                <a:cubicBezTo>
                  <a:pt x="1658" y="123134"/>
                  <a:pt x="0" y="119007"/>
                  <a:pt x="0" y="114050"/>
                </a:cubicBezTo>
                <a:cubicBezTo>
                  <a:pt x="0" y="107332"/>
                  <a:pt x="2878" y="101291"/>
                  <a:pt x="8633" y="95925"/>
                </a:cubicBezTo>
                <a:cubicBezTo>
                  <a:pt x="14388" y="90558"/>
                  <a:pt x="26931" y="83419"/>
                  <a:pt x="46261" y="74506"/>
                </a:cubicBezTo>
                <a:lnTo>
                  <a:pt x="46261" y="65686"/>
                </a:lnTo>
                <a:cubicBezTo>
                  <a:pt x="46261" y="59055"/>
                  <a:pt x="45902" y="54879"/>
                  <a:pt x="45182" y="53158"/>
                </a:cubicBezTo>
                <a:cubicBezTo>
                  <a:pt x="44463" y="51438"/>
                  <a:pt x="43102" y="49937"/>
                  <a:pt x="41100" y="48654"/>
                </a:cubicBezTo>
                <a:cubicBezTo>
                  <a:pt x="39099" y="47372"/>
                  <a:pt x="36847" y="46731"/>
                  <a:pt x="34344" y="46731"/>
                </a:cubicBezTo>
                <a:cubicBezTo>
                  <a:pt x="30278" y="46731"/>
                  <a:pt x="26931" y="47638"/>
                  <a:pt x="24304" y="49452"/>
                </a:cubicBezTo>
                <a:cubicBezTo>
                  <a:pt x="22677" y="50578"/>
                  <a:pt x="21864" y="51892"/>
                  <a:pt x="21864" y="53393"/>
                </a:cubicBezTo>
                <a:cubicBezTo>
                  <a:pt x="21864" y="54707"/>
                  <a:pt x="22740" y="56333"/>
                  <a:pt x="24491" y="58273"/>
                </a:cubicBezTo>
                <a:cubicBezTo>
                  <a:pt x="26869" y="60963"/>
                  <a:pt x="28057" y="63559"/>
                  <a:pt x="28057" y="66061"/>
                </a:cubicBezTo>
                <a:cubicBezTo>
                  <a:pt x="28057" y="69126"/>
                  <a:pt x="26915" y="71738"/>
                  <a:pt x="24632" y="73896"/>
                </a:cubicBezTo>
                <a:cubicBezTo>
                  <a:pt x="22349" y="76055"/>
                  <a:pt x="19362" y="77134"/>
                  <a:pt x="15671" y="77134"/>
                </a:cubicBezTo>
                <a:cubicBezTo>
                  <a:pt x="11730" y="77134"/>
                  <a:pt x="8430" y="75945"/>
                  <a:pt x="5771" y="73568"/>
                </a:cubicBezTo>
                <a:cubicBezTo>
                  <a:pt x="3112" y="71191"/>
                  <a:pt x="1783" y="68407"/>
                  <a:pt x="1783" y="65216"/>
                </a:cubicBezTo>
                <a:cubicBezTo>
                  <a:pt x="1783" y="60712"/>
                  <a:pt x="3566" y="56411"/>
                  <a:pt x="7132" y="52314"/>
                </a:cubicBezTo>
                <a:cubicBezTo>
                  <a:pt x="10697" y="48216"/>
                  <a:pt x="15671" y="45073"/>
                  <a:pt x="22052" y="42883"/>
                </a:cubicBezTo>
                <a:cubicBezTo>
                  <a:pt x="28433" y="40694"/>
                  <a:pt x="35064" y="39599"/>
                  <a:pt x="41945" y="39599"/>
                </a:cubicBezTo>
                <a:cubicBezTo>
                  <a:pt x="50265" y="39599"/>
                  <a:pt x="56849" y="41371"/>
                  <a:pt x="61698" y="44915"/>
                </a:cubicBezTo>
                <a:cubicBezTo>
                  <a:pt x="66546" y="48458"/>
                  <a:pt x="69689" y="52298"/>
                  <a:pt x="71128" y="56437"/>
                </a:cubicBezTo>
                <a:cubicBezTo>
                  <a:pt x="72004" y="59070"/>
                  <a:pt x="72442" y="65121"/>
                  <a:pt x="72442" y="74588"/>
                </a:cubicBezTo>
                <a:lnTo>
                  <a:pt x="72442" y="108730"/>
                </a:lnTo>
                <a:cubicBezTo>
                  <a:pt x="72442" y="112744"/>
                  <a:pt x="72598" y="115269"/>
                  <a:pt x="72911" y="116305"/>
                </a:cubicBezTo>
                <a:cubicBezTo>
                  <a:pt x="73224" y="117339"/>
                  <a:pt x="73693" y="118107"/>
                  <a:pt x="74319" y="118610"/>
                </a:cubicBezTo>
                <a:cubicBezTo>
                  <a:pt x="74944" y="119110"/>
                  <a:pt x="75664" y="119360"/>
                  <a:pt x="76477" y="119360"/>
                </a:cubicBezTo>
                <a:cubicBezTo>
                  <a:pt x="78103" y="119360"/>
                  <a:pt x="79761" y="118203"/>
                  <a:pt x="81450" y="115888"/>
                </a:cubicBezTo>
                <a:lnTo>
                  <a:pt x="84265" y="118140"/>
                </a:lnTo>
                <a:cubicBezTo>
                  <a:pt x="81137" y="122770"/>
                  <a:pt x="77900" y="126132"/>
                  <a:pt x="74553" y="128228"/>
                </a:cubicBezTo>
                <a:cubicBezTo>
                  <a:pt x="71206" y="130323"/>
                  <a:pt x="67406" y="131371"/>
                  <a:pt x="63152" y="131371"/>
                </a:cubicBezTo>
                <a:cubicBezTo>
                  <a:pt x="58147" y="131371"/>
                  <a:pt x="54238" y="130191"/>
                  <a:pt x="51422" y="127829"/>
                </a:cubicBezTo>
                <a:cubicBezTo>
                  <a:pt x="48607" y="125467"/>
                  <a:pt x="46887" y="121894"/>
                  <a:pt x="46261" y="117108"/>
                </a:cubicBezTo>
                <a:moveTo>
                  <a:pt x="46261" y="110164"/>
                </a:moveTo>
                <a:lnTo>
                  <a:pt x="46261" y="80811"/>
                </a:lnTo>
                <a:cubicBezTo>
                  <a:pt x="38692" y="85274"/>
                  <a:pt x="33062" y="90052"/>
                  <a:pt x="29371" y="95144"/>
                </a:cubicBezTo>
                <a:cubicBezTo>
                  <a:pt x="26931" y="98538"/>
                  <a:pt x="25711" y="101964"/>
                  <a:pt x="25711" y="105423"/>
                </a:cubicBezTo>
                <a:cubicBezTo>
                  <a:pt x="25711" y="108314"/>
                  <a:pt x="26743" y="110860"/>
                  <a:pt x="28808" y="113061"/>
                </a:cubicBezTo>
                <a:cubicBezTo>
                  <a:pt x="30372" y="114758"/>
                  <a:pt x="32561" y="115607"/>
                  <a:pt x="35376" y="115607"/>
                </a:cubicBezTo>
                <a:cubicBezTo>
                  <a:pt x="38504" y="115607"/>
                  <a:pt x="42133" y="113793"/>
                  <a:pt x="46261" y="110164"/>
                </a:cubicBezTo>
                <a:close/>
                <a:moveTo>
                  <a:pt x="130340" y="42226"/>
                </a:moveTo>
                <a:lnTo>
                  <a:pt x="130340" y="62120"/>
                </a:lnTo>
                <a:cubicBezTo>
                  <a:pt x="136157" y="53049"/>
                  <a:pt x="141256" y="47028"/>
                  <a:pt x="145635" y="44056"/>
                </a:cubicBezTo>
                <a:cubicBezTo>
                  <a:pt x="150014" y="41085"/>
                  <a:pt x="154237" y="39599"/>
                  <a:pt x="158303" y="39599"/>
                </a:cubicBezTo>
                <a:cubicBezTo>
                  <a:pt x="161806" y="39599"/>
                  <a:pt x="164606" y="40682"/>
                  <a:pt x="166701" y="42848"/>
                </a:cubicBezTo>
                <a:cubicBezTo>
                  <a:pt x="168797" y="45014"/>
                  <a:pt x="169845" y="48075"/>
                  <a:pt x="169845" y="52029"/>
                </a:cubicBezTo>
                <a:cubicBezTo>
                  <a:pt x="169845" y="56236"/>
                  <a:pt x="168828" y="59502"/>
                  <a:pt x="166795" y="61827"/>
                </a:cubicBezTo>
                <a:cubicBezTo>
                  <a:pt x="164762" y="64149"/>
                  <a:pt x="162307" y="65310"/>
                  <a:pt x="159429" y="65310"/>
                </a:cubicBezTo>
                <a:cubicBezTo>
                  <a:pt x="156113" y="65310"/>
                  <a:pt x="153236" y="64247"/>
                  <a:pt x="150796" y="62120"/>
                </a:cubicBezTo>
                <a:cubicBezTo>
                  <a:pt x="148356" y="59993"/>
                  <a:pt x="146917" y="58804"/>
                  <a:pt x="146479" y="58554"/>
                </a:cubicBezTo>
                <a:cubicBezTo>
                  <a:pt x="145854" y="58179"/>
                  <a:pt x="145134" y="57991"/>
                  <a:pt x="144321" y="57991"/>
                </a:cubicBezTo>
                <a:cubicBezTo>
                  <a:pt x="142507" y="57991"/>
                  <a:pt x="140787" y="58679"/>
                  <a:pt x="139160" y="60055"/>
                </a:cubicBezTo>
                <a:cubicBezTo>
                  <a:pt x="136595" y="62182"/>
                  <a:pt x="134656" y="65216"/>
                  <a:pt x="133342" y="69158"/>
                </a:cubicBezTo>
                <a:cubicBezTo>
                  <a:pt x="131340" y="75226"/>
                  <a:pt x="130340" y="81919"/>
                  <a:pt x="130340" y="89239"/>
                </a:cubicBezTo>
                <a:lnTo>
                  <a:pt x="130340" y="109414"/>
                </a:lnTo>
                <a:lnTo>
                  <a:pt x="130433" y="114668"/>
                </a:lnTo>
                <a:cubicBezTo>
                  <a:pt x="130433" y="118234"/>
                  <a:pt x="130652" y="120518"/>
                  <a:pt x="131090" y="121518"/>
                </a:cubicBezTo>
                <a:cubicBezTo>
                  <a:pt x="131841" y="123208"/>
                  <a:pt x="132951" y="124443"/>
                  <a:pt x="134421" y="125225"/>
                </a:cubicBezTo>
                <a:cubicBezTo>
                  <a:pt x="135892" y="126007"/>
                  <a:pt x="138378" y="126492"/>
                  <a:pt x="141881" y="126679"/>
                </a:cubicBezTo>
                <a:lnTo>
                  <a:pt x="141881" y="130058"/>
                </a:lnTo>
                <a:lnTo>
                  <a:pt x="94494" y="130058"/>
                </a:lnTo>
                <a:lnTo>
                  <a:pt x="94494" y="126679"/>
                </a:lnTo>
                <a:cubicBezTo>
                  <a:pt x="98310" y="126367"/>
                  <a:pt x="100890" y="125319"/>
                  <a:pt x="102235" y="123536"/>
                </a:cubicBezTo>
                <a:cubicBezTo>
                  <a:pt x="103580" y="121753"/>
                  <a:pt x="104253" y="117046"/>
                  <a:pt x="104253" y="109414"/>
                </a:cubicBezTo>
                <a:lnTo>
                  <a:pt x="104253" y="60806"/>
                </a:lnTo>
                <a:cubicBezTo>
                  <a:pt x="104253" y="55770"/>
                  <a:pt x="104003" y="52560"/>
                  <a:pt x="103502" y="51176"/>
                </a:cubicBezTo>
                <a:cubicBezTo>
                  <a:pt x="102877" y="49413"/>
                  <a:pt x="101970" y="48123"/>
                  <a:pt x="100781" y="47305"/>
                </a:cubicBezTo>
                <a:cubicBezTo>
                  <a:pt x="99592" y="46486"/>
                  <a:pt x="97497" y="45919"/>
                  <a:pt x="94494" y="45605"/>
                </a:cubicBezTo>
                <a:lnTo>
                  <a:pt x="94494" y="42226"/>
                </a:lnTo>
                <a:lnTo>
                  <a:pt x="130340" y="42226"/>
                </a:lnTo>
                <a:close/>
                <a:moveTo>
                  <a:pt x="200179" y="0"/>
                </a:moveTo>
                <a:cubicBezTo>
                  <a:pt x="204245" y="0"/>
                  <a:pt x="207686" y="1428"/>
                  <a:pt x="210501" y="4284"/>
                </a:cubicBezTo>
                <a:cubicBezTo>
                  <a:pt x="213316" y="7138"/>
                  <a:pt x="214724" y="10574"/>
                  <a:pt x="214724" y="14592"/>
                </a:cubicBezTo>
                <a:cubicBezTo>
                  <a:pt x="214724" y="18609"/>
                  <a:pt x="213301" y="22030"/>
                  <a:pt x="210454" y="24855"/>
                </a:cubicBezTo>
                <a:cubicBezTo>
                  <a:pt x="207608" y="27678"/>
                  <a:pt x="204183" y="29089"/>
                  <a:pt x="200179" y="29089"/>
                </a:cubicBezTo>
                <a:cubicBezTo>
                  <a:pt x="196175" y="29089"/>
                  <a:pt x="192766" y="27678"/>
                  <a:pt x="189951" y="24855"/>
                </a:cubicBezTo>
                <a:cubicBezTo>
                  <a:pt x="187136" y="22030"/>
                  <a:pt x="185728" y="18609"/>
                  <a:pt x="185728" y="14592"/>
                </a:cubicBezTo>
                <a:cubicBezTo>
                  <a:pt x="185728" y="10574"/>
                  <a:pt x="187136" y="7138"/>
                  <a:pt x="189951" y="4284"/>
                </a:cubicBezTo>
                <a:cubicBezTo>
                  <a:pt x="192766" y="1428"/>
                  <a:pt x="196175" y="0"/>
                  <a:pt x="200179" y="0"/>
                </a:cubicBezTo>
                <a:moveTo>
                  <a:pt x="213316" y="42226"/>
                </a:moveTo>
                <a:lnTo>
                  <a:pt x="213316" y="111853"/>
                </a:lnTo>
                <a:cubicBezTo>
                  <a:pt x="213316" y="118046"/>
                  <a:pt x="214036" y="122003"/>
                  <a:pt x="215474" y="123724"/>
                </a:cubicBezTo>
                <a:cubicBezTo>
                  <a:pt x="216913" y="125444"/>
                  <a:pt x="219728" y="126429"/>
                  <a:pt x="223920" y="126679"/>
                </a:cubicBezTo>
                <a:lnTo>
                  <a:pt x="223920" y="130058"/>
                </a:lnTo>
                <a:lnTo>
                  <a:pt x="176532" y="130058"/>
                </a:lnTo>
                <a:lnTo>
                  <a:pt x="176532" y="126679"/>
                </a:lnTo>
                <a:cubicBezTo>
                  <a:pt x="180411" y="126554"/>
                  <a:pt x="183288" y="125428"/>
                  <a:pt x="185165" y="123301"/>
                </a:cubicBezTo>
                <a:cubicBezTo>
                  <a:pt x="186416" y="121863"/>
                  <a:pt x="187042" y="118046"/>
                  <a:pt x="187042" y="111853"/>
                </a:cubicBezTo>
                <a:lnTo>
                  <a:pt x="187042" y="60618"/>
                </a:lnTo>
                <a:cubicBezTo>
                  <a:pt x="187042" y="54347"/>
                  <a:pt x="186323" y="50340"/>
                  <a:pt x="184884" y="48599"/>
                </a:cubicBezTo>
                <a:cubicBezTo>
                  <a:pt x="183445" y="46857"/>
                  <a:pt x="180661" y="45859"/>
                  <a:pt x="176532" y="45605"/>
                </a:cubicBezTo>
                <a:lnTo>
                  <a:pt x="176532" y="42226"/>
                </a:lnTo>
                <a:lnTo>
                  <a:pt x="213316" y="42226"/>
                </a:lnTo>
                <a:close/>
                <a:moveTo>
                  <a:pt x="280718" y="117108"/>
                </a:moveTo>
                <a:cubicBezTo>
                  <a:pt x="270021" y="126617"/>
                  <a:pt x="260418" y="131371"/>
                  <a:pt x="251911" y="131371"/>
                </a:cubicBezTo>
                <a:cubicBezTo>
                  <a:pt x="246906" y="131371"/>
                  <a:pt x="242746" y="129724"/>
                  <a:pt x="239430" y="126430"/>
                </a:cubicBezTo>
                <a:cubicBezTo>
                  <a:pt x="236115" y="123134"/>
                  <a:pt x="234457" y="119007"/>
                  <a:pt x="234457" y="114050"/>
                </a:cubicBezTo>
                <a:cubicBezTo>
                  <a:pt x="234457" y="107332"/>
                  <a:pt x="237335" y="101291"/>
                  <a:pt x="243090" y="95925"/>
                </a:cubicBezTo>
                <a:cubicBezTo>
                  <a:pt x="248845" y="90558"/>
                  <a:pt x="261388" y="83419"/>
                  <a:pt x="280718" y="74506"/>
                </a:cubicBezTo>
                <a:lnTo>
                  <a:pt x="280718" y="65686"/>
                </a:lnTo>
                <a:cubicBezTo>
                  <a:pt x="280718" y="59055"/>
                  <a:pt x="280359" y="54879"/>
                  <a:pt x="279639" y="53158"/>
                </a:cubicBezTo>
                <a:cubicBezTo>
                  <a:pt x="278920" y="51438"/>
                  <a:pt x="277559" y="49937"/>
                  <a:pt x="275557" y="48654"/>
                </a:cubicBezTo>
                <a:cubicBezTo>
                  <a:pt x="273556" y="47372"/>
                  <a:pt x="271304" y="46731"/>
                  <a:pt x="268801" y="46731"/>
                </a:cubicBezTo>
                <a:cubicBezTo>
                  <a:pt x="264735" y="46731"/>
                  <a:pt x="261388" y="47638"/>
                  <a:pt x="258761" y="49452"/>
                </a:cubicBezTo>
                <a:cubicBezTo>
                  <a:pt x="257134" y="50578"/>
                  <a:pt x="256321" y="51892"/>
                  <a:pt x="256321" y="53393"/>
                </a:cubicBezTo>
                <a:cubicBezTo>
                  <a:pt x="256321" y="54707"/>
                  <a:pt x="257197" y="56333"/>
                  <a:pt x="258948" y="58273"/>
                </a:cubicBezTo>
                <a:cubicBezTo>
                  <a:pt x="261326" y="60963"/>
                  <a:pt x="262514" y="63559"/>
                  <a:pt x="262514" y="66061"/>
                </a:cubicBezTo>
                <a:cubicBezTo>
                  <a:pt x="262514" y="69126"/>
                  <a:pt x="261372" y="71738"/>
                  <a:pt x="259089" y="73896"/>
                </a:cubicBezTo>
                <a:cubicBezTo>
                  <a:pt x="256806" y="76055"/>
                  <a:pt x="253819" y="77134"/>
                  <a:pt x="250128" y="77134"/>
                </a:cubicBezTo>
                <a:cubicBezTo>
                  <a:pt x="246187" y="77134"/>
                  <a:pt x="242887" y="75945"/>
                  <a:pt x="240228" y="73568"/>
                </a:cubicBezTo>
                <a:cubicBezTo>
                  <a:pt x="237569" y="71191"/>
                  <a:pt x="236240" y="68407"/>
                  <a:pt x="236240" y="65216"/>
                </a:cubicBezTo>
                <a:cubicBezTo>
                  <a:pt x="236240" y="60712"/>
                  <a:pt x="238023" y="56411"/>
                  <a:pt x="241589" y="52314"/>
                </a:cubicBezTo>
                <a:cubicBezTo>
                  <a:pt x="245154" y="48216"/>
                  <a:pt x="250128" y="45073"/>
                  <a:pt x="256509" y="42883"/>
                </a:cubicBezTo>
                <a:cubicBezTo>
                  <a:pt x="262890" y="40694"/>
                  <a:pt x="269521" y="39599"/>
                  <a:pt x="276402" y="39599"/>
                </a:cubicBezTo>
                <a:cubicBezTo>
                  <a:pt x="284722" y="39599"/>
                  <a:pt x="291306" y="41371"/>
                  <a:pt x="296155" y="44915"/>
                </a:cubicBezTo>
                <a:cubicBezTo>
                  <a:pt x="301003" y="48458"/>
                  <a:pt x="304146" y="52298"/>
                  <a:pt x="305585" y="56437"/>
                </a:cubicBezTo>
                <a:cubicBezTo>
                  <a:pt x="306461" y="59070"/>
                  <a:pt x="306899" y="65121"/>
                  <a:pt x="306899" y="74588"/>
                </a:cubicBezTo>
                <a:lnTo>
                  <a:pt x="306899" y="108730"/>
                </a:lnTo>
                <a:cubicBezTo>
                  <a:pt x="306899" y="112744"/>
                  <a:pt x="307055" y="115269"/>
                  <a:pt x="307368" y="116305"/>
                </a:cubicBezTo>
                <a:cubicBezTo>
                  <a:pt x="307681" y="117339"/>
                  <a:pt x="308150" y="118107"/>
                  <a:pt x="308776" y="118610"/>
                </a:cubicBezTo>
                <a:cubicBezTo>
                  <a:pt x="309401" y="119110"/>
                  <a:pt x="310121" y="119360"/>
                  <a:pt x="310934" y="119360"/>
                </a:cubicBezTo>
                <a:cubicBezTo>
                  <a:pt x="312560" y="119360"/>
                  <a:pt x="314218" y="118203"/>
                  <a:pt x="315907" y="115888"/>
                </a:cubicBezTo>
                <a:lnTo>
                  <a:pt x="318722" y="118140"/>
                </a:lnTo>
                <a:cubicBezTo>
                  <a:pt x="315594" y="122770"/>
                  <a:pt x="312357" y="126132"/>
                  <a:pt x="309010" y="128228"/>
                </a:cubicBezTo>
                <a:cubicBezTo>
                  <a:pt x="305663" y="130323"/>
                  <a:pt x="301863" y="131371"/>
                  <a:pt x="297609" y="131371"/>
                </a:cubicBezTo>
                <a:cubicBezTo>
                  <a:pt x="292604" y="131371"/>
                  <a:pt x="288695" y="130191"/>
                  <a:pt x="285879" y="127829"/>
                </a:cubicBezTo>
                <a:cubicBezTo>
                  <a:pt x="283064" y="125467"/>
                  <a:pt x="281344" y="121894"/>
                  <a:pt x="280718" y="117108"/>
                </a:cubicBezTo>
                <a:moveTo>
                  <a:pt x="280718" y="110164"/>
                </a:moveTo>
                <a:lnTo>
                  <a:pt x="280718" y="80811"/>
                </a:lnTo>
                <a:cubicBezTo>
                  <a:pt x="273149" y="85274"/>
                  <a:pt x="267519" y="90052"/>
                  <a:pt x="263828" y="95144"/>
                </a:cubicBezTo>
                <a:cubicBezTo>
                  <a:pt x="261388" y="98538"/>
                  <a:pt x="260168" y="101964"/>
                  <a:pt x="260168" y="105423"/>
                </a:cubicBezTo>
                <a:cubicBezTo>
                  <a:pt x="260168" y="108314"/>
                  <a:pt x="261200" y="110860"/>
                  <a:pt x="263265" y="113061"/>
                </a:cubicBezTo>
                <a:cubicBezTo>
                  <a:pt x="264829" y="114758"/>
                  <a:pt x="267018" y="115607"/>
                  <a:pt x="269833" y="115607"/>
                </a:cubicBezTo>
                <a:cubicBezTo>
                  <a:pt x="272961" y="115607"/>
                  <a:pt x="276590" y="113793"/>
                  <a:pt x="280718" y="110164"/>
                </a:cubicBezTo>
                <a:close/>
                <a:moveTo>
                  <a:pt x="362356" y="2815"/>
                </a:moveTo>
                <a:lnTo>
                  <a:pt x="362356" y="51047"/>
                </a:lnTo>
                <a:cubicBezTo>
                  <a:pt x="369738" y="43415"/>
                  <a:pt x="377808" y="39599"/>
                  <a:pt x="386566" y="39599"/>
                </a:cubicBezTo>
                <a:cubicBezTo>
                  <a:pt x="392571" y="39599"/>
                  <a:pt x="398233" y="41368"/>
                  <a:pt x="403550" y="44907"/>
                </a:cubicBezTo>
                <a:cubicBezTo>
                  <a:pt x="408868" y="48445"/>
                  <a:pt x="413028" y="53470"/>
                  <a:pt x="416030" y="59982"/>
                </a:cubicBezTo>
                <a:cubicBezTo>
                  <a:pt x="419033" y="66494"/>
                  <a:pt x="420535" y="74009"/>
                  <a:pt x="420535" y="82526"/>
                </a:cubicBezTo>
                <a:cubicBezTo>
                  <a:pt x="420535" y="92107"/>
                  <a:pt x="418627" y="100812"/>
                  <a:pt x="414811" y="108639"/>
                </a:cubicBezTo>
                <a:cubicBezTo>
                  <a:pt x="410995" y="116467"/>
                  <a:pt x="405896" y="122431"/>
                  <a:pt x="399515" y="126533"/>
                </a:cubicBezTo>
                <a:cubicBezTo>
                  <a:pt x="393134" y="130634"/>
                  <a:pt x="385846" y="132685"/>
                  <a:pt x="377651" y="132685"/>
                </a:cubicBezTo>
                <a:cubicBezTo>
                  <a:pt x="372897" y="132685"/>
                  <a:pt x="368674" y="131934"/>
                  <a:pt x="364983" y="130433"/>
                </a:cubicBezTo>
                <a:cubicBezTo>
                  <a:pt x="361292" y="128932"/>
                  <a:pt x="357664" y="126492"/>
                  <a:pt x="354098" y="123114"/>
                </a:cubicBezTo>
                <a:lnTo>
                  <a:pt x="339554" y="132685"/>
                </a:lnTo>
                <a:lnTo>
                  <a:pt x="336363" y="132685"/>
                </a:lnTo>
                <a:lnTo>
                  <a:pt x="336363" y="21019"/>
                </a:lnTo>
                <a:cubicBezTo>
                  <a:pt x="336363" y="15919"/>
                  <a:pt x="336144" y="12772"/>
                  <a:pt x="335706" y="11577"/>
                </a:cubicBezTo>
                <a:cubicBezTo>
                  <a:pt x="335081" y="9814"/>
                  <a:pt x="334095" y="8507"/>
                  <a:pt x="332750" y="7656"/>
                </a:cubicBezTo>
                <a:cubicBezTo>
                  <a:pt x="331405" y="6806"/>
                  <a:pt x="329138" y="6318"/>
                  <a:pt x="325947" y="6193"/>
                </a:cubicBezTo>
                <a:lnTo>
                  <a:pt x="325947" y="2815"/>
                </a:lnTo>
                <a:lnTo>
                  <a:pt x="362356" y="2815"/>
                </a:lnTo>
                <a:moveTo>
                  <a:pt x="362356" y="59410"/>
                </a:moveTo>
                <a:lnTo>
                  <a:pt x="362356" y="98493"/>
                </a:lnTo>
                <a:cubicBezTo>
                  <a:pt x="362356" y="106448"/>
                  <a:pt x="362544" y="111522"/>
                  <a:pt x="362919" y="113715"/>
                </a:cubicBezTo>
                <a:cubicBezTo>
                  <a:pt x="363545" y="117410"/>
                  <a:pt x="365046" y="120401"/>
                  <a:pt x="367423" y="122688"/>
                </a:cubicBezTo>
                <a:cubicBezTo>
                  <a:pt x="369800" y="124974"/>
                  <a:pt x="372834" y="126116"/>
                  <a:pt x="376525" y="126116"/>
                </a:cubicBezTo>
                <a:cubicBezTo>
                  <a:pt x="379716" y="126116"/>
                  <a:pt x="382453" y="125208"/>
                  <a:pt x="384736" y="123392"/>
                </a:cubicBezTo>
                <a:cubicBezTo>
                  <a:pt x="387019" y="121576"/>
                  <a:pt x="388927" y="117975"/>
                  <a:pt x="390460" y="112589"/>
                </a:cubicBezTo>
                <a:cubicBezTo>
                  <a:pt x="391993" y="107202"/>
                  <a:pt x="392759" y="97492"/>
                  <a:pt x="392759" y="83462"/>
                </a:cubicBezTo>
                <a:cubicBezTo>
                  <a:pt x="392759" y="69994"/>
                  <a:pt x="391070" y="60755"/>
                  <a:pt x="387692" y="55745"/>
                </a:cubicBezTo>
                <a:cubicBezTo>
                  <a:pt x="385252" y="52113"/>
                  <a:pt x="381968" y="50296"/>
                  <a:pt x="377839" y="50296"/>
                </a:cubicBezTo>
                <a:cubicBezTo>
                  <a:pt x="372459" y="50296"/>
                  <a:pt x="367298" y="53334"/>
                  <a:pt x="362356" y="59410"/>
                </a:cubicBezTo>
                <a:close/>
                <a:moveTo>
                  <a:pt x="469582" y="2815"/>
                </a:moveTo>
                <a:lnTo>
                  <a:pt x="469582" y="111853"/>
                </a:lnTo>
                <a:cubicBezTo>
                  <a:pt x="469582" y="118046"/>
                  <a:pt x="470302" y="122003"/>
                  <a:pt x="471741" y="123724"/>
                </a:cubicBezTo>
                <a:cubicBezTo>
                  <a:pt x="473179" y="125444"/>
                  <a:pt x="475995" y="126429"/>
                  <a:pt x="480186" y="126679"/>
                </a:cubicBezTo>
                <a:lnTo>
                  <a:pt x="480186" y="130058"/>
                </a:lnTo>
                <a:lnTo>
                  <a:pt x="432798" y="130058"/>
                </a:lnTo>
                <a:lnTo>
                  <a:pt x="432798" y="126679"/>
                </a:lnTo>
                <a:cubicBezTo>
                  <a:pt x="436677" y="126554"/>
                  <a:pt x="439555" y="125428"/>
                  <a:pt x="441431" y="123301"/>
                </a:cubicBezTo>
                <a:cubicBezTo>
                  <a:pt x="442683" y="121863"/>
                  <a:pt x="443308" y="118046"/>
                  <a:pt x="443308" y="111853"/>
                </a:cubicBezTo>
                <a:lnTo>
                  <a:pt x="443308" y="21019"/>
                </a:lnTo>
                <a:cubicBezTo>
                  <a:pt x="443308" y="14850"/>
                  <a:pt x="442589" y="10900"/>
                  <a:pt x="441150" y="9170"/>
                </a:cubicBezTo>
                <a:cubicBezTo>
                  <a:pt x="439711" y="7438"/>
                  <a:pt x="436927" y="6445"/>
                  <a:pt x="432798" y="6193"/>
                </a:cubicBezTo>
                <a:lnTo>
                  <a:pt x="432798" y="2815"/>
                </a:lnTo>
                <a:lnTo>
                  <a:pt x="469582" y="2815"/>
                </a:lnTo>
                <a:close/>
                <a:moveTo>
                  <a:pt x="562789" y="82952"/>
                </a:moveTo>
                <a:lnTo>
                  <a:pt x="514651" y="82952"/>
                </a:lnTo>
                <a:cubicBezTo>
                  <a:pt x="515214" y="94619"/>
                  <a:pt x="518311" y="103839"/>
                  <a:pt x="523941" y="110613"/>
                </a:cubicBezTo>
                <a:cubicBezTo>
                  <a:pt x="528258" y="115819"/>
                  <a:pt x="533450" y="118422"/>
                  <a:pt x="539518" y="118422"/>
                </a:cubicBezTo>
                <a:cubicBezTo>
                  <a:pt x="543271" y="118422"/>
                  <a:pt x="546681" y="117374"/>
                  <a:pt x="549746" y="115278"/>
                </a:cubicBezTo>
                <a:cubicBezTo>
                  <a:pt x="552811" y="113183"/>
                  <a:pt x="556096" y="109414"/>
                  <a:pt x="559599" y="103971"/>
                </a:cubicBezTo>
                <a:lnTo>
                  <a:pt x="562789" y="106035"/>
                </a:lnTo>
                <a:cubicBezTo>
                  <a:pt x="558035" y="115732"/>
                  <a:pt x="552780" y="122598"/>
                  <a:pt x="547025" y="126633"/>
                </a:cubicBezTo>
                <a:cubicBezTo>
                  <a:pt x="541270" y="130668"/>
                  <a:pt x="534607" y="132685"/>
                  <a:pt x="527038" y="132685"/>
                </a:cubicBezTo>
                <a:cubicBezTo>
                  <a:pt x="514026" y="132685"/>
                  <a:pt x="504173" y="127675"/>
                  <a:pt x="497479" y="117656"/>
                </a:cubicBezTo>
                <a:cubicBezTo>
                  <a:pt x="492099" y="109579"/>
                  <a:pt x="489409" y="99560"/>
                  <a:pt x="489409" y="87599"/>
                </a:cubicBezTo>
                <a:cubicBezTo>
                  <a:pt x="489409" y="72945"/>
                  <a:pt x="493366" y="61282"/>
                  <a:pt x="501279" y="52610"/>
                </a:cubicBezTo>
                <a:cubicBezTo>
                  <a:pt x="509193" y="43936"/>
                  <a:pt x="518467" y="39599"/>
                  <a:pt x="529102" y="39599"/>
                </a:cubicBezTo>
                <a:cubicBezTo>
                  <a:pt x="537985" y="39599"/>
                  <a:pt x="545696" y="43243"/>
                  <a:pt x="552233" y="50531"/>
                </a:cubicBezTo>
                <a:cubicBezTo>
                  <a:pt x="558770" y="57819"/>
                  <a:pt x="562289" y="68626"/>
                  <a:pt x="562789" y="82952"/>
                </a:cubicBezTo>
                <a:moveTo>
                  <a:pt x="539706" y="76758"/>
                </a:moveTo>
                <a:cubicBezTo>
                  <a:pt x="539706" y="66687"/>
                  <a:pt x="539158" y="59774"/>
                  <a:pt x="538063" y="56020"/>
                </a:cubicBezTo>
                <a:cubicBezTo>
                  <a:pt x="536969" y="52267"/>
                  <a:pt x="535264" y="49421"/>
                  <a:pt x="532949" y="47481"/>
                </a:cubicBezTo>
                <a:cubicBezTo>
                  <a:pt x="531636" y="46355"/>
                  <a:pt x="529884" y="45792"/>
                  <a:pt x="527695" y="45792"/>
                </a:cubicBezTo>
                <a:cubicBezTo>
                  <a:pt x="524442" y="45792"/>
                  <a:pt x="521783" y="47387"/>
                  <a:pt x="519718" y="50578"/>
                </a:cubicBezTo>
                <a:cubicBezTo>
                  <a:pt x="516027" y="56146"/>
                  <a:pt x="514182" y="63778"/>
                  <a:pt x="514182" y="73474"/>
                </a:cubicBezTo>
                <a:lnTo>
                  <a:pt x="514182" y="76758"/>
                </a:lnTo>
                <a:lnTo>
                  <a:pt x="539706" y="76758"/>
                </a:lnTo>
                <a:close/>
                <a:moveTo>
                  <a:pt x="685553" y="126679"/>
                </a:moveTo>
                <a:lnTo>
                  <a:pt x="685553" y="130058"/>
                </a:lnTo>
                <a:lnTo>
                  <a:pt x="619023" y="130058"/>
                </a:lnTo>
                <a:lnTo>
                  <a:pt x="619023" y="126679"/>
                </a:lnTo>
                <a:lnTo>
                  <a:pt x="623246" y="126679"/>
                </a:lnTo>
                <a:cubicBezTo>
                  <a:pt x="626937" y="126679"/>
                  <a:pt x="629908" y="126020"/>
                  <a:pt x="632160" y="124700"/>
                </a:cubicBezTo>
                <a:cubicBezTo>
                  <a:pt x="633787" y="123818"/>
                  <a:pt x="635038" y="122309"/>
                  <a:pt x="635914" y="120172"/>
                </a:cubicBezTo>
                <a:cubicBezTo>
                  <a:pt x="636602" y="118663"/>
                  <a:pt x="636946" y="114702"/>
                  <a:pt x="636946" y="108287"/>
                </a:cubicBezTo>
                <a:lnTo>
                  <a:pt x="636946" y="24585"/>
                </a:lnTo>
                <a:cubicBezTo>
                  <a:pt x="636946" y="18046"/>
                  <a:pt x="636602" y="13959"/>
                  <a:pt x="635914" y="12325"/>
                </a:cubicBezTo>
                <a:cubicBezTo>
                  <a:pt x="635226" y="10689"/>
                  <a:pt x="633834" y="9258"/>
                  <a:pt x="631738" y="8032"/>
                </a:cubicBezTo>
                <a:cubicBezTo>
                  <a:pt x="629642" y="6806"/>
                  <a:pt x="626812" y="6193"/>
                  <a:pt x="623246" y="6193"/>
                </a:cubicBezTo>
                <a:lnTo>
                  <a:pt x="619023" y="6193"/>
                </a:lnTo>
                <a:lnTo>
                  <a:pt x="619023" y="2815"/>
                </a:lnTo>
                <a:lnTo>
                  <a:pt x="685553" y="2815"/>
                </a:lnTo>
                <a:lnTo>
                  <a:pt x="685553" y="6193"/>
                </a:lnTo>
                <a:lnTo>
                  <a:pt x="681331" y="6193"/>
                </a:lnTo>
                <a:cubicBezTo>
                  <a:pt x="677640" y="6193"/>
                  <a:pt x="674668" y="6853"/>
                  <a:pt x="672416" y="8173"/>
                </a:cubicBezTo>
                <a:cubicBezTo>
                  <a:pt x="670790" y="9054"/>
                  <a:pt x="669507" y="10563"/>
                  <a:pt x="668569" y="12700"/>
                </a:cubicBezTo>
                <a:cubicBezTo>
                  <a:pt x="667881" y="14209"/>
                  <a:pt x="667537" y="18171"/>
                  <a:pt x="667537" y="24585"/>
                </a:cubicBezTo>
                <a:lnTo>
                  <a:pt x="667537" y="108287"/>
                </a:lnTo>
                <a:cubicBezTo>
                  <a:pt x="667537" y="114827"/>
                  <a:pt x="667896" y="118914"/>
                  <a:pt x="668616" y="120551"/>
                </a:cubicBezTo>
                <a:cubicBezTo>
                  <a:pt x="669335" y="122185"/>
                  <a:pt x="670743" y="123615"/>
                  <a:pt x="672838" y="124841"/>
                </a:cubicBezTo>
                <a:cubicBezTo>
                  <a:pt x="674934" y="126067"/>
                  <a:pt x="677765" y="126679"/>
                  <a:pt x="681331" y="126679"/>
                </a:cubicBezTo>
                <a:lnTo>
                  <a:pt x="685553" y="126679"/>
                </a:lnTo>
                <a:close/>
                <a:moveTo>
                  <a:pt x="732253" y="42226"/>
                </a:moveTo>
                <a:lnTo>
                  <a:pt x="732253" y="53675"/>
                </a:lnTo>
                <a:cubicBezTo>
                  <a:pt x="736757" y="48762"/>
                  <a:pt x="741073" y="45188"/>
                  <a:pt x="745202" y="42954"/>
                </a:cubicBezTo>
                <a:cubicBezTo>
                  <a:pt x="749331" y="40717"/>
                  <a:pt x="753773" y="39599"/>
                  <a:pt x="758527" y="39599"/>
                </a:cubicBezTo>
                <a:cubicBezTo>
                  <a:pt x="764220" y="39599"/>
                  <a:pt x="768943" y="41181"/>
                  <a:pt x="772696" y="44344"/>
                </a:cubicBezTo>
                <a:cubicBezTo>
                  <a:pt x="776450" y="47507"/>
                  <a:pt x="778952" y="51437"/>
                  <a:pt x="780203" y="56135"/>
                </a:cubicBezTo>
                <a:cubicBezTo>
                  <a:pt x="781204" y="59706"/>
                  <a:pt x="781705" y="66566"/>
                  <a:pt x="781705" y="76714"/>
                </a:cubicBezTo>
                <a:lnTo>
                  <a:pt x="781705" y="110915"/>
                </a:lnTo>
                <a:cubicBezTo>
                  <a:pt x="781705" y="117671"/>
                  <a:pt x="782315" y="121878"/>
                  <a:pt x="783534" y="123536"/>
                </a:cubicBezTo>
                <a:cubicBezTo>
                  <a:pt x="784754" y="125194"/>
                  <a:pt x="787303" y="126242"/>
                  <a:pt x="791182" y="126679"/>
                </a:cubicBezTo>
                <a:lnTo>
                  <a:pt x="791182" y="130058"/>
                </a:lnTo>
                <a:lnTo>
                  <a:pt x="746797" y="130058"/>
                </a:lnTo>
                <a:lnTo>
                  <a:pt x="746797" y="126679"/>
                </a:lnTo>
                <a:cubicBezTo>
                  <a:pt x="750113" y="126242"/>
                  <a:pt x="752490" y="124865"/>
                  <a:pt x="753929" y="122551"/>
                </a:cubicBezTo>
                <a:cubicBezTo>
                  <a:pt x="754930" y="120987"/>
                  <a:pt x="755430" y="117108"/>
                  <a:pt x="755430" y="110915"/>
                </a:cubicBezTo>
                <a:lnTo>
                  <a:pt x="755430" y="71879"/>
                </a:lnTo>
                <a:cubicBezTo>
                  <a:pt x="755430" y="64685"/>
                  <a:pt x="755149" y="60149"/>
                  <a:pt x="754586" y="58273"/>
                </a:cubicBezTo>
                <a:cubicBezTo>
                  <a:pt x="754023" y="56396"/>
                  <a:pt x="753069" y="54941"/>
                  <a:pt x="751724" y="53909"/>
                </a:cubicBezTo>
                <a:cubicBezTo>
                  <a:pt x="750379" y="52877"/>
                  <a:pt x="748893" y="52361"/>
                  <a:pt x="747267" y="52361"/>
                </a:cubicBezTo>
                <a:cubicBezTo>
                  <a:pt x="741887" y="52361"/>
                  <a:pt x="736882" y="56239"/>
                  <a:pt x="732253" y="63997"/>
                </a:cubicBezTo>
                <a:lnTo>
                  <a:pt x="732253" y="110915"/>
                </a:lnTo>
                <a:cubicBezTo>
                  <a:pt x="732253" y="117483"/>
                  <a:pt x="732863" y="121644"/>
                  <a:pt x="734082" y="123395"/>
                </a:cubicBezTo>
                <a:cubicBezTo>
                  <a:pt x="735302" y="125147"/>
                  <a:pt x="737570" y="126242"/>
                  <a:pt x="740886" y="126679"/>
                </a:cubicBezTo>
                <a:lnTo>
                  <a:pt x="740886" y="130058"/>
                </a:lnTo>
                <a:lnTo>
                  <a:pt x="696501" y="130058"/>
                </a:lnTo>
                <a:lnTo>
                  <a:pt x="696501" y="126679"/>
                </a:lnTo>
                <a:cubicBezTo>
                  <a:pt x="700192" y="126304"/>
                  <a:pt x="702819" y="125116"/>
                  <a:pt x="704383" y="123114"/>
                </a:cubicBezTo>
                <a:cubicBezTo>
                  <a:pt x="705447" y="121737"/>
                  <a:pt x="705978" y="117671"/>
                  <a:pt x="705978" y="110915"/>
                </a:cubicBezTo>
                <a:lnTo>
                  <a:pt x="705978" y="61369"/>
                </a:lnTo>
                <a:cubicBezTo>
                  <a:pt x="705978" y="54658"/>
                  <a:pt x="705368" y="50479"/>
                  <a:pt x="704149" y="48833"/>
                </a:cubicBezTo>
                <a:cubicBezTo>
                  <a:pt x="702929" y="47187"/>
                  <a:pt x="700379" y="46111"/>
                  <a:pt x="696501" y="45605"/>
                </a:cubicBezTo>
                <a:lnTo>
                  <a:pt x="696501" y="42226"/>
                </a:lnTo>
                <a:lnTo>
                  <a:pt x="732253" y="42226"/>
                </a:lnTo>
                <a:close/>
                <a:moveTo>
                  <a:pt x="841731" y="51422"/>
                </a:moveTo>
                <a:lnTo>
                  <a:pt x="841731" y="112416"/>
                </a:lnTo>
                <a:cubicBezTo>
                  <a:pt x="841731" y="118297"/>
                  <a:pt x="842357" y="121988"/>
                  <a:pt x="843608" y="123489"/>
                </a:cubicBezTo>
                <a:cubicBezTo>
                  <a:pt x="845610" y="125804"/>
                  <a:pt x="849301" y="126867"/>
                  <a:pt x="854681" y="126679"/>
                </a:cubicBezTo>
                <a:lnTo>
                  <a:pt x="854681" y="130058"/>
                </a:lnTo>
                <a:lnTo>
                  <a:pt x="802977" y="130058"/>
                </a:lnTo>
                <a:lnTo>
                  <a:pt x="802977" y="126679"/>
                </a:lnTo>
                <a:cubicBezTo>
                  <a:pt x="806918" y="126617"/>
                  <a:pt x="809717" y="126163"/>
                  <a:pt x="811375" y="125319"/>
                </a:cubicBezTo>
                <a:cubicBezTo>
                  <a:pt x="813033" y="124474"/>
                  <a:pt x="814174" y="123301"/>
                  <a:pt x="814800" y="121800"/>
                </a:cubicBezTo>
                <a:cubicBezTo>
                  <a:pt x="815426" y="120299"/>
                  <a:pt x="815738" y="117171"/>
                  <a:pt x="815738" y="112416"/>
                </a:cubicBezTo>
                <a:lnTo>
                  <a:pt x="815738" y="51422"/>
                </a:lnTo>
                <a:lnTo>
                  <a:pt x="802977" y="51422"/>
                </a:lnTo>
                <a:lnTo>
                  <a:pt x="802977" y="42226"/>
                </a:lnTo>
                <a:lnTo>
                  <a:pt x="815738" y="42226"/>
                </a:lnTo>
                <a:lnTo>
                  <a:pt x="815738" y="35781"/>
                </a:lnTo>
                <a:lnTo>
                  <a:pt x="815645" y="31388"/>
                </a:lnTo>
                <a:cubicBezTo>
                  <a:pt x="815645" y="22421"/>
                  <a:pt x="818944" y="14948"/>
                  <a:pt x="825544" y="8970"/>
                </a:cubicBezTo>
                <a:cubicBezTo>
                  <a:pt x="832144" y="2990"/>
                  <a:pt x="841074" y="0"/>
                  <a:pt x="852335" y="0"/>
                </a:cubicBezTo>
                <a:cubicBezTo>
                  <a:pt x="860029" y="0"/>
                  <a:pt x="865738" y="1445"/>
                  <a:pt x="869460" y="4334"/>
                </a:cubicBezTo>
                <a:cubicBezTo>
                  <a:pt x="873182" y="7222"/>
                  <a:pt x="875043" y="10424"/>
                  <a:pt x="875043" y="13941"/>
                </a:cubicBezTo>
                <a:cubicBezTo>
                  <a:pt x="875043" y="16767"/>
                  <a:pt x="873886" y="19217"/>
                  <a:pt x="871571" y="21289"/>
                </a:cubicBezTo>
                <a:cubicBezTo>
                  <a:pt x="869257" y="23361"/>
                  <a:pt x="866191" y="24398"/>
                  <a:pt x="862375" y="24398"/>
                </a:cubicBezTo>
                <a:cubicBezTo>
                  <a:pt x="859122" y="24398"/>
                  <a:pt x="856542" y="23553"/>
                  <a:pt x="854634" y="21864"/>
                </a:cubicBezTo>
                <a:cubicBezTo>
                  <a:pt x="852726" y="20175"/>
                  <a:pt x="851772" y="18298"/>
                  <a:pt x="851772" y="16234"/>
                </a:cubicBezTo>
                <a:cubicBezTo>
                  <a:pt x="851772" y="15671"/>
                  <a:pt x="851959" y="14513"/>
                  <a:pt x="852335" y="12762"/>
                </a:cubicBezTo>
                <a:cubicBezTo>
                  <a:pt x="852585" y="11698"/>
                  <a:pt x="852710" y="10697"/>
                  <a:pt x="852710" y="9759"/>
                </a:cubicBezTo>
                <a:cubicBezTo>
                  <a:pt x="852710" y="8445"/>
                  <a:pt x="852335" y="7476"/>
                  <a:pt x="851584" y="6850"/>
                </a:cubicBezTo>
                <a:cubicBezTo>
                  <a:pt x="850583" y="5912"/>
                  <a:pt x="849363" y="5443"/>
                  <a:pt x="847924" y="5443"/>
                </a:cubicBezTo>
                <a:cubicBezTo>
                  <a:pt x="846110" y="5443"/>
                  <a:pt x="844593" y="6187"/>
                  <a:pt x="843373" y="7677"/>
                </a:cubicBezTo>
                <a:cubicBezTo>
                  <a:pt x="842153" y="9167"/>
                  <a:pt x="841543" y="11557"/>
                  <a:pt x="841543" y="14847"/>
                </a:cubicBezTo>
                <a:lnTo>
                  <a:pt x="841731" y="31145"/>
                </a:lnTo>
                <a:lnTo>
                  <a:pt x="841731" y="42226"/>
                </a:lnTo>
                <a:lnTo>
                  <a:pt x="854681" y="42226"/>
                </a:lnTo>
                <a:lnTo>
                  <a:pt x="854681" y="51422"/>
                </a:lnTo>
                <a:lnTo>
                  <a:pt x="841731" y="51422"/>
                </a:lnTo>
                <a:close/>
              </a:path>
            </a:pathLst>
          </a:custGeom>
          <a:solidFill xmlns:a="http://schemas.openxmlformats.org/drawingml/2006/main">
            <a:srgbClr val="1C45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Text ormation">
            <a:extLst xmlns:a="http://schemas.openxmlformats.org/drawingml/2006/main">
              <a:ext uri="{FF2B5EF4-FFF2-40B4-BE49-F238E27FC236}">
                <a16:creationId xmlns:a16="http://schemas.microsoft.com/office/drawing/2014/main" id="{ADFEB312-B9A7-44AC-BE7B-E4239C37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937" y="3267606"/>
            <a:ext cx="745019" cy="132685"/>
          </a:xfrm>
          <a:custGeom xmlns:a="http://schemas.openxmlformats.org/drawingml/2006/main">
            <a:pathLst>
              <a:path w="745019" h="132685">
                <a:moveTo>
                  <a:pt x="40913" y="39599"/>
                </a:moveTo>
                <a:cubicBezTo>
                  <a:pt x="48545" y="39599"/>
                  <a:pt x="55645" y="41572"/>
                  <a:pt x="62214" y="45517"/>
                </a:cubicBezTo>
                <a:cubicBezTo>
                  <a:pt x="68782" y="49462"/>
                  <a:pt x="73771" y="55066"/>
                  <a:pt x="77181" y="62331"/>
                </a:cubicBezTo>
                <a:cubicBezTo>
                  <a:pt x="80590" y="69596"/>
                  <a:pt x="82295" y="77548"/>
                  <a:pt x="82295" y="86189"/>
                </a:cubicBezTo>
                <a:cubicBezTo>
                  <a:pt x="82295" y="98650"/>
                  <a:pt x="79136" y="109076"/>
                  <a:pt x="72817" y="117469"/>
                </a:cubicBezTo>
                <a:cubicBezTo>
                  <a:pt x="65185" y="127613"/>
                  <a:pt x="54644" y="132685"/>
                  <a:pt x="41194" y="132685"/>
                </a:cubicBezTo>
                <a:cubicBezTo>
                  <a:pt x="27995" y="132685"/>
                  <a:pt x="17829" y="128051"/>
                  <a:pt x="10697" y="118783"/>
                </a:cubicBezTo>
                <a:cubicBezTo>
                  <a:pt x="3566" y="109514"/>
                  <a:pt x="0" y="98775"/>
                  <a:pt x="0" y="86564"/>
                </a:cubicBezTo>
                <a:cubicBezTo>
                  <a:pt x="0" y="73978"/>
                  <a:pt x="3644" y="63004"/>
                  <a:pt x="10932" y="53642"/>
                </a:cubicBezTo>
                <a:cubicBezTo>
                  <a:pt x="18220" y="44280"/>
                  <a:pt x="28214" y="39599"/>
                  <a:pt x="40913" y="39599"/>
                </a:cubicBezTo>
                <a:moveTo>
                  <a:pt x="41288" y="46168"/>
                </a:moveTo>
                <a:cubicBezTo>
                  <a:pt x="38098" y="46168"/>
                  <a:pt x="35361" y="47374"/>
                  <a:pt x="33077" y="49786"/>
                </a:cubicBezTo>
                <a:cubicBezTo>
                  <a:pt x="30794" y="52197"/>
                  <a:pt x="29293" y="56956"/>
                  <a:pt x="28573" y="64064"/>
                </a:cubicBezTo>
                <a:cubicBezTo>
                  <a:pt x="27854" y="71172"/>
                  <a:pt x="27494" y="81052"/>
                  <a:pt x="27494" y="93705"/>
                </a:cubicBezTo>
                <a:cubicBezTo>
                  <a:pt x="27494" y="100406"/>
                  <a:pt x="27932" y="106670"/>
                  <a:pt x="28808" y="112495"/>
                </a:cubicBezTo>
                <a:cubicBezTo>
                  <a:pt x="29496" y="116941"/>
                  <a:pt x="30966" y="120323"/>
                  <a:pt x="33218" y="122642"/>
                </a:cubicBezTo>
                <a:cubicBezTo>
                  <a:pt x="35470" y="124958"/>
                  <a:pt x="38035" y="126116"/>
                  <a:pt x="40913" y="126116"/>
                </a:cubicBezTo>
                <a:cubicBezTo>
                  <a:pt x="43728" y="126116"/>
                  <a:pt x="46074" y="125333"/>
                  <a:pt x="47951" y="123768"/>
                </a:cubicBezTo>
                <a:cubicBezTo>
                  <a:pt x="50390" y="121639"/>
                  <a:pt x="52017" y="118663"/>
                  <a:pt x="52830" y="114841"/>
                </a:cubicBezTo>
                <a:cubicBezTo>
                  <a:pt x="54081" y="108893"/>
                  <a:pt x="54707" y="96868"/>
                  <a:pt x="54707" y="78767"/>
                </a:cubicBezTo>
                <a:cubicBezTo>
                  <a:pt x="54707" y="68121"/>
                  <a:pt x="54112" y="60809"/>
                  <a:pt x="52924" y="56833"/>
                </a:cubicBezTo>
                <a:cubicBezTo>
                  <a:pt x="51735" y="52854"/>
                  <a:pt x="49984" y="49957"/>
                  <a:pt x="47669" y="48141"/>
                </a:cubicBezTo>
                <a:cubicBezTo>
                  <a:pt x="46043" y="46825"/>
                  <a:pt x="43916" y="46168"/>
                  <a:pt x="41288" y="46168"/>
                </a:cubicBezTo>
                <a:close/>
                <a:moveTo>
                  <a:pt x="132029" y="42226"/>
                </a:moveTo>
                <a:lnTo>
                  <a:pt x="132029" y="62120"/>
                </a:lnTo>
                <a:cubicBezTo>
                  <a:pt x="137846" y="53049"/>
                  <a:pt x="142945" y="47028"/>
                  <a:pt x="147324" y="44056"/>
                </a:cubicBezTo>
                <a:cubicBezTo>
                  <a:pt x="151703" y="41085"/>
                  <a:pt x="155926" y="39599"/>
                  <a:pt x="159992" y="39599"/>
                </a:cubicBezTo>
                <a:cubicBezTo>
                  <a:pt x="163495" y="39599"/>
                  <a:pt x="166295" y="40682"/>
                  <a:pt x="168390" y="42848"/>
                </a:cubicBezTo>
                <a:cubicBezTo>
                  <a:pt x="170486" y="45014"/>
                  <a:pt x="171534" y="48075"/>
                  <a:pt x="171534" y="52029"/>
                </a:cubicBezTo>
                <a:cubicBezTo>
                  <a:pt x="171534" y="56236"/>
                  <a:pt x="170517" y="59502"/>
                  <a:pt x="168484" y="61827"/>
                </a:cubicBezTo>
                <a:cubicBezTo>
                  <a:pt x="166451" y="64149"/>
                  <a:pt x="163996" y="65310"/>
                  <a:pt x="161118" y="65310"/>
                </a:cubicBezTo>
                <a:cubicBezTo>
                  <a:pt x="157802" y="65310"/>
                  <a:pt x="154925" y="64247"/>
                  <a:pt x="152485" y="62120"/>
                </a:cubicBezTo>
                <a:cubicBezTo>
                  <a:pt x="150045" y="59993"/>
                  <a:pt x="148606" y="58804"/>
                  <a:pt x="148168" y="58554"/>
                </a:cubicBezTo>
                <a:cubicBezTo>
                  <a:pt x="147543" y="58179"/>
                  <a:pt x="146823" y="57991"/>
                  <a:pt x="146010" y="57991"/>
                </a:cubicBezTo>
                <a:cubicBezTo>
                  <a:pt x="144196" y="57991"/>
                  <a:pt x="142476" y="58679"/>
                  <a:pt x="140849" y="60055"/>
                </a:cubicBezTo>
                <a:cubicBezTo>
                  <a:pt x="138284" y="62182"/>
                  <a:pt x="136345" y="65216"/>
                  <a:pt x="135031" y="69158"/>
                </a:cubicBezTo>
                <a:cubicBezTo>
                  <a:pt x="133030" y="75226"/>
                  <a:pt x="132029" y="81919"/>
                  <a:pt x="132029" y="89239"/>
                </a:cubicBezTo>
                <a:lnTo>
                  <a:pt x="132029" y="109414"/>
                </a:lnTo>
                <a:lnTo>
                  <a:pt x="132122" y="114668"/>
                </a:lnTo>
                <a:cubicBezTo>
                  <a:pt x="132122" y="118234"/>
                  <a:pt x="132341" y="120518"/>
                  <a:pt x="132779" y="121518"/>
                </a:cubicBezTo>
                <a:cubicBezTo>
                  <a:pt x="133530" y="123208"/>
                  <a:pt x="134640" y="124443"/>
                  <a:pt x="136110" y="125225"/>
                </a:cubicBezTo>
                <a:cubicBezTo>
                  <a:pt x="137581" y="126007"/>
                  <a:pt x="140067" y="126492"/>
                  <a:pt x="143570" y="126679"/>
                </a:cubicBezTo>
                <a:lnTo>
                  <a:pt x="143570" y="130058"/>
                </a:lnTo>
                <a:lnTo>
                  <a:pt x="96183" y="130058"/>
                </a:lnTo>
                <a:lnTo>
                  <a:pt x="96183" y="126679"/>
                </a:lnTo>
                <a:cubicBezTo>
                  <a:pt x="99999" y="126367"/>
                  <a:pt x="102580" y="125319"/>
                  <a:pt x="103925" y="123536"/>
                </a:cubicBezTo>
                <a:cubicBezTo>
                  <a:pt x="105270" y="121753"/>
                  <a:pt x="105942" y="117046"/>
                  <a:pt x="105942" y="109414"/>
                </a:cubicBezTo>
                <a:lnTo>
                  <a:pt x="105942" y="60806"/>
                </a:lnTo>
                <a:cubicBezTo>
                  <a:pt x="105942" y="55770"/>
                  <a:pt x="105692" y="52560"/>
                  <a:pt x="105191" y="51176"/>
                </a:cubicBezTo>
                <a:cubicBezTo>
                  <a:pt x="104566" y="49413"/>
                  <a:pt x="103659" y="48123"/>
                  <a:pt x="102470" y="47305"/>
                </a:cubicBezTo>
                <a:cubicBezTo>
                  <a:pt x="101281" y="46486"/>
                  <a:pt x="99186" y="45919"/>
                  <a:pt x="96183" y="45605"/>
                </a:cubicBezTo>
                <a:lnTo>
                  <a:pt x="96183" y="42226"/>
                </a:lnTo>
                <a:lnTo>
                  <a:pt x="132029" y="42226"/>
                </a:lnTo>
                <a:close/>
                <a:moveTo>
                  <a:pt x="217163" y="42226"/>
                </a:moveTo>
                <a:lnTo>
                  <a:pt x="217163" y="53862"/>
                </a:lnTo>
                <a:cubicBezTo>
                  <a:pt x="221980" y="48572"/>
                  <a:pt x="226437" y="44872"/>
                  <a:pt x="230534" y="42763"/>
                </a:cubicBezTo>
                <a:cubicBezTo>
                  <a:pt x="234632" y="40654"/>
                  <a:pt x="239120" y="39599"/>
                  <a:pt x="244000" y="39599"/>
                </a:cubicBezTo>
                <a:cubicBezTo>
                  <a:pt x="249630" y="39599"/>
                  <a:pt x="254353" y="40921"/>
                  <a:pt x="258169" y="43564"/>
                </a:cubicBezTo>
                <a:cubicBezTo>
                  <a:pt x="261985" y="46207"/>
                  <a:pt x="264926" y="50234"/>
                  <a:pt x="266990" y="55645"/>
                </a:cubicBezTo>
                <a:cubicBezTo>
                  <a:pt x="271995" y="49982"/>
                  <a:pt x="276796" y="45892"/>
                  <a:pt x="281394" y="43376"/>
                </a:cubicBezTo>
                <a:cubicBezTo>
                  <a:pt x="285992" y="40858"/>
                  <a:pt x="290793" y="39599"/>
                  <a:pt x="295798" y="39599"/>
                </a:cubicBezTo>
                <a:cubicBezTo>
                  <a:pt x="301866" y="39599"/>
                  <a:pt x="306698" y="40993"/>
                  <a:pt x="310296" y="43781"/>
                </a:cubicBezTo>
                <a:cubicBezTo>
                  <a:pt x="313893" y="46568"/>
                  <a:pt x="316395" y="50108"/>
                  <a:pt x="317802" y="54399"/>
                </a:cubicBezTo>
                <a:cubicBezTo>
                  <a:pt x="319210" y="58690"/>
                  <a:pt x="319914" y="65533"/>
                  <a:pt x="319914" y="74929"/>
                </a:cubicBezTo>
                <a:lnTo>
                  <a:pt x="319914" y="110915"/>
                </a:lnTo>
                <a:cubicBezTo>
                  <a:pt x="319914" y="117671"/>
                  <a:pt x="320524" y="121863"/>
                  <a:pt x="321744" y="123489"/>
                </a:cubicBezTo>
                <a:cubicBezTo>
                  <a:pt x="322963" y="125116"/>
                  <a:pt x="325513" y="126179"/>
                  <a:pt x="329391" y="126679"/>
                </a:cubicBezTo>
                <a:lnTo>
                  <a:pt x="329391" y="130058"/>
                </a:lnTo>
                <a:lnTo>
                  <a:pt x="284068" y="130058"/>
                </a:lnTo>
                <a:lnTo>
                  <a:pt x="284068" y="126679"/>
                </a:lnTo>
                <a:cubicBezTo>
                  <a:pt x="287634" y="126367"/>
                  <a:pt x="290261" y="124990"/>
                  <a:pt x="291950" y="122551"/>
                </a:cubicBezTo>
                <a:cubicBezTo>
                  <a:pt x="293076" y="120862"/>
                  <a:pt x="293640" y="116983"/>
                  <a:pt x="293640" y="110915"/>
                </a:cubicBezTo>
                <a:lnTo>
                  <a:pt x="293640" y="73193"/>
                </a:lnTo>
                <a:cubicBezTo>
                  <a:pt x="293640" y="65373"/>
                  <a:pt x="293327" y="60400"/>
                  <a:pt x="292701" y="58273"/>
                </a:cubicBezTo>
                <a:cubicBezTo>
                  <a:pt x="292076" y="56146"/>
                  <a:pt x="291090" y="54566"/>
                  <a:pt x="289745" y="53534"/>
                </a:cubicBezTo>
                <a:cubicBezTo>
                  <a:pt x="288400" y="52502"/>
                  <a:pt x="286821" y="51985"/>
                  <a:pt x="285007" y="51985"/>
                </a:cubicBezTo>
                <a:cubicBezTo>
                  <a:pt x="282317" y="51985"/>
                  <a:pt x="279595" y="52971"/>
                  <a:pt x="276843" y="54941"/>
                </a:cubicBezTo>
                <a:cubicBezTo>
                  <a:pt x="274090" y="56912"/>
                  <a:pt x="271306" y="59868"/>
                  <a:pt x="268491" y="63809"/>
                </a:cubicBezTo>
                <a:lnTo>
                  <a:pt x="268491" y="110915"/>
                </a:lnTo>
                <a:cubicBezTo>
                  <a:pt x="268491" y="117233"/>
                  <a:pt x="269023" y="121206"/>
                  <a:pt x="270087" y="122832"/>
                </a:cubicBezTo>
                <a:cubicBezTo>
                  <a:pt x="271525" y="125147"/>
                  <a:pt x="274278" y="126429"/>
                  <a:pt x="278344" y="126679"/>
                </a:cubicBezTo>
                <a:lnTo>
                  <a:pt x="278344" y="130058"/>
                </a:lnTo>
                <a:lnTo>
                  <a:pt x="232927" y="130058"/>
                </a:lnTo>
                <a:lnTo>
                  <a:pt x="232927" y="126679"/>
                </a:lnTo>
                <a:cubicBezTo>
                  <a:pt x="235367" y="126554"/>
                  <a:pt x="237291" y="125944"/>
                  <a:pt x="238698" y="124850"/>
                </a:cubicBezTo>
                <a:cubicBezTo>
                  <a:pt x="240106" y="123755"/>
                  <a:pt x="241044" y="122441"/>
                  <a:pt x="241513" y="120909"/>
                </a:cubicBezTo>
                <a:cubicBezTo>
                  <a:pt x="241982" y="119376"/>
                  <a:pt x="242217" y="116045"/>
                  <a:pt x="242217" y="110915"/>
                </a:cubicBezTo>
                <a:lnTo>
                  <a:pt x="242217" y="73134"/>
                </a:lnTo>
                <a:cubicBezTo>
                  <a:pt x="242217" y="65175"/>
                  <a:pt x="241904" y="60194"/>
                  <a:pt x="241279" y="58190"/>
                </a:cubicBezTo>
                <a:cubicBezTo>
                  <a:pt x="240653" y="56185"/>
                  <a:pt x="239605" y="54618"/>
                  <a:pt x="238135" y="53490"/>
                </a:cubicBezTo>
                <a:cubicBezTo>
                  <a:pt x="236665" y="52362"/>
                  <a:pt x="235085" y="51798"/>
                  <a:pt x="233396" y="51798"/>
                </a:cubicBezTo>
                <a:cubicBezTo>
                  <a:pt x="230894" y="51798"/>
                  <a:pt x="228611" y="52460"/>
                  <a:pt x="226546" y="53783"/>
                </a:cubicBezTo>
                <a:cubicBezTo>
                  <a:pt x="223606" y="55738"/>
                  <a:pt x="220478" y="59080"/>
                  <a:pt x="217163" y="63809"/>
                </a:cubicBezTo>
                <a:lnTo>
                  <a:pt x="217163" y="110915"/>
                </a:lnTo>
                <a:cubicBezTo>
                  <a:pt x="217163" y="117108"/>
                  <a:pt x="217773" y="121190"/>
                  <a:pt x="218992" y="123161"/>
                </a:cubicBezTo>
                <a:cubicBezTo>
                  <a:pt x="220212" y="125131"/>
                  <a:pt x="222762" y="126304"/>
                  <a:pt x="226640" y="126679"/>
                </a:cubicBezTo>
                <a:lnTo>
                  <a:pt x="226640" y="130058"/>
                </a:lnTo>
                <a:lnTo>
                  <a:pt x="181411" y="130058"/>
                </a:lnTo>
                <a:lnTo>
                  <a:pt x="181411" y="126679"/>
                </a:lnTo>
                <a:cubicBezTo>
                  <a:pt x="185102" y="126304"/>
                  <a:pt x="187729" y="125116"/>
                  <a:pt x="189293" y="123114"/>
                </a:cubicBezTo>
                <a:cubicBezTo>
                  <a:pt x="190357" y="121737"/>
                  <a:pt x="190888" y="117671"/>
                  <a:pt x="190888" y="110915"/>
                </a:cubicBezTo>
                <a:lnTo>
                  <a:pt x="190888" y="61369"/>
                </a:lnTo>
                <a:cubicBezTo>
                  <a:pt x="190888" y="54658"/>
                  <a:pt x="190278" y="50479"/>
                  <a:pt x="189059" y="48833"/>
                </a:cubicBezTo>
                <a:cubicBezTo>
                  <a:pt x="187839" y="47187"/>
                  <a:pt x="185289" y="46111"/>
                  <a:pt x="181411" y="45605"/>
                </a:cubicBezTo>
                <a:lnTo>
                  <a:pt x="181411" y="42226"/>
                </a:lnTo>
                <a:lnTo>
                  <a:pt x="217163" y="42226"/>
                </a:lnTo>
                <a:close/>
                <a:moveTo>
                  <a:pt x="389258" y="117108"/>
                </a:moveTo>
                <a:cubicBezTo>
                  <a:pt x="378561" y="126617"/>
                  <a:pt x="368958" y="131371"/>
                  <a:pt x="360450" y="131371"/>
                </a:cubicBezTo>
                <a:cubicBezTo>
                  <a:pt x="355446" y="131371"/>
                  <a:pt x="351286" y="129724"/>
                  <a:pt x="347970" y="126430"/>
                </a:cubicBezTo>
                <a:cubicBezTo>
                  <a:pt x="344655" y="123134"/>
                  <a:pt x="342997" y="119007"/>
                  <a:pt x="342997" y="114050"/>
                </a:cubicBezTo>
                <a:cubicBezTo>
                  <a:pt x="342997" y="107332"/>
                  <a:pt x="345875" y="101291"/>
                  <a:pt x="351630" y="95925"/>
                </a:cubicBezTo>
                <a:cubicBezTo>
                  <a:pt x="357385" y="90558"/>
                  <a:pt x="369928" y="83419"/>
                  <a:pt x="389258" y="74506"/>
                </a:cubicBezTo>
                <a:lnTo>
                  <a:pt x="389258" y="65686"/>
                </a:lnTo>
                <a:cubicBezTo>
                  <a:pt x="389258" y="59055"/>
                  <a:pt x="388899" y="54879"/>
                  <a:pt x="388179" y="53158"/>
                </a:cubicBezTo>
                <a:cubicBezTo>
                  <a:pt x="387460" y="51438"/>
                  <a:pt x="386099" y="49937"/>
                  <a:pt x="384097" y="48654"/>
                </a:cubicBezTo>
                <a:cubicBezTo>
                  <a:pt x="382095" y="47372"/>
                  <a:pt x="379843" y="46731"/>
                  <a:pt x="377341" y="46731"/>
                </a:cubicBezTo>
                <a:cubicBezTo>
                  <a:pt x="373275" y="46731"/>
                  <a:pt x="369928" y="47638"/>
                  <a:pt x="367301" y="49452"/>
                </a:cubicBezTo>
                <a:cubicBezTo>
                  <a:pt x="365674" y="50578"/>
                  <a:pt x="364861" y="51892"/>
                  <a:pt x="364861" y="53393"/>
                </a:cubicBezTo>
                <a:cubicBezTo>
                  <a:pt x="364861" y="54707"/>
                  <a:pt x="365737" y="56333"/>
                  <a:pt x="367488" y="58273"/>
                </a:cubicBezTo>
                <a:cubicBezTo>
                  <a:pt x="369865" y="60963"/>
                  <a:pt x="371054" y="63559"/>
                  <a:pt x="371054" y="66061"/>
                </a:cubicBezTo>
                <a:cubicBezTo>
                  <a:pt x="371054" y="69126"/>
                  <a:pt x="369912" y="71738"/>
                  <a:pt x="367629" y="73896"/>
                </a:cubicBezTo>
                <a:cubicBezTo>
                  <a:pt x="365346" y="76055"/>
                  <a:pt x="362358" y="77134"/>
                  <a:pt x="358668" y="77134"/>
                </a:cubicBezTo>
                <a:cubicBezTo>
                  <a:pt x="354726" y="77134"/>
                  <a:pt x="351427" y="75945"/>
                  <a:pt x="348768" y="73568"/>
                </a:cubicBezTo>
                <a:cubicBezTo>
                  <a:pt x="346109" y="71191"/>
                  <a:pt x="344780" y="68407"/>
                  <a:pt x="344780" y="65216"/>
                </a:cubicBezTo>
                <a:cubicBezTo>
                  <a:pt x="344780" y="60712"/>
                  <a:pt x="346563" y="56411"/>
                  <a:pt x="350128" y="52314"/>
                </a:cubicBezTo>
                <a:cubicBezTo>
                  <a:pt x="353694" y="48216"/>
                  <a:pt x="358668" y="45073"/>
                  <a:pt x="365048" y="42883"/>
                </a:cubicBezTo>
                <a:cubicBezTo>
                  <a:pt x="371429" y="40694"/>
                  <a:pt x="378060" y="39599"/>
                  <a:pt x="384942" y="39599"/>
                </a:cubicBezTo>
                <a:cubicBezTo>
                  <a:pt x="393262" y="39599"/>
                  <a:pt x="399846" y="41371"/>
                  <a:pt x="404694" y="44915"/>
                </a:cubicBezTo>
                <a:cubicBezTo>
                  <a:pt x="409543" y="48458"/>
                  <a:pt x="412686" y="52298"/>
                  <a:pt x="414125" y="56437"/>
                </a:cubicBezTo>
                <a:cubicBezTo>
                  <a:pt x="415001" y="59070"/>
                  <a:pt x="415439" y="65121"/>
                  <a:pt x="415439" y="74588"/>
                </a:cubicBezTo>
                <a:lnTo>
                  <a:pt x="415439" y="108730"/>
                </a:lnTo>
                <a:cubicBezTo>
                  <a:pt x="415439" y="112744"/>
                  <a:pt x="415595" y="115269"/>
                  <a:pt x="415908" y="116305"/>
                </a:cubicBezTo>
                <a:cubicBezTo>
                  <a:pt x="416221" y="117339"/>
                  <a:pt x="416690" y="118107"/>
                  <a:pt x="417315" y="118610"/>
                </a:cubicBezTo>
                <a:cubicBezTo>
                  <a:pt x="417941" y="119110"/>
                  <a:pt x="418660" y="119360"/>
                  <a:pt x="419474" y="119360"/>
                </a:cubicBezTo>
                <a:cubicBezTo>
                  <a:pt x="421100" y="119360"/>
                  <a:pt x="422758" y="118203"/>
                  <a:pt x="424447" y="115888"/>
                </a:cubicBezTo>
                <a:lnTo>
                  <a:pt x="427262" y="118140"/>
                </a:lnTo>
                <a:cubicBezTo>
                  <a:pt x="424134" y="122770"/>
                  <a:pt x="420897" y="126132"/>
                  <a:pt x="417550" y="128228"/>
                </a:cubicBezTo>
                <a:cubicBezTo>
                  <a:pt x="414203" y="130323"/>
                  <a:pt x="410403" y="131371"/>
                  <a:pt x="406149" y="131371"/>
                </a:cubicBezTo>
                <a:cubicBezTo>
                  <a:pt x="401144" y="131371"/>
                  <a:pt x="397234" y="130191"/>
                  <a:pt x="394419" y="127829"/>
                </a:cubicBezTo>
                <a:cubicBezTo>
                  <a:pt x="391604" y="125467"/>
                  <a:pt x="389884" y="121894"/>
                  <a:pt x="389258" y="117108"/>
                </a:cubicBezTo>
                <a:moveTo>
                  <a:pt x="389258" y="110164"/>
                </a:moveTo>
                <a:lnTo>
                  <a:pt x="389258" y="80811"/>
                </a:lnTo>
                <a:cubicBezTo>
                  <a:pt x="381689" y="85274"/>
                  <a:pt x="376059" y="90052"/>
                  <a:pt x="372368" y="95144"/>
                </a:cubicBezTo>
                <a:cubicBezTo>
                  <a:pt x="369928" y="98538"/>
                  <a:pt x="368708" y="101964"/>
                  <a:pt x="368708" y="105423"/>
                </a:cubicBezTo>
                <a:cubicBezTo>
                  <a:pt x="368708" y="108314"/>
                  <a:pt x="369740" y="110860"/>
                  <a:pt x="371805" y="113061"/>
                </a:cubicBezTo>
                <a:cubicBezTo>
                  <a:pt x="373369" y="114758"/>
                  <a:pt x="375558" y="115607"/>
                  <a:pt x="378373" y="115607"/>
                </a:cubicBezTo>
                <a:cubicBezTo>
                  <a:pt x="381501" y="115607"/>
                  <a:pt x="385130" y="113793"/>
                  <a:pt x="389258" y="110164"/>
                </a:cubicBezTo>
                <a:close/>
                <a:moveTo>
                  <a:pt x="471740" y="9947"/>
                </a:moveTo>
                <a:lnTo>
                  <a:pt x="471740" y="42226"/>
                </a:lnTo>
                <a:lnTo>
                  <a:pt x="492572" y="42226"/>
                </a:lnTo>
                <a:lnTo>
                  <a:pt x="492572" y="51422"/>
                </a:lnTo>
                <a:lnTo>
                  <a:pt x="471740" y="51422"/>
                </a:lnTo>
                <a:lnTo>
                  <a:pt x="471740" y="105713"/>
                </a:lnTo>
                <a:cubicBezTo>
                  <a:pt x="471740" y="110794"/>
                  <a:pt x="471975" y="114071"/>
                  <a:pt x="472444" y="115545"/>
                </a:cubicBezTo>
                <a:cubicBezTo>
                  <a:pt x="472913" y="117019"/>
                  <a:pt x="473742" y="118212"/>
                  <a:pt x="474931" y="119123"/>
                </a:cubicBezTo>
                <a:cubicBezTo>
                  <a:pt x="476119" y="120032"/>
                  <a:pt x="477214" y="120486"/>
                  <a:pt x="478215" y="120486"/>
                </a:cubicBezTo>
                <a:cubicBezTo>
                  <a:pt x="482281" y="120486"/>
                  <a:pt x="486129" y="117358"/>
                  <a:pt x="489757" y="111103"/>
                </a:cubicBezTo>
                <a:lnTo>
                  <a:pt x="492572" y="113188"/>
                </a:lnTo>
                <a:cubicBezTo>
                  <a:pt x="487505" y="125310"/>
                  <a:pt x="479279" y="131371"/>
                  <a:pt x="467893" y="131371"/>
                </a:cubicBezTo>
                <a:cubicBezTo>
                  <a:pt x="462325" y="131371"/>
                  <a:pt x="457618" y="129818"/>
                  <a:pt x="453771" y="126712"/>
                </a:cubicBezTo>
                <a:cubicBezTo>
                  <a:pt x="449923" y="123603"/>
                  <a:pt x="447468" y="120134"/>
                  <a:pt x="446404" y="116305"/>
                </a:cubicBezTo>
                <a:cubicBezTo>
                  <a:pt x="445779" y="114170"/>
                  <a:pt x="445466" y="108394"/>
                  <a:pt x="445466" y="98977"/>
                </a:cubicBezTo>
                <a:lnTo>
                  <a:pt x="445466" y="51422"/>
                </a:lnTo>
                <a:lnTo>
                  <a:pt x="434018" y="51422"/>
                </a:lnTo>
                <a:lnTo>
                  <a:pt x="434018" y="48129"/>
                </a:lnTo>
                <a:cubicBezTo>
                  <a:pt x="441900" y="42550"/>
                  <a:pt x="448610" y="36688"/>
                  <a:pt x="454146" y="30544"/>
                </a:cubicBezTo>
                <a:cubicBezTo>
                  <a:pt x="459682" y="24399"/>
                  <a:pt x="464515" y="17534"/>
                  <a:pt x="468644" y="9947"/>
                </a:cubicBezTo>
                <a:lnTo>
                  <a:pt x="471740" y="9947"/>
                </a:lnTo>
                <a:close/>
                <a:moveTo>
                  <a:pt x="522036" y="0"/>
                </a:moveTo>
                <a:cubicBezTo>
                  <a:pt x="526102" y="0"/>
                  <a:pt x="529543" y="1428"/>
                  <a:pt x="532358" y="4284"/>
                </a:cubicBezTo>
                <a:cubicBezTo>
                  <a:pt x="535173" y="7138"/>
                  <a:pt x="536580" y="10574"/>
                  <a:pt x="536580" y="14592"/>
                </a:cubicBezTo>
                <a:cubicBezTo>
                  <a:pt x="536580" y="18609"/>
                  <a:pt x="535157" y="22030"/>
                  <a:pt x="532311" y="24855"/>
                </a:cubicBezTo>
                <a:cubicBezTo>
                  <a:pt x="529464" y="27678"/>
                  <a:pt x="526039" y="29089"/>
                  <a:pt x="522036" y="29089"/>
                </a:cubicBezTo>
                <a:cubicBezTo>
                  <a:pt x="518032" y="29089"/>
                  <a:pt x="514622" y="27678"/>
                  <a:pt x="511807" y="24855"/>
                </a:cubicBezTo>
                <a:cubicBezTo>
                  <a:pt x="508992" y="22030"/>
                  <a:pt x="507585" y="18609"/>
                  <a:pt x="507585" y="14592"/>
                </a:cubicBezTo>
                <a:cubicBezTo>
                  <a:pt x="507585" y="10574"/>
                  <a:pt x="508992" y="7138"/>
                  <a:pt x="511807" y="4284"/>
                </a:cubicBezTo>
                <a:cubicBezTo>
                  <a:pt x="514622" y="1428"/>
                  <a:pt x="518032" y="0"/>
                  <a:pt x="522036" y="0"/>
                </a:cubicBezTo>
                <a:moveTo>
                  <a:pt x="535173" y="42226"/>
                </a:moveTo>
                <a:lnTo>
                  <a:pt x="535173" y="111853"/>
                </a:lnTo>
                <a:cubicBezTo>
                  <a:pt x="535173" y="118046"/>
                  <a:pt x="535892" y="122003"/>
                  <a:pt x="537331" y="123724"/>
                </a:cubicBezTo>
                <a:cubicBezTo>
                  <a:pt x="538770" y="125444"/>
                  <a:pt x="541585" y="126429"/>
                  <a:pt x="545776" y="126679"/>
                </a:cubicBezTo>
                <a:lnTo>
                  <a:pt x="545776" y="130058"/>
                </a:lnTo>
                <a:lnTo>
                  <a:pt x="498389" y="130058"/>
                </a:lnTo>
                <a:lnTo>
                  <a:pt x="498389" y="126679"/>
                </a:lnTo>
                <a:cubicBezTo>
                  <a:pt x="502267" y="126554"/>
                  <a:pt x="505145" y="125428"/>
                  <a:pt x="507022" y="123301"/>
                </a:cubicBezTo>
                <a:cubicBezTo>
                  <a:pt x="508273" y="121863"/>
                  <a:pt x="508898" y="118046"/>
                  <a:pt x="508898" y="111853"/>
                </a:cubicBezTo>
                <a:lnTo>
                  <a:pt x="508898" y="60618"/>
                </a:lnTo>
                <a:cubicBezTo>
                  <a:pt x="508898" y="54347"/>
                  <a:pt x="508179" y="50340"/>
                  <a:pt x="506740" y="48599"/>
                </a:cubicBezTo>
                <a:cubicBezTo>
                  <a:pt x="505301" y="46857"/>
                  <a:pt x="502518" y="45859"/>
                  <a:pt x="498389" y="45605"/>
                </a:cubicBezTo>
                <a:lnTo>
                  <a:pt x="498389" y="42226"/>
                </a:lnTo>
                <a:lnTo>
                  <a:pt x="535173" y="42226"/>
                </a:lnTo>
                <a:close/>
                <a:moveTo>
                  <a:pt x="595537" y="39599"/>
                </a:moveTo>
                <a:cubicBezTo>
                  <a:pt x="603169" y="39599"/>
                  <a:pt x="610269" y="41572"/>
                  <a:pt x="616838" y="45517"/>
                </a:cubicBezTo>
                <a:cubicBezTo>
                  <a:pt x="623406" y="49462"/>
                  <a:pt x="628395" y="55066"/>
                  <a:pt x="631805" y="62331"/>
                </a:cubicBezTo>
                <a:cubicBezTo>
                  <a:pt x="635214" y="69596"/>
                  <a:pt x="636919" y="77548"/>
                  <a:pt x="636919" y="86189"/>
                </a:cubicBezTo>
                <a:cubicBezTo>
                  <a:pt x="636919" y="98650"/>
                  <a:pt x="633760" y="109076"/>
                  <a:pt x="627441" y="117469"/>
                </a:cubicBezTo>
                <a:cubicBezTo>
                  <a:pt x="619809" y="127613"/>
                  <a:pt x="609268" y="132685"/>
                  <a:pt x="595818" y="132685"/>
                </a:cubicBezTo>
                <a:cubicBezTo>
                  <a:pt x="582619" y="132685"/>
                  <a:pt x="572453" y="128051"/>
                  <a:pt x="565322" y="118783"/>
                </a:cubicBezTo>
                <a:cubicBezTo>
                  <a:pt x="558190" y="109514"/>
                  <a:pt x="554624" y="98775"/>
                  <a:pt x="554624" y="86564"/>
                </a:cubicBezTo>
                <a:cubicBezTo>
                  <a:pt x="554624" y="73978"/>
                  <a:pt x="558268" y="63004"/>
                  <a:pt x="565556" y="53642"/>
                </a:cubicBezTo>
                <a:cubicBezTo>
                  <a:pt x="572844" y="44280"/>
                  <a:pt x="582838" y="39599"/>
                  <a:pt x="595537" y="39599"/>
                </a:cubicBezTo>
                <a:moveTo>
                  <a:pt x="595912" y="46168"/>
                </a:moveTo>
                <a:cubicBezTo>
                  <a:pt x="592722" y="46168"/>
                  <a:pt x="589985" y="47374"/>
                  <a:pt x="587702" y="49786"/>
                </a:cubicBezTo>
                <a:cubicBezTo>
                  <a:pt x="585418" y="52197"/>
                  <a:pt x="583917" y="56956"/>
                  <a:pt x="583197" y="64064"/>
                </a:cubicBezTo>
                <a:cubicBezTo>
                  <a:pt x="582478" y="71172"/>
                  <a:pt x="582118" y="81052"/>
                  <a:pt x="582118" y="93705"/>
                </a:cubicBezTo>
                <a:cubicBezTo>
                  <a:pt x="582118" y="100406"/>
                  <a:pt x="582556" y="106670"/>
                  <a:pt x="583432" y="112495"/>
                </a:cubicBezTo>
                <a:cubicBezTo>
                  <a:pt x="584120" y="116941"/>
                  <a:pt x="585590" y="120323"/>
                  <a:pt x="587842" y="122642"/>
                </a:cubicBezTo>
                <a:cubicBezTo>
                  <a:pt x="590094" y="124958"/>
                  <a:pt x="592659" y="126116"/>
                  <a:pt x="595537" y="126116"/>
                </a:cubicBezTo>
                <a:cubicBezTo>
                  <a:pt x="598352" y="126116"/>
                  <a:pt x="600698" y="125333"/>
                  <a:pt x="602575" y="123768"/>
                </a:cubicBezTo>
                <a:cubicBezTo>
                  <a:pt x="605014" y="121639"/>
                  <a:pt x="606641" y="118663"/>
                  <a:pt x="607454" y="114841"/>
                </a:cubicBezTo>
                <a:cubicBezTo>
                  <a:pt x="608705" y="108893"/>
                  <a:pt x="609331" y="96868"/>
                  <a:pt x="609331" y="78767"/>
                </a:cubicBezTo>
                <a:cubicBezTo>
                  <a:pt x="609331" y="68121"/>
                  <a:pt x="608737" y="60809"/>
                  <a:pt x="607548" y="56833"/>
                </a:cubicBezTo>
                <a:cubicBezTo>
                  <a:pt x="606359" y="52854"/>
                  <a:pt x="604608" y="49957"/>
                  <a:pt x="602293" y="48141"/>
                </a:cubicBezTo>
                <a:cubicBezTo>
                  <a:pt x="600667" y="46825"/>
                  <a:pt x="598540" y="46168"/>
                  <a:pt x="595912" y="46168"/>
                </a:cubicBezTo>
                <a:close/>
                <a:moveTo>
                  <a:pt x="686090" y="42226"/>
                </a:moveTo>
                <a:lnTo>
                  <a:pt x="686090" y="53675"/>
                </a:lnTo>
                <a:cubicBezTo>
                  <a:pt x="690594" y="48762"/>
                  <a:pt x="694910" y="45188"/>
                  <a:pt x="699039" y="42954"/>
                </a:cubicBezTo>
                <a:cubicBezTo>
                  <a:pt x="703168" y="40717"/>
                  <a:pt x="707610" y="39599"/>
                  <a:pt x="712364" y="39599"/>
                </a:cubicBezTo>
                <a:cubicBezTo>
                  <a:pt x="718057" y="39599"/>
                  <a:pt x="722780" y="41181"/>
                  <a:pt x="726533" y="44344"/>
                </a:cubicBezTo>
                <a:cubicBezTo>
                  <a:pt x="730287" y="47507"/>
                  <a:pt x="732789" y="51437"/>
                  <a:pt x="734040" y="56135"/>
                </a:cubicBezTo>
                <a:cubicBezTo>
                  <a:pt x="735041" y="59706"/>
                  <a:pt x="735542" y="66566"/>
                  <a:pt x="735542" y="76714"/>
                </a:cubicBezTo>
                <a:lnTo>
                  <a:pt x="735542" y="110915"/>
                </a:lnTo>
                <a:cubicBezTo>
                  <a:pt x="735542" y="117671"/>
                  <a:pt x="736152" y="121878"/>
                  <a:pt x="737371" y="123536"/>
                </a:cubicBezTo>
                <a:cubicBezTo>
                  <a:pt x="738591" y="125194"/>
                  <a:pt x="741141" y="126242"/>
                  <a:pt x="745019" y="126679"/>
                </a:cubicBezTo>
                <a:lnTo>
                  <a:pt x="745019" y="130058"/>
                </a:lnTo>
                <a:lnTo>
                  <a:pt x="700634" y="130058"/>
                </a:lnTo>
                <a:lnTo>
                  <a:pt x="700634" y="126679"/>
                </a:lnTo>
                <a:cubicBezTo>
                  <a:pt x="703950" y="126242"/>
                  <a:pt x="706327" y="124865"/>
                  <a:pt x="707766" y="122551"/>
                </a:cubicBezTo>
                <a:cubicBezTo>
                  <a:pt x="708767" y="120987"/>
                  <a:pt x="709267" y="117108"/>
                  <a:pt x="709267" y="110915"/>
                </a:cubicBezTo>
                <a:lnTo>
                  <a:pt x="709267" y="71879"/>
                </a:lnTo>
                <a:cubicBezTo>
                  <a:pt x="709267" y="64685"/>
                  <a:pt x="708986" y="60149"/>
                  <a:pt x="708423" y="58273"/>
                </a:cubicBezTo>
                <a:cubicBezTo>
                  <a:pt x="707860" y="56396"/>
                  <a:pt x="706906" y="54941"/>
                  <a:pt x="705561" y="53909"/>
                </a:cubicBezTo>
                <a:cubicBezTo>
                  <a:pt x="704216" y="52877"/>
                  <a:pt x="702730" y="52361"/>
                  <a:pt x="701104" y="52361"/>
                </a:cubicBezTo>
                <a:cubicBezTo>
                  <a:pt x="695724" y="52361"/>
                  <a:pt x="690719" y="56239"/>
                  <a:pt x="686090" y="63997"/>
                </a:cubicBezTo>
                <a:lnTo>
                  <a:pt x="686090" y="110915"/>
                </a:lnTo>
                <a:cubicBezTo>
                  <a:pt x="686090" y="117483"/>
                  <a:pt x="686700" y="121644"/>
                  <a:pt x="687920" y="123395"/>
                </a:cubicBezTo>
                <a:cubicBezTo>
                  <a:pt x="689139" y="125147"/>
                  <a:pt x="691407" y="126242"/>
                  <a:pt x="694723" y="126679"/>
                </a:cubicBezTo>
                <a:lnTo>
                  <a:pt x="694723" y="130058"/>
                </a:lnTo>
                <a:lnTo>
                  <a:pt x="650338" y="130058"/>
                </a:lnTo>
                <a:lnTo>
                  <a:pt x="650338" y="126679"/>
                </a:lnTo>
                <a:cubicBezTo>
                  <a:pt x="654029" y="126304"/>
                  <a:pt x="656656" y="125116"/>
                  <a:pt x="658220" y="123114"/>
                </a:cubicBezTo>
                <a:cubicBezTo>
                  <a:pt x="659284" y="121737"/>
                  <a:pt x="659815" y="117671"/>
                  <a:pt x="659815" y="110915"/>
                </a:cubicBezTo>
                <a:lnTo>
                  <a:pt x="659815" y="61369"/>
                </a:lnTo>
                <a:cubicBezTo>
                  <a:pt x="659815" y="54658"/>
                  <a:pt x="659206" y="50479"/>
                  <a:pt x="657986" y="48833"/>
                </a:cubicBezTo>
                <a:cubicBezTo>
                  <a:pt x="656766" y="47187"/>
                  <a:pt x="654217" y="46111"/>
                  <a:pt x="650338" y="45605"/>
                </a:cubicBezTo>
                <a:lnTo>
                  <a:pt x="650338" y="42226"/>
                </a:lnTo>
                <a:lnTo>
                  <a:pt x="686090" y="42226"/>
                </a:lnTo>
                <a:close/>
              </a:path>
            </a:pathLst>
          </a:custGeom>
          <a:solidFill xmlns:a="http://schemas.openxmlformats.org/drawingml/2006/main">
            <a:srgbClr val="1C45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DDA8CA-9D50-4EE7-BEAE-470DEEF6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636" y="3226490"/>
            <a:ext cx="10" cy="220884"/>
          </a:xfrm>
          <a:custGeom xmlns:a="http://schemas.openxmlformats.org/drawingml/2006/main">
            <a:pathLst>
              <a:path w="1" h="220884">
                <a:moveTo>
                  <a:pt x="0" y="0"/>
                </a:moveTo>
                <a:lnTo>
                  <a:pt x="0" y="0"/>
                </a:lnTo>
                <a:lnTo>
                  <a:pt x="0" y="2208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19A4FA-CB01-4081-9EF3-CD0E30FB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645" y="3410155"/>
            <a:ext cx="1888992" cy="17296"/>
          </a:xfrm>
          <a:custGeom xmlns:a="http://schemas.openxmlformats.org/drawingml/2006/main">
            <a:pathLst>
              <a:path w="1888992" h="17296">
                <a:moveTo>
                  <a:pt x="0" y="0"/>
                </a:moveTo>
                <a:lnTo>
                  <a:pt x="1888992" y="0"/>
                </a:lnTo>
                <a:lnTo>
                  <a:pt x="1888992" y="17296"/>
                </a:lnTo>
                <a:lnTo>
                  <a:pt x="0" y="172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C45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0EAC32-C674-42A3-93B6-76783695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8746" y="726730"/>
            <a:ext cx="746586" cy="1343047"/>
          </a:xfrm>
          <a:custGeom xmlns:a="http://schemas.openxmlformats.org/drawingml/2006/main">
            <a:pathLst>
              <a:path w="746586" h="1343047">
                <a:moveTo>
                  <a:pt x="692660" y="0"/>
                </a:moveTo>
                <a:cubicBezTo>
                  <a:pt x="670400" y="303153"/>
                  <a:pt x="746586" y="627429"/>
                  <a:pt x="650422" y="911354"/>
                </a:cubicBezTo>
                <a:cubicBezTo>
                  <a:pt x="560270" y="1177533"/>
                  <a:pt x="251117" y="1343047"/>
                  <a:pt x="0" y="1343047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287958-29B3-4D12-96AE-051D0FD7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0135" y="726730"/>
            <a:ext cx="645196" cy="1334613"/>
          </a:xfrm>
          <a:custGeom xmlns:a="http://schemas.openxmlformats.org/drawingml/2006/main">
            <a:pathLst>
              <a:path w="645196" h="1334613" fill="none">
                <a:moveTo>
                  <a:pt x="591270" y="0"/>
                </a:moveTo>
                <a:cubicBezTo>
                  <a:pt x="569010" y="303153"/>
                  <a:pt x="645196" y="627429"/>
                  <a:pt x="549032" y="911354"/>
                </a:cubicBezTo>
                <a:cubicBezTo>
                  <a:pt x="503956" y="1044443"/>
                  <a:pt x="404130" y="1152367"/>
                  <a:pt x="284183" y="1227018"/>
                </a:cubicBezTo>
                <a:cubicBezTo>
                  <a:pt x="224210" y="1264343"/>
                  <a:pt x="159205" y="1293350"/>
                  <a:pt x="93501" y="1313027"/>
                </a:cubicBezTo>
                <a:cubicBezTo>
                  <a:pt x="77076" y="1317945"/>
                  <a:pt x="60606" y="1322281"/>
                  <a:pt x="44159" y="1326018"/>
                </a:cubicBezTo>
                <a:cubicBezTo>
                  <a:pt x="35934" y="1327886"/>
                  <a:pt x="27718" y="1329605"/>
                  <a:pt x="19515" y="1331172"/>
                </a:cubicBezTo>
                <a:cubicBezTo>
                  <a:pt x="15414" y="1331955"/>
                  <a:pt x="11316" y="1332701"/>
                  <a:pt x="7223" y="1333408"/>
                </a:cubicBezTo>
                <a:cubicBezTo>
                  <a:pt x="5176" y="1333762"/>
                  <a:pt x="3131" y="1334106"/>
                  <a:pt x="1086" y="1334440"/>
                </a:cubicBezTo>
                <a:lnTo>
                  <a:pt x="0" y="1334613"/>
                </a:lnTo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351C75"/>
            </a:solidFill>
            <a:custDash>
              <a:ds d="400000" sp="300000"/>
            </a:custDash>
            <a:round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8C77FE-FFAB-4141-9E07-1199EB8D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3449" y="2033431"/>
            <a:ext cx="79009" cy="55824"/>
          </a:xfrm>
          <a:custGeom xmlns:a="http://schemas.openxmlformats.org/drawingml/2006/main">
            <a:pathLst>
              <a:path w="79009" h="55824">
                <a:moveTo>
                  <a:pt x="74365" y="0"/>
                </a:moveTo>
                <a:lnTo>
                  <a:pt x="79009" y="55824"/>
                </a:lnTo>
                <a:lnTo>
                  <a:pt x="0" y="34291"/>
                </a:lnTo>
                <a:lnTo>
                  <a:pt x="74365" y="0"/>
                </a:lnTo>
                <a:close/>
              </a:path>
            </a:pathLst>
          </a:custGeom>
          <a:solidFill xmlns:a="http://schemas.openxmlformats.org/drawingml/2006/main">
            <a:srgbClr val="351C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C89B70-D9BF-4402-B5DC-C5A02888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3449" y="2033431"/>
            <a:ext cx="79009" cy="55824"/>
          </a:xfrm>
          <a:custGeom xmlns:a="http://schemas.openxmlformats.org/drawingml/2006/main">
            <a:pathLst>
              <a:path w="79009" h="55824" fill="none">
                <a:moveTo>
                  <a:pt x="74365" y="0"/>
                </a:moveTo>
                <a:lnTo>
                  <a:pt x="0" y="34291"/>
                </a:lnTo>
                <a:lnTo>
                  <a:pt x="79009" y="55824"/>
                </a:lnTo>
                <a:lnTo>
                  <a:pt x="7436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351C75"/>
            </a:solidFill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0EE15E-04BF-4A78-B465-4A8470B5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1996" y="1401663"/>
            <a:ext cx="1413966" cy="328729"/>
          </a:xfrm>
          <a:custGeom xmlns:a="http://schemas.openxmlformats.org/drawingml/2006/main">
            <a:pathLst>
              <a:path w="1413966" h="328729">
                <a:moveTo>
                  <a:pt x="1413966" y="0"/>
                </a:moveTo>
                <a:cubicBezTo>
                  <a:pt x="1288054" y="141362"/>
                  <a:pt x="932599" y="208747"/>
                  <a:pt x="636653" y="254863"/>
                </a:cubicBezTo>
                <a:cubicBezTo>
                  <a:pt x="428681" y="287270"/>
                  <a:pt x="217880" y="328729"/>
                  <a:pt x="0" y="328729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9715E-BBDC-4C3F-B523-C956389B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862" y="1401663"/>
            <a:ext cx="1363100" cy="327996"/>
          </a:xfrm>
          <a:custGeom xmlns:a="http://schemas.openxmlformats.org/drawingml/2006/main">
            <a:pathLst>
              <a:path w="1363100" h="327996" fill="none">
                <a:moveTo>
                  <a:pt x="1363100" y="0"/>
                </a:moveTo>
                <a:cubicBezTo>
                  <a:pt x="1237188" y="141362"/>
                  <a:pt x="881733" y="208747"/>
                  <a:pt x="585788" y="254863"/>
                </a:cubicBezTo>
                <a:cubicBezTo>
                  <a:pt x="481801" y="271066"/>
                  <a:pt x="377108" y="289533"/>
                  <a:pt x="271176" y="303948"/>
                </a:cubicBezTo>
                <a:cubicBezTo>
                  <a:pt x="218210" y="311156"/>
                  <a:pt x="164935" y="317351"/>
                  <a:pt x="111283" y="321744"/>
                </a:cubicBezTo>
                <a:cubicBezTo>
                  <a:pt x="84457" y="323941"/>
                  <a:pt x="57538" y="325687"/>
                  <a:pt x="30516" y="326884"/>
                </a:cubicBezTo>
                <a:cubicBezTo>
                  <a:pt x="23760" y="327183"/>
                  <a:pt x="16997" y="327448"/>
                  <a:pt x="10230" y="327677"/>
                </a:cubicBezTo>
                <a:cubicBezTo>
                  <a:pt x="6847" y="327792"/>
                  <a:pt x="3460" y="327897"/>
                  <a:pt x="74" y="327994"/>
                </a:cubicBezTo>
                <a:lnTo>
                  <a:pt x="0" y="327996"/>
                </a:lnTo>
              </a:path>
            </a:pathLst>
          </a:custGeom>
          <a:noFill xmlns:a="http://schemas.openxmlformats.org/drawingml/2006/main"/>
          <a:ln xmlns:a="http://schemas.openxmlformats.org/drawingml/2006/main" w="8478" cap="flat">
            <a:solidFill>
              <a:srgbClr val="434343"/>
            </a:solidFill>
            <a:custDash>
              <a:ds d="400000" sp="300000"/>
            </a:custDash>
            <a:round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B9A02F-40B1-4E83-B663-94839C84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0" y="1715655"/>
            <a:ext cx="38672" cy="28005"/>
          </a:xfrm>
          <a:custGeom xmlns:a="http://schemas.openxmlformats.org/drawingml/2006/main">
            <a:pathLst>
              <a:path w="38672" h="28005">
                <a:moveTo>
                  <a:pt x="38269" y="0"/>
                </a:moveTo>
                <a:lnTo>
                  <a:pt x="38672" y="28005"/>
                </a:lnTo>
                <a:lnTo>
                  <a:pt x="0" y="14557"/>
                </a:lnTo>
                <a:lnTo>
                  <a:pt x="38269" y="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1B1284-0BF7-4201-BD51-C8BCA735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0" y="1715655"/>
            <a:ext cx="38672" cy="28005"/>
          </a:xfrm>
          <a:custGeom xmlns:a="http://schemas.openxmlformats.org/drawingml/2006/main">
            <a:pathLst>
              <a:path w="38672" h="28005" fill="none">
                <a:moveTo>
                  <a:pt x="38269" y="0"/>
                </a:moveTo>
                <a:lnTo>
                  <a:pt x="0" y="14557"/>
                </a:lnTo>
                <a:lnTo>
                  <a:pt x="38672" y="28005"/>
                </a:lnTo>
                <a:lnTo>
                  <a:pt x="3826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78" cap="flat">
            <a:solidFill>
              <a:srgbClr val="434343"/>
            </a:solidFill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AE7017-C655-4DFC-AD5A-39D63D45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051" y="1427410"/>
            <a:ext cx="1061177" cy="837643"/>
          </a:xfrm>
          <a:custGeom xmlns:a="http://schemas.openxmlformats.org/drawingml/2006/main">
            <a:pathLst>
              <a:path w="1061177" h="837643">
                <a:moveTo>
                  <a:pt x="1061177" y="0"/>
                </a:moveTo>
                <a:cubicBezTo>
                  <a:pt x="1040830" y="266721"/>
                  <a:pt x="843229" y="550077"/>
                  <a:pt x="566843" y="691730"/>
                </a:cubicBezTo>
                <a:cubicBezTo>
                  <a:pt x="398913" y="777798"/>
                  <a:pt x="187914" y="786383"/>
                  <a:pt x="0" y="837643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77927B-7872-45E7-A319-DC83F70D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7377" y="1427410"/>
            <a:ext cx="1011851" cy="825207"/>
          </a:xfrm>
          <a:custGeom xmlns:a="http://schemas.openxmlformats.org/drawingml/2006/main">
            <a:pathLst>
              <a:path w="1011851" h="825207" fill="none">
                <a:moveTo>
                  <a:pt x="1011851" y="0"/>
                </a:moveTo>
                <a:cubicBezTo>
                  <a:pt x="991504" y="266721"/>
                  <a:pt x="793902" y="550077"/>
                  <a:pt x="517517" y="691730"/>
                </a:cubicBezTo>
                <a:cubicBezTo>
                  <a:pt x="433552" y="734764"/>
                  <a:pt x="338821" y="758427"/>
                  <a:pt x="241590" y="777739"/>
                </a:cubicBezTo>
                <a:cubicBezTo>
                  <a:pt x="192974" y="787395"/>
                  <a:pt x="143735" y="795964"/>
                  <a:pt x="94905" y="805322"/>
                </a:cubicBezTo>
                <a:cubicBezTo>
                  <a:pt x="70489" y="810001"/>
                  <a:pt x="46175" y="814878"/>
                  <a:pt x="22094" y="820186"/>
                </a:cubicBezTo>
                <a:cubicBezTo>
                  <a:pt x="16075" y="821513"/>
                  <a:pt x="10069" y="822868"/>
                  <a:pt x="4079" y="824253"/>
                </a:cubicBezTo>
                <a:lnTo>
                  <a:pt x="0" y="825207"/>
                </a:lnTo>
              </a:path>
            </a:pathLst>
          </a:custGeom>
          <a:noFill xmlns:a="http://schemas.openxmlformats.org/drawingml/2006/main"/>
          <a:ln xmlns:a="http://schemas.openxmlformats.org/drawingml/2006/main" w="8478" cap="flat">
            <a:solidFill>
              <a:srgbClr val="434343"/>
            </a:solidFill>
            <a:custDash>
              <a:ds d="400000" sp="300000"/>
            </a:custDash>
            <a:round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A83F18-00BB-45EA-98E4-23C51E1A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0070" y="2239039"/>
            <a:ext cx="40732" cy="27158"/>
          </a:xfrm>
          <a:custGeom xmlns:a="http://schemas.openxmlformats.org/drawingml/2006/main">
            <a:pathLst>
              <a:path w="40732" h="27158">
                <a:moveTo>
                  <a:pt x="33885" y="0"/>
                </a:moveTo>
                <a:lnTo>
                  <a:pt x="40732" y="27158"/>
                </a:lnTo>
                <a:lnTo>
                  <a:pt x="0" y="22985"/>
                </a:lnTo>
                <a:lnTo>
                  <a:pt x="33885" y="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8B3C9C-5343-4521-999B-EF4BF7CA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0070" y="2239039"/>
            <a:ext cx="40732" cy="27158"/>
          </a:xfrm>
          <a:custGeom xmlns:a="http://schemas.openxmlformats.org/drawingml/2006/main">
            <a:pathLst>
              <a:path w="40732" h="27158" fill="none">
                <a:moveTo>
                  <a:pt x="33885" y="0"/>
                </a:moveTo>
                <a:lnTo>
                  <a:pt x="0" y="22985"/>
                </a:lnTo>
                <a:lnTo>
                  <a:pt x="40732" y="27158"/>
                </a:lnTo>
                <a:lnTo>
                  <a:pt x="3388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78" cap="flat">
            <a:solidFill>
              <a:srgbClr val="434343"/>
            </a:solidFill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F36E67-3F1C-48D2-A692-324579AD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301" y="711331"/>
            <a:ext cx="2387042" cy="595759"/>
          </a:xfrm>
          <a:custGeom xmlns:a="http://schemas.openxmlformats.org/drawingml/2006/main">
            <a:pathLst>
              <a:path w="2387042" h="595759">
                <a:moveTo>
                  <a:pt x="0" y="0"/>
                </a:moveTo>
                <a:lnTo>
                  <a:pt x="2387042" y="595759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8D7A1F-D993-4DE0-9DF2-091DB136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301" y="711331"/>
            <a:ext cx="2387042" cy="595759"/>
          </a:xfrm>
          <a:custGeom xmlns:a="http://schemas.openxmlformats.org/drawingml/2006/main">
            <a:pathLst>
              <a:path w="2387042" h="595759" fill="none">
                <a:moveTo>
                  <a:pt x="0" y="0"/>
                </a:moveTo>
                <a:lnTo>
                  <a:pt x="2387042" y="595759"/>
                </a:lnTo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45818E"/>
            </a:solidFill>
            <a:round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3314A-EF8B-4795-AC81-4264682B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0208" y="887709"/>
            <a:ext cx="2409473" cy="2142169"/>
          </a:xfrm>
          <a:custGeom xmlns:a="http://schemas.openxmlformats.org/drawingml/2006/main">
            <a:pathLst>
              <a:path w="2409473" h="2142169">
                <a:moveTo>
                  <a:pt x="0" y="0"/>
                </a:moveTo>
                <a:lnTo>
                  <a:pt x="2409473" y="2142169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4209C0-1D61-43F1-89AF-C6BDD6AE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0208" y="887709"/>
            <a:ext cx="2409473" cy="2142169"/>
          </a:xfrm>
          <a:custGeom xmlns:a="http://schemas.openxmlformats.org/drawingml/2006/main">
            <a:pathLst>
              <a:path w="2409473" h="2142169" fill="none">
                <a:moveTo>
                  <a:pt x="0" y="0"/>
                </a:moveTo>
                <a:lnTo>
                  <a:pt x="2409473" y="2142169"/>
                </a:lnTo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45818E"/>
            </a:solidFill>
            <a:round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BD6EF5-3CBD-47A1-A211-672FFA0A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265" y="2185718"/>
            <a:ext cx="2288238" cy="369846"/>
          </a:xfrm>
          <a:custGeom xmlns:a="http://schemas.openxmlformats.org/drawingml/2006/main">
            <a:pathLst>
              <a:path w="2288238" h="369846">
                <a:moveTo>
                  <a:pt x="0" y="0"/>
                </a:moveTo>
                <a:lnTo>
                  <a:pt x="2288238" y="0"/>
                </a:lnTo>
                <a:lnTo>
                  <a:pt x="2288238" y="369846"/>
                </a:lnTo>
                <a:lnTo>
                  <a:pt x="0" y="3698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Text R">
            <a:extLst xmlns:a="http://schemas.openxmlformats.org/drawingml/2006/main">
              <a:ext uri="{FF2B5EF4-FFF2-40B4-BE49-F238E27FC236}">
                <a16:creationId xmlns:a16="http://schemas.microsoft.com/office/drawing/2014/main" id="{7EB64CF8-D4F1-4F1B-8A71-240BAD96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424" y="2312536"/>
            <a:ext cx="120801" cy="112273"/>
          </a:xfrm>
          <a:custGeom xmlns:a="http://schemas.openxmlformats.org/drawingml/2006/main">
            <a:pathLst>
              <a:path w="120801" h="112273">
                <a:moveTo>
                  <a:pt x="41895" y="61104"/>
                </a:moveTo>
                <a:lnTo>
                  <a:pt x="41895" y="92733"/>
                </a:lnTo>
                <a:cubicBezTo>
                  <a:pt x="41895" y="98773"/>
                  <a:pt x="42268" y="102577"/>
                  <a:pt x="43013" y="104143"/>
                </a:cubicBezTo>
                <a:cubicBezTo>
                  <a:pt x="43758" y="105708"/>
                  <a:pt x="45069" y="106957"/>
                  <a:pt x="46946" y="107892"/>
                </a:cubicBezTo>
                <a:cubicBezTo>
                  <a:pt x="48823" y="108825"/>
                  <a:pt x="52328" y="109292"/>
                  <a:pt x="57461" y="109292"/>
                </a:cubicBezTo>
                <a:lnTo>
                  <a:pt x="57461" y="112273"/>
                </a:lnTo>
                <a:lnTo>
                  <a:pt x="0" y="112273"/>
                </a:lnTo>
                <a:lnTo>
                  <a:pt x="0" y="109292"/>
                </a:lnTo>
                <a:cubicBezTo>
                  <a:pt x="5189" y="109292"/>
                  <a:pt x="8707" y="108812"/>
                  <a:pt x="10557" y="107851"/>
                </a:cubicBezTo>
                <a:cubicBezTo>
                  <a:pt x="12406" y="106890"/>
                  <a:pt x="13703" y="105640"/>
                  <a:pt x="14448" y="104102"/>
                </a:cubicBezTo>
                <a:cubicBezTo>
                  <a:pt x="15193" y="102563"/>
                  <a:pt x="15566" y="98773"/>
                  <a:pt x="15566" y="92733"/>
                </a:cubicBezTo>
                <a:lnTo>
                  <a:pt x="15566" y="19540"/>
                </a:lnTo>
                <a:cubicBezTo>
                  <a:pt x="15566" y="13499"/>
                  <a:pt x="15193" y="9697"/>
                  <a:pt x="14448" y="8132"/>
                </a:cubicBezTo>
                <a:cubicBezTo>
                  <a:pt x="13703" y="6566"/>
                  <a:pt x="12392" y="5316"/>
                  <a:pt x="10515" y="4383"/>
                </a:cubicBezTo>
                <a:cubicBezTo>
                  <a:pt x="8638" y="3448"/>
                  <a:pt x="5133" y="2981"/>
                  <a:pt x="0" y="2981"/>
                </a:cubicBezTo>
                <a:lnTo>
                  <a:pt x="0" y="0"/>
                </a:lnTo>
                <a:lnTo>
                  <a:pt x="52162" y="0"/>
                </a:lnTo>
                <a:cubicBezTo>
                  <a:pt x="65741" y="0"/>
                  <a:pt x="75676" y="938"/>
                  <a:pt x="81969" y="2813"/>
                </a:cubicBezTo>
                <a:cubicBezTo>
                  <a:pt x="88262" y="4688"/>
                  <a:pt x="93395" y="8148"/>
                  <a:pt x="97369" y="13193"/>
                </a:cubicBezTo>
                <a:cubicBezTo>
                  <a:pt x="101344" y="18239"/>
                  <a:pt x="103331" y="24153"/>
                  <a:pt x="103331" y="30935"/>
                </a:cubicBezTo>
                <a:cubicBezTo>
                  <a:pt x="103331" y="39208"/>
                  <a:pt x="100350" y="46046"/>
                  <a:pt x="94389" y="51451"/>
                </a:cubicBezTo>
                <a:cubicBezTo>
                  <a:pt x="90580" y="54869"/>
                  <a:pt x="85253" y="57434"/>
                  <a:pt x="78409" y="59143"/>
                </a:cubicBezTo>
                <a:lnTo>
                  <a:pt x="105401" y="97240"/>
                </a:lnTo>
                <a:cubicBezTo>
                  <a:pt x="108933" y="102104"/>
                  <a:pt x="111445" y="105138"/>
                  <a:pt x="112935" y="106340"/>
                </a:cubicBezTo>
                <a:cubicBezTo>
                  <a:pt x="115198" y="108034"/>
                  <a:pt x="117820" y="108963"/>
                  <a:pt x="120801" y="109126"/>
                </a:cubicBezTo>
                <a:lnTo>
                  <a:pt x="120801" y="112273"/>
                </a:lnTo>
                <a:lnTo>
                  <a:pt x="85447" y="112273"/>
                </a:lnTo>
                <a:lnTo>
                  <a:pt x="49264" y="61104"/>
                </a:lnTo>
                <a:lnTo>
                  <a:pt x="41895" y="61104"/>
                </a:lnTo>
                <a:moveTo>
                  <a:pt x="41895" y="6293"/>
                </a:moveTo>
                <a:lnTo>
                  <a:pt x="41895" y="55143"/>
                </a:lnTo>
                <a:lnTo>
                  <a:pt x="46615" y="55143"/>
                </a:lnTo>
                <a:cubicBezTo>
                  <a:pt x="54287" y="55143"/>
                  <a:pt x="60028" y="54444"/>
                  <a:pt x="63837" y="53047"/>
                </a:cubicBezTo>
                <a:cubicBezTo>
                  <a:pt x="67645" y="51648"/>
                  <a:pt x="70640" y="49126"/>
                  <a:pt x="72820" y="45481"/>
                </a:cubicBezTo>
                <a:cubicBezTo>
                  <a:pt x="75000" y="41835"/>
                  <a:pt x="76090" y="37078"/>
                  <a:pt x="76090" y="31212"/>
                </a:cubicBezTo>
                <a:cubicBezTo>
                  <a:pt x="76090" y="22713"/>
                  <a:pt x="74090" y="16435"/>
                  <a:pt x="70088" y="12378"/>
                </a:cubicBezTo>
                <a:cubicBezTo>
                  <a:pt x="66086" y="8321"/>
                  <a:pt x="59641" y="6293"/>
                  <a:pt x="50755" y="6293"/>
                </a:cubicBezTo>
                <a:lnTo>
                  <a:pt x="41895" y="6293"/>
                </a:lnTo>
                <a:close/>
              </a:path>
            </a:pathLst>
          </a:custGeom>
          <a:solidFill xmlns:a="http://schemas.openxmlformats.org/drawingml/2006/main">
            <a:srgbClr val="741B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Text E">
            <a:extLst xmlns:a="http://schemas.openxmlformats.org/drawingml/2006/main">
              <a:ext uri="{FF2B5EF4-FFF2-40B4-BE49-F238E27FC236}">
                <a16:creationId xmlns:a16="http://schemas.microsoft.com/office/drawing/2014/main" id="{0FD2DB9C-38CE-49D7-B1D7-964C811D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0676" y="2327506"/>
            <a:ext cx="88477" cy="97303"/>
          </a:xfrm>
          <a:custGeom xmlns:a="http://schemas.openxmlformats.org/drawingml/2006/main">
            <a:pathLst>
              <a:path w="88477" h="97303">
                <a:moveTo>
                  <a:pt x="37099" y="5597"/>
                </a:moveTo>
                <a:lnTo>
                  <a:pt x="37099" y="45064"/>
                </a:lnTo>
                <a:lnTo>
                  <a:pt x="39036" y="45064"/>
                </a:lnTo>
                <a:cubicBezTo>
                  <a:pt x="45207" y="45064"/>
                  <a:pt x="49680" y="43126"/>
                  <a:pt x="52455" y="39251"/>
                </a:cubicBezTo>
                <a:cubicBezTo>
                  <a:pt x="55229" y="35376"/>
                  <a:pt x="56999" y="29660"/>
                  <a:pt x="57765" y="22101"/>
                </a:cubicBezTo>
                <a:lnTo>
                  <a:pt x="60492" y="22101"/>
                </a:lnTo>
                <a:lnTo>
                  <a:pt x="60492" y="73193"/>
                </a:lnTo>
                <a:lnTo>
                  <a:pt x="57765" y="73193"/>
                </a:lnTo>
                <a:cubicBezTo>
                  <a:pt x="57191" y="67625"/>
                  <a:pt x="55983" y="63067"/>
                  <a:pt x="54141" y="59516"/>
                </a:cubicBezTo>
                <a:cubicBezTo>
                  <a:pt x="52299" y="55964"/>
                  <a:pt x="50158" y="53577"/>
                  <a:pt x="47719" y="52354"/>
                </a:cubicBezTo>
                <a:cubicBezTo>
                  <a:pt x="45279" y="51129"/>
                  <a:pt x="41739" y="50517"/>
                  <a:pt x="37099" y="50517"/>
                </a:cubicBezTo>
                <a:lnTo>
                  <a:pt x="37099" y="77929"/>
                </a:lnTo>
                <a:cubicBezTo>
                  <a:pt x="37099" y="83286"/>
                  <a:pt x="37326" y="86563"/>
                  <a:pt x="37780" y="87759"/>
                </a:cubicBezTo>
                <a:cubicBezTo>
                  <a:pt x="38235" y="88955"/>
                  <a:pt x="39084" y="89936"/>
                  <a:pt x="40328" y="90701"/>
                </a:cubicBezTo>
                <a:cubicBezTo>
                  <a:pt x="41571" y="91467"/>
                  <a:pt x="43581" y="91850"/>
                  <a:pt x="46355" y="91850"/>
                </a:cubicBezTo>
                <a:lnTo>
                  <a:pt x="52168" y="91850"/>
                </a:lnTo>
                <a:cubicBezTo>
                  <a:pt x="61257" y="91850"/>
                  <a:pt x="68540" y="89757"/>
                  <a:pt x="74018" y="85571"/>
                </a:cubicBezTo>
                <a:cubicBezTo>
                  <a:pt x="79495" y="81385"/>
                  <a:pt x="83430" y="74987"/>
                  <a:pt x="85822" y="66376"/>
                </a:cubicBezTo>
                <a:lnTo>
                  <a:pt x="88477" y="66376"/>
                </a:lnTo>
                <a:lnTo>
                  <a:pt x="84100" y="97303"/>
                </a:lnTo>
                <a:lnTo>
                  <a:pt x="0" y="97303"/>
                </a:lnTo>
                <a:lnTo>
                  <a:pt x="0" y="94720"/>
                </a:lnTo>
                <a:lnTo>
                  <a:pt x="3229" y="94720"/>
                </a:lnTo>
                <a:cubicBezTo>
                  <a:pt x="6052" y="94720"/>
                  <a:pt x="8324" y="94215"/>
                  <a:pt x="10046" y="93206"/>
                </a:cubicBezTo>
                <a:cubicBezTo>
                  <a:pt x="11290" y="92532"/>
                  <a:pt x="12247" y="91378"/>
                  <a:pt x="12916" y="89744"/>
                </a:cubicBezTo>
                <a:cubicBezTo>
                  <a:pt x="13443" y="88590"/>
                  <a:pt x="13706" y="85560"/>
                  <a:pt x="13706" y="80655"/>
                </a:cubicBezTo>
                <a:lnTo>
                  <a:pt x="13706" y="16648"/>
                </a:lnTo>
                <a:cubicBezTo>
                  <a:pt x="13706" y="12224"/>
                  <a:pt x="13586" y="9507"/>
                  <a:pt x="13347" y="8497"/>
                </a:cubicBezTo>
                <a:cubicBezTo>
                  <a:pt x="12868" y="6815"/>
                  <a:pt x="11983" y="5517"/>
                  <a:pt x="10692" y="4604"/>
                </a:cubicBezTo>
                <a:cubicBezTo>
                  <a:pt x="8874" y="3257"/>
                  <a:pt x="6386" y="2583"/>
                  <a:pt x="3229" y="2583"/>
                </a:cubicBezTo>
                <a:lnTo>
                  <a:pt x="0" y="2583"/>
                </a:lnTo>
                <a:lnTo>
                  <a:pt x="0" y="0"/>
                </a:lnTo>
                <a:lnTo>
                  <a:pt x="81445" y="0"/>
                </a:lnTo>
                <a:lnTo>
                  <a:pt x="81445" y="28846"/>
                </a:lnTo>
                <a:lnTo>
                  <a:pt x="78718" y="28846"/>
                </a:lnTo>
                <a:cubicBezTo>
                  <a:pt x="77331" y="21792"/>
                  <a:pt x="75381" y="16729"/>
                  <a:pt x="72870" y="13659"/>
                </a:cubicBezTo>
                <a:cubicBezTo>
                  <a:pt x="70358" y="10588"/>
                  <a:pt x="66806" y="8333"/>
                  <a:pt x="62214" y="6893"/>
                </a:cubicBezTo>
                <a:cubicBezTo>
                  <a:pt x="59535" y="6029"/>
                  <a:pt x="54512" y="5597"/>
                  <a:pt x="47145" y="5597"/>
                </a:cubicBezTo>
                <a:lnTo>
                  <a:pt x="37099" y="5597"/>
                </a:lnTo>
                <a:close/>
              </a:path>
            </a:pathLst>
          </a:custGeom>
          <a:solidFill xmlns:a="http://schemas.openxmlformats.org/drawingml/2006/main">
            <a:srgbClr val="741B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Text S">
            <a:extLst xmlns:a="http://schemas.openxmlformats.org/drawingml/2006/main">
              <a:ext uri="{FF2B5EF4-FFF2-40B4-BE49-F238E27FC236}">
                <a16:creationId xmlns:a16="http://schemas.microsoft.com/office/drawing/2014/main" id="{D7C5DFD0-7276-4BE7-B0F9-3421BEC6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502" y="2310052"/>
            <a:ext cx="78740" cy="117241"/>
          </a:xfrm>
          <a:custGeom xmlns:a="http://schemas.openxmlformats.org/drawingml/2006/main">
            <a:pathLst>
              <a:path w="78740" h="117241">
                <a:moveTo>
                  <a:pt x="70874" y="0"/>
                </a:moveTo>
                <a:lnTo>
                  <a:pt x="71785" y="37424"/>
                </a:lnTo>
                <a:lnTo>
                  <a:pt x="68390" y="37424"/>
                </a:lnTo>
                <a:cubicBezTo>
                  <a:pt x="66790" y="28065"/>
                  <a:pt x="62857" y="20536"/>
                  <a:pt x="56592" y="14839"/>
                </a:cubicBezTo>
                <a:cubicBezTo>
                  <a:pt x="50327" y="9141"/>
                  <a:pt x="43551" y="6293"/>
                  <a:pt x="36265" y="6293"/>
                </a:cubicBezTo>
                <a:cubicBezTo>
                  <a:pt x="30635" y="6293"/>
                  <a:pt x="26178" y="7792"/>
                  <a:pt x="22893" y="10792"/>
                </a:cubicBezTo>
                <a:cubicBezTo>
                  <a:pt x="19609" y="13790"/>
                  <a:pt x="17967" y="17242"/>
                  <a:pt x="17967" y="21149"/>
                </a:cubicBezTo>
                <a:cubicBezTo>
                  <a:pt x="17967" y="23625"/>
                  <a:pt x="18547" y="25826"/>
                  <a:pt x="19706" y="27753"/>
                </a:cubicBezTo>
                <a:cubicBezTo>
                  <a:pt x="21306" y="30338"/>
                  <a:pt x="23873" y="32896"/>
                  <a:pt x="27406" y="35427"/>
                </a:cubicBezTo>
                <a:cubicBezTo>
                  <a:pt x="30000" y="37243"/>
                  <a:pt x="35989" y="40463"/>
                  <a:pt x="45373" y="45086"/>
                </a:cubicBezTo>
                <a:cubicBezTo>
                  <a:pt x="58510" y="51523"/>
                  <a:pt x="67369" y="57604"/>
                  <a:pt x="71951" y="63329"/>
                </a:cubicBezTo>
                <a:cubicBezTo>
                  <a:pt x="76477" y="69053"/>
                  <a:pt x="78740" y="75602"/>
                  <a:pt x="78740" y="82978"/>
                </a:cubicBezTo>
                <a:cubicBezTo>
                  <a:pt x="78740" y="92334"/>
                  <a:pt x="75083" y="100384"/>
                  <a:pt x="67769" y="107126"/>
                </a:cubicBezTo>
                <a:cubicBezTo>
                  <a:pt x="60456" y="113869"/>
                  <a:pt x="51169" y="117241"/>
                  <a:pt x="39908" y="117241"/>
                </a:cubicBezTo>
                <a:cubicBezTo>
                  <a:pt x="36375" y="117241"/>
                  <a:pt x="33036" y="116882"/>
                  <a:pt x="29890" y="116164"/>
                </a:cubicBezTo>
                <a:cubicBezTo>
                  <a:pt x="26743" y="115447"/>
                  <a:pt x="22797" y="114094"/>
                  <a:pt x="18050" y="112107"/>
                </a:cubicBezTo>
                <a:cubicBezTo>
                  <a:pt x="15400" y="111003"/>
                  <a:pt x="13220" y="110451"/>
                  <a:pt x="11509" y="110451"/>
                </a:cubicBezTo>
                <a:cubicBezTo>
                  <a:pt x="10074" y="110451"/>
                  <a:pt x="8556" y="111010"/>
                  <a:pt x="6955" y="112128"/>
                </a:cubicBezTo>
                <a:cubicBezTo>
                  <a:pt x="5354" y="113246"/>
                  <a:pt x="4057" y="114950"/>
                  <a:pt x="3063" y="117241"/>
                </a:cubicBezTo>
                <a:lnTo>
                  <a:pt x="0" y="117241"/>
                </a:lnTo>
                <a:lnTo>
                  <a:pt x="0" y="74849"/>
                </a:lnTo>
                <a:lnTo>
                  <a:pt x="3063" y="74849"/>
                </a:lnTo>
                <a:cubicBezTo>
                  <a:pt x="5492" y="86744"/>
                  <a:pt x="10170" y="95817"/>
                  <a:pt x="17098" y="102068"/>
                </a:cubicBezTo>
                <a:cubicBezTo>
                  <a:pt x="24025" y="108319"/>
                  <a:pt x="31490" y="111445"/>
                  <a:pt x="39494" y="111445"/>
                </a:cubicBezTo>
                <a:cubicBezTo>
                  <a:pt x="45676" y="111445"/>
                  <a:pt x="50603" y="109766"/>
                  <a:pt x="54273" y="106410"/>
                </a:cubicBezTo>
                <a:cubicBezTo>
                  <a:pt x="57944" y="103053"/>
                  <a:pt x="59779" y="99146"/>
                  <a:pt x="59779" y="94689"/>
                </a:cubicBezTo>
                <a:cubicBezTo>
                  <a:pt x="59779" y="92048"/>
                  <a:pt x="59076" y="89490"/>
                  <a:pt x="57668" y="87015"/>
                </a:cubicBezTo>
                <a:cubicBezTo>
                  <a:pt x="56261" y="84537"/>
                  <a:pt x="54122" y="82185"/>
                  <a:pt x="51251" y="79956"/>
                </a:cubicBezTo>
                <a:cubicBezTo>
                  <a:pt x="48381" y="77727"/>
                  <a:pt x="43303" y="74825"/>
                  <a:pt x="36017" y="71249"/>
                </a:cubicBezTo>
                <a:cubicBezTo>
                  <a:pt x="25805" y="66242"/>
                  <a:pt x="18464" y="61974"/>
                  <a:pt x="13993" y="58447"/>
                </a:cubicBezTo>
                <a:cubicBezTo>
                  <a:pt x="9522" y="54919"/>
                  <a:pt x="6086" y="50979"/>
                  <a:pt x="3684" y="46625"/>
                </a:cubicBezTo>
                <a:cubicBezTo>
                  <a:pt x="1283" y="42271"/>
                  <a:pt x="83" y="37477"/>
                  <a:pt x="83" y="32242"/>
                </a:cubicBezTo>
                <a:cubicBezTo>
                  <a:pt x="83" y="23313"/>
                  <a:pt x="3367" y="15708"/>
                  <a:pt x="9936" y="9426"/>
                </a:cubicBezTo>
                <a:cubicBezTo>
                  <a:pt x="16504" y="3142"/>
                  <a:pt x="24784" y="0"/>
                  <a:pt x="34775" y="0"/>
                </a:cubicBezTo>
                <a:cubicBezTo>
                  <a:pt x="38418" y="0"/>
                  <a:pt x="41951" y="447"/>
                  <a:pt x="45373" y="1340"/>
                </a:cubicBezTo>
                <a:cubicBezTo>
                  <a:pt x="47967" y="2010"/>
                  <a:pt x="51127" y="3251"/>
                  <a:pt x="54853" y="5064"/>
                </a:cubicBezTo>
                <a:cubicBezTo>
                  <a:pt x="58579" y="6876"/>
                  <a:pt x="61187" y="7783"/>
                  <a:pt x="62677" y="7783"/>
                </a:cubicBezTo>
                <a:cubicBezTo>
                  <a:pt x="64113" y="7783"/>
                  <a:pt x="65244" y="7337"/>
                  <a:pt x="66072" y="6445"/>
                </a:cubicBezTo>
                <a:cubicBezTo>
                  <a:pt x="66900" y="5552"/>
                  <a:pt x="67673" y="3403"/>
                  <a:pt x="68390" y="0"/>
                </a:cubicBezTo>
                <a:lnTo>
                  <a:pt x="70874" y="0"/>
                </a:lnTo>
                <a:close/>
              </a:path>
            </a:pathLst>
          </a:custGeom>
          <a:solidFill xmlns:a="http://schemas.openxmlformats.org/drawingml/2006/main">
            <a:srgbClr val="741B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Text YM">
            <a:extLst xmlns:a="http://schemas.openxmlformats.org/drawingml/2006/main">
              <a:ext uri="{FF2B5EF4-FFF2-40B4-BE49-F238E27FC236}">
                <a16:creationId xmlns:a16="http://schemas.microsoft.com/office/drawing/2014/main" id="{F64DB746-3E1C-41AD-B2C0-77B6E0A4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323" y="2327506"/>
            <a:ext cx="240865" cy="97303"/>
          </a:xfrm>
          <a:custGeom xmlns:a="http://schemas.openxmlformats.org/drawingml/2006/main">
            <a:pathLst>
              <a:path w="240865" h="97303">
                <a:moveTo>
                  <a:pt x="103187" y="0"/>
                </a:moveTo>
                <a:lnTo>
                  <a:pt x="103187" y="2583"/>
                </a:lnTo>
                <a:cubicBezTo>
                  <a:pt x="99982" y="3014"/>
                  <a:pt x="97518" y="3948"/>
                  <a:pt x="95796" y="5386"/>
                </a:cubicBezTo>
                <a:cubicBezTo>
                  <a:pt x="93404" y="7397"/>
                  <a:pt x="89625" y="12881"/>
                  <a:pt x="84459" y="21839"/>
                </a:cubicBezTo>
                <a:lnTo>
                  <a:pt x="63362" y="57119"/>
                </a:lnTo>
                <a:lnTo>
                  <a:pt x="63362" y="80655"/>
                </a:lnTo>
                <a:cubicBezTo>
                  <a:pt x="63362" y="85704"/>
                  <a:pt x="63625" y="88842"/>
                  <a:pt x="64151" y="90069"/>
                </a:cubicBezTo>
                <a:cubicBezTo>
                  <a:pt x="64677" y="91295"/>
                  <a:pt x="65718" y="92376"/>
                  <a:pt x="67273" y="93314"/>
                </a:cubicBezTo>
                <a:cubicBezTo>
                  <a:pt x="68827" y="94251"/>
                  <a:pt x="70896" y="94720"/>
                  <a:pt x="73480" y="94720"/>
                </a:cubicBezTo>
                <a:lnTo>
                  <a:pt x="78933" y="94720"/>
                </a:lnTo>
                <a:lnTo>
                  <a:pt x="78933" y="97303"/>
                </a:lnTo>
                <a:lnTo>
                  <a:pt x="24326" y="97303"/>
                </a:lnTo>
                <a:lnTo>
                  <a:pt x="24326" y="94720"/>
                </a:lnTo>
                <a:lnTo>
                  <a:pt x="29421" y="94720"/>
                </a:lnTo>
                <a:cubicBezTo>
                  <a:pt x="32291" y="94720"/>
                  <a:pt x="34563" y="94215"/>
                  <a:pt x="36238" y="93206"/>
                </a:cubicBezTo>
                <a:cubicBezTo>
                  <a:pt x="37481" y="92532"/>
                  <a:pt x="38462" y="91378"/>
                  <a:pt x="39180" y="89744"/>
                </a:cubicBezTo>
                <a:cubicBezTo>
                  <a:pt x="39706" y="88590"/>
                  <a:pt x="39969" y="85560"/>
                  <a:pt x="39969" y="80655"/>
                </a:cubicBezTo>
                <a:lnTo>
                  <a:pt x="39969" y="61137"/>
                </a:lnTo>
                <a:lnTo>
                  <a:pt x="17078" y="19395"/>
                </a:lnTo>
                <a:cubicBezTo>
                  <a:pt x="12534" y="11156"/>
                  <a:pt x="9328" y="6306"/>
                  <a:pt x="7463" y="4846"/>
                </a:cubicBezTo>
                <a:cubicBezTo>
                  <a:pt x="5597" y="3385"/>
                  <a:pt x="3109" y="2631"/>
                  <a:pt x="0" y="2583"/>
                </a:cubicBezTo>
                <a:lnTo>
                  <a:pt x="0" y="0"/>
                </a:lnTo>
                <a:lnTo>
                  <a:pt x="46642" y="0"/>
                </a:lnTo>
                <a:lnTo>
                  <a:pt x="46642" y="2583"/>
                </a:lnTo>
                <a:lnTo>
                  <a:pt x="44561" y="2583"/>
                </a:lnTo>
                <a:cubicBezTo>
                  <a:pt x="41739" y="2583"/>
                  <a:pt x="39766" y="2992"/>
                  <a:pt x="38641" y="3810"/>
                </a:cubicBezTo>
                <a:cubicBezTo>
                  <a:pt x="37517" y="4626"/>
                  <a:pt x="36955" y="5491"/>
                  <a:pt x="36955" y="6404"/>
                </a:cubicBezTo>
                <a:cubicBezTo>
                  <a:pt x="36955" y="8136"/>
                  <a:pt x="38869" y="12487"/>
                  <a:pt x="42696" y="19457"/>
                </a:cubicBezTo>
                <a:lnTo>
                  <a:pt x="60276" y="51511"/>
                </a:lnTo>
                <a:lnTo>
                  <a:pt x="77785" y="22343"/>
                </a:lnTo>
                <a:cubicBezTo>
                  <a:pt x="82138" y="15132"/>
                  <a:pt x="84315" y="10348"/>
                  <a:pt x="84315" y="7992"/>
                </a:cubicBezTo>
                <a:cubicBezTo>
                  <a:pt x="84315" y="6694"/>
                  <a:pt x="83693" y="5613"/>
                  <a:pt x="82449" y="4747"/>
                </a:cubicBezTo>
                <a:cubicBezTo>
                  <a:pt x="80823" y="3545"/>
                  <a:pt x="77833" y="2824"/>
                  <a:pt x="73480" y="2583"/>
                </a:cubicBezTo>
                <a:lnTo>
                  <a:pt x="73480" y="0"/>
                </a:lnTo>
                <a:lnTo>
                  <a:pt x="103187" y="0"/>
                </a:lnTo>
                <a:close/>
                <a:moveTo>
                  <a:pt x="174848" y="64066"/>
                </a:moveTo>
                <a:lnTo>
                  <a:pt x="201255" y="0"/>
                </a:lnTo>
                <a:lnTo>
                  <a:pt x="240865" y="0"/>
                </a:lnTo>
                <a:lnTo>
                  <a:pt x="240865" y="2583"/>
                </a:lnTo>
                <a:lnTo>
                  <a:pt x="237708" y="2583"/>
                </a:lnTo>
                <a:cubicBezTo>
                  <a:pt x="234838" y="2583"/>
                  <a:pt x="232541" y="3093"/>
                  <a:pt x="230819" y="4113"/>
                </a:cubicBezTo>
                <a:cubicBezTo>
                  <a:pt x="229623" y="4793"/>
                  <a:pt x="228666" y="5935"/>
                  <a:pt x="227949" y="7539"/>
                </a:cubicBezTo>
                <a:cubicBezTo>
                  <a:pt x="227423" y="8705"/>
                  <a:pt x="227159" y="11741"/>
                  <a:pt x="227159" y="16648"/>
                </a:cubicBezTo>
                <a:lnTo>
                  <a:pt x="227159" y="80655"/>
                </a:lnTo>
                <a:cubicBezTo>
                  <a:pt x="227159" y="85656"/>
                  <a:pt x="227423" y="88782"/>
                  <a:pt x="227949" y="90033"/>
                </a:cubicBezTo>
                <a:cubicBezTo>
                  <a:pt x="228475" y="91283"/>
                  <a:pt x="229551" y="92376"/>
                  <a:pt x="231178" y="93314"/>
                </a:cubicBezTo>
                <a:cubicBezTo>
                  <a:pt x="232804" y="94251"/>
                  <a:pt x="234981" y="94720"/>
                  <a:pt x="237708" y="94720"/>
                </a:cubicBezTo>
                <a:lnTo>
                  <a:pt x="240865" y="94720"/>
                </a:lnTo>
                <a:lnTo>
                  <a:pt x="240865" y="97303"/>
                </a:lnTo>
                <a:lnTo>
                  <a:pt x="190061" y="97303"/>
                </a:lnTo>
                <a:lnTo>
                  <a:pt x="190061" y="94720"/>
                </a:lnTo>
                <a:lnTo>
                  <a:pt x="193218" y="94720"/>
                </a:lnTo>
                <a:cubicBezTo>
                  <a:pt x="196089" y="94720"/>
                  <a:pt x="198385" y="94215"/>
                  <a:pt x="200107" y="93206"/>
                </a:cubicBezTo>
                <a:cubicBezTo>
                  <a:pt x="201303" y="92532"/>
                  <a:pt x="202260" y="91378"/>
                  <a:pt x="202977" y="89744"/>
                </a:cubicBezTo>
                <a:cubicBezTo>
                  <a:pt x="203503" y="88590"/>
                  <a:pt x="203767" y="85560"/>
                  <a:pt x="203767" y="80655"/>
                </a:cubicBezTo>
                <a:lnTo>
                  <a:pt x="203767" y="8539"/>
                </a:lnTo>
                <a:lnTo>
                  <a:pt x="166453" y="97303"/>
                </a:lnTo>
                <a:lnTo>
                  <a:pt x="164731" y="97303"/>
                </a:lnTo>
                <a:lnTo>
                  <a:pt x="126843" y="9113"/>
                </a:lnTo>
                <a:lnTo>
                  <a:pt x="126843" y="77642"/>
                </a:lnTo>
                <a:cubicBezTo>
                  <a:pt x="126843" y="82466"/>
                  <a:pt x="126962" y="85432"/>
                  <a:pt x="127201" y="86542"/>
                </a:cubicBezTo>
                <a:cubicBezTo>
                  <a:pt x="127823" y="88955"/>
                  <a:pt x="129175" y="90921"/>
                  <a:pt x="131256" y="92442"/>
                </a:cubicBezTo>
                <a:cubicBezTo>
                  <a:pt x="133337" y="93960"/>
                  <a:pt x="136602" y="94720"/>
                  <a:pt x="141051" y="94720"/>
                </a:cubicBezTo>
                <a:lnTo>
                  <a:pt x="141051" y="97303"/>
                </a:lnTo>
                <a:lnTo>
                  <a:pt x="107755" y="97303"/>
                </a:lnTo>
                <a:lnTo>
                  <a:pt x="107755" y="94720"/>
                </a:lnTo>
                <a:lnTo>
                  <a:pt x="108760" y="94720"/>
                </a:lnTo>
                <a:cubicBezTo>
                  <a:pt x="110912" y="94768"/>
                  <a:pt x="112922" y="94416"/>
                  <a:pt x="114787" y="93666"/>
                </a:cubicBezTo>
                <a:cubicBezTo>
                  <a:pt x="116653" y="92915"/>
                  <a:pt x="118064" y="91910"/>
                  <a:pt x="119021" y="90650"/>
                </a:cubicBezTo>
                <a:cubicBezTo>
                  <a:pt x="119978" y="89390"/>
                  <a:pt x="120719" y="87620"/>
                  <a:pt x="121246" y="85342"/>
                </a:cubicBezTo>
                <a:cubicBezTo>
                  <a:pt x="121341" y="84810"/>
                  <a:pt x="121389" y="82339"/>
                  <a:pt x="121389" y="77929"/>
                </a:cubicBezTo>
                <a:lnTo>
                  <a:pt x="121389" y="16648"/>
                </a:lnTo>
                <a:cubicBezTo>
                  <a:pt x="121389" y="11644"/>
                  <a:pt x="121126" y="8523"/>
                  <a:pt x="120600" y="7283"/>
                </a:cubicBezTo>
                <a:cubicBezTo>
                  <a:pt x="120073" y="6044"/>
                  <a:pt x="118997" y="4951"/>
                  <a:pt x="117371" y="4005"/>
                </a:cubicBezTo>
                <a:cubicBezTo>
                  <a:pt x="115744" y="3057"/>
                  <a:pt x="113567" y="2583"/>
                  <a:pt x="110841" y="2583"/>
                </a:cubicBezTo>
                <a:lnTo>
                  <a:pt x="107755" y="2583"/>
                </a:lnTo>
                <a:lnTo>
                  <a:pt x="107755" y="0"/>
                </a:lnTo>
                <a:lnTo>
                  <a:pt x="147509" y="0"/>
                </a:lnTo>
                <a:lnTo>
                  <a:pt x="174848" y="64066"/>
                </a:lnTo>
                <a:close/>
              </a:path>
            </a:pathLst>
          </a:custGeom>
          <a:solidFill xmlns:a="http://schemas.openxmlformats.org/drawingml/2006/main">
            <a:srgbClr val="741B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Text RecoveredCode">
            <a:extLst xmlns:a="http://schemas.openxmlformats.org/drawingml/2006/main">
              <a:ext uri="{FF2B5EF4-FFF2-40B4-BE49-F238E27FC236}">
                <a16:creationId xmlns:a16="http://schemas.microsoft.com/office/drawing/2014/main" id="{51015780-94BF-499C-931E-1B69AE45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854" y="2310052"/>
            <a:ext cx="1170845" cy="117241"/>
          </a:xfrm>
          <a:custGeom xmlns:a="http://schemas.openxmlformats.org/drawingml/2006/main">
            <a:pathLst>
              <a:path w="1170845" h="117241">
                <a:moveTo>
                  <a:pt x="41895" y="63588"/>
                </a:moveTo>
                <a:lnTo>
                  <a:pt x="41895" y="95217"/>
                </a:lnTo>
                <a:cubicBezTo>
                  <a:pt x="41895" y="101257"/>
                  <a:pt x="42268" y="105061"/>
                  <a:pt x="43013" y="106627"/>
                </a:cubicBezTo>
                <a:cubicBezTo>
                  <a:pt x="43758" y="108192"/>
                  <a:pt x="45069" y="109441"/>
                  <a:pt x="46946" y="110376"/>
                </a:cubicBezTo>
                <a:cubicBezTo>
                  <a:pt x="48823" y="111309"/>
                  <a:pt x="52328" y="111776"/>
                  <a:pt x="57461" y="111776"/>
                </a:cubicBezTo>
                <a:lnTo>
                  <a:pt x="57461" y="114757"/>
                </a:lnTo>
                <a:lnTo>
                  <a:pt x="0" y="114757"/>
                </a:lnTo>
                <a:lnTo>
                  <a:pt x="0" y="111776"/>
                </a:lnTo>
                <a:cubicBezTo>
                  <a:pt x="5189" y="111776"/>
                  <a:pt x="8707" y="111296"/>
                  <a:pt x="10557" y="110335"/>
                </a:cubicBezTo>
                <a:cubicBezTo>
                  <a:pt x="12406" y="109374"/>
                  <a:pt x="13703" y="108124"/>
                  <a:pt x="14448" y="106586"/>
                </a:cubicBezTo>
                <a:cubicBezTo>
                  <a:pt x="15193" y="105047"/>
                  <a:pt x="15566" y="101257"/>
                  <a:pt x="15566" y="95217"/>
                </a:cubicBezTo>
                <a:lnTo>
                  <a:pt x="15566" y="22024"/>
                </a:lnTo>
                <a:cubicBezTo>
                  <a:pt x="15566" y="15983"/>
                  <a:pt x="15193" y="12181"/>
                  <a:pt x="14448" y="10616"/>
                </a:cubicBezTo>
                <a:cubicBezTo>
                  <a:pt x="13703" y="9050"/>
                  <a:pt x="12392" y="7800"/>
                  <a:pt x="10515" y="6867"/>
                </a:cubicBezTo>
                <a:cubicBezTo>
                  <a:pt x="8638" y="5932"/>
                  <a:pt x="5133" y="5465"/>
                  <a:pt x="0" y="5465"/>
                </a:cubicBezTo>
                <a:lnTo>
                  <a:pt x="0" y="2484"/>
                </a:lnTo>
                <a:lnTo>
                  <a:pt x="52162" y="2484"/>
                </a:lnTo>
                <a:cubicBezTo>
                  <a:pt x="65741" y="2484"/>
                  <a:pt x="75676" y="3421"/>
                  <a:pt x="81969" y="5296"/>
                </a:cubicBezTo>
                <a:cubicBezTo>
                  <a:pt x="88262" y="7171"/>
                  <a:pt x="93395" y="10632"/>
                  <a:pt x="97369" y="15677"/>
                </a:cubicBezTo>
                <a:cubicBezTo>
                  <a:pt x="101344" y="20723"/>
                  <a:pt x="103331" y="26636"/>
                  <a:pt x="103331" y="33419"/>
                </a:cubicBezTo>
                <a:cubicBezTo>
                  <a:pt x="103331" y="41692"/>
                  <a:pt x="100350" y="48530"/>
                  <a:pt x="94389" y="53935"/>
                </a:cubicBezTo>
                <a:cubicBezTo>
                  <a:pt x="90580" y="57353"/>
                  <a:pt x="85253" y="59917"/>
                  <a:pt x="78409" y="61627"/>
                </a:cubicBezTo>
                <a:lnTo>
                  <a:pt x="105401" y="99724"/>
                </a:lnTo>
                <a:cubicBezTo>
                  <a:pt x="108933" y="104588"/>
                  <a:pt x="111445" y="107621"/>
                  <a:pt x="112935" y="108824"/>
                </a:cubicBezTo>
                <a:cubicBezTo>
                  <a:pt x="115198" y="110518"/>
                  <a:pt x="117820" y="111447"/>
                  <a:pt x="120801" y="111610"/>
                </a:cubicBezTo>
                <a:lnTo>
                  <a:pt x="120801" y="114757"/>
                </a:lnTo>
                <a:lnTo>
                  <a:pt x="85447" y="114757"/>
                </a:lnTo>
                <a:lnTo>
                  <a:pt x="49264" y="63588"/>
                </a:lnTo>
                <a:lnTo>
                  <a:pt x="41895" y="63588"/>
                </a:lnTo>
                <a:moveTo>
                  <a:pt x="41895" y="8776"/>
                </a:moveTo>
                <a:lnTo>
                  <a:pt x="41895" y="57627"/>
                </a:lnTo>
                <a:lnTo>
                  <a:pt x="46615" y="57627"/>
                </a:lnTo>
                <a:cubicBezTo>
                  <a:pt x="54287" y="57627"/>
                  <a:pt x="60028" y="56928"/>
                  <a:pt x="63837" y="55531"/>
                </a:cubicBezTo>
                <a:cubicBezTo>
                  <a:pt x="67645" y="54132"/>
                  <a:pt x="70640" y="51610"/>
                  <a:pt x="72820" y="47965"/>
                </a:cubicBezTo>
                <a:cubicBezTo>
                  <a:pt x="75000" y="44319"/>
                  <a:pt x="76090" y="39562"/>
                  <a:pt x="76090" y="33696"/>
                </a:cubicBezTo>
                <a:cubicBezTo>
                  <a:pt x="76090" y="25197"/>
                  <a:pt x="74090" y="18919"/>
                  <a:pt x="70088" y="14862"/>
                </a:cubicBezTo>
                <a:cubicBezTo>
                  <a:pt x="66086" y="10805"/>
                  <a:pt x="59641" y="8776"/>
                  <a:pt x="50755" y="8776"/>
                </a:cubicBezTo>
                <a:lnTo>
                  <a:pt x="41895" y="8776"/>
                </a:lnTo>
                <a:close/>
                <a:moveTo>
                  <a:pt x="190571" y="73193"/>
                </a:moveTo>
                <a:lnTo>
                  <a:pt x="148096" y="73193"/>
                </a:lnTo>
                <a:cubicBezTo>
                  <a:pt x="148593" y="83487"/>
                  <a:pt x="151325" y="91623"/>
                  <a:pt x="156293" y="97600"/>
                </a:cubicBezTo>
                <a:cubicBezTo>
                  <a:pt x="160101" y="102193"/>
                  <a:pt x="164683" y="104490"/>
                  <a:pt x="170037" y="104490"/>
                </a:cubicBezTo>
                <a:cubicBezTo>
                  <a:pt x="173349" y="104490"/>
                  <a:pt x="176357" y="103565"/>
                  <a:pt x="179062" y="101716"/>
                </a:cubicBezTo>
                <a:cubicBezTo>
                  <a:pt x="181767" y="99867"/>
                  <a:pt x="184665" y="96541"/>
                  <a:pt x="187756" y="91739"/>
                </a:cubicBezTo>
                <a:lnTo>
                  <a:pt x="190571" y="93561"/>
                </a:lnTo>
                <a:cubicBezTo>
                  <a:pt x="186376" y="102116"/>
                  <a:pt x="181739" y="108174"/>
                  <a:pt x="176661" y="111735"/>
                </a:cubicBezTo>
                <a:cubicBezTo>
                  <a:pt x="171583" y="115295"/>
                  <a:pt x="165704" y="117075"/>
                  <a:pt x="159025" y="117075"/>
                </a:cubicBezTo>
                <a:cubicBezTo>
                  <a:pt x="147544" y="117075"/>
                  <a:pt x="138850" y="112655"/>
                  <a:pt x="132944" y="103815"/>
                </a:cubicBezTo>
                <a:cubicBezTo>
                  <a:pt x="128197" y="96687"/>
                  <a:pt x="125823" y="87847"/>
                  <a:pt x="125823" y="77294"/>
                </a:cubicBezTo>
                <a:cubicBezTo>
                  <a:pt x="125823" y="64363"/>
                  <a:pt x="129315" y="54073"/>
                  <a:pt x="136297" y="46421"/>
                </a:cubicBezTo>
                <a:cubicBezTo>
                  <a:pt x="143280" y="38767"/>
                  <a:pt x="151463" y="34940"/>
                  <a:pt x="160847" y="34940"/>
                </a:cubicBezTo>
                <a:cubicBezTo>
                  <a:pt x="168685" y="34940"/>
                  <a:pt x="175488" y="38156"/>
                  <a:pt x="181256" y="44586"/>
                </a:cubicBezTo>
                <a:cubicBezTo>
                  <a:pt x="187024" y="51017"/>
                  <a:pt x="190129" y="60552"/>
                  <a:pt x="190571" y="73193"/>
                </a:cubicBezTo>
                <a:moveTo>
                  <a:pt x="170203" y="67728"/>
                </a:moveTo>
                <a:cubicBezTo>
                  <a:pt x="170203" y="58841"/>
                  <a:pt x="169720" y="52742"/>
                  <a:pt x="168754" y="49430"/>
                </a:cubicBezTo>
                <a:cubicBezTo>
                  <a:pt x="167788" y="46118"/>
                  <a:pt x="166284" y="43606"/>
                  <a:pt x="164241" y="41895"/>
                </a:cubicBezTo>
                <a:cubicBezTo>
                  <a:pt x="163082" y="40902"/>
                  <a:pt x="161537" y="40405"/>
                  <a:pt x="159605" y="40405"/>
                </a:cubicBezTo>
                <a:cubicBezTo>
                  <a:pt x="156734" y="40405"/>
                  <a:pt x="154388" y="41813"/>
                  <a:pt x="152567" y="44628"/>
                </a:cubicBezTo>
                <a:cubicBezTo>
                  <a:pt x="149310" y="49540"/>
                  <a:pt x="147682" y="56274"/>
                  <a:pt x="147682" y="64830"/>
                </a:cubicBezTo>
                <a:lnTo>
                  <a:pt x="147682" y="67728"/>
                </a:lnTo>
                <a:lnTo>
                  <a:pt x="170203" y="67728"/>
                </a:lnTo>
                <a:close/>
                <a:moveTo>
                  <a:pt x="263288" y="94738"/>
                </a:moveTo>
                <a:lnTo>
                  <a:pt x="265855" y="96722"/>
                </a:lnTo>
                <a:cubicBezTo>
                  <a:pt x="262211" y="103589"/>
                  <a:pt x="257671" y="108699"/>
                  <a:pt x="252234" y="112050"/>
                </a:cubicBezTo>
                <a:cubicBezTo>
                  <a:pt x="246797" y="115400"/>
                  <a:pt x="241015" y="117075"/>
                  <a:pt x="234888" y="117075"/>
                </a:cubicBezTo>
                <a:cubicBezTo>
                  <a:pt x="224566" y="117075"/>
                  <a:pt x="216314" y="113180"/>
                  <a:pt x="210132" y="105390"/>
                </a:cubicBezTo>
                <a:cubicBezTo>
                  <a:pt x="203950" y="97599"/>
                  <a:pt x="200859" y="88233"/>
                  <a:pt x="200859" y="77294"/>
                </a:cubicBezTo>
                <a:cubicBezTo>
                  <a:pt x="200859" y="66739"/>
                  <a:pt x="203674" y="57456"/>
                  <a:pt x="209304" y="49445"/>
                </a:cubicBezTo>
                <a:cubicBezTo>
                  <a:pt x="216094" y="39775"/>
                  <a:pt x="225450" y="34940"/>
                  <a:pt x="237372" y="34940"/>
                </a:cubicBezTo>
                <a:cubicBezTo>
                  <a:pt x="245376" y="34940"/>
                  <a:pt x="251738" y="36961"/>
                  <a:pt x="256457" y="41003"/>
                </a:cubicBezTo>
                <a:cubicBezTo>
                  <a:pt x="261177" y="45042"/>
                  <a:pt x="263536" y="49553"/>
                  <a:pt x="263536" y="54535"/>
                </a:cubicBezTo>
                <a:cubicBezTo>
                  <a:pt x="263536" y="57690"/>
                  <a:pt x="262584" y="60208"/>
                  <a:pt x="260680" y="62090"/>
                </a:cubicBezTo>
                <a:cubicBezTo>
                  <a:pt x="258775" y="63972"/>
                  <a:pt x="256278" y="64913"/>
                  <a:pt x="253187" y="64913"/>
                </a:cubicBezTo>
                <a:cubicBezTo>
                  <a:pt x="249930" y="64913"/>
                  <a:pt x="247239" y="63833"/>
                  <a:pt x="245114" y="61673"/>
                </a:cubicBezTo>
                <a:cubicBezTo>
                  <a:pt x="242989" y="59512"/>
                  <a:pt x="241678" y="55662"/>
                  <a:pt x="241181" y="50123"/>
                </a:cubicBezTo>
                <a:cubicBezTo>
                  <a:pt x="240850" y="46634"/>
                  <a:pt x="240049" y="44196"/>
                  <a:pt x="238780" y="42811"/>
                </a:cubicBezTo>
                <a:cubicBezTo>
                  <a:pt x="237510" y="41428"/>
                  <a:pt x="236020" y="40736"/>
                  <a:pt x="234309" y="40736"/>
                </a:cubicBezTo>
                <a:cubicBezTo>
                  <a:pt x="231659" y="40736"/>
                  <a:pt x="229396" y="42144"/>
                  <a:pt x="227520" y="44959"/>
                </a:cubicBezTo>
                <a:cubicBezTo>
                  <a:pt x="224649" y="49209"/>
                  <a:pt x="223214" y="55722"/>
                  <a:pt x="223214" y="64499"/>
                </a:cubicBezTo>
                <a:cubicBezTo>
                  <a:pt x="223214" y="71785"/>
                  <a:pt x="224373" y="78754"/>
                  <a:pt x="226692" y="85405"/>
                </a:cubicBezTo>
                <a:cubicBezTo>
                  <a:pt x="229010" y="92057"/>
                  <a:pt x="232184" y="97011"/>
                  <a:pt x="236213" y="100267"/>
                </a:cubicBezTo>
                <a:cubicBezTo>
                  <a:pt x="239249" y="102641"/>
                  <a:pt x="242837" y="103827"/>
                  <a:pt x="246977" y="103827"/>
                </a:cubicBezTo>
                <a:cubicBezTo>
                  <a:pt x="249682" y="103827"/>
                  <a:pt x="252248" y="103194"/>
                  <a:pt x="254677" y="101928"/>
                </a:cubicBezTo>
                <a:cubicBezTo>
                  <a:pt x="257106" y="100660"/>
                  <a:pt x="259976" y="98264"/>
                  <a:pt x="263288" y="94738"/>
                </a:cubicBezTo>
                <a:close/>
                <a:moveTo>
                  <a:pt x="311747" y="34940"/>
                </a:moveTo>
                <a:cubicBezTo>
                  <a:pt x="318481" y="34940"/>
                  <a:pt x="324746" y="36681"/>
                  <a:pt x="330541" y="40162"/>
                </a:cubicBezTo>
                <a:cubicBezTo>
                  <a:pt x="336337" y="43643"/>
                  <a:pt x="340739" y="48588"/>
                  <a:pt x="343748" y="54998"/>
                </a:cubicBezTo>
                <a:cubicBezTo>
                  <a:pt x="346756" y="61408"/>
                  <a:pt x="348260" y="68425"/>
                  <a:pt x="348260" y="76049"/>
                </a:cubicBezTo>
                <a:cubicBezTo>
                  <a:pt x="348260" y="87044"/>
                  <a:pt x="345473" y="96244"/>
                  <a:pt x="339898" y="103649"/>
                </a:cubicBezTo>
                <a:cubicBezTo>
                  <a:pt x="333163" y="112600"/>
                  <a:pt x="323863" y="117075"/>
                  <a:pt x="311995" y="117075"/>
                </a:cubicBezTo>
                <a:cubicBezTo>
                  <a:pt x="300348" y="117075"/>
                  <a:pt x="291378" y="112986"/>
                  <a:pt x="285086" y="104808"/>
                </a:cubicBezTo>
                <a:cubicBezTo>
                  <a:pt x="278793" y="96630"/>
                  <a:pt x="275647" y="87154"/>
                  <a:pt x="275647" y="76380"/>
                </a:cubicBezTo>
                <a:cubicBezTo>
                  <a:pt x="275647" y="65275"/>
                  <a:pt x="278862" y="55592"/>
                  <a:pt x="285293" y="47331"/>
                </a:cubicBezTo>
                <a:cubicBezTo>
                  <a:pt x="291723" y="39071"/>
                  <a:pt x="300541" y="34940"/>
                  <a:pt x="311747" y="34940"/>
                </a:cubicBezTo>
                <a:moveTo>
                  <a:pt x="312078" y="40736"/>
                </a:moveTo>
                <a:cubicBezTo>
                  <a:pt x="309263" y="40736"/>
                  <a:pt x="306848" y="41800"/>
                  <a:pt x="304833" y="43929"/>
                </a:cubicBezTo>
                <a:cubicBezTo>
                  <a:pt x="302818" y="46056"/>
                  <a:pt x="301494" y="50255"/>
                  <a:pt x="300859" y="56527"/>
                </a:cubicBezTo>
                <a:cubicBezTo>
                  <a:pt x="300224" y="62799"/>
                  <a:pt x="299907" y="71517"/>
                  <a:pt x="299907" y="82681"/>
                </a:cubicBezTo>
                <a:cubicBezTo>
                  <a:pt x="299907" y="88594"/>
                  <a:pt x="300293" y="94120"/>
                  <a:pt x="301066" y="99261"/>
                </a:cubicBezTo>
                <a:cubicBezTo>
                  <a:pt x="301673" y="103183"/>
                  <a:pt x="302970" y="106167"/>
                  <a:pt x="304957" y="108213"/>
                </a:cubicBezTo>
                <a:cubicBezTo>
                  <a:pt x="306944" y="110257"/>
                  <a:pt x="309207" y="111279"/>
                  <a:pt x="311747" y="111279"/>
                </a:cubicBezTo>
                <a:cubicBezTo>
                  <a:pt x="314230" y="111279"/>
                  <a:pt x="316300" y="110588"/>
                  <a:pt x="317956" y="109207"/>
                </a:cubicBezTo>
                <a:cubicBezTo>
                  <a:pt x="320109" y="107328"/>
                  <a:pt x="321544" y="104703"/>
                  <a:pt x="322262" y="101331"/>
                </a:cubicBezTo>
                <a:cubicBezTo>
                  <a:pt x="323366" y="96082"/>
                  <a:pt x="323918" y="85472"/>
                  <a:pt x="323918" y="69500"/>
                </a:cubicBezTo>
                <a:cubicBezTo>
                  <a:pt x="323918" y="60106"/>
                  <a:pt x="323393" y="53655"/>
                  <a:pt x="322345" y="50147"/>
                </a:cubicBezTo>
                <a:cubicBezTo>
                  <a:pt x="321296" y="46636"/>
                  <a:pt x="319750" y="44080"/>
                  <a:pt x="317708" y="42477"/>
                </a:cubicBezTo>
                <a:cubicBezTo>
                  <a:pt x="316273" y="41317"/>
                  <a:pt x="314396" y="40736"/>
                  <a:pt x="312078" y="40736"/>
                </a:cubicBezTo>
                <a:close/>
                <a:moveTo>
                  <a:pt x="394957" y="117075"/>
                </a:moveTo>
                <a:lnTo>
                  <a:pt x="368876" y="57011"/>
                </a:lnTo>
                <a:cubicBezTo>
                  <a:pt x="365730" y="49723"/>
                  <a:pt x="363274" y="45106"/>
                  <a:pt x="361507" y="43161"/>
                </a:cubicBezTo>
                <a:cubicBezTo>
                  <a:pt x="360238" y="41713"/>
                  <a:pt x="358361" y="40740"/>
                  <a:pt x="355877" y="40239"/>
                </a:cubicBezTo>
                <a:lnTo>
                  <a:pt x="355877" y="37259"/>
                </a:lnTo>
                <a:lnTo>
                  <a:pt x="397027" y="37259"/>
                </a:lnTo>
                <a:lnTo>
                  <a:pt x="397027" y="40239"/>
                </a:lnTo>
                <a:cubicBezTo>
                  <a:pt x="394433" y="40239"/>
                  <a:pt x="392667" y="40711"/>
                  <a:pt x="391728" y="41655"/>
                </a:cubicBezTo>
                <a:cubicBezTo>
                  <a:pt x="390404" y="42878"/>
                  <a:pt x="389741" y="44321"/>
                  <a:pt x="389741" y="45986"/>
                </a:cubicBezTo>
                <a:cubicBezTo>
                  <a:pt x="389741" y="48040"/>
                  <a:pt x="390956" y="51900"/>
                  <a:pt x="393384" y="57565"/>
                </a:cubicBezTo>
                <a:lnTo>
                  <a:pt x="406135" y="86657"/>
                </a:lnTo>
                <a:lnTo>
                  <a:pt x="416319" y="61544"/>
                </a:lnTo>
                <a:cubicBezTo>
                  <a:pt x="419245" y="54332"/>
                  <a:pt x="420707" y="49228"/>
                  <a:pt x="420707" y="46232"/>
                </a:cubicBezTo>
                <a:cubicBezTo>
                  <a:pt x="420707" y="44512"/>
                  <a:pt x="420086" y="43111"/>
                  <a:pt x="418844" y="42030"/>
                </a:cubicBezTo>
                <a:cubicBezTo>
                  <a:pt x="417602" y="40947"/>
                  <a:pt x="415408" y="40350"/>
                  <a:pt x="412262" y="40239"/>
                </a:cubicBezTo>
                <a:lnTo>
                  <a:pt x="412262" y="37259"/>
                </a:lnTo>
                <a:lnTo>
                  <a:pt x="437598" y="37259"/>
                </a:lnTo>
                <a:lnTo>
                  <a:pt x="437598" y="40239"/>
                </a:lnTo>
                <a:cubicBezTo>
                  <a:pt x="435169" y="40572"/>
                  <a:pt x="433182" y="41487"/>
                  <a:pt x="431637" y="42985"/>
                </a:cubicBezTo>
                <a:cubicBezTo>
                  <a:pt x="430091" y="44482"/>
                  <a:pt x="427773" y="48890"/>
                  <a:pt x="424682" y="56209"/>
                </a:cubicBezTo>
                <a:lnTo>
                  <a:pt x="398849" y="117075"/>
                </a:lnTo>
                <a:lnTo>
                  <a:pt x="394957" y="117075"/>
                </a:lnTo>
                <a:close/>
                <a:moveTo>
                  <a:pt x="510376" y="73193"/>
                </a:moveTo>
                <a:lnTo>
                  <a:pt x="467901" y="73193"/>
                </a:lnTo>
                <a:cubicBezTo>
                  <a:pt x="468398" y="83487"/>
                  <a:pt x="471131" y="91623"/>
                  <a:pt x="476098" y="97600"/>
                </a:cubicBezTo>
                <a:cubicBezTo>
                  <a:pt x="479907" y="102193"/>
                  <a:pt x="484489" y="104490"/>
                  <a:pt x="489843" y="104490"/>
                </a:cubicBezTo>
                <a:cubicBezTo>
                  <a:pt x="493155" y="104490"/>
                  <a:pt x="496163" y="103565"/>
                  <a:pt x="498868" y="101716"/>
                </a:cubicBezTo>
                <a:cubicBezTo>
                  <a:pt x="501572" y="99867"/>
                  <a:pt x="504470" y="96541"/>
                  <a:pt x="507561" y="91739"/>
                </a:cubicBezTo>
                <a:lnTo>
                  <a:pt x="510376" y="93561"/>
                </a:lnTo>
                <a:cubicBezTo>
                  <a:pt x="506181" y="102116"/>
                  <a:pt x="501545" y="108174"/>
                  <a:pt x="496466" y="111735"/>
                </a:cubicBezTo>
                <a:cubicBezTo>
                  <a:pt x="491388" y="115295"/>
                  <a:pt x="485510" y="117075"/>
                  <a:pt x="478831" y="117075"/>
                </a:cubicBezTo>
                <a:cubicBezTo>
                  <a:pt x="467350" y="117075"/>
                  <a:pt x="458656" y="112655"/>
                  <a:pt x="452750" y="103815"/>
                </a:cubicBezTo>
                <a:cubicBezTo>
                  <a:pt x="448003" y="96687"/>
                  <a:pt x="445629" y="87847"/>
                  <a:pt x="445629" y="77294"/>
                </a:cubicBezTo>
                <a:cubicBezTo>
                  <a:pt x="445629" y="64363"/>
                  <a:pt x="449120" y="54073"/>
                  <a:pt x="456103" y="46421"/>
                </a:cubicBezTo>
                <a:cubicBezTo>
                  <a:pt x="463085" y="38767"/>
                  <a:pt x="471269" y="34940"/>
                  <a:pt x="480652" y="34940"/>
                </a:cubicBezTo>
                <a:cubicBezTo>
                  <a:pt x="488490" y="34940"/>
                  <a:pt x="495294" y="38156"/>
                  <a:pt x="501062" y="44586"/>
                </a:cubicBezTo>
                <a:cubicBezTo>
                  <a:pt x="506830" y="51017"/>
                  <a:pt x="509935" y="60552"/>
                  <a:pt x="510376" y="73193"/>
                </a:cubicBezTo>
                <a:moveTo>
                  <a:pt x="490008" y="67728"/>
                </a:moveTo>
                <a:cubicBezTo>
                  <a:pt x="490008" y="58841"/>
                  <a:pt x="489525" y="52742"/>
                  <a:pt x="488559" y="49430"/>
                </a:cubicBezTo>
                <a:cubicBezTo>
                  <a:pt x="487593" y="46118"/>
                  <a:pt x="486089" y="43606"/>
                  <a:pt x="484047" y="41895"/>
                </a:cubicBezTo>
                <a:cubicBezTo>
                  <a:pt x="482888" y="40902"/>
                  <a:pt x="481342" y="40405"/>
                  <a:pt x="479410" y="40405"/>
                </a:cubicBezTo>
                <a:cubicBezTo>
                  <a:pt x="476540" y="40405"/>
                  <a:pt x="474194" y="41813"/>
                  <a:pt x="472373" y="44628"/>
                </a:cubicBezTo>
                <a:cubicBezTo>
                  <a:pt x="469116" y="49540"/>
                  <a:pt x="467488" y="56274"/>
                  <a:pt x="467488" y="64830"/>
                </a:cubicBezTo>
                <a:lnTo>
                  <a:pt x="467488" y="67728"/>
                </a:lnTo>
                <a:lnTo>
                  <a:pt x="490008" y="67728"/>
                </a:lnTo>
                <a:close/>
                <a:moveTo>
                  <a:pt x="552045" y="37259"/>
                </a:moveTo>
                <a:lnTo>
                  <a:pt x="552045" y="54812"/>
                </a:lnTo>
                <a:cubicBezTo>
                  <a:pt x="557178" y="46808"/>
                  <a:pt x="561677" y="41495"/>
                  <a:pt x="565541" y="38873"/>
                </a:cubicBezTo>
                <a:cubicBezTo>
                  <a:pt x="569405" y="36251"/>
                  <a:pt x="573131" y="34940"/>
                  <a:pt x="576718" y="34940"/>
                </a:cubicBezTo>
                <a:cubicBezTo>
                  <a:pt x="579810" y="34940"/>
                  <a:pt x="582280" y="35896"/>
                  <a:pt x="584129" y="37807"/>
                </a:cubicBezTo>
                <a:cubicBezTo>
                  <a:pt x="585978" y="39718"/>
                  <a:pt x="586902" y="42419"/>
                  <a:pt x="586902" y="45908"/>
                </a:cubicBezTo>
                <a:cubicBezTo>
                  <a:pt x="586902" y="49620"/>
                  <a:pt x="586005" y="52502"/>
                  <a:pt x="584212" y="54553"/>
                </a:cubicBezTo>
                <a:cubicBezTo>
                  <a:pt x="582418" y="56602"/>
                  <a:pt x="580251" y="57627"/>
                  <a:pt x="577712" y="57627"/>
                </a:cubicBezTo>
                <a:cubicBezTo>
                  <a:pt x="574786" y="57627"/>
                  <a:pt x="572247" y="56688"/>
                  <a:pt x="570095" y="54812"/>
                </a:cubicBezTo>
                <a:cubicBezTo>
                  <a:pt x="567942" y="52935"/>
                  <a:pt x="566672" y="51886"/>
                  <a:pt x="566286" y="51665"/>
                </a:cubicBezTo>
                <a:cubicBezTo>
                  <a:pt x="565734" y="51334"/>
                  <a:pt x="565099" y="51169"/>
                  <a:pt x="564382" y="51169"/>
                </a:cubicBezTo>
                <a:cubicBezTo>
                  <a:pt x="562781" y="51169"/>
                  <a:pt x="561263" y="51776"/>
                  <a:pt x="559828" y="52990"/>
                </a:cubicBezTo>
                <a:cubicBezTo>
                  <a:pt x="557565" y="54867"/>
                  <a:pt x="555854" y="57544"/>
                  <a:pt x="554694" y="61021"/>
                </a:cubicBezTo>
                <a:cubicBezTo>
                  <a:pt x="552928" y="66376"/>
                  <a:pt x="552045" y="72282"/>
                  <a:pt x="552045" y="78740"/>
                </a:cubicBezTo>
                <a:lnTo>
                  <a:pt x="552045" y="96541"/>
                </a:lnTo>
                <a:lnTo>
                  <a:pt x="552128" y="101178"/>
                </a:lnTo>
                <a:cubicBezTo>
                  <a:pt x="552128" y="104324"/>
                  <a:pt x="552321" y="106339"/>
                  <a:pt x="552707" y="107222"/>
                </a:cubicBezTo>
                <a:cubicBezTo>
                  <a:pt x="553370" y="108713"/>
                  <a:pt x="554349" y="109803"/>
                  <a:pt x="555647" y="110493"/>
                </a:cubicBezTo>
                <a:cubicBezTo>
                  <a:pt x="556944" y="111183"/>
                  <a:pt x="559138" y="111610"/>
                  <a:pt x="562229" y="111776"/>
                </a:cubicBezTo>
                <a:lnTo>
                  <a:pt x="562229" y="114757"/>
                </a:lnTo>
                <a:lnTo>
                  <a:pt x="520416" y="114757"/>
                </a:lnTo>
                <a:lnTo>
                  <a:pt x="520416" y="111776"/>
                </a:lnTo>
                <a:cubicBezTo>
                  <a:pt x="523784" y="111500"/>
                  <a:pt x="526060" y="110575"/>
                  <a:pt x="527247" y="109002"/>
                </a:cubicBezTo>
                <a:cubicBezTo>
                  <a:pt x="528434" y="107429"/>
                  <a:pt x="529027" y="103276"/>
                  <a:pt x="529027" y="96541"/>
                </a:cubicBezTo>
                <a:lnTo>
                  <a:pt x="529027" y="53652"/>
                </a:lnTo>
                <a:cubicBezTo>
                  <a:pt x="529027" y="49209"/>
                  <a:pt x="528807" y="46377"/>
                  <a:pt x="528365" y="45155"/>
                </a:cubicBezTo>
                <a:cubicBezTo>
                  <a:pt x="527813" y="43600"/>
                  <a:pt x="527013" y="42461"/>
                  <a:pt x="525964" y="41740"/>
                </a:cubicBezTo>
                <a:cubicBezTo>
                  <a:pt x="524915" y="41017"/>
                  <a:pt x="523066" y="40517"/>
                  <a:pt x="520416" y="40239"/>
                </a:cubicBezTo>
                <a:lnTo>
                  <a:pt x="520416" y="37259"/>
                </a:lnTo>
                <a:lnTo>
                  <a:pt x="552045" y="37259"/>
                </a:lnTo>
                <a:close/>
                <a:moveTo>
                  <a:pt x="657561" y="73193"/>
                </a:moveTo>
                <a:lnTo>
                  <a:pt x="615086" y="73193"/>
                </a:lnTo>
                <a:cubicBezTo>
                  <a:pt x="615583" y="83487"/>
                  <a:pt x="618316" y="91623"/>
                  <a:pt x="623283" y="97600"/>
                </a:cubicBezTo>
                <a:cubicBezTo>
                  <a:pt x="627092" y="102193"/>
                  <a:pt x="631673" y="104490"/>
                  <a:pt x="637028" y="104490"/>
                </a:cubicBezTo>
                <a:cubicBezTo>
                  <a:pt x="640340" y="104490"/>
                  <a:pt x="643348" y="103565"/>
                  <a:pt x="646053" y="101716"/>
                </a:cubicBezTo>
                <a:cubicBezTo>
                  <a:pt x="648757" y="99867"/>
                  <a:pt x="651655" y="96541"/>
                  <a:pt x="654746" y="91739"/>
                </a:cubicBezTo>
                <a:lnTo>
                  <a:pt x="657561" y="93561"/>
                </a:lnTo>
                <a:cubicBezTo>
                  <a:pt x="653366" y="102116"/>
                  <a:pt x="648730" y="108174"/>
                  <a:pt x="643651" y="111735"/>
                </a:cubicBezTo>
                <a:cubicBezTo>
                  <a:pt x="638573" y="115295"/>
                  <a:pt x="632695" y="117075"/>
                  <a:pt x="626016" y="117075"/>
                </a:cubicBezTo>
                <a:cubicBezTo>
                  <a:pt x="614534" y="117075"/>
                  <a:pt x="605841" y="112655"/>
                  <a:pt x="599935" y="103815"/>
                </a:cubicBezTo>
                <a:cubicBezTo>
                  <a:pt x="595188" y="96687"/>
                  <a:pt x="592814" y="87847"/>
                  <a:pt x="592814" y="77294"/>
                </a:cubicBezTo>
                <a:cubicBezTo>
                  <a:pt x="592814" y="64363"/>
                  <a:pt x="596305" y="54073"/>
                  <a:pt x="603288" y="46421"/>
                </a:cubicBezTo>
                <a:cubicBezTo>
                  <a:pt x="610270" y="38767"/>
                  <a:pt x="618454" y="34940"/>
                  <a:pt x="627837" y="34940"/>
                </a:cubicBezTo>
                <a:cubicBezTo>
                  <a:pt x="635675" y="34940"/>
                  <a:pt x="642478" y="38156"/>
                  <a:pt x="648247" y="44586"/>
                </a:cubicBezTo>
                <a:cubicBezTo>
                  <a:pt x="654015" y="51017"/>
                  <a:pt x="657120" y="60552"/>
                  <a:pt x="657561" y="73193"/>
                </a:cubicBezTo>
                <a:moveTo>
                  <a:pt x="637193" y="67728"/>
                </a:moveTo>
                <a:cubicBezTo>
                  <a:pt x="637193" y="58841"/>
                  <a:pt x="636710" y="52742"/>
                  <a:pt x="635744" y="49430"/>
                </a:cubicBezTo>
                <a:cubicBezTo>
                  <a:pt x="634778" y="46118"/>
                  <a:pt x="633274" y="43606"/>
                  <a:pt x="631232" y="41895"/>
                </a:cubicBezTo>
                <a:cubicBezTo>
                  <a:pt x="630073" y="40902"/>
                  <a:pt x="628527" y="40405"/>
                  <a:pt x="626595" y="40405"/>
                </a:cubicBezTo>
                <a:cubicBezTo>
                  <a:pt x="623725" y="40405"/>
                  <a:pt x="621379" y="41813"/>
                  <a:pt x="619558" y="44628"/>
                </a:cubicBezTo>
                <a:cubicBezTo>
                  <a:pt x="616301" y="49540"/>
                  <a:pt x="614672" y="56274"/>
                  <a:pt x="614672" y="64830"/>
                </a:cubicBezTo>
                <a:lnTo>
                  <a:pt x="614672" y="67728"/>
                </a:lnTo>
                <a:lnTo>
                  <a:pt x="637193" y="67728"/>
                </a:lnTo>
                <a:close/>
                <a:moveTo>
                  <a:pt x="742368" y="2484"/>
                </a:moveTo>
                <a:lnTo>
                  <a:pt x="742368" y="91574"/>
                </a:lnTo>
                <a:cubicBezTo>
                  <a:pt x="742368" y="97530"/>
                  <a:pt x="742533" y="101054"/>
                  <a:pt x="742864" y="102146"/>
                </a:cubicBezTo>
                <a:cubicBezTo>
                  <a:pt x="743306" y="103950"/>
                  <a:pt x="744148" y="105289"/>
                  <a:pt x="745390" y="106164"/>
                </a:cubicBezTo>
                <a:cubicBezTo>
                  <a:pt x="746632" y="107037"/>
                  <a:pt x="748798" y="107583"/>
                  <a:pt x="751889" y="107802"/>
                </a:cubicBezTo>
                <a:lnTo>
                  <a:pt x="751889" y="110782"/>
                </a:lnTo>
                <a:lnTo>
                  <a:pt x="719185" y="117075"/>
                </a:lnTo>
                <a:lnTo>
                  <a:pt x="719185" y="104821"/>
                </a:lnTo>
                <a:cubicBezTo>
                  <a:pt x="715265" y="109568"/>
                  <a:pt x="711774" y="112797"/>
                  <a:pt x="708711" y="114508"/>
                </a:cubicBezTo>
                <a:cubicBezTo>
                  <a:pt x="705647" y="116219"/>
                  <a:pt x="702184" y="117075"/>
                  <a:pt x="698320" y="117075"/>
                </a:cubicBezTo>
                <a:cubicBezTo>
                  <a:pt x="688439" y="117075"/>
                  <a:pt x="680629" y="112655"/>
                  <a:pt x="674888" y="103815"/>
                </a:cubicBezTo>
                <a:cubicBezTo>
                  <a:pt x="670251" y="96632"/>
                  <a:pt x="667933" y="87819"/>
                  <a:pt x="667933" y="77376"/>
                </a:cubicBezTo>
                <a:cubicBezTo>
                  <a:pt x="667933" y="69033"/>
                  <a:pt x="669368" y="61560"/>
                  <a:pt x="672239" y="54957"/>
                </a:cubicBezTo>
                <a:cubicBezTo>
                  <a:pt x="675109" y="48353"/>
                  <a:pt x="679042" y="43367"/>
                  <a:pt x="684037" y="39996"/>
                </a:cubicBezTo>
                <a:cubicBezTo>
                  <a:pt x="689033" y="36626"/>
                  <a:pt x="694401" y="34940"/>
                  <a:pt x="700141" y="34940"/>
                </a:cubicBezTo>
                <a:cubicBezTo>
                  <a:pt x="703839" y="34940"/>
                  <a:pt x="707124" y="35664"/>
                  <a:pt x="709994" y="37111"/>
                </a:cubicBezTo>
                <a:cubicBezTo>
                  <a:pt x="712864" y="38558"/>
                  <a:pt x="715928" y="41091"/>
                  <a:pt x="719185" y="44710"/>
                </a:cubicBezTo>
                <a:lnTo>
                  <a:pt x="719185" y="21362"/>
                </a:lnTo>
                <a:cubicBezTo>
                  <a:pt x="719185" y="15455"/>
                  <a:pt x="718936" y="11895"/>
                  <a:pt x="718439" y="10681"/>
                </a:cubicBezTo>
                <a:cubicBezTo>
                  <a:pt x="717777" y="9080"/>
                  <a:pt x="716783" y="7893"/>
                  <a:pt x="715459" y="7121"/>
                </a:cubicBezTo>
                <a:cubicBezTo>
                  <a:pt x="714134" y="6348"/>
                  <a:pt x="711650" y="5961"/>
                  <a:pt x="708007" y="5961"/>
                </a:cubicBezTo>
                <a:lnTo>
                  <a:pt x="708007" y="2484"/>
                </a:lnTo>
                <a:lnTo>
                  <a:pt x="742368" y="2484"/>
                </a:lnTo>
                <a:moveTo>
                  <a:pt x="719185" y="54812"/>
                </a:moveTo>
                <a:cubicBezTo>
                  <a:pt x="715100" y="47084"/>
                  <a:pt x="710104" y="43220"/>
                  <a:pt x="704198" y="43220"/>
                </a:cubicBezTo>
                <a:cubicBezTo>
                  <a:pt x="702156" y="43220"/>
                  <a:pt x="700472" y="43772"/>
                  <a:pt x="699148" y="44876"/>
                </a:cubicBezTo>
                <a:cubicBezTo>
                  <a:pt x="697105" y="46587"/>
                  <a:pt x="695436" y="49595"/>
                  <a:pt x="694138" y="53901"/>
                </a:cubicBezTo>
                <a:cubicBezTo>
                  <a:pt x="692841" y="58206"/>
                  <a:pt x="692193" y="64802"/>
                  <a:pt x="692193" y="73689"/>
                </a:cubicBezTo>
                <a:cubicBezTo>
                  <a:pt x="692193" y="83459"/>
                  <a:pt x="692910" y="90690"/>
                  <a:pt x="694345" y="95382"/>
                </a:cubicBezTo>
                <a:cubicBezTo>
                  <a:pt x="695781" y="100074"/>
                  <a:pt x="697740" y="103469"/>
                  <a:pt x="700224" y="105566"/>
                </a:cubicBezTo>
                <a:cubicBezTo>
                  <a:pt x="701494" y="106615"/>
                  <a:pt x="703232" y="107139"/>
                  <a:pt x="705440" y="107139"/>
                </a:cubicBezTo>
                <a:cubicBezTo>
                  <a:pt x="710298" y="107139"/>
                  <a:pt x="714879" y="103319"/>
                  <a:pt x="719185" y="95677"/>
                </a:cubicBezTo>
                <a:lnTo>
                  <a:pt x="719185" y="54812"/>
                </a:lnTo>
                <a:close/>
                <a:moveTo>
                  <a:pt x="911248" y="0"/>
                </a:moveTo>
                <a:lnTo>
                  <a:pt x="911248" y="38915"/>
                </a:lnTo>
                <a:lnTo>
                  <a:pt x="908019" y="38915"/>
                </a:lnTo>
                <a:cubicBezTo>
                  <a:pt x="905590" y="28705"/>
                  <a:pt x="901064" y="20881"/>
                  <a:pt x="894440" y="15444"/>
                </a:cubicBezTo>
                <a:cubicBezTo>
                  <a:pt x="887816" y="10005"/>
                  <a:pt x="880309" y="7286"/>
                  <a:pt x="871919" y="7286"/>
                </a:cubicBezTo>
                <a:cubicBezTo>
                  <a:pt x="864909" y="7286"/>
                  <a:pt x="858478" y="9301"/>
                  <a:pt x="852627" y="13330"/>
                </a:cubicBezTo>
                <a:cubicBezTo>
                  <a:pt x="846776" y="17360"/>
                  <a:pt x="842499" y="22631"/>
                  <a:pt x="839794" y="29145"/>
                </a:cubicBezTo>
                <a:cubicBezTo>
                  <a:pt x="836316" y="37479"/>
                  <a:pt x="834578" y="46753"/>
                  <a:pt x="834578" y="56964"/>
                </a:cubicBezTo>
                <a:cubicBezTo>
                  <a:pt x="834578" y="67010"/>
                  <a:pt x="835847" y="76159"/>
                  <a:pt x="838386" y="84412"/>
                </a:cubicBezTo>
                <a:cubicBezTo>
                  <a:pt x="840925" y="92664"/>
                  <a:pt x="844900" y="98901"/>
                  <a:pt x="850309" y="103124"/>
                </a:cubicBezTo>
                <a:cubicBezTo>
                  <a:pt x="855718" y="107346"/>
                  <a:pt x="862729" y="109458"/>
                  <a:pt x="871340" y="109458"/>
                </a:cubicBezTo>
                <a:cubicBezTo>
                  <a:pt x="878405" y="109458"/>
                  <a:pt x="884877" y="107912"/>
                  <a:pt x="890755" y="104821"/>
                </a:cubicBezTo>
                <a:cubicBezTo>
                  <a:pt x="896634" y="101730"/>
                  <a:pt x="902830" y="96403"/>
                  <a:pt x="909343" y="88841"/>
                </a:cubicBezTo>
                <a:lnTo>
                  <a:pt x="909343" y="98528"/>
                </a:lnTo>
                <a:cubicBezTo>
                  <a:pt x="903051" y="105097"/>
                  <a:pt x="896496" y="109858"/>
                  <a:pt x="889679" y="112811"/>
                </a:cubicBezTo>
                <a:cubicBezTo>
                  <a:pt x="882862" y="115764"/>
                  <a:pt x="874900" y="117241"/>
                  <a:pt x="865792" y="117241"/>
                </a:cubicBezTo>
                <a:cubicBezTo>
                  <a:pt x="853814" y="117241"/>
                  <a:pt x="843175" y="114843"/>
                  <a:pt x="833874" y="110048"/>
                </a:cubicBezTo>
                <a:cubicBezTo>
                  <a:pt x="824573" y="105252"/>
                  <a:pt x="817397" y="98363"/>
                  <a:pt x="812347" y="89379"/>
                </a:cubicBezTo>
                <a:cubicBezTo>
                  <a:pt x="807296" y="80394"/>
                  <a:pt x="804771" y="70830"/>
                  <a:pt x="804771" y="60688"/>
                </a:cubicBezTo>
                <a:cubicBezTo>
                  <a:pt x="804771" y="49995"/>
                  <a:pt x="807572" y="39853"/>
                  <a:pt x="813175" y="30262"/>
                </a:cubicBezTo>
                <a:cubicBezTo>
                  <a:pt x="818777" y="20670"/>
                  <a:pt x="826339" y="13229"/>
                  <a:pt x="835861" y="7938"/>
                </a:cubicBezTo>
                <a:cubicBezTo>
                  <a:pt x="845383" y="2646"/>
                  <a:pt x="855498" y="0"/>
                  <a:pt x="866206" y="0"/>
                </a:cubicBezTo>
                <a:cubicBezTo>
                  <a:pt x="874099" y="0"/>
                  <a:pt x="882434" y="1711"/>
                  <a:pt x="891211" y="5133"/>
                </a:cubicBezTo>
                <a:cubicBezTo>
                  <a:pt x="896289" y="7121"/>
                  <a:pt x="899518" y="8114"/>
                  <a:pt x="900898" y="8114"/>
                </a:cubicBezTo>
                <a:cubicBezTo>
                  <a:pt x="902664" y="8114"/>
                  <a:pt x="904196" y="7466"/>
                  <a:pt x="905493" y="6168"/>
                </a:cubicBezTo>
                <a:cubicBezTo>
                  <a:pt x="906790" y="4871"/>
                  <a:pt x="907632" y="2815"/>
                  <a:pt x="908019" y="0"/>
                </a:cubicBezTo>
                <a:lnTo>
                  <a:pt x="911248" y="0"/>
                </a:lnTo>
                <a:close/>
                <a:moveTo>
                  <a:pt x="962718" y="34940"/>
                </a:moveTo>
                <a:cubicBezTo>
                  <a:pt x="969453" y="34940"/>
                  <a:pt x="975718" y="36681"/>
                  <a:pt x="981513" y="40162"/>
                </a:cubicBezTo>
                <a:cubicBezTo>
                  <a:pt x="987309" y="43643"/>
                  <a:pt x="991711" y="48588"/>
                  <a:pt x="994720" y="54998"/>
                </a:cubicBezTo>
                <a:cubicBezTo>
                  <a:pt x="997728" y="61408"/>
                  <a:pt x="999232" y="68425"/>
                  <a:pt x="999232" y="76049"/>
                </a:cubicBezTo>
                <a:cubicBezTo>
                  <a:pt x="999232" y="87044"/>
                  <a:pt x="996444" y="96244"/>
                  <a:pt x="990869" y="103649"/>
                </a:cubicBezTo>
                <a:cubicBezTo>
                  <a:pt x="984135" y="112600"/>
                  <a:pt x="974834" y="117075"/>
                  <a:pt x="962967" y="117075"/>
                </a:cubicBezTo>
                <a:cubicBezTo>
                  <a:pt x="951320" y="117075"/>
                  <a:pt x="942350" y="112986"/>
                  <a:pt x="936058" y="104808"/>
                </a:cubicBezTo>
                <a:cubicBezTo>
                  <a:pt x="929765" y="96630"/>
                  <a:pt x="926619" y="87154"/>
                  <a:pt x="926619" y="76380"/>
                </a:cubicBezTo>
                <a:cubicBezTo>
                  <a:pt x="926619" y="65275"/>
                  <a:pt x="929834" y="55592"/>
                  <a:pt x="936265" y="47331"/>
                </a:cubicBezTo>
                <a:cubicBezTo>
                  <a:pt x="942695" y="39071"/>
                  <a:pt x="951513" y="34940"/>
                  <a:pt x="962718" y="34940"/>
                </a:cubicBezTo>
                <a:moveTo>
                  <a:pt x="963050" y="40736"/>
                </a:moveTo>
                <a:cubicBezTo>
                  <a:pt x="960235" y="40736"/>
                  <a:pt x="957820" y="41800"/>
                  <a:pt x="955805" y="43929"/>
                </a:cubicBezTo>
                <a:cubicBezTo>
                  <a:pt x="953790" y="46056"/>
                  <a:pt x="952465" y="50255"/>
                  <a:pt x="951831" y="56527"/>
                </a:cubicBezTo>
                <a:cubicBezTo>
                  <a:pt x="951196" y="62799"/>
                  <a:pt x="950879" y="71517"/>
                  <a:pt x="950879" y="82681"/>
                </a:cubicBezTo>
                <a:cubicBezTo>
                  <a:pt x="950879" y="88594"/>
                  <a:pt x="951265" y="94120"/>
                  <a:pt x="952038" y="99261"/>
                </a:cubicBezTo>
                <a:cubicBezTo>
                  <a:pt x="952645" y="103183"/>
                  <a:pt x="953942" y="106167"/>
                  <a:pt x="955929" y="108213"/>
                </a:cubicBezTo>
                <a:cubicBezTo>
                  <a:pt x="957916" y="110257"/>
                  <a:pt x="960179" y="111279"/>
                  <a:pt x="962718" y="111279"/>
                </a:cubicBezTo>
                <a:cubicBezTo>
                  <a:pt x="965202" y="111279"/>
                  <a:pt x="967272" y="110588"/>
                  <a:pt x="968928" y="109207"/>
                </a:cubicBezTo>
                <a:cubicBezTo>
                  <a:pt x="971081" y="107328"/>
                  <a:pt x="972516" y="104703"/>
                  <a:pt x="973234" y="101331"/>
                </a:cubicBezTo>
                <a:cubicBezTo>
                  <a:pt x="974338" y="96082"/>
                  <a:pt x="974890" y="85472"/>
                  <a:pt x="974890" y="69500"/>
                </a:cubicBezTo>
                <a:cubicBezTo>
                  <a:pt x="974890" y="60106"/>
                  <a:pt x="974365" y="53655"/>
                  <a:pt x="973317" y="50147"/>
                </a:cubicBezTo>
                <a:cubicBezTo>
                  <a:pt x="972268" y="46636"/>
                  <a:pt x="970722" y="44080"/>
                  <a:pt x="968680" y="42477"/>
                </a:cubicBezTo>
                <a:cubicBezTo>
                  <a:pt x="967245" y="41317"/>
                  <a:pt x="965368" y="40736"/>
                  <a:pt x="963050" y="40736"/>
                </a:cubicBezTo>
                <a:close/>
                <a:moveTo>
                  <a:pt x="1086252" y="2484"/>
                </a:moveTo>
                <a:lnTo>
                  <a:pt x="1086252" y="91574"/>
                </a:lnTo>
                <a:cubicBezTo>
                  <a:pt x="1086252" y="97530"/>
                  <a:pt x="1086418" y="101054"/>
                  <a:pt x="1086749" y="102146"/>
                </a:cubicBezTo>
                <a:cubicBezTo>
                  <a:pt x="1087190" y="103950"/>
                  <a:pt x="1088032" y="105289"/>
                  <a:pt x="1089274" y="106164"/>
                </a:cubicBezTo>
                <a:cubicBezTo>
                  <a:pt x="1090516" y="107037"/>
                  <a:pt x="1092683" y="107583"/>
                  <a:pt x="1095774" y="107802"/>
                </a:cubicBezTo>
                <a:lnTo>
                  <a:pt x="1095774" y="110782"/>
                </a:lnTo>
                <a:lnTo>
                  <a:pt x="1063069" y="117075"/>
                </a:lnTo>
                <a:lnTo>
                  <a:pt x="1063069" y="104821"/>
                </a:lnTo>
                <a:cubicBezTo>
                  <a:pt x="1059150" y="109568"/>
                  <a:pt x="1055659" y="112797"/>
                  <a:pt x="1052595" y="114508"/>
                </a:cubicBezTo>
                <a:cubicBezTo>
                  <a:pt x="1049532" y="116219"/>
                  <a:pt x="1046068" y="117075"/>
                  <a:pt x="1042204" y="117075"/>
                </a:cubicBezTo>
                <a:cubicBezTo>
                  <a:pt x="1032324" y="117075"/>
                  <a:pt x="1024513" y="112655"/>
                  <a:pt x="1018773" y="103815"/>
                </a:cubicBezTo>
                <a:cubicBezTo>
                  <a:pt x="1014136" y="96632"/>
                  <a:pt x="1011818" y="87819"/>
                  <a:pt x="1011818" y="77376"/>
                </a:cubicBezTo>
                <a:cubicBezTo>
                  <a:pt x="1011818" y="69033"/>
                  <a:pt x="1013253" y="61560"/>
                  <a:pt x="1016123" y="54957"/>
                </a:cubicBezTo>
                <a:cubicBezTo>
                  <a:pt x="1018993" y="48353"/>
                  <a:pt x="1022926" y="43367"/>
                  <a:pt x="1027922" y="39996"/>
                </a:cubicBezTo>
                <a:cubicBezTo>
                  <a:pt x="1032917" y="36626"/>
                  <a:pt x="1038285" y="34940"/>
                  <a:pt x="1044026" y="34940"/>
                </a:cubicBezTo>
                <a:cubicBezTo>
                  <a:pt x="1047724" y="34940"/>
                  <a:pt x="1051008" y="35664"/>
                  <a:pt x="1053878" y="37111"/>
                </a:cubicBezTo>
                <a:cubicBezTo>
                  <a:pt x="1056749" y="38558"/>
                  <a:pt x="1059812" y="41091"/>
                  <a:pt x="1063069" y="44710"/>
                </a:cubicBezTo>
                <a:lnTo>
                  <a:pt x="1063069" y="21362"/>
                </a:lnTo>
                <a:cubicBezTo>
                  <a:pt x="1063069" y="15455"/>
                  <a:pt x="1062821" y="11895"/>
                  <a:pt x="1062324" y="10681"/>
                </a:cubicBezTo>
                <a:cubicBezTo>
                  <a:pt x="1061661" y="9080"/>
                  <a:pt x="1060668" y="7893"/>
                  <a:pt x="1059343" y="7121"/>
                </a:cubicBezTo>
                <a:cubicBezTo>
                  <a:pt x="1058018" y="6348"/>
                  <a:pt x="1055534" y="5961"/>
                  <a:pt x="1051891" y="5961"/>
                </a:cubicBezTo>
                <a:lnTo>
                  <a:pt x="1051891" y="2484"/>
                </a:lnTo>
                <a:lnTo>
                  <a:pt x="1086252" y="2484"/>
                </a:lnTo>
                <a:moveTo>
                  <a:pt x="1063069" y="54812"/>
                </a:moveTo>
                <a:cubicBezTo>
                  <a:pt x="1058984" y="47084"/>
                  <a:pt x="1053989" y="43220"/>
                  <a:pt x="1048083" y="43220"/>
                </a:cubicBezTo>
                <a:cubicBezTo>
                  <a:pt x="1046040" y="43220"/>
                  <a:pt x="1044357" y="43772"/>
                  <a:pt x="1043032" y="44876"/>
                </a:cubicBezTo>
                <a:cubicBezTo>
                  <a:pt x="1040990" y="46587"/>
                  <a:pt x="1039320" y="49595"/>
                  <a:pt x="1038023" y="53901"/>
                </a:cubicBezTo>
                <a:cubicBezTo>
                  <a:pt x="1036726" y="58206"/>
                  <a:pt x="1036077" y="64802"/>
                  <a:pt x="1036077" y="73689"/>
                </a:cubicBezTo>
                <a:cubicBezTo>
                  <a:pt x="1036077" y="83459"/>
                  <a:pt x="1036795" y="90690"/>
                  <a:pt x="1038230" y="95382"/>
                </a:cubicBezTo>
                <a:cubicBezTo>
                  <a:pt x="1039665" y="100074"/>
                  <a:pt x="1041625" y="103469"/>
                  <a:pt x="1044108" y="105566"/>
                </a:cubicBezTo>
                <a:cubicBezTo>
                  <a:pt x="1045378" y="106615"/>
                  <a:pt x="1047117" y="107139"/>
                  <a:pt x="1049325" y="107139"/>
                </a:cubicBezTo>
                <a:cubicBezTo>
                  <a:pt x="1054182" y="107139"/>
                  <a:pt x="1058763" y="103319"/>
                  <a:pt x="1063069" y="95677"/>
                </a:cubicBezTo>
                <a:lnTo>
                  <a:pt x="1063069" y="54812"/>
                </a:lnTo>
                <a:close/>
                <a:moveTo>
                  <a:pt x="1170845" y="73193"/>
                </a:moveTo>
                <a:lnTo>
                  <a:pt x="1128370" y="73193"/>
                </a:lnTo>
                <a:cubicBezTo>
                  <a:pt x="1128867" y="83487"/>
                  <a:pt x="1131599" y="91623"/>
                  <a:pt x="1136567" y="97600"/>
                </a:cubicBezTo>
                <a:cubicBezTo>
                  <a:pt x="1140375" y="102193"/>
                  <a:pt x="1144957" y="104490"/>
                  <a:pt x="1150311" y="104490"/>
                </a:cubicBezTo>
                <a:cubicBezTo>
                  <a:pt x="1153623" y="104490"/>
                  <a:pt x="1156631" y="103565"/>
                  <a:pt x="1159336" y="101716"/>
                </a:cubicBezTo>
                <a:cubicBezTo>
                  <a:pt x="1162041" y="99867"/>
                  <a:pt x="1164938" y="96541"/>
                  <a:pt x="1168030" y="91739"/>
                </a:cubicBezTo>
                <a:lnTo>
                  <a:pt x="1170845" y="93561"/>
                </a:lnTo>
                <a:cubicBezTo>
                  <a:pt x="1166650" y="102116"/>
                  <a:pt x="1162013" y="108174"/>
                  <a:pt x="1156935" y="111735"/>
                </a:cubicBezTo>
                <a:cubicBezTo>
                  <a:pt x="1151857" y="115295"/>
                  <a:pt x="1145978" y="117075"/>
                  <a:pt x="1139299" y="117075"/>
                </a:cubicBezTo>
                <a:cubicBezTo>
                  <a:pt x="1127818" y="117075"/>
                  <a:pt x="1119124" y="112655"/>
                  <a:pt x="1113218" y="103815"/>
                </a:cubicBezTo>
                <a:cubicBezTo>
                  <a:pt x="1108471" y="96687"/>
                  <a:pt x="1106097" y="87847"/>
                  <a:pt x="1106097" y="77294"/>
                </a:cubicBezTo>
                <a:cubicBezTo>
                  <a:pt x="1106097" y="64363"/>
                  <a:pt x="1109589" y="54073"/>
                  <a:pt x="1116571" y="46421"/>
                </a:cubicBezTo>
                <a:cubicBezTo>
                  <a:pt x="1123554" y="38767"/>
                  <a:pt x="1131737" y="34940"/>
                  <a:pt x="1141121" y="34940"/>
                </a:cubicBezTo>
                <a:cubicBezTo>
                  <a:pt x="1148959" y="34940"/>
                  <a:pt x="1155762" y="38156"/>
                  <a:pt x="1161530" y="44586"/>
                </a:cubicBezTo>
                <a:cubicBezTo>
                  <a:pt x="1167298" y="51017"/>
                  <a:pt x="1170403" y="60552"/>
                  <a:pt x="1170845" y="73193"/>
                </a:cubicBezTo>
                <a:moveTo>
                  <a:pt x="1150477" y="67728"/>
                </a:moveTo>
                <a:cubicBezTo>
                  <a:pt x="1150477" y="58841"/>
                  <a:pt x="1149994" y="52742"/>
                  <a:pt x="1149028" y="49430"/>
                </a:cubicBezTo>
                <a:cubicBezTo>
                  <a:pt x="1148062" y="46118"/>
                  <a:pt x="1146558" y="43606"/>
                  <a:pt x="1144515" y="41895"/>
                </a:cubicBezTo>
                <a:cubicBezTo>
                  <a:pt x="1143356" y="40902"/>
                  <a:pt x="1141810" y="40405"/>
                  <a:pt x="1139879" y="40405"/>
                </a:cubicBezTo>
                <a:cubicBezTo>
                  <a:pt x="1137008" y="40405"/>
                  <a:pt x="1134662" y="41813"/>
                  <a:pt x="1132841" y="44628"/>
                </a:cubicBezTo>
                <a:cubicBezTo>
                  <a:pt x="1129584" y="49540"/>
                  <a:pt x="1127956" y="56274"/>
                  <a:pt x="1127956" y="64830"/>
                </a:cubicBezTo>
                <a:lnTo>
                  <a:pt x="1127956" y="67728"/>
                </a:lnTo>
                <a:lnTo>
                  <a:pt x="1150477" y="67728"/>
                </a:lnTo>
                <a:close/>
              </a:path>
            </a:pathLst>
          </a:custGeom>
          <a:solidFill xmlns:a="http://schemas.openxmlformats.org/drawingml/2006/main">
            <a:srgbClr val="741B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97EF3F-C3FE-403A-98E0-D373528B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251" y="287282"/>
            <a:ext cx="234725" cy="234725"/>
          </a:xfrm>
          <a:custGeom xmlns:a="http://schemas.openxmlformats.org/drawingml/2006/main">
            <a:pathLst>
              <a:path w="234725" h="234725">
                <a:moveTo>
                  <a:pt x="0" y="117363"/>
                </a:moveTo>
                <a:lnTo>
                  <a:pt x="0" y="117363"/>
                </a:lnTo>
                <a:cubicBezTo>
                  <a:pt x="0" y="52545"/>
                  <a:pt x="52545" y="0"/>
                  <a:pt x="117363" y="0"/>
                </a:cubicBezTo>
                <a:cubicBezTo>
                  <a:pt x="148490" y="0"/>
                  <a:pt x="178341" y="12365"/>
                  <a:pt x="200351" y="34375"/>
                </a:cubicBezTo>
                <a:cubicBezTo>
                  <a:pt x="222361" y="56384"/>
                  <a:pt x="234725" y="86236"/>
                  <a:pt x="234725" y="117363"/>
                </a:cubicBezTo>
                <a:cubicBezTo>
                  <a:pt x="234725" y="182180"/>
                  <a:pt x="182180" y="234725"/>
                  <a:pt x="117363" y="234725"/>
                </a:cubicBezTo>
                <a:cubicBezTo>
                  <a:pt x="52545" y="234725"/>
                  <a:pt x="0" y="182180"/>
                  <a:pt x="0" y="117363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4E620F-3C24-4C95-AD67-50E91E67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251" y="287282"/>
            <a:ext cx="234725" cy="234725"/>
          </a:xfrm>
          <a:custGeom xmlns:a="http://schemas.openxmlformats.org/drawingml/2006/main">
            <a:pathLst>
              <a:path w="234725" h="234725" fill="none">
                <a:moveTo>
                  <a:pt x="0" y="117363"/>
                </a:moveTo>
                <a:lnTo>
                  <a:pt x="0" y="117363"/>
                </a:lnTo>
                <a:cubicBezTo>
                  <a:pt x="0" y="52545"/>
                  <a:pt x="52545" y="0"/>
                  <a:pt x="117363" y="0"/>
                </a:cubicBezTo>
                <a:cubicBezTo>
                  <a:pt x="148490" y="0"/>
                  <a:pt x="178341" y="12365"/>
                  <a:pt x="200351" y="34375"/>
                </a:cubicBezTo>
                <a:cubicBezTo>
                  <a:pt x="222361" y="56384"/>
                  <a:pt x="234725" y="86236"/>
                  <a:pt x="234725" y="117363"/>
                </a:cubicBezTo>
                <a:cubicBezTo>
                  <a:pt x="234725" y="182180"/>
                  <a:pt x="182180" y="234725"/>
                  <a:pt x="117363" y="234725"/>
                </a:cubicBezTo>
                <a:cubicBezTo>
                  <a:pt x="52545" y="234725"/>
                  <a:pt x="0" y="182180"/>
                  <a:pt x="0" y="11736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478" cap="flat">
            <a:solidFill>
              <a:srgbClr val="434343"/>
            </a:solidFill>
            <a:round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B24863-7020-4843-ABA3-37501284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576" y="236077"/>
            <a:ext cx="234725" cy="328722"/>
          </a:xfrm>
          <a:custGeom xmlns:a="http://schemas.openxmlformats.org/drawingml/2006/main">
            <a:pathLst>
              <a:path w="234725" h="328722">
                <a:moveTo>
                  <a:pt x="0" y="0"/>
                </a:moveTo>
                <a:lnTo>
                  <a:pt x="234725" y="0"/>
                </a:lnTo>
                <a:lnTo>
                  <a:pt x="234725" y="328722"/>
                </a:lnTo>
                <a:lnTo>
                  <a:pt x="0" y="3287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Text B">
            <a:extLst xmlns:a="http://schemas.openxmlformats.org/drawingml/2006/main">
              <a:ext uri="{FF2B5EF4-FFF2-40B4-BE49-F238E27FC236}">
                <a16:creationId xmlns:a16="http://schemas.microsoft.com/office/drawing/2014/main" id="{717FC7FA-87DF-4DF2-A3F5-3073C8D2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817" y="345507"/>
            <a:ext cx="81340" cy="97104"/>
          </a:xfrm>
          <a:custGeom xmlns:a="http://schemas.openxmlformats.org/drawingml/2006/main">
            <a:pathLst>
              <a:path w="81340" h="97104">
                <a:moveTo>
                  <a:pt x="0" y="0"/>
                </a:moveTo>
                <a:lnTo>
                  <a:pt x="38815" y="0"/>
                </a:lnTo>
                <a:cubicBezTo>
                  <a:pt x="46499" y="0"/>
                  <a:pt x="52228" y="320"/>
                  <a:pt x="56004" y="960"/>
                </a:cubicBezTo>
                <a:cubicBezTo>
                  <a:pt x="59779" y="1599"/>
                  <a:pt x="63158" y="2933"/>
                  <a:pt x="66138" y="4962"/>
                </a:cubicBezTo>
                <a:cubicBezTo>
                  <a:pt x="69119" y="6989"/>
                  <a:pt x="71603" y="9689"/>
                  <a:pt x="73590" y="13063"/>
                </a:cubicBezTo>
                <a:cubicBezTo>
                  <a:pt x="75577" y="16436"/>
                  <a:pt x="76571" y="20217"/>
                  <a:pt x="76571" y="24406"/>
                </a:cubicBezTo>
                <a:cubicBezTo>
                  <a:pt x="76571" y="28948"/>
                  <a:pt x="75345" y="33115"/>
                  <a:pt x="72895" y="36907"/>
                </a:cubicBezTo>
                <a:cubicBezTo>
                  <a:pt x="70444" y="40699"/>
                  <a:pt x="67121" y="43543"/>
                  <a:pt x="62926" y="45439"/>
                </a:cubicBezTo>
                <a:cubicBezTo>
                  <a:pt x="68843" y="47164"/>
                  <a:pt x="73391" y="50105"/>
                  <a:pt x="76571" y="54261"/>
                </a:cubicBezTo>
                <a:cubicBezTo>
                  <a:pt x="79750" y="58416"/>
                  <a:pt x="81340" y="63302"/>
                  <a:pt x="81340" y="68918"/>
                </a:cubicBezTo>
                <a:cubicBezTo>
                  <a:pt x="81340" y="73340"/>
                  <a:pt x="80313" y="77639"/>
                  <a:pt x="78260" y="81818"/>
                </a:cubicBezTo>
                <a:cubicBezTo>
                  <a:pt x="76206" y="85995"/>
                  <a:pt x="73402" y="89333"/>
                  <a:pt x="69848" y="91832"/>
                </a:cubicBezTo>
                <a:cubicBezTo>
                  <a:pt x="66293" y="94330"/>
                  <a:pt x="61910" y="95867"/>
                  <a:pt x="56699" y="96442"/>
                </a:cubicBezTo>
                <a:cubicBezTo>
                  <a:pt x="53432" y="96795"/>
                  <a:pt x="45549" y="97016"/>
                  <a:pt x="33053" y="97104"/>
                </a:cubicBezTo>
                <a:lnTo>
                  <a:pt x="0" y="97104"/>
                </a:lnTo>
                <a:lnTo>
                  <a:pt x="0" y="0"/>
                </a:lnTo>
                <a:moveTo>
                  <a:pt x="19606" y="16162"/>
                </a:moveTo>
                <a:lnTo>
                  <a:pt x="19606" y="38550"/>
                </a:lnTo>
                <a:lnTo>
                  <a:pt x="32456" y="38550"/>
                </a:lnTo>
                <a:cubicBezTo>
                  <a:pt x="40096" y="38550"/>
                  <a:pt x="44843" y="38440"/>
                  <a:pt x="46698" y="38219"/>
                </a:cubicBezTo>
                <a:cubicBezTo>
                  <a:pt x="50054" y="37823"/>
                  <a:pt x="52692" y="36668"/>
                  <a:pt x="54613" y="34754"/>
                </a:cubicBezTo>
                <a:cubicBezTo>
                  <a:pt x="56534" y="32839"/>
                  <a:pt x="57494" y="30318"/>
                  <a:pt x="57494" y="27191"/>
                </a:cubicBezTo>
                <a:cubicBezTo>
                  <a:pt x="57494" y="24197"/>
                  <a:pt x="56666" y="21765"/>
                  <a:pt x="55010" y="19894"/>
                </a:cubicBezTo>
                <a:cubicBezTo>
                  <a:pt x="53354" y="18023"/>
                  <a:pt x="50893" y="16889"/>
                  <a:pt x="47625" y="16493"/>
                </a:cubicBezTo>
                <a:cubicBezTo>
                  <a:pt x="45682" y="16272"/>
                  <a:pt x="40096" y="16162"/>
                  <a:pt x="30867" y="16162"/>
                </a:cubicBezTo>
                <a:lnTo>
                  <a:pt x="19606" y="16162"/>
                </a:lnTo>
                <a:moveTo>
                  <a:pt x="19606" y="54712"/>
                </a:moveTo>
                <a:lnTo>
                  <a:pt x="19606" y="80677"/>
                </a:lnTo>
                <a:lnTo>
                  <a:pt x="37755" y="80677"/>
                </a:lnTo>
                <a:cubicBezTo>
                  <a:pt x="44821" y="80677"/>
                  <a:pt x="49303" y="80479"/>
                  <a:pt x="51202" y="80081"/>
                </a:cubicBezTo>
                <a:cubicBezTo>
                  <a:pt x="54116" y="79551"/>
                  <a:pt x="56490" y="78260"/>
                  <a:pt x="58322" y="76206"/>
                </a:cubicBezTo>
                <a:cubicBezTo>
                  <a:pt x="60155" y="74153"/>
                  <a:pt x="61071" y="71404"/>
                  <a:pt x="61071" y="67960"/>
                </a:cubicBezTo>
                <a:cubicBezTo>
                  <a:pt x="61071" y="65045"/>
                  <a:pt x="60365" y="62572"/>
                  <a:pt x="58951" y="60541"/>
                </a:cubicBezTo>
                <a:cubicBezTo>
                  <a:pt x="57538" y="58510"/>
                  <a:pt x="55496" y="57031"/>
                  <a:pt x="52825" y="56103"/>
                </a:cubicBezTo>
                <a:cubicBezTo>
                  <a:pt x="50153" y="55176"/>
                  <a:pt x="44357" y="54712"/>
                  <a:pt x="35437" y="54712"/>
                </a:cubicBezTo>
                <a:lnTo>
                  <a:pt x="19606" y="5471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364188-A9ED-42C2-981F-288D0825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1242" y="287282"/>
            <a:ext cx="234725" cy="234725"/>
          </a:xfrm>
          <a:custGeom xmlns:a="http://schemas.openxmlformats.org/drawingml/2006/main">
            <a:pathLst>
              <a:path w="234725" h="234725">
                <a:moveTo>
                  <a:pt x="0" y="117363"/>
                </a:moveTo>
                <a:lnTo>
                  <a:pt x="0" y="117363"/>
                </a:lnTo>
                <a:cubicBezTo>
                  <a:pt x="0" y="52545"/>
                  <a:pt x="52545" y="0"/>
                  <a:pt x="117363" y="0"/>
                </a:cubicBezTo>
                <a:cubicBezTo>
                  <a:pt x="148489" y="0"/>
                  <a:pt x="178341" y="12365"/>
                  <a:pt x="200351" y="34375"/>
                </a:cubicBezTo>
                <a:cubicBezTo>
                  <a:pt x="222360" y="56384"/>
                  <a:pt x="234725" y="86236"/>
                  <a:pt x="234725" y="117363"/>
                </a:cubicBezTo>
                <a:cubicBezTo>
                  <a:pt x="234725" y="182180"/>
                  <a:pt x="182180" y="234725"/>
                  <a:pt x="117363" y="234725"/>
                </a:cubicBezTo>
                <a:cubicBezTo>
                  <a:pt x="52545" y="234725"/>
                  <a:pt x="0" y="182180"/>
                  <a:pt x="0" y="117363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83878D-2004-462A-AF18-DB9EEB46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1242" y="287282"/>
            <a:ext cx="234725" cy="234725"/>
          </a:xfrm>
          <a:custGeom xmlns:a="http://schemas.openxmlformats.org/drawingml/2006/main">
            <a:pathLst>
              <a:path w="234725" h="234725" fill="none">
                <a:moveTo>
                  <a:pt x="0" y="117363"/>
                </a:moveTo>
                <a:lnTo>
                  <a:pt x="0" y="117363"/>
                </a:lnTo>
                <a:cubicBezTo>
                  <a:pt x="0" y="52545"/>
                  <a:pt x="52545" y="0"/>
                  <a:pt x="117363" y="0"/>
                </a:cubicBezTo>
                <a:cubicBezTo>
                  <a:pt x="148489" y="0"/>
                  <a:pt x="178341" y="12365"/>
                  <a:pt x="200351" y="34375"/>
                </a:cubicBezTo>
                <a:cubicBezTo>
                  <a:pt x="222360" y="56384"/>
                  <a:pt x="234725" y="86236"/>
                  <a:pt x="234725" y="117363"/>
                </a:cubicBezTo>
                <a:cubicBezTo>
                  <a:pt x="234725" y="182180"/>
                  <a:pt x="182180" y="234725"/>
                  <a:pt x="117363" y="234725"/>
                </a:cubicBezTo>
                <a:cubicBezTo>
                  <a:pt x="52545" y="234725"/>
                  <a:pt x="0" y="182180"/>
                  <a:pt x="0" y="11736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478" cap="flat">
            <a:solidFill>
              <a:srgbClr val="434343"/>
            </a:solidFill>
            <a:round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D48E5A-0963-4FFC-B883-5B915A33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209" y="236077"/>
            <a:ext cx="234725" cy="328722"/>
          </a:xfrm>
          <a:custGeom xmlns:a="http://schemas.openxmlformats.org/drawingml/2006/main">
            <a:pathLst>
              <a:path w="234725" h="328722">
                <a:moveTo>
                  <a:pt x="0" y="0"/>
                </a:moveTo>
                <a:lnTo>
                  <a:pt x="234725" y="0"/>
                </a:lnTo>
                <a:lnTo>
                  <a:pt x="234725" y="328722"/>
                </a:lnTo>
                <a:lnTo>
                  <a:pt x="0" y="3287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Text G">
            <a:extLst xmlns:a="http://schemas.openxmlformats.org/drawingml/2006/main">
              <a:ext uri="{FF2B5EF4-FFF2-40B4-BE49-F238E27FC236}">
                <a16:creationId xmlns:a16="http://schemas.microsoft.com/office/drawing/2014/main" id="{4EAE6E5A-8D0B-4144-B9ED-CC6DCC8E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005" y="343785"/>
            <a:ext cx="90812" cy="100549"/>
          </a:xfrm>
          <a:custGeom xmlns:a="http://schemas.openxmlformats.org/drawingml/2006/main">
            <a:pathLst>
              <a:path w="90812" h="100549">
                <a:moveTo>
                  <a:pt x="48552" y="63191"/>
                </a:moveTo>
                <a:lnTo>
                  <a:pt x="48552" y="46764"/>
                </a:lnTo>
                <a:lnTo>
                  <a:pt x="90812" y="46764"/>
                </a:lnTo>
                <a:lnTo>
                  <a:pt x="90812" y="85453"/>
                </a:lnTo>
                <a:cubicBezTo>
                  <a:pt x="86705" y="89442"/>
                  <a:pt x="80755" y="92956"/>
                  <a:pt x="72961" y="95993"/>
                </a:cubicBezTo>
                <a:cubicBezTo>
                  <a:pt x="65167" y="99030"/>
                  <a:pt x="57273" y="100549"/>
                  <a:pt x="49281" y="100549"/>
                </a:cubicBezTo>
                <a:cubicBezTo>
                  <a:pt x="39124" y="100549"/>
                  <a:pt x="30271" y="98415"/>
                  <a:pt x="22720" y="94149"/>
                </a:cubicBezTo>
                <a:cubicBezTo>
                  <a:pt x="15168" y="89882"/>
                  <a:pt x="9494" y="83780"/>
                  <a:pt x="5696" y="75844"/>
                </a:cubicBezTo>
                <a:cubicBezTo>
                  <a:pt x="1899" y="67907"/>
                  <a:pt x="0" y="59273"/>
                  <a:pt x="0" y="49943"/>
                </a:cubicBezTo>
                <a:cubicBezTo>
                  <a:pt x="0" y="39817"/>
                  <a:pt x="2120" y="30819"/>
                  <a:pt x="6359" y="22949"/>
                </a:cubicBezTo>
                <a:cubicBezTo>
                  <a:pt x="10598" y="15078"/>
                  <a:pt x="16802" y="9042"/>
                  <a:pt x="24972" y="4842"/>
                </a:cubicBezTo>
                <a:cubicBezTo>
                  <a:pt x="31198" y="1614"/>
                  <a:pt x="38948" y="0"/>
                  <a:pt x="48221" y="0"/>
                </a:cubicBezTo>
                <a:cubicBezTo>
                  <a:pt x="60276" y="0"/>
                  <a:pt x="69693" y="2534"/>
                  <a:pt x="76471" y="7603"/>
                </a:cubicBezTo>
                <a:cubicBezTo>
                  <a:pt x="83250" y="12670"/>
                  <a:pt x="87610" y="19674"/>
                  <a:pt x="89553" y="28615"/>
                </a:cubicBezTo>
                <a:lnTo>
                  <a:pt x="70079" y="32324"/>
                </a:lnTo>
                <a:cubicBezTo>
                  <a:pt x="68711" y="27534"/>
                  <a:pt x="66138" y="23754"/>
                  <a:pt x="62363" y="20983"/>
                </a:cubicBezTo>
                <a:cubicBezTo>
                  <a:pt x="58587" y="18211"/>
                  <a:pt x="53873" y="16824"/>
                  <a:pt x="48221" y="16824"/>
                </a:cubicBezTo>
                <a:cubicBezTo>
                  <a:pt x="39654" y="16824"/>
                  <a:pt x="32843" y="19540"/>
                  <a:pt x="27787" y="24972"/>
                </a:cubicBezTo>
                <a:cubicBezTo>
                  <a:pt x="22731" y="30403"/>
                  <a:pt x="20202" y="38462"/>
                  <a:pt x="20202" y="49148"/>
                </a:cubicBezTo>
                <a:cubicBezTo>
                  <a:pt x="20202" y="60674"/>
                  <a:pt x="22764" y="69318"/>
                  <a:pt x="27886" y="75080"/>
                </a:cubicBezTo>
                <a:cubicBezTo>
                  <a:pt x="33008" y="80843"/>
                  <a:pt x="39721" y="83724"/>
                  <a:pt x="48022" y="83724"/>
                </a:cubicBezTo>
                <a:cubicBezTo>
                  <a:pt x="52129" y="83724"/>
                  <a:pt x="56247" y="82921"/>
                  <a:pt x="60376" y="81315"/>
                </a:cubicBezTo>
                <a:cubicBezTo>
                  <a:pt x="64504" y="79709"/>
                  <a:pt x="68048" y="77761"/>
                  <a:pt x="71007" y="75472"/>
                </a:cubicBezTo>
                <a:lnTo>
                  <a:pt x="71007" y="63191"/>
                </a:lnTo>
                <a:lnTo>
                  <a:pt x="48552" y="631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C5D0B5-9035-461E-81A9-EA4D20DA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226" y="1358923"/>
            <a:ext cx="234725" cy="234725"/>
          </a:xfrm>
          <a:custGeom xmlns:a="http://schemas.openxmlformats.org/drawingml/2006/main">
            <a:pathLst>
              <a:path w="234725" h="234725">
                <a:moveTo>
                  <a:pt x="0" y="117363"/>
                </a:moveTo>
                <a:lnTo>
                  <a:pt x="0" y="117363"/>
                </a:lnTo>
                <a:cubicBezTo>
                  <a:pt x="0" y="52545"/>
                  <a:pt x="52545" y="0"/>
                  <a:pt x="117363" y="0"/>
                </a:cubicBezTo>
                <a:cubicBezTo>
                  <a:pt x="148489" y="0"/>
                  <a:pt x="178340" y="12365"/>
                  <a:pt x="200351" y="34375"/>
                </a:cubicBezTo>
                <a:cubicBezTo>
                  <a:pt x="222360" y="56384"/>
                  <a:pt x="234725" y="86236"/>
                  <a:pt x="234725" y="117363"/>
                </a:cubicBezTo>
                <a:cubicBezTo>
                  <a:pt x="234725" y="182180"/>
                  <a:pt x="182180" y="234725"/>
                  <a:pt x="117363" y="234725"/>
                </a:cubicBezTo>
                <a:cubicBezTo>
                  <a:pt x="52545" y="234725"/>
                  <a:pt x="0" y="182180"/>
                  <a:pt x="0" y="117363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DF934A-83E5-4503-90D4-14A082F0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226" y="1358923"/>
            <a:ext cx="234725" cy="234725"/>
          </a:xfrm>
          <a:custGeom xmlns:a="http://schemas.openxmlformats.org/drawingml/2006/main">
            <a:pathLst>
              <a:path w="234725" h="234725" fill="none">
                <a:moveTo>
                  <a:pt x="0" y="117363"/>
                </a:moveTo>
                <a:lnTo>
                  <a:pt x="0" y="117363"/>
                </a:lnTo>
                <a:cubicBezTo>
                  <a:pt x="0" y="52545"/>
                  <a:pt x="52545" y="0"/>
                  <a:pt x="117363" y="0"/>
                </a:cubicBezTo>
                <a:cubicBezTo>
                  <a:pt x="148489" y="0"/>
                  <a:pt x="178340" y="12365"/>
                  <a:pt x="200351" y="34375"/>
                </a:cubicBezTo>
                <a:cubicBezTo>
                  <a:pt x="222360" y="56384"/>
                  <a:pt x="234725" y="86236"/>
                  <a:pt x="234725" y="117363"/>
                </a:cubicBezTo>
                <a:cubicBezTo>
                  <a:pt x="234725" y="182180"/>
                  <a:pt x="182180" y="234725"/>
                  <a:pt x="117363" y="234725"/>
                </a:cubicBezTo>
                <a:cubicBezTo>
                  <a:pt x="52545" y="234725"/>
                  <a:pt x="0" y="182180"/>
                  <a:pt x="0" y="11736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478" cap="flat">
            <a:solidFill>
              <a:srgbClr val="434343"/>
            </a:solidFill>
            <a:round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995A5-151F-43CE-9939-B4668F6F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976" y="1307718"/>
            <a:ext cx="234725" cy="328722"/>
          </a:xfrm>
          <a:custGeom xmlns:a="http://schemas.openxmlformats.org/drawingml/2006/main">
            <a:pathLst>
              <a:path w="234725" h="328722">
                <a:moveTo>
                  <a:pt x="0" y="0"/>
                </a:moveTo>
                <a:lnTo>
                  <a:pt x="234725" y="0"/>
                </a:lnTo>
                <a:lnTo>
                  <a:pt x="234725" y="328722"/>
                </a:lnTo>
                <a:lnTo>
                  <a:pt x="0" y="3287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Text H">
            <a:extLst xmlns:a="http://schemas.openxmlformats.org/drawingml/2006/main">
              <a:ext uri="{FF2B5EF4-FFF2-40B4-BE49-F238E27FC236}">
                <a16:creationId xmlns:a16="http://schemas.microsoft.com/office/drawing/2014/main" id="{2C589539-B75E-4966-9CC1-51CE64A9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4217" y="1417147"/>
            <a:ext cx="77631" cy="97104"/>
          </a:xfrm>
          <a:custGeom xmlns:a="http://schemas.openxmlformats.org/drawingml/2006/main">
            <a:pathLst>
              <a:path w="77631" h="97104">
                <a:moveTo>
                  <a:pt x="0" y="97104"/>
                </a:moveTo>
                <a:lnTo>
                  <a:pt x="0" y="0"/>
                </a:lnTo>
                <a:lnTo>
                  <a:pt x="19606" y="0"/>
                </a:lnTo>
                <a:lnTo>
                  <a:pt x="19606" y="38153"/>
                </a:lnTo>
                <a:lnTo>
                  <a:pt x="58024" y="38153"/>
                </a:lnTo>
                <a:lnTo>
                  <a:pt x="58024" y="0"/>
                </a:lnTo>
                <a:lnTo>
                  <a:pt x="77631" y="0"/>
                </a:lnTo>
                <a:lnTo>
                  <a:pt x="77631" y="97104"/>
                </a:lnTo>
                <a:lnTo>
                  <a:pt x="58024" y="97104"/>
                </a:lnTo>
                <a:lnTo>
                  <a:pt x="58024" y="54580"/>
                </a:lnTo>
                <a:lnTo>
                  <a:pt x="19606" y="54580"/>
                </a:lnTo>
                <a:lnTo>
                  <a:pt x="19606" y="97104"/>
                </a:lnTo>
                <a:lnTo>
                  <a:pt x="0" y="9710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D857D1-5DC3-4D2B-A8AE-39223B38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868" y="2637323"/>
            <a:ext cx="3125932" cy="369846"/>
          </a:xfrm>
          <a:custGeom xmlns:a="http://schemas.openxmlformats.org/drawingml/2006/main">
            <a:pathLst>
              <a:path w="3125932" h="369846">
                <a:moveTo>
                  <a:pt x="0" y="0"/>
                </a:moveTo>
                <a:lnTo>
                  <a:pt x="3125932" y="0"/>
                </a:lnTo>
                <a:lnTo>
                  <a:pt x="3125932" y="369846"/>
                </a:lnTo>
                <a:lnTo>
                  <a:pt x="0" y="3698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Text RecoveredDataStructure">
            <a:extLst xmlns:a="http://schemas.openxmlformats.org/drawingml/2006/main">
              <a:ext uri="{FF2B5EF4-FFF2-40B4-BE49-F238E27FC236}">
                <a16:creationId xmlns:a16="http://schemas.microsoft.com/office/drawing/2014/main" id="{19A1076B-F600-4BDE-9C73-5CE5537E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633" y="2761657"/>
            <a:ext cx="1878284" cy="117241"/>
          </a:xfrm>
          <a:custGeom xmlns:a="http://schemas.openxmlformats.org/drawingml/2006/main">
            <a:pathLst>
              <a:path w="1878284" h="117241">
                <a:moveTo>
                  <a:pt x="41895" y="63588"/>
                </a:moveTo>
                <a:lnTo>
                  <a:pt x="41895" y="95217"/>
                </a:lnTo>
                <a:cubicBezTo>
                  <a:pt x="41895" y="101257"/>
                  <a:pt x="42268" y="105061"/>
                  <a:pt x="43013" y="106627"/>
                </a:cubicBezTo>
                <a:cubicBezTo>
                  <a:pt x="43758" y="108192"/>
                  <a:pt x="45069" y="109441"/>
                  <a:pt x="46946" y="110376"/>
                </a:cubicBezTo>
                <a:cubicBezTo>
                  <a:pt x="48823" y="111309"/>
                  <a:pt x="52328" y="111776"/>
                  <a:pt x="57461" y="111776"/>
                </a:cubicBezTo>
                <a:lnTo>
                  <a:pt x="57461" y="114757"/>
                </a:lnTo>
                <a:lnTo>
                  <a:pt x="0" y="114757"/>
                </a:lnTo>
                <a:lnTo>
                  <a:pt x="0" y="111776"/>
                </a:lnTo>
                <a:cubicBezTo>
                  <a:pt x="5189" y="111776"/>
                  <a:pt x="8707" y="111296"/>
                  <a:pt x="10557" y="110335"/>
                </a:cubicBezTo>
                <a:cubicBezTo>
                  <a:pt x="12406" y="109374"/>
                  <a:pt x="13703" y="108124"/>
                  <a:pt x="14448" y="106586"/>
                </a:cubicBezTo>
                <a:cubicBezTo>
                  <a:pt x="15193" y="105047"/>
                  <a:pt x="15566" y="101257"/>
                  <a:pt x="15566" y="95217"/>
                </a:cubicBezTo>
                <a:lnTo>
                  <a:pt x="15566" y="22024"/>
                </a:lnTo>
                <a:cubicBezTo>
                  <a:pt x="15566" y="15983"/>
                  <a:pt x="15193" y="12181"/>
                  <a:pt x="14448" y="10616"/>
                </a:cubicBezTo>
                <a:cubicBezTo>
                  <a:pt x="13703" y="9050"/>
                  <a:pt x="12392" y="7800"/>
                  <a:pt x="10515" y="6867"/>
                </a:cubicBezTo>
                <a:cubicBezTo>
                  <a:pt x="8638" y="5932"/>
                  <a:pt x="5133" y="5465"/>
                  <a:pt x="0" y="5465"/>
                </a:cubicBezTo>
                <a:lnTo>
                  <a:pt x="0" y="2484"/>
                </a:lnTo>
                <a:lnTo>
                  <a:pt x="52162" y="2484"/>
                </a:lnTo>
                <a:cubicBezTo>
                  <a:pt x="65741" y="2484"/>
                  <a:pt x="75676" y="3421"/>
                  <a:pt x="81969" y="5296"/>
                </a:cubicBezTo>
                <a:cubicBezTo>
                  <a:pt x="88262" y="7171"/>
                  <a:pt x="93395" y="10632"/>
                  <a:pt x="97369" y="15677"/>
                </a:cubicBezTo>
                <a:cubicBezTo>
                  <a:pt x="101344" y="20723"/>
                  <a:pt x="103331" y="26636"/>
                  <a:pt x="103331" y="33419"/>
                </a:cubicBezTo>
                <a:cubicBezTo>
                  <a:pt x="103331" y="41692"/>
                  <a:pt x="100350" y="48530"/>
                  <a:pt x="94389" y="53935"/>
                </a:cubicBezTo>
                <a:cubicBezTo>
                  <a:pt x="90580" y="57353"/>
                  <a:pt x="85253" y="59917"/>
                  <a:pt x="78409" y="61627"/>
                </a:cubicBezTo>
                <a:lnTo>
                  <a:pt x="105401" y="99724"/>
                </a:lnTo>
                <a:cubicBezTo>
                  <a:pt x="108933" y="104588"/>
                  <a:pt x="111445" y="107621"/>
                  <a:pt x="112935" y="108824"/>
                </a:cubicBezTo>
                <a:cubicBezTo>
                  <a:pt x="115198" y="110518"/>
                  <a:pt x="117820" y="111447"/>
                  <a:pt x="120801" y="111610"/>
                </a:cubicBezTo>
                <a:lnTo>
                  <a:pt x="120801" y="114757"/>
                </a:lnTo>
                <a:lnTo>
                  <a:pt x="85447" y="114757"/>
                </a:lnTo>
                <a:lnTo>
                  <a:pt x="49264" y="63588"/>
                </a:lnTo>
                <a:lnTo>
                  <a:pt x="41895" y="63588"/>
                </a:lnTo>
                <a:moveTo>
                  <a:pt x="41895" y="8776"/>
                </a:moveTo>
                <a:lnTo>
                  <a:pt x="41895" y="57627"/>
                </a:lnTo>
                <a:lnTo>
                  <a:pt x="46615" y="57627"/>
                </a:lnTo>
                <a:cubicBezTo>
                  <a:pt x="54287" y="57627"/>
                  <a:pt x="60028" y="56928"/>
                  <a:pt x="63837" y="55531"/>
                </a:cubicBezTo>
                <a:cubicBezTo>
                  <a:pt x="67645" y="54132"/>
                  <a:pt x="70640" y="51610"/>
                  <a:pt x="72820" y="47965"/>
                </a:cubicBezTo>
                <a:cubicBezTo>
                  <a:pt x="75000" y="44319"/>
                  <a:pt x="76090" y="39562"/>
                  <a:pt x="76090" y="33696"/>
                </a:cubicBezTo>
                <a:cubicBezTo>
                  <a:pt x="76090" y="25197"/>
                  <a:pt x="74090" y="18919"/>
                  <a:pt x="70088" y="14862"/>
                </a:cubicBezTo>
                <a:cubicBezTo>
                  <a:pt x="66086" y="10805"/>
                  <a:pt x="59641" y="8776"/>
                  <a:pt x="50755" y="8776"/>
                </a:cubicBezTo>
                <a:lnTo>
                  <a:pt x="41895" y="8776"/>
                </a:lnTo>
                <a:close/>
                <a:moveTo>
                  <a:pt x="190570" y="73193"/>
                </a:moveTo>
                <a:lnTo>
                  <a:pt x="148095" y="73193"/>
                </a:lnTo>
                <a:cubicBezTo>
                  <a:pt x="148592" y="83487"/>
                  <a:pt x="151324" y="91623"/>
                  <a:pt x="156292" y="97600"/>
                </a:cubicBezTo>
                <a:cubicBezTo>
                  <a:pt x="160101" y="102193"/>
                  <a:pt x="164682" y="104490"/>
                  <a:pt x="170036" y="104490"/>
                </a:cubicBezTo>
                <a:cubicBezTo>
                  <a:pt x="173348" y="104490"/>
                  <a:pt x="176357" y="103565"/>
                  <a:pt x="179061" y="101716"/>
                </a:cubicBezTo>
                <a:cubicBezTo>
                  <a:pt x="181766" y="99867"/>
                  <a:pt x="184664" y="96541"/>
                  <a:pt x="187755" y="91739"/>
                </a:cubicBezTo>
                <a:lnTo>
                  <a:pt x="190570" y="93561"/>
                </a:lnTo>
                <a:cubicBezTo>
                  <a:pt x="186375" y="102116"/>
                  <a:pt x="181738" y="108174"/>
                  <a:pt x="176660" y="111735"/>
                </a:cubicBezTo>
                <a:cubicBezTo>
                  <a:pt x="171582" y="115295"/>
                  <a:pt x="165703" y="117075"/>
                  <a:pt x="159024" y="117075"/>
                </a:cubicBezTo>
                <a:cubicBezTo>
                  <a:pt x="147543" y="117075"/>
                  <a:pt x="138850" y="112655"/>
                  <a:pt x="132943" y="103815"/>
                </a:cubicBezTo>
                <a:cubicBezTo>
                  <a:pt x="128196" y="96687"/>
                  <a:pt x="125823" y="87847"/>
                  <a:pt x="125823" y="77294"/>
                </a:cubicBezTo>
                <a:cubicBezTo>
                  <a:pt x="125823" y="64363"/>
                  <a:pt x="129314" y="54073"/>
                  <a:pt x="136297" y="46421"/>
                </a:cubicBezTo>
                <a:cubicBezTo>
                  <a:pt x="143279" y="38767"/>
                  <a:pt x="151462" y="34940"/>
                  <a:pt x="160846" y="34940"/>
                </a:cubicBezTo>
                <a:cubicBezTo>
                  <a:pt x="168684" y="34940"/>
                  <a:pt x="175487" y="38156"/>
                  <a:pt x="181255" y="44586"/>
                </a:cubicBezTo>
                <a:cubicBezTo>
                  <a:pt x="187024" y="51017"/>
                  <a:pt x="190129" y="60552"/>
                  <a:pt x="190570" y="73193"/>
                </a:cubicBezTo>
                <a:moveTo>
                  <a:pt x="170202" y="67728"/>
                </a:moveTo>
                <a:cubicBezTo>
                  <a:pt x="170202" y="58841"/>
                  <a:pt x="169719" y="52742"/>
                  <a:pt x="168753" y="49430"/>
                </a:cubicBezTo>
                <a:cubicBezTo>
                  <a:pt x="167787" y="46118"/>
                  <a:pt x="166283" y="43606"/>
                  <a:pt x="164241" y="41895"/>
                </a:cubicBezTo>
                <a:cubicBezTo>
                  <a:pt x="163082" y="40902"/>
                  <a:pt x="161536" y="40405"/>
                  <a:pt x="159604" y="40405"/>
                </a:cubicBezTo>
                <a:cubicBezTo>
                  <a:pt x="156734" y="40405"/>
                  <a:pt x="154388" y="41813"/>
                  <a:pt x="152566" y="44628"/>
                </a:cubicBezTo>
                <a:cubicBezTo>
                  <a:pt x="149310" y="49540"/>
                  <a:pt x="147681" y="56274"/>
                  <a:pt x="147681" y="64830"/>
                </a:cubicBezTo>
                <a:lnTo>
                  <a:pt x="147681" y="67728"/>
                </a:lnTo>
                <a:lnTo>
                  <a:pt x="170202" y="67728"/>
                </a:lnTo>
                <a:close/>
                <a:moveTo>
                  <a:pt x="263287" y="94738"/>
                </a:moveTo>
                <a:lnTo>
                  <a:pt x="265854" y="96722"/>
                </a:lnTo>
                <a:cubicBezTo>
                  <a:pt x="262211" y="103589"/>
                  <a:pt x="257671" y="108699"/>
                  <a:pt x="252234" y="112050"/>
                </a:cubicBezTo>
                <a:cubicBezTo>
                  <a:pt x="246797" y="115400"/>
                  <a:pt x="241015" y="117075"/>
                  <a:pt x="234888" y="117075"/>
                </a:cubicBezTo>
                <a:cubicBezTo>
                  <a:pt x="224566" y="117075"/>
                  <a:pt x="216313" y="113180"/>
                  <a:pt x="210131" y="105390"/>
                </a:cubicBezTo>
                <a:cubicBezTo>
                  <a:pt x="203949" y="97599"/>
                  <a:pt x="200858" y="88233"/>
                  <a:pt x="200858" y="77294"/>
                </a:cubicBezTo>
                <a:cubicBezTo>
                  <a:pt x="200858" y="66739"/>
                  <a:pt x="203673" y="57456"/>
                  <a:pt x="209303" y="49445"/>
                </a:cubicBezTo>
                <a:cubicBezTo>
                  <a:pt x="216093" y="39775"/>
                  <a:pt x="225449" y="34940"/>
                  <a:pt x="237371" y="34940"/>
                </a:cubicBezTo>
                <a:cubicBezTo>
                  <a:pt x="245375" y="34940"/>
                  <a:pt x="251737" y="36961"/>
                  <a:pt x="256456" y="41003"/>
                </a:cubicBezTo>
                <a:cubicBezTo>
                  <a:pt x="261176" y="45042"/>
                  <a:pt x="263535" y="49553"/>
                  <a:pt x="263535" y="54535"/>
                </a:cubicBezTo>
                <a:cubicBezTo>
                  <a:pt x="263535" y="57690"/>
                  <a:pt x="262583" y="60208"/>
                  <a:pt x="260679" y="62090"/>
                </a:cubicBezTo>
                <a:cubicBezTo>
                  <a:pt x="258775" y="63972"/>
                  <a:pt x="256277" y="64913"/>
                  <a:pt x="253186" y="64913"/>
                </a:cubicBezTo>
                <a:cubicBezTo>
                  <a:pt x="249929" y="64913"/>
                  <a:pt x="247238" y="63833"/>
                  <a:pt x="245113" y="61673"/>
                </a:cubicBezTo>
                <a:cubicBezTo>
                  <a:pt x="242988" y="59512"/>
                  <a:pt x="241677" y="55662"/>
                  <a:pt x="241180" y="50123"/>
                </a:cubicBezTo>
                <a:cubicBezTo>
                  <a:pt x="240849" y="46634"/>
                  <a:pt x="240049" y="44196"/>
                  <a:pt x="238779" y="42811"/>
                </a:cubicBezTo>
                <a:cubicBezTo>
                  <a:pt x="237509" y="41428"/>
                  <a:pt x="236019" y="40736"/>
                  <a:pt x="234308" y="40736"/>
                </a:cubicBezTo>
                <a:cubicBezTo>
                  <a:pt x="231658" y="40736"/>
                  <a:pt x="229395" y="42144"/>
                  <a:pt x="227519" y="44959"/>
                </a:cubicBezTo>
                <a:cubicBezTo>
                  <a:pt x="224648" y="49209"/>
                  <a:pt x="223213" y="55722"/>
                  <a:pt x="223213" y="64499"/>
                </a:cubicBezTo>
                <a:cubicBezTo>
                  <a:pt x="223213" y="71785"/>
                  <a:pt x="224372" y="78754"/>
                  <a:pt x="226691" y="85405"/>
                </a:cubicBezTo>
                <a:cubicBezTo>
                  <a:pt x="229009" y="92057"/>
                  <a:pt x="232183" y="97011"/>
                  <a:pt x="236212" y="100267"/>
                </a:cubicBezTo>
                <a:cubicBezTo>
                  <a:pt x="239248" y="102641"/>
                  <a:pt x="242836" y="103827"/>
                  <a:pt x="246976" y="103827"/>
                </a:cubicBezTo>
                <a:cubicBezTo>
                  <a:pt x="249681" y="103827"/>
                  <a:pt x="252247" y="103194"/>
                  <a:pt x="254676" y="101928"/>
                </a:cubicBezTo>
                <a:cubicBezTo>
                  <a:pt x="257105" y="100660"/>
                  <a:pt x="259975" y="98264"/>
                  <a:pt x="263287" y="94738"/>
                </a:cubicBezTo>
                <a:close/>
                <a:moveTo>
                  <a:pt x="311746" y="34940"/>
                </a:moveTo>
                <a:cubicBezTo>
                  <a:pt x="318480" y="34940"/>
                  <a:pt x="324745" y="36681"/>
                  <a:pt x="330541" y="40162"/>
                </a:cubicBezTo>
                <a:cubicBezTo>
                  <a:pt x="336337" y="43643"/>
                  <a:pt x="340739" y="48588"/>
                  <a:pt x="343747" y="54998"/>
                </a:cubicBezTo>
                <a:cubicBezTo>
                  <a:pt x="346755" y="61408"/>
                  <a:pt x="348259" y="68425"/>
                  <a:pt x="348259" y="76049"/>
                </a:cubicBezTo>
                <a:cubicBezTo>
                  <a:pt x="348259" y="87044"/>
                  <a:pt x="345472" y="96244"/>
                  <a:pt x="339897" y="103649"/>
                </a:cubicBezTo>
                <a:cubicBezTo>
                  <a:pt x="333163" y="112600"/>
                  <a:pt x="323862" y="117075"/>
                  <a:pt x="311994" y="117075"/>
                </a:cubicBezTo>
                <a:cubicBezTo>
                  <a:pt x="300348" y="117075"/>
                  <a:pt x="291378" y="112986"/>
                  <a:pt x="285085" y="104808"/>
                </a:cubicBezTo>
                <a:cubicBezTo>
                  <a:pt x="278793" y="96630"/>
                  <a:pt x="275646" y="87154"/>
                  <a:pt x="275646" y="76380"/>
                </a:cubicBezTo>
                <a:cubicBezTo>
                  <a:pt x="275646" y="65275"/>
                  <a:pt x="278862" y="55592"/>
                  <a:pt x="285292" y="47331"/>
                </a:cubicBezTo>
                <a:cubicBezTo>
                  <a:pt x="291723" y="39071"/>
                  <a:pt x="300541" y="34940"/>
                  <a:pt x="311746" y="34940"/>
                </a:cubicBezTo>
                <a:moveTo>
                  <a:pt x="312077" y="40736"/>
                </a:moveTo>
                <a:cubicBezTo>
                  <a:pt x="309262" y="40736"/>
                  <a:pt x="306847" y="41800"/>
                  <a:pt x="304832" y="43929"/>
                </a:cubicBezTo>
                <a:cubicBezTo>
                  <a:pt x="302818" y="46056"/>
                  <a:pt x="301493" y="50255"/>
                  <a:pt x="300858" y="56527"/>
                </a:cubicBezTo>
                <a:cubicBezTo>
                  <a:pt x="300223" y="62799"/>
                  <a:pt x="299906" y="71517"/>
                  <a:pt x="299906" y="82681"/>
                </a:cubicBezTo>
                <a:cubicBezTo>
                  <a:pt x="299906" y="88594"/>
                  <a:pt x="300292" y="94120"/>
                  <a:pt x="301065" y="99261"/>
                </a:cubicBezTo>
                <a:cubicBezTo>
                  <a:pt x="301672" y="103183"/>
                  <a:pt x="302970" y="106167"/>
                  <a:pt x="304957" y="108213"/>
                </a:cubicBezTo>
                <a:cubicBezTo>
                  <a:pt x="306944" y="110257"/>
                  <a:pt x="309207" y="111279"/>
                  <a:pt x="311746" y="111279"/>
                </a:cubicBezTo>
                <a:cubicBezTo>
                  <a:pt x="314230" y="111279"/>
                  <a:pt x="316300" y="110588"/>
                  <a:pt x="317956" y="109207"/>
                </a:cubicBezTo>
                <a:cubicBezTo>
                  <a:pt x="320108" y="107328"/>
                  <a:pt x="321544" y="104703"/>
                  <a:pt x="322261" y="101331"/>
                </a:cubicBezTo>
                <a:cubicBezTo>
                  <a:pt x="323365" y="96082"/>
                  <a:pt x="323917" y="85472"/>
                  <a:pt x="323917" y="69500"/>
                </a:cubicBezTo>
                <a:cubicBezTo>
                  <a:pt x="323917" y="60106"/>
                  <a:pt x="323393" y="53655"/>
                  <a:pt x="322344" y="50147"/>
                </a:cubicBezTo>
                <a:cubicBezTo>
                  <a:pt x="321295" y="46636"/>
                  <a:pt x="319750" y="44080"/>
                  <a:pt x="317707" y="42477"/>
                </a:cubicBezTo>
                <a:cubicBezTo>
                  <a:pt x="316272" y="41317"/>
                  <a:pt x="314396" y="40736"/>
                  <a:pt x="312077" y="40736"/>
                </a:cubicBezTo>
                <a:close/>
                <a:moveTo>
                  <a:pt x="394957" y="117075"/>
                </a:moveTo>
                <a:lnTo>
                  <a:pt x="368876" y="57011"/>
                </a:lnTo>
                <a:cubicBezTo>
                  <a:pt x="365730" y="49723"/>
                  <a:pt x="363273" y="45106"/>
                  <a:pt x="361507" y="43161"/>
                </a:cubicBezTo>
                <a:cubicBezTo>
                  <a:pt x="360237" y="41713"/>
                  <a:pt x="358361" y="40740"/>
                  <a:pt x="355877" y="40239"/>
                </a:cubicBezTo>
                <a:lnTo>
                  <a:pt x="355877" y="37259"/>
                </a:lnTo>
                <a:lnTo>
                  <a:pt x="397027" y="37259"/>
                </a:lnTo>
                <a:lnTo>
                  <a:pt x="397027" y="40239"/>
                </a:lnTo>
                <a:cubicBezTo>
                  <a:pt x="394432" y="40239"/>
                  <a:pt x="392666" y="40711"/>
                  <a:pt x="391728" y="41655"/>
                </a:cubicBezTo>
                <a:cubicBezTo>
                  <a:pt x="390403" y="42878"/>
                  <a:pt x="389741" y="44321"/>
                  <a:pt x="389741" y="45986"/>
                </a:cubicBezTo>
                <a:cubicBezTo>
                  <a:pt x="389741" y="48040"/>
                  <a:pt x="390955" y="51900"/>
                  <a:pt x="393384" y="57565"/>
                </a:cubicBezTo>
                <a:lnTo>
                  <a:pt x="406134" y="86657"/>
                </a:lnTo>
                <a:lnTo>
                  <a:pt x="416319" y="61544"/>
                </a:lnTo>
                <a:cubicBezTo>
                  <a:pt x="419244" y="54332"/>
                  <a:pt x="420707" y="49228"/>
                  <a:pt x="420707" y="46232"/>
                </a:cubicBezTo>
                <a:cubicBezTo>
                  <a:pt x="420707" y="44512"/>
                  <a:pt x="420086" y="43111"/>
                  <a:pt x="418844" y="42030"/>
                </a:cubicBezTo>
                <a:cubicBezTo>
                  <a:pt x="417602" y="40947"/>
                  <a:pt x="415408" y="40350"/>
                  <a:pt x="412261" y="40239"/>
                </a:cubicBezTo>
                <a:lnTo>
                  <a:pt x="412261" y="37259"/>
                </a:lnTo>
                <a:lnTo>
                  <a:pt x="437597" y="37259"/>
                </a:lnTo>
                <a:lnTo>
                  <a:pt x="437597" y="40239"/>
                </a:lnTo>
                <a:cubicBezTo>
                  <a:pt x="435169" y="40572"/>
                  <a:pt x="433182" y="41487"/>
                  <a:pt x="431636" y="42985"/>
                </a:cubicBezTo>
                <a:cubicBezTo>
                  <a:pt x="430090" y="44482"/>
                  <a:pt x="427772" y="48890"/>
                  <a:pt x="424681" y="56209"/>
                </a:cubicBezTo>
                <a:lnTo>
                  <a:pt x="398848" y="117075"/>
                </a:lnTo>
                <a:lnTo>
                  <a:pt x="394957" y="117075"/>
                </a:lnTo>
                <a:close/>
                <a:moveTo>
                  <a:pt x="510376" y="73193"/>
                </a:moveTo>
                <a:lnTo>
                  <a:pt x="467901" y="73193"/>
                </a:lnTo>
                <a:cubicBezTo>
                  <a:pt x="468398" y="83487"/>
                  <a:pt x="471130" y="91623"/>
                  <a:pt x="476098" y="97600"/>
                </a:cubicBezTo>
                <a:cubicBezTo>
                  <a:pt x="479906" y="102193"/>
                  <a:pt x="484488" y="104490"/>
                  <a:pt x="489842" y="104490"/>
                </a:cubicBezTo>
                <a:cubicBezTo>
                  <a:pt x="493154" y="104490"/>
                  <a:pt x="496162" y="103565"/>
                  <a:pt x="498867" y="101716"/>
                </a:cubicBezTo>
                <a:cubicBezTo>
                  <a:pt x="501572" y="99867"/>
                  <a:pt x="504470" y="96541"/>
                  <a:pt x="507561" y="91739"/>
                </a:cubicBezTo>
                <a:lnTo>
                  <a:pt x="510376" y="93561"/>
                </a:lnTo>
                <a:cubicBezTo>
                  <a:pt x="506181" y="102116"/>
                  <a:pt x="501544" y="108174"/>
                  <a:pt x="496466" y="111735"/>
                </a:cubicBezTo>
                <a:cubicBezTo>
                  <a:pt x="491388" y="115295"/>
                  <a:pt x="485509" y="117075"/>
                  <a:pt x="478830" y="117075"/>
                </a:cubicBezTo>
                <a:cubicBezTo>
                  <a:pt x="467349" y="117075"/>
                  <a:pt x="458655" y="112655"/>
                  <a:pt x="452749" y="103815"/>
                </a:cubicBezTo>
                <a:cubicBezTo>
                  <a:pt x="448002" y="96687"/>
                  <a:pt x="445629" y="87847"/>
                  <a:pt x="445629" y="77294"/>
                </a:cubicBezTo>
                <a:cubicBezTo>
                  <a:pt x="445629" y="64363"/>
                  <a:pt x="449120" y="54073"/>
                  <a:pt x="456102" y="46421"/>
                </a:cubicBezTo>
                <a:cubicBezTo>
                  <a:pt x="463085" y="38767"/>
                  <a:pt x="471268" y="34940"/>
                  <a:pt x="480652" y="34940"/>
                </a:cubicBezTo>
                <a:cubicBezTo>
                  <a:pt x="488490" y="34940"/>
                  <a:pt x="495293" y="38156"/>
                  <a:pt x="501061" y="44586"/>
                </a:cubicBezTo>
                <a:cubicBezTo>
                  <a:pt x="506829" y="51017"/>
                  <a:pt x="509934" y="60552"/>
                  <a:pt x="510376" y="73193"/>
                </a:cubicBezTo>
                <a:moveTo>
                  <a:pt x="490008" y="67728"/>
                </a:moveTo>
                <a:cubicBezTo>
                  <a:pt x="490008" y="58841"/>
                  <a:pt x="489525" y="52742"/>
                  <a:pt x="488559" y="49430"/>
                </a:cubicBezTo>
                <a:cubicBezTo>
                  <a:pt x="487593" y="46118"/>
                  <a:pt x="486089" y="43606"/>
                  <a:pt x="484046" y="41895"/>
                </a:cubicBezTo>
                <a:cubicBezTo>
                  <a:pt x="482887" y="40902"/>
                  <a:pt x="481342" y="40405"/>
                  <a:pt x="479410" y="40405"/>
                </a:cubicBezTo>
                <a:cubicBezTo>
                  <a:pt x="476539" y="40405"/>
                  <a:pt x="474194" y="41813"/>
                  <a:pt x="472372" y="44628"/>
                </a:cubicBezTo>
                <a:cubicBezTo>
                  <a:pt x="469115" y="49540"/>
                  <a:pt x="467487" y="56274"/>
                  <a:pt x="467487" y="64830"/>
                </a:cubicBezTo>
                <a:lnTo>
                  <a:pt x="467487" y="67728"/>
                </a:lnTo>
                <a:lnTo>
                  <a:pt x="490008" y="67728"/>
                </a:lnTo>
                <a:close/>
                <a:moveTo>
                  <a:pt x="552044" y="37259"/>
                </a:moveTo>
                <a:lnTo>
                  <a:pt x="552044" y="54812"/>
                </a:lnTo>
                <a:cubicBezTo>
                  <a:pt x="557177" y="46808"/>
                  <a:pt x="561676" y="41495"/>
                  <a:pt x="565540" y="38873"/>
                </a:cubicBezTo>
                <a:cubicBezTo>
                  <a:pt x="569404" y="36251"/>
                  <a:pt x="573129" y="34940"/>
                  <a:pt x="576717" y="34940"/>
                </a:cubicBezTo>
                <a:cubicBezTo>
                  <a:pt x="579808" y="34940"/>
                  <a:pt x="582278" y="35896"/>
                  <a:pt x="584128" y="37807"/>
                </a:cubicBezTo>
                <a:cubicBezTo>
                  <a:pt x="585977" y="39718"/>
                  <a:pt x="586901" y="42419"/>
                  <a:pt x="586901" y="45908"/>
                </a:cubicBezTo>
                <a:cubicBezTo>
                  <a:pt x="586901" y="49620"/>
                  <a:pt x="586004" y="52502"/>
                  <a:pt x="584210" y="54553"/>
                </a:cubicBezTo>
                <a:cubicBezTo>
                  <a:pt x="582416" y="56602"/>
                  <a:pt x="580250" y="57627"/>
                  <a:pt x="577711" y="57627"/>
                </a:cubicBezTo>
                <a:cubicBezTo>
                  <a:pt x="574785" y="57627"/>
                  <a:pt x="572246" y="56688"/>
                  <a:pt x="570094" y="54812"/>
                </a:cubicBezTo>
                <a:cubicBezTo>
                  <a:pt x="567941" y="52935"/>
                  <a:pt x="566671" y="51886"/>
                  <a:pt x="566285" y="51665"/>
                </a:cubicBezTo>
                <a:cubicBezTo>
                  <a:pt x="565733" y="51334"/>
                  <a:pt x="565098" y="51169"/>
                  <a:pt x="564381" y="51169"/>
                </a:cubicBezTo>
                <a:cubicBezTo>
                  <a:pt x="562780" y="51169"/>
                  <a:pt x="561262" y="51776"/>
                  <a:pt x="559827" y="52990"/>
                </a:cubicBezTo>
                <a:cubicBezTo>
                  <a:pt x="557564" y="54867"/>
                  <a:pt x="555852" y="57544"/>
                  <a:pt x="554693" y="61021"/>
                </a:cubicBezTo>
                <a:cubicBezTo>
                  <a:pt x="552927" y="66376"/>
                  <a:pt x="552044" y="72282"/>
                  <a:pt x="552044" y="78740"/>
                </a:cubicBezTo>
                <a:lnTo>
                  <a:pt x="552044" y="96541"/>
                </a:lnTo>
                <a:lnTo>
                  <a:pt x="552127" y="101178"/>
                </a:lnTo>
                <a:cubicBezTo>
                  <a:pt x="552127" y="104324"/>
                  <a:pt x="552320" y="106339"/>
                  <a:pt x="552706" y="107222"/>
                </a:cubicBezTo>
                <a:cubicBezTo>
                  <a:pt x="553369" y="108713"/>
                  <a:pt x="554348" y="109803"/>
                  <a:pt x="555645" y="110493"/>
                </a:cubicBezTo>
                <a:cubicBezTo>
                  <a:pt x="556943" y="111183"/>
                  <a:pt x="559137" y="111610"/>
                  <a:pt x="562228" y="111776"/>
                </a:cubicBezTo>
                <a:lnTo>
                  <a:pt x="562228" y="114757"/>
                </a:lnTo>
                <a:lnTo>
                  <a:pt x="520415" y="114757"/>
                </a:lnTo>
                <a:lnTo>
                  <a:pt x="520415" y="111776"/>
                </a:lnTo>
                <a:cubicBezTo>
                  <a:pt x="523782" y="111500"/>
                  <a:pt x="526059" y="110575"/>
                  <a:pt x="527246" y="109002"/>
                </a:cubicBezTo>
                <a:cubicBezTo>
                  <a:pt x="528433" y="107429"/>
                  <a:pt x="529026" y="103276"/>
                  <a:pt x="529026" y="96541"/>
                </a:cubicBezTo>
                <a:lnTo>
                  <a:pt x="529026" y="53652"/>
                </a:lnTo>
                <a:cubicBezTo>
                  <a:pt x="529026" y="49209"/>
                  <a:pt x="528805" y="46377"/>
                  <a:pt x="528364" y="45155"/>
                </a:cubicBezTo>
                <a:cubicBezTo>
                  <a:pt x="527812" y="43600"/>
                  <a:pt x="527011" y="42461"/>
                  <a:pt x="525963" y="41740"/>
                </a:cubicBezTo>
                <a:cubicBezTo>
                  <a:pt x="524914" y="41017"/>
                  <a:pt x="523065" y="40517"/>
                  <a:pt x="520415" y="40239"/>
                </a:cubicBezTo>
                <a:lnTo>
                  <a:pt x="520415" y="37259"/>
                </a:lnTo>
                <a:lnTo>
                  <a:pt x="552044" y="37259"/>
                </a:lnTo>
                <a:close/>
                <a:moveTo>
                  <a:pt x="657561" y="73193"/>
                </a:moveTo>
                <a:lnTo>
                  <a:pt x="615086" y="73193"/>
                </a:lnTo>
                <a:cubicBezTo>
                  <a:pt x="615583" y="83487"/>
                  <a:pt x="618316" y="91623"/>
                  <a:pt x="623283" y="97600"/>
                </a:cubicBezTo>
                <a:cubicBezTo>
                  <a:pt x="627092" y="102193"/>
                  <a:pt x="631673" y="104490"/>
                  <a:pt x="637028" y="104490"/>
                </a:cubicBezTo>
                <a:cubicBezTo>
                  <a:pt x="640340" y="104490"/>
                  <a:pt x="643348" y="103565"/>
                  <a:pt x="646053" y="101716"/>
                </a:cubicBezTo>
                <a:cubicBezTo>
                  <a:pt x="648757" y="99867"/>
                  <a:pt x="651655" y="96541"/>
                  <a:pt x="654746" y="91739"/>
                </a:cubicBezTo>
                <a:lnTo>
                  <a:pt x="657561" y="93561"/>
                </a:lnTo>
                <a:cubicBezTo>
                  <a:pt x="653366" y="102116"/>
                  <a:pt x="648730" y="108174"/>
                  <a:pt x="643651" y="111735"/>
                </a:cubicBezTo>
                <a:cubicBezTo>
                  <a:pt x="638573" y="115295"/>
                  <a:pt x="632695" y="117075"/>
                  <a:pt x="626016" y="117075"/>
                </a:cubicBezTo>
                <a:cubicBezTo>
                  <a:pt x="614534" y="117075"/>
                  <a:pt x="605841" y="112655"/>
                  <a:pt x="599935" y="103815"/>
                </a:cubicBezTo>
                <a:cubicBezTo>
                  <a:pt x="595188" y="96687"/>
                  <a:pt x="592814" y="87847"/>
                  <a:pt x="592814" y="77294"/>
                </a:cubicBezTo>
                <a:cubicBezTo>
                  <a:pt x="592814" y="64363"/>
                  <a:pt x="596305" y="54073"/>
                  <a:pt x="603288" y="46421"/>
                </a:cubicBezTo>
                <a:cubicBezTo>
                  <a:pt x="610270" y="38767"/>
                  <a:pt x="618454" y="34940"/>
                  <a:pt x="627837" y="34940"/>
                </a:cubicBezTo>
                <a:cubicBezTo>
                  <a:pt x="635675" y="34940"/>
                  <a:pt x="642478" y="38156"/>
                  <a:pt x="648247" y="44586"/>
                </a:cubicBezTo>
                <a:cubicBezTo>
                  <a:pt x="654015" y="51017"/>
                  <a:pt x="657120" y="60552"/>
                  <a:pt x="657561" y="73193"/>
                </a:cubicBezTo>
                <a:moveTo>
                  <a:pt x="637193" y="67728"/>
                </a:moveTo>
                <a:cubicBezTo>
                  <a:pt x="637193" y="58841"/>
                  <a:pt x="636710" y="52742"/>
                  <a:pt x="635744" y="49430"/>
                </a:cubicBezTo>
                <a:cubicBezTo>
                  <a:pt x="634778" y="46118"/>
                  <a:pt x="633274" y="43606"/>
                  <a:pt x="631232" y="41895"/>
                </a:cubicBezTo>
                <a:cubicBezTo>
                  <a:pt x="630073" y="40902"/>
                  <a:pt x="628527" y="40405"/>
                  <a:pt x="626595" y="40405"/>
                </a:cubicBezTo>
                <a:cubicBezTo>
                  <a:pt x="623725" y="40405"/>
                  <a:pt x="621379" y="41813"/>
                  <a:pt x="619558" y="44628"/>
                </a:cubicBezTo>
                <a:cubicBezTo>
                  <a:pt x="616301" y="49540"/>
                  <a:pt x="614672" y="56274"/>
                  <a:pt x="614672" y="64830"/>
                </a:cubicBezTo>
                <a:lnTo>
                  <a:pt x="614672" y="67728"/>
                </a:lnTo>
                <a:lnTo>
                  <a:pt x="637193" y="67728"/>
                </a:lnTo>
                <a:close/>
                <a:moveTo>
                  <a:pt x="742367" y="2484"/>
                </a:moveTo>
                <a:lnTo>
                  <a:pt x="742367" y="91574"/>
                </a:lnTo>
                <a:cubicBezTo>
                  <a:pt x="742367" y="97530"/>
                  <a:pt x="742533" y="101054"/>
                  <a:pt x="742864" y="102146"/>
                </a:cubicBezTo>
                <a:cubicBezTo>
                  <a:pt x="743305" y="103950"/>
                  <a:pt x="744147" y="105289"/>
                  <a:pt x="745389" y="106164"/>
                </a:cubicBezTo>
                <a:cubicBezTo>
                  <a:pt x="746631" y="107037"/>
                  <a:pt x="748798" y="107583"/>
                  <a:pt x="751889" y="107802"/>
                </a:cubicBezTo>
                <a:lnTo>
                  <a:pt x="751889" y="110782"/>
                </a:lnTo>
                <a:lnTo>
                  <a:pt x="719184" y="117075"/>
                </a:lnTo>
                <a:lnTo>
                  <a:pt x="719184" y="104821"/>
                </a:lnTo>
                <a:cubicBezTo>
                  <a:pt x="715265" y="109568"/>
                  <a:pt x="711774" y="112797"/>
                  <a:pt x="708710" y="114508"/>
                </a:cubicBezTo>
                <a:cubicBezTo>
                  <a:pt x="705647" y="116219"/>
                  <a:pt x="702183" y="117075"/>
                  <a:pt x="698319" y="117075"/>
                </a:cubicBezTo>
                <a:cubicBezTo>
                  <a:pt x="688439" y="117075"/>
                  <a:pt x="680628" y="112655"/>
                  <a:pt x="674888" y="103815"/>
                </a:cubicBezTo>
                <a:cubicBezTo>
                  <a:pt x="670251" y="96632"/>
                  <a:pt x="667933" y="87819"/>
                  <a:pt x="667933" y="77376"/>
                </a:cubicBezTo>
                <a:cubicBezTo>
                  <a:pt x="667933" y="69033"/>
                  <a:pt x="669368" y="61560"/>
                  <a:pt x="672238" y="54957"/>
                </a:cubicBezTo>
                <a:cubicBezTo>
                  <a:pt x="675108" y="48353"/>
                  <a:pt x="679041" y="43367"/>
                  <a:pt x="684037" y="39996"/>
                </a:cubicBezTo>
                <a:cubicBezTo>
                  <a:pt x="689032" y="36626"/>
                  <a:pt x="694400" y="34940"/>
                  <a:pt x="700141" y="34940"/>
                </a:cubicBezTo>
                <a:cubicBezTo>
                  <a:pt x="703839" y="34940"/>
                  <a:pt x="707123" y="35664"/>
                  <a:pt x="709993" y="37111"/>
                </a:cubicBezTo>
                <a:cubicBezTo>
                  <a:pt x="712864" y="38558"/>
                  <a:pt x="715927" y="41091"/>
                  <a:pt x="719184" y="44710"/>
                </a:cubicBezTo>
                <a:lnTo>
                  <a:pt x="719184" y="21362"/>
                </a:lnTo>
                <a:cubicBezTo>
                  <a:pt x="719184" y="15455"/>
                  <a:pt x="718936" y="11895"/>
                  <a:pt x="718439" y="10681"/>
                </a:cubicBezTo>
                <a:cubicBezTo>
                  <a:pt x="717776" y="9080"/>
                  <a:pt x="716783" y="7893"/>
                  <a:pt x="715458" y="7121"/>
                </a:cubicBezTo>
                <a:cubicBezTo>
                  <a:pt x="714133" y="6348"/>
                  <a:pt x="711649" y="5961"/>
                  <a:pt x="708006" y="5961"/>
                </a:cubicBezTo>
                <a:lnTo>
                  <a:pt x="708006" y="2484"/>
                </a:lnTo>
                <a:lnTo>
                  <a:pt x="742367" y="2484"/>
                </a:lnTo>
                <a:moveTo>
                  <a:pt x="719184" y="54812"/>
                </a:moveTo>
                <a:cubicBezTo>
                  <a:pt x="715099" y="47084"/>
                  <a:pt x="710104" y="43220"/>
                  <a:pt x="704198" y="43220"/>
                </a:cubicBezTo>
                <a:cubicBezTo>
                  <a:pt x="702155" y="43220"/>
                  <a:pt x="700472" y="43772"/>
                  <a:pt x="699147" y="44876"/>
                </a:cubicBezTo>
                <a:cubicBezTo>
                  <a:pt x="697105" y="46587"/>
                  <a:pt x="695435" y="49595"/>
                  <a:pt x="694138" y="53901"/>
                </a:cubicBezTo>
                <a:cubicBezTo>
                  <a:pt x="692841" y="58206"/>
                  <a:pt x="692192" y="64802"/>
                  <a:pt x="692192" y="73689"/>
                </a:cubicBezTo>
                <a:cubicBezTo>
                  <a:pt x="692192" y="83459"/>
                  <a:pt x="692910" y="90690"/>
                  <a:pt x="694345" y="95382"/>
                </a:cubicBezTo>
                <a:cubicBezTo>
                  <a:pt x="695780" y="100074"/>
                  <a:pt x="697740" y="103469"/>
                  <a:pt x="700223" y="105566"/>
                </a:cubicBezTo>
                <a:cubicBezTo>
                  <a:pt x="701493" y="106615"/>
                  <a:pt x="703232" y="107139"/>
                  <a:pt x="705440" y="107139"/>
                </a:cubicBezTo>
                <a:cubicBezTo>
                  <a:pt x="710297" y="107139"/>
                  <a:pt x="714879" y="103319"/>
                  <a:pt x="719184" y="95677"/>
                </a:cubicBezTo>
                <a:lnTo>
                  <a:pt x="719184" y="54812"/>
                </a:lnTo>
                <a:close/>
                <a:moveTo>
                  <a:pt x="800299" y="114757"/>
                </a:moveTo>
                <a:lnTo>
                  <a:pt x="800299" y="111776"/>
                </a:lnTo>
                <a:lnTo>
                  <a:pt x="804025" y="111776"/>
                </a:lnTo>
                <a:cubicBezTo>
                  <a:pt x="807282" y="111776"/>
                  <a:pt x="809779" y="111263"/>
                  <a:pt x="811518" y="110236"/>
                </a:cubicBezTo>
                <a:cubicBezTo>
                  <a:pt x="813257" y="109210"/>
                  <a:pt x="814540" y="107810"/>
                  <a:pt x="815368" y="106035"/>
                </a:cubicBezTo>
                <a:cubicBezTo>
                  <a:pt x="815865" y="104868"/>
                  <a:pt x="816113" y="101373"/>
                  <a:pt x="816113" y="95548"/>
                </a:cubicBezTo>
                <a:lnTo>
                  <a:pt x="816113" y="21693"/>
                </a:lnTo>
                <a:cubicBezTo>
                  <a:pt x="816113" y="15923"/>
                  <a:pt x="815810" y="12317"/>
                  <a:pt x="815203" y="10875"/>
                </a:cubicBezTo>
                <a:cubicBezTo>
                  <a:pt x="814595" y="9431"/>
                  <a:pt x="813367" y="8168"/>
                  <a:pt x="811518" y="7087"/>
                </a:cubicBezTo>
                <a:cubicBezTo>
                  <a:pt x="809669" y="6005"/>
                  <a:pt x="807171" y="5465"/>
                  <a:pt x="804025" y="5465"/>
                </a:cubicBezTo>
                <a:lnTo>
                  <a:pt x="800299" y="5465"/>
                </a:lnTo>
                <a:lnTo>
                  <a:pt x="800299" y="2484"/>
                </a:lnTo>
                <a:lnTo>
                  <a:pt x="850557" y="2484"/>
                </a:lnTo>
                <a:cubicBezTo>
                  <a:pt x="863970" y="2484"/>
                  <a:pt x="874761" y="4305"/>
                  <a:pt x="882931" y="7949"/>
                </a:cubicBezTo>
                <a:cubicBezTo>
                  <a:pt x="892921" y="12420"/>
                  <a:pt x="900497" y="19181"/>
                  <a:pt x="905658" y="28234"/>
                </a:cubicBezTo>
                <a:cubicBezTo>
                  <a:pt x="910819" y="37286"/>
                  <a:pt x="913400" y="47525"/>
                  <a:pt x="913400" y="58951"/>
                </a:cubicBezTo>
                <a:cubicBezTo>
                  <a:pt x="913400" y="66845"/>
                  <a:pt x="912130" y="74117"/>
                  <a:pt x="909591" y="80769"/>
                </a:cubicBezTo>
                <a:cubicBezTo>
                  <a:pt x="907052" y="87420"/>
                  <a:pt x="903768" y="92912"/>
                  <a:pt x="899738" y="97245"/>
                </a:cubicBezTo>
                <a:cubicBezTo>
                  <a:pt x="895709" y="101578"/>
                  <a:pt x="891058" y="105056"/>
                  <a:pt x="885787" y="107678"/>
                </a:cubicBezTo>
                <a:cubicBezTo>
                  <a:pt x="880516" y="110299"/>
                  <a:pt x="874071" y="112328"/>
                  <a:pt x="866454" y="113763"/>
                </a:cubicBezTo>
                <a:cubicBezTo>
                  <a:pt x="863087" y="114426"/>
                  <a:pt x="857788" y="114757"/>
                  <a:pt x="850557" y="114757"/>
                </a:cubicBezTo>
                <a:lnTo>
                  <a:pt x="800299" y="114757"/>
                </a:lnTo>
                <a:moveTo>
                  <a:pt x="843105" y="8776"/>
                </a:moveTo>
                <a:lnTo>
                  <a:pt x="843105" y="96303"/>
                </a:lnTo>
                <a:cubicBezTo>
                  <a:pt x="843105" y="100936"/>
                  <a:pt x="843326" y="103777"/>
                  <a:pt x="843768" y="104826"/>
                </a:cubicBezTo>
                <a:cubicBezTo>
                  <a:pt x="844209" y="105873"/>
                  <a:pt x="844954" y="106672"/>
                  <a:pt x="846003" y="107222"/>
                </a:cubicBezTo>
                <a:cubicBezTo>
                  <a:pt x="847493" y="108050"/>
                  <a:pt x="849646" y="108464"/>
                  <a:pt x="852461" y="108464"/>
                </a:cubicBezTo>
                <a:cubicBezTo>
                  <a:pt x="861679" y="108464"/>
                  <a:pt x="868717" y="105320"/>
                  <a:pt x="873574" y="99033"/>
                </a:cubicBezTo>
                <a:cubicBezTo>
                  <a:pt x="880198" y="90539"/>
                  <a:pt x="883510" y="77358"/>
                  <a:pt x="883510" y="59490"/>
                </a:cubicBezTo>
                <a:cubicBezTo>
                  <a:pt x="883510" y="45095"/>
                  <a:pt x="881247" y="33596"/>
                  <a:pt x="876721" y="24992"/>
                </a:cubicBezTo>
                <a:cubicBezTo>
                  <a:pt x="873133" y="18263"/>
                  <a:pt x="868524" y="13685"/>
                  <a:pt x="862894" y="11258"/>
                </a:cubicBezTo>
                <a:cubicBezTo>
                  <a:pt x="858919" y="9548"/>
                  <a:pt x="852323" y="8721"/>
                  <a:pt x="843105" y="8776"/>
                </a:cubicBezTo>
                <a:close/>
                <a:moveTo>
                  <a:pt x="968928" y="103331"/>
                </a:moveTo>
                <a:cubicBezTo>
                  <a:pt x="959489" y="111721"/>
                  <a:pt x="951017" y="115916"/>
                  <a:pt x="943510" y="115916"/>
                </a:cubicBezTo>
                <a:cubicBezTo>
                  <a:pt x="939094" y="115916"/>
                  <a:pt x="935423" y="114463"/>
                  <a:pt x="932498" y="111556"/>
                </a:cubicBezTo>
                <a:cubicBezTo>
                  <a:pt x="929572" y="108648"/>
                  <a:pt x="928109" y="105006"/>
                  <a:pt x="928109" y="100632"/>
                </a:cubicBezTo>
                <a:cubicBezTo>
                  <a:pt x="928109" y="94705"/>
                  <a:pt x="930648" y="89374"/>
                  <a:pt x="935727" y="84639"/>
                </a:cubicBezTo>
                <a:cubicBezTo>
                  <a:pt x="940805" y="79904"/>
                  <a:pt x="951872" y="73605"/>
                  <a:pt x="968928" y="65741"/>
                </a:cubicBezTo>
                <a:lnTo>
                  <a:pt x="968928" y="57958"/>
                </a:lnTo>
                <a:cubicBezTo>
                  <a:pt x="968928" y="52107"/>
                  <a:pt x="968611" y="48422"/>
                  <a:pt x="967976" y="46905"/>
                </a:cubicBezTo>
                <a:cubicBezTo>
                  <a:pt x="967341" y="45387"/>
                  <a:pt x="966141" y="44062"/>
                  <a:pt x="964374" y="42930"/>
                </a:cubicBezTo>
                <a:cubicBezTo>
                  <a:pt x="962608" y="41799"/>
                  <a:pt x="960621" y="41233"/>
                  <a:pt x="958413" y="41233"/>
                </a:cubicBezTo>
                <a:cubicBezTo>
                  <a:pt x="954825" y="41233"/>
                  <a:pt x="951872" y="42033"/>
                  <a:pt x="949554" y="43634"/>
                </a:cubicBezTo>
                <a:cubicBezTo>
                  <a:pt x="948119" y="44628"/>
                  <a:pt x="947401" y="45787"/>
                  <a:pt x="947401" y="47112"/>
                </a:cubicBezTo>
                <a:cubicBezTo>
                  <a:pt x="947401" y="48271"/>
                  <a:pt x="948174" y="49706"/>
                  <a:pt x="949719" y="51417"/>
                </a:cubicBezTo>
                <a:cubicBezTo>
                  <a:pt x="951817" y="53790"/>
                  <a:pt x="952866" y="56081"/>
                  <a:pt x="952866" y="58289"/>
                </a:cubicBezTo>
                <a:cubicBezTo>
                  <a:pt x="952866" y="60994"/>
                  <a:pt x="951858" y="63298"/>
                  <a:pt x="949844" y="65203"/>
                </a:cubicBezTo>
                <a:cubicBezTo>
                  <a:pt x="947829" y="67107"/>
                  <a:pt x="945193" y="68059"/>
                  <a:pt x="941936" y="68059"/>
                </a:cubicBezTo>
                <a:cubicBezTo>
                  <a:pt x="938459" y="68059"/>
                  <a:pt x="935547" y="67010"/>
                  <a:pt x="933201" y="64913"/>
                </a:cubicBezTo>
                <a:cubicBezTo>
                  <a:pt x="930855" y="62815"/>
                  <a:pt x="929682" y="60359"/>
                  <a:pt x="929682" y="57544"/>
                </a:cubicBezTo>
                <a:cubicBezTo>
                  <a:pt x="929682" y="53570"/>
                  <a:pt x="931256" y="49775"/>
                  <a:pt x="934402" y="46159"/>
                </a:cubicBezTo>
                <a:cubicBezTo>
                  <a:pt x="937548" y="42544"/>
                  <a:pt x="941936" y="39770"/>
                  <a:pt x="947567" y="37838"/>
                </a:cubicBezTo>
                <a:cubicBezTo>
                  <a:pt x="953197" y="35906"/>
                  <a:pt x="959048" y="34940"/>
                  <a:pt x="965120" y="34940"/>
                </a:cubicBezTo>
                <a:cubicBezTo>
                  <a:pt x="972461" y="34940"/>
                  <a:pt x="978271" y="36504"/>
                  <a:pt x="982548" y="39631"/>
                </a:cubicBezTo>
                <a:cubicBezTo>
                  <a:pt x="986826" y="42757"/>
                  <a:pt x="989600" y="46146"/>
                  <a:pt x="990869" y="49797"/>
                </a:cubicBezTo>
                <a:cubicBezTo>
                  <a:pt x="991642" y="52121"/>
                  <a:pt x="992029" y="57459"/>
                  <a:pt x="992029" y="65813"/>
                </a:cubicBezTo>
                <a:lnTo>
                  <a:pt x="992029" y="95938"/>
                </a:lnTo>
                <a:cubicBezTo>
                  <a:pt x="992029" y="99480"/>
                  <a:pt x="992167" y="101708"/>
                  <a:pt x="992443" y="102622"/>
                </a:cubicBezTo>
                <a:cubicBezTo>
                  <a:pt x="992719" y="103534"/>
                  <a:pt x="993133" y="104212"/>
                  <a:pt x="993685" y="104655"/>
                </a:cubicBezTo>
                <a:cubicBezTo>
                  <a:pt x="994237" y="105097"/>
                  <a:pt x="994871" y="105318"/>
                  <a:pt x="995589" y="105318"/>
                </a:cubicBezTo>
                <a:cubicBezTo>
                  <a:pt x="997024" y="105318"/>
                  <a:pt x="998487" y="104297"/>
                  <a:pt x="999977" y="102254"/>
                </a:cubicBezTo>
                <a:lnTo>
                  <a:pt x="1002461" y="104241"/>
                </a:lnTo>
                <a:cubicBezTo>
                  <a:pt x="999701" y="108326"/>
                  <a:pt x="996845" y="111293"/>
                  <a:pt x="993892" y="113142"/>
                </a:cubicBezTo>
                <a:cubicBezTo>
                  <a:pt x="990938" y="114991"/>
                  <a:pt x="987585" y="115916"/>
                  <a:pt x="983832" y="115916"/>
                </a:cubicBezTo>
                <a:cubicBezTo>
                  <a:pt x="979416" y="115916"/>
                  <a:pt x="975966" y="114874"/>
                  <a:pt x="973482" y="112790"/>
                </a:cubicBezTo>
                <a:cubicBezTo>
                  <a:pt x="970998" y="110707"/>
                  <a:pt x="969480" y="107553"/>
                  <a:pt x="968928" y="103331"/>
                </a:cubicBezTo>
                <a:moveTo>
                  <a:pt x="968928" y="97204"/>
                </a:moveTo>
                <a:lnTo>
                  <a:pt x="968928" y="71304"/>
                </a:lnTo>
                <a:cubicBezTo>
                  <a:pt x="962249" y="75242"/>
                  <a:pt x="957281" y="79458"/>
                  <a:pt x="954025" y="83951"/>
                </a:cubicBezTo>
                <a:cubicBezTo>
                  <a:pt x="951872" y="86946"/>
                  <a:pt x="950796" y="89968"/>
                  <a:pt x="950796" y="93020"/>
                </a:cubicBezTo>
                <a:cubicBezTo>
                  <a:pt x="950796" y="95571"/>
                  <a:pt x="951706" y="97818"/>
                  <a:pt x="953528" y="99760"/>
                </a:cubicBezTo>
                <a:cubicBezTo>
                  <a:pt x="954908" y="101257"/>
                  <a:pt x="956840" y="102006"/>
                  <a:pt x="959324" y="102006"/>
                </a:cubicBezTo>
                <a:cubicBezTo>
                  <a:pt x="962084" y="102006"/>
                  <a:pt x="965285" y="100405"/>
                  <a:pt x="968928" y="97204"/>
                </a:cubicBezTo>
                <a:close/>
                <a:moveTo>
                  <a:pt x="1041706" y="8776"/>
                </a:moveTo>
                <a:lnTo>
                  <a:pt x="1041706" y="37259"/>
                </a:lnTo>
                <a:lnTo>
                  <a:pt x="1060087" y="37259"/>
                </a:lnTo>
                <a:lnTo>
                  <a:pt x="1060087" y="45373"/>
                </a:lnTo>
                <a:lnTo>
                  <a:pt x="1041706" y="45373"/>
                </a:lnTo>
                <a:lnTo>
                  <a:pt x="1041706" y="93276"/>
                </a:lnTo>
                <a:cubicBezTo>
                  <a:pt x="1041706" y="97759"/>
                  <a:pt x="1041913" y="100651"/>
                  <a:pt x="1042327" y="101952"/>
                </a:cubicBezTo>
                <a:cubicBezTo>
                  <a:pt x="1042741" y="103252"/>
                  <a:pt x="1043472" y="104304"/>
                  <a:pt x="1044521" y="105108"/>
                </a:cubicBezTo>
                <a:cubicBezTo>
                  <a:pt x="1045570" y="105910"/>
                  <a:pt x="1046536" y="106311"/>
                  <a:pt x="1047419" y="106311"/>
                </a:cubicBezTo>
                <a:cubicBezTo>
                  <a:pt x="1051007" y="106311"/>
                  <a:pt x="1054402" y="103551"/>
                  <a:pt x="1057603" y="98032"/>
                </a:cubicBezTo>
                <a:lnTo>
                  <a:pt x="1060087" y="99871"/>
                </a:lnTo>
                <a:cubicBezTo>
                  <a:pt x="1055616" y="110568"/>
                  <a:pt x="1048358" y="115916"/>
                  <a:pt x="1038311" y="115916"/>
                </a:cubicBezTo>
                <a:cubicBezTo>
                  <a:pt x="1033399" y="115916"/>
                  <a:pt x="1029245" y="114545"/>
                  <a:pt x="1025851" y="111804"/>
                </a:cubicBezTo>
                <a:cubicBezTo>
                  <a:pt x="1022456" y="109062"/>
                  <a:pt x="1020289" y="106001"/>
                  <a:pt x="1019351" y="102622"/>
                </a:cubicBezTo>
                <a:cubicBezTo>
                  <a:pt x="1018799" y="100738"/>
                  <a:pt x="1018523" y="95642"/>
                  <a:pt x="1018523" y="87333"/>
                </a:cubicBezTo>
                <a:lnTo>
                  <a:pt x="1018523" y="45373"/>
                </a:lnTo>
                <a:lnTo>
                  <a:pt x="1008422" y="45373"/>
                </a:lnTo>
                <a:lnTo>
                  <a:pt x="1008422" y="42467"/>
                </a:lnTo>
                <a:cubicBezTo>
                  <a:pt x="1015377" y="37544"/>
                  <a:pt x="1021297" y="32372"/>
                  <a:pt x="1026182" y="26950"/>
                </a:cubicBezTo>
                <a:cubicBezTo>
                  <a:pt x="1031067" y="21529"/>
                  <a:pt x="1035331" y="15471"/>
                  <a:pt x="1038974" y="8776"/>
                </a:cubicBezTo>
                <a:lnTo>
                  <a:pt x="1041706" y="8776"/>
                </a:lnTo>
                <a:close/>
                <a:moveTo>
                  <a:pt x="1110179" y="103331"/>
                </a:moveTo>
                <a:cubicBezTo>
                  <a:pt x="1100740" y="111721"/>
                  <a:pt x="1092267" y="115916"/>
                  <a:pt x="1084760" y="115916"/>
                </a:cubicBezTo>
                <a:cubicBezTo>
                  <a:pt x="1080344" y="115916"/>
                  <a:pt x="1076673" y="114463"/>
                  <a:pt x="1073748" y="111556"/>
                </a:cubicBezTo>
                <a:cubicBezTo>
                  <a:pt x="1070822" y="108648"/>
                  <a:pt x="1069360" y="105006"/>
                  <a:pt x="1069360" y="100632"/>
                </a:cubicBezTo>
                <a:cubicBezTo>
                  <a:pt x="1069360" y="94705"/>
                  <a:pt x="1071899" y="89374"/>
                  <a:pt x="1076977" y="84639"/>
                </a:cubicBezTo>
                <a:cubicBezTo>
                  <a:pt x="1082055" y="79904"/>
                  <a:pt x="1093122" y="73605"/>
                  <a:pt x="1110179" y="65741"/>
                </a:cubicBezTo>
                <a:lnTo>
                  <a:pt x="1110179" y="57958"/>
                </a:lnTo>
                <a:cubicBezTo>
                  <a:pt x="1110179" y="52107"/>
                  <a:pt x="1109861" y="48422"/>
                  <a:pt x="1109226" y="46905"/>
                </a:cubicBezTo>
                <a:cubicBezTo>
                  <a:pt x="1108592" y="45387"/>
                  <a:pt x="1107391" y="44062"/>
                  <a:pt x="1105625" y="42930"/>
                </a:cubicBezTo>
                <a:cubicBezTo>
                  <a:pt x="1103858" y="41799"/>
                  <a:pt x="1101871" y="41233"/>
                  <a:pt x="1099663" y="41233"/>
                </a:cubicBezTo>
                <a:cubicBezTo>
                  <a:pt x="1096075" y="41233"/>
                  <a:pt x="1093122" y="42033"/>
                  <a:pt x="1090804" y="43634"/>
                </a:cubicBezTo>
                <a:cubicBezTo>
                  <a:pt x="1089369" y="44628"/>
                  <a:pt x="1088651" y="45787"/>
                  <a:pt x="1088651" y="47112"/>
                </a:cubicBezTo>
                <a:cubicBezTo>
                  <a:pt x="1088651" y="48271"/>
                  <a:pt x="1089424" y="49706"/>
                  <a:pt x="1090970" y="51417"/>
                </a:cubicBezTo>
                <a:cubicBezTo>
                  <a:pt x="1093067" y="53790"/>
                  <a:pt x="1094116" y="56081"/>
                  <a:pt x="1094116" y="58289"/>
                </a:cubicBezTo>
                <a:cubicBezTo>
                  <a:pt x="1094116" y="60994"/>
                  <a:pt x="1093109" y="63298"/>
                  <a:pt x="1091094" y="65203"/>
                </a:cubicBezTo>
                <a:cubicBezTo>
                  <a:pt x="1089079" y="67107"/>
                  <a:pt x="1086443" y="68059"/>
                  <a:pt x="1083187" y="68059"/>
                </a:cubicBezTo>
                <a:cubicBezTo>
                  <a:pt x="1079709" y="68059"/>
                  <a:pt x="1076797" y="67010"/>
                  <a:pt x="1074452" y="64913"/>
                </a:cubicBezTo>
                <a:cubicBezTo>
                  <a:pt x="1072106" y="62815"/>
                  <a:pt x="1070933" y="60359"/>
                  <a:pt x="1070933" y="57544"/>
                </a:cubicBezTo>
                <a:cubicBezTo>
                  <a:pt x="1070933" y="53570"/>
                  <a:pt x="1072506" y="49775"/>
                  <a:pt x="1075652" y="46159"/>
                </a:cubicBezTo>
                <a:cubicBezTo>
                  <a:pt x="1078798" y="42544"/>
                  <a:pt x="1083187" y="39770"/>
                  <a:pt x="1088817" y="37838"/>
                </a:cubicBezTo>
                <a:cubicBezTo>
                  <a:pt x="1094447" y="35906"/>
                  <a:pt x="1100298" y="34940"/>
                  <a:pt x="1106370" y="34940"/>
                </a:cubicBezTo>
                <a:cubicBezTo>
                  <a:pt x="1113711" y="34940"/>
                  <a:pt x="1119521" y="36504"/>
                  <a:pt x="1123799" y="39631"/>
                </a:cubicBezTo>
                <a:cubicBezTo>
                  <a:pt x="1128076" y="42757"/>
                  <a:pt x="1130850" y="46146"/>
                  <a:pt x="1132120" y="49797"/>
                </a:cubicBezTo>
                <a:cubicBezTo>
                  <a:pt x="1132892" y="52121"/>
                  <a:pt x="1133279" y="57459"/>
                  <a:pt x="1133279" y="65813"/>
                </a:cubicBezTo>
                <a:lnTo>
                  <a:pt x="1133279" y="95938"/>
                </a:lnTo>
                <a:cubicBezTo>
                  <a:pt x="1133279" y="99480"/>
                  <a:pt x="1133417" y="101708"/>
                  <a:pt x="1133693" y="102622"/>
                </a:cubicBezTo>
                <a:cubicBezTo>
                  <a:pt x="1133969" y="103534"/>
                  <a:pt x="1134383" y="104212"/>
                  <a:pt x="1134935" y="104655"/>
                </a:cubicBezTo>
                <a:cubicBezTo>
                  <a:pt x="1135487" y="105097"/>
                  <a:pt x="1136122" y="105318"/>
                  <a:pt x="1136839" y="105318"/>
                </a:cubicBezTo>
                <a:cubicBezTo>
                  <a:pt x="1138274" y="105318"/>
                  <a:pt x="1139737" y="104297"/>
                  <a:pt x="1141227" y="102254"/>
                </a:cubicBezTo>
                <a:lnTo>
                  <a:pt x="1143711" y="104241"/>
                </a:lnTo>
                <a:cubicBezTo>
                  <a:pt x="1140951" y="108326"/>
                  <a:pt x="1138095" y="111293"/>
                  <a:pt x="1135142" y="113142"/>
                </a:cubicBezTo>
                <a:cubicBezTo>
                  <a:pt x="1132189" y="114991"/>
                  <a:pt x="1128835" y="115916"/>
                  <a:pt x="1125082" y="115916"/>
                </a:cubicBezTo>
                <a:cubicBezTo>
                  <a:pt x="1120666" y="115916"/>
                  <a:pt x="1117216" y="114874"/>
                  <a:pt x="1114732" y="112790"/>
                </a:cubicBezTo>
                <a:cubicBezTo>
                  <a:pt x="1112248" y="110707"/>
                  <a:pt x="1110730" y="107553"/>
                  <a:pt x="1110179" y="103331"/>
                </a:cubicBezTo>
                <a:moveTo>
                  <a:pt x="1110179" y="97204"/>
                </a:moveTo>
                <a:lnTo>
                  <a:pt x="1110179" y="71304"/>
                </a:lnTo>
                <a:cubicBezTo>
                  <a:pt x="1103500" y="75242"/>
                  <a:pt x="1098532" y="79458"/>
                  <a:pt x="1095275" y="83951"/>
                </a:cubicBezTo>
                <a:cubicBezTo>
                  <a:pt x="1093122" y="86946"/>
                  <a:pt x="1092046" y="89968"/>
                  <a:pt x="1092046" y="93020"/>
                </a:cubicBezTo>
                <a:cubicBezTo>
                  <a:pt x="1092046" y="95571"/>
                  <a:pt x="1092957" y="97818"/>
                  <a:pt x="1094778" y="99760"/>
                </a:cubicBezTo>
                <a:cubicBezTo>
                  <a:pt x="1096158" y="101257"/>
                  <a:pt x="1098090" y="102006"/>
                  <a:pt x="1100574" y="102006"/>
                </a:cubicBezTo>
                <a:cubicBezTo>
                  <a:pt x="1103334" y="102006"/>
                  <a:pt x="1106535" y="100405"/>
                  <a:pt x="1110179" y="97204"/>
                </a:cubicBezTo>
                <a:close/>
                <a:moveTo>
                  <a:pt x="1268569" y="0"/>
                </a:moveTo>
                <a:lnTo>
                  <a:pt x="1269480" y="37424"/>
                </a:lnTo>
                <a:lnTo>
                  <a:pt x="1266085" y="37424"/>
                </a:lnTo>
                <a:cubicBezTo>
                  <a:pt x="1264485" y="28065"/>
                  <a:pt x="1260552" y="20536"/>
                  <a:pt x="1254287" y="14839"/>
                </a:cubicBezTo>
                <a:cubicBezTo>
                  <a:pt x="1248022" y="9141"/>
                  <a:pt x="1241246" y="6293"/>
                  <a:pt x="1233960" y="6293"/>
                </a:cubicBezTo>
                <a:cubicBezTo>
                  <a:pt x="1228330" y="6293"/>
                  <a:pt x="1223873" y="7792"/>
                  <a:pt x="1220588" y="10792"/>
                </a:cubicBezTo>
                <a:cubicBezTo>
                  <a:pt x="1217304" y="13790"/>
                  <a:pt x="1215662" y="17242"/>
                  <a:pt x="1215662" y="21149"/>
                </a:cubicBezTo>
                <a:cubicBezTo>
                  <a:pt x="1215662" y="23625"/>
                  <a:pt x="1216241" y="25826"/>
                  <a:pt x="1217401" y="27753"/>
                </a:cubicBezTo>
                <a:cubicBezTo>
                  <a:pt x="1219001" y="30338"/>
                  <a:pt x="1221568" y="32896"/>
                  <a:pt x="1225101" y="35427"/>
                </a:cubicBezTo>
                <a:cubicBezTo>
                  <a:pt x="1227695" y="37243"/>
                  <a:pt x="1233684" y="40463"/>
                  <a:pt x="1243068" y="45086"/>
                </a:cubicBezTo>
                <a:cubicBezTo>
                  <a:pt x="1256205" y="51523"/>
                  <a:pt x="1265064" y="57604"/>
                  <a:pt x="1269646" y="63329"/>
                </a:cubicBezTo>
                <a:cubicBezTo>
                  <a:pt x="1274172" y="69053"/>
                  <a:pt x="1276435" y="75602"/>
                  <a:pt x="1276435" y="82978"/>
                </a:cubicBezTo>
                <a:cubicBezTo>
                  <a:pt x="1276435" y="92334"/>
                  <a:pt x="1272778" y="100384"/>
                  <a:pt x="1265464" y="107126"/>
                </a:cubicBezTo>
                <a:cubicBezTo>
                  <a:pt x="1258151" y="113869"/>
                  <a:pt x="1248863" y="117241"/>
                  <a:pt x="1237603" y="117241"/>
                </a:cubicBezTo>
                <a:cubicBezTo>
                  <a:pt x="1234070" y="117241"/>
                  <a:pt x="1230731" y="116882"/>
                  <a:pt x="1227585" y="116164"/>
                </a:cubicBezTo>
                <a:cubicBezTo>
                  <a:pt x="1224438" y="115447"/>
                  <a:pt x="1220492" y="114094"/>
                  <a:pt x="1215745" y="112107"/>
                </a:cubicBezTo>
                <a:cubicBezTo>
                  <a:pt x="1213095" y="111003"/>
                  <a:pt x="1210915" y="110451"/>
                  <a:pt x="1209204" y="110451"/>
                </a:cubicBezTo>
                <a:cubicBezTo>
                  <a:pt x="1207769" y="110451"/>
                  <a:pt x="1206251" y="111010"/>
                  <a:pt x="1204650" y="112128"/>
                </a:cubicBezTo>
                <a:cubicBezTo>
                  <a:pt x="1203049" y="113246"/>
                  <a:pt x="1201752" y="114950"/>
                  <a:pt x="1200758" y="117241"/>
                </a:cubicBezTo>
                <a:lnTo>
                  <a:pt x="1197695" y="117241"/>
                </a:lnTo>
                <a:lnTo>
                  <a:pt x="1197695" y="74849"/>
                </a:lnTo>
                <a:lnTo>
                  <a:pt x="1200758" y="74849"/>
                </a:lnTo>
                <a:cubicBezTo>
                  <a:pt x="1203187" y="86744"/>
                  <a:pt x="1207865" y="95817"/>
                  <a:pt x="1214792" y="102068"/>
                </a:cubicBezTo>
                <a:cubicBezTo>
                  <a:pt x="1221720" y="108319"/>
                  <a:pt x="1229185" y="111445"/>
                  <a:pt x="1237189" y="111445"/>
                </a:cubicBezTo>
                <a:cubicBezTo>
                  <a:pt x="1243371" y="111445"/>
                  <a:pt x="1248298" y="109766"/>
                  <a:pt x="1251968" y="106410"/>
                </a:cubicBezTo>
                <a:cubicBezTo>
                  <a:pt x="1255639" y="103053"/>
                  <a:pt x="1257474" y="99146"/>
                  <a:pt x="1257474" y="94689"/>
                </a:cubicBezTo>
                <a:cubicBezTo>
                  <a:pt x="1257474" y="92048"/>
                  <a:pt x="1256771" y="89490"/>
                  <a:pt x="1255363" y="87015"/>
                </a:cubicBezTo>
                <a:cubicBezTo>
                  <a:pt x="1253955" y="84537"/>
                  <a:pt x="1251817" y="82185"/>
                  <a:pt x="1248946" y="79956"/>
                </a:cubicBezTo>
                <a:cubicBezTo>
                  <a:pt x="1246076" y="77727"/>
                  <a:pt x="1240998" y="74825"/>
                  <a:pt x="1233712" y="71249"/>
                </a:cubicBezTo>
                <a:cubicBezTo>
                  <a:pt x="1223500" y="66242"/>
                  <a:pt x="1216159" y="61974"/>
                  <a:pt x="1211688" y="58447"/>
                </a:cubicBezTo>
                <a:cubicBezTo>
                  <a:pt x="1207217" y="54919"/>
                  <a:pt x="1203780" y="50979"/>
                  <a:pt x="1201379" y="46625"/>
                </a:cubicBezTo>
                <a:cubicBezTo>
                  <a:pt x="1198978" y="42271"/>
                  <a:pt x="1197778" y="37477"/>
                  <a:pt x="1197778" y="32242"/>
                </a:cubicBezTo>
                <a:cubicBezTo>
                  <a:pt x="1197778" y="23313"/>
                  <a:pt x="1201062" y="15708"/>
                  <a:pt x="1207631" y="9426"/>
                </a:cubicBezTo>
                <a:cubicBezTo>
                  <a:pt x="1214199" y="3142"/>
                  <a:pt x="1222479" y="0"/>
                  <a:pt x="1232470" y="0"/>
                </a:cubicBezTo>
                <a:cubicBezTo>
                  <a:pt x="1236113" y="0"/>
                  <a:pt x="1239645" y="447"/>
                  <a:pt x="1243068" y="1340"/>
                </a:cubicBezTo>
                <a:cubicBezTo>
                  <a:pt x="1245662" y="2010"/>
                  <a:pt x="1248822" y="3251"/>
                  <a:pt x="1252548" y="5064"/>
                </a:cubicBezTo>
                <a:cubicBezTo>
                  <a:pt x="1256274" y="6876"/>
                  <a:pt x="1258882" y="7783"/>
                  <a:pt x="1260372" y="7783"/>
                </a:cubicBezTo>
                <a:cubicBezTo>
                  <a:pt x="1261807" y="7783"/>
                  <a:pt x="1262939" y="7337"/>
                  <a:pt x="1263767" y="6445"/>
                </a:cubicBezTo>
                <a:cubicBezTo>
                  <a:pt x="1264595" y="5552"/>
                  <a:pt x="1265368" y="3403"/>
                  <a:pt x="1266085" y="0"/>
                </a:cubicBezTo>
                <a:lnTo>
                  <a:pt x="1268569" y="0"/>
                </a:lnTo>
                <a:close/>
                <a:moveTo>
                  <a:pt x="1319629" y="8776"/>
                </a:moveTo>
                <a:lnTo>
                  <a:pt x="1319629" y="37259"/>
                </a:lnTo>
                <a:lnTo>
                  <a:pt x="1338010" y="37259"/>
                </a:lnTo>
                <a:lnTo>
                  <a:pt x="1338010" y="45373"/>
                </a:lnTo>
                <a:lnTo>
                  <a:pt x="1319629" y="45373"/>
                </a:lnTo>
                <a:lnTo>
                  <a:pt x="1319629" y="93276"/>
                </a:lnTo>
                <a:cubicBezTo>
                  <a:pt x="1319629" y="97759"/>
                  <a:pt x="1319836" y="100651"/>
                  <a:pt x="1320250" y="101952"/>
                </a:cubicBezTo>
                <a:cubicBezTo>
                  <a:pt x="1320664" y="103252"/>
                  <a:pt x="1321396" y="104304"/>
                  <a:pt x="1322444" y="105108"/>
                </a:cubicBezTo>
                <a:cubicBezTo>
                  <a:pt x="1323493" y="105910"/>
                  <a:pt x="1324459" y="106311"/>
                  <a:pt x="1325342" y="106311"/>
                </a:cubicBezTo>
                <a:cubicBezTo>
                  <a:pt x="1328930" y="106311"/>
                  <a:pt x="1332325" y="103551"/>
                  <a:pt x="1335526" y="98032"/>
                </a:cubicBezTo>
                <a:lnTo>
                  <a:pt x="1338010" y="99871"/>
                </a:lnTo>
                <a:cubicBezTo>
                  <a:pt x="1333539" y="110568"/>
                  <a:pt x="1326281" y="115916"/>
                  <a:pt x="1316235" y="115916"/>
                </a:cubicBezTo>
                <a:cubicBezTo>
                  <a:pt x="1311322" y="115916"/>
                  <a:pt x="1307168" y="114545"/>
                  <a:pt x="1303774" y="111804"/>
                </a:cubicBezTo>
                <a:cubicBezTo>
                  <a:pt x="1300379" y="109062"/>
                  <a:pt x="1298212" y="106001"/>
                  <a:pt x="1297274" y="102622"/>
                </a:cubicBezTo>
                <a:cubicBezTo>
                  <a:pt x="1296722" y="100738"/>
                  <a:pt x="1296446" y="95642"/>
                  <a:pt x="1296446" y="87333"/>
                </a:cubicBezTo>
                <a:lnTo>
                  <a:pt x="1296446" y="45373"/>
                </a:lnTo>
                <a:lnTo>
                  <a:pt x="1286345" y="45373"/>
                </a:lnTo>
                <a:lnTo>
                  <a:pt x="1286345" y="42467"/>
                </a:lnTo>
                <a:cubicBezTo>
                  <a:pt x="1293300" y="37544"/>
                  <a:pt x="1299220" y="32372"/>
                  <a:pt x="1304105" y="26950"/>
                </a:cubicBezTo>
                <a:cubicBezTo>
                  <a:pt x="1308990" y="21529"/>
                  <a:pt x="1313254" y="15471"/>
                  <a:pt x="1316897" y="8776"/>
                </a:cubicBezTo>
                <a:lnTo>
                  <a:pt x="1319629" y="8776"/>
                </a:lnTo>
                <a:close/>
                <a:moveTo>
                  <a:pt x="1377503" y="37259"/>
                </a:moveTo>
                <a:lnTo>
                  <a:pt x="1377503" y="54812"/>
                </a:lnTo>
                <a:cubicBezTo>
                  <a:pt x="1382637" y="46808"/>
                  <a:pt x="1387135" y="41495"/>
                  <a:pt x="1390999" y="38873"/>
                </a:cubicBezTo>
                <a:cubicBezTo>
                  <a:pt x="1394863" y="36251"/>
                  <a:pt x="1398589" y="34940"/>
                  <a:pt x="1402177" y="34940"/>
                </a:cubicBezTo>
                <a:cubicBezTo>
                  <a:pt x="1405268" y="34940"/>
                  <a:pt x="1407738" y="35896"/>
                  <a:pt x="1409587" y="37807"/>
                </a:cubicBezTo>
                <a:cubicBezTo>
                  <a:pt x="1411436" y="39718"/>
                  <a:pt x="1412361" y="42419"/>
                  <a:pt x="1412361" y="45908"/>
                </a:cubicBezTo>
                <a:cubicBezTo>
                  <a:pt x="1412361" y="49620"/>
                  <a:pt x="1411464" y="52502"/>
                  <a:pt x="1409670" y="54553"/>
                </a:cubicBezTo>
                <a:cubicBezTo>
                  <a:pt x="1407876" y="56602"/>
                  <a:pt x="1405709" y="57627"/>
                  <a:pt x="1403170" y="57627"/>
                </a:cubicBezTo>
                <a:cubicBezTo>
                  <a:pt x="1400245" y="57627"/>
                  <a:pt x="1397706" y="56688"/>
                  <a:pt x="1395553" y="54812"/>
                </a:cubicBezTo>
                <a:cubicBezTo>
                  <a:pt x="1393400" y="52935"/>
                  <a:pt x="1392131" y="51886"/>
                  <a:pt x="1391744" y="51665"/>
                </a:cubicBezTo>
                <a:cubicBezTo>
                  <a:pt x="1391192" y="51334"/>
                  <a:pt x="1390558" y="51169"/>
                  <a:pt x="1389840" y="51169"/>
                </a:cubicBezTo>
                <a:cubicBezTo>
                  <a:pt x="1388239" y="51169"/>
                  <a:pt x="1386721" y="51776"/>
                  <a:pt x="1385286" y="52990"/>
                </a:cubicBezTo>
                <a:cubicBezTo>
                  <a:pt x="1383023" y="54867"/>
                  <a:pt x="1381312" y="57544"/>
                  <a:pt x="1380153" y="61021"/>
                </a:cubicBezTo>
                <a:cubicBezTo>
                  <a:pt x="1378386" y="66376"/>
                  <a:pt x="1377503" y="72282"/>
                  <a:pt x="1377503" y="78740"/>
                </a:cubicBezTo>
                <a:lnTo>
                  <a:pt x="1377503" y="96541"/>
                </a:lnTo>
                <a:lnTo>
                  <a:pt x="1377586" y="101178"/>
                </a:lnTo>
                <a:cubicBezTo>
                  <a:pt x="1377586" y="104324"/>
                  <a:pt x="1377779" y="106339"/>
                  <a:pt x="1378166" y="107222"/>
                </a:cubicBezTo>
                <a:cubicBezTo>
                  <a:pt x="1378828" y="108713"/>
                  <a:pt x="1379808" y="109803"/>
                  <a:pt x="1381105" y="110493"/>
                </a:cubicBezTo>
                <a:cubicBezTo>
                  <a:pt x="1382402" y="111183"/>
                  <a:pt x="1384596" y="111610"/>
                  <a:pt x="1387687" y="111776"/>
                </a:cubicBezTo>
                <a:lnTo>
                  <a:pt x="1387687" y="114757"/>
                </a:lnTo>
                <a:lnTo>
                  <a:pt x="1345875" y="114757"/>
                </a:lnTo>
                <a:lnTo>
                  <a:pt x="1345875" y="111776"/>
                </a:lnTo>
                <a:cubicBezTo>
                  <a:pt x="1349242" y="111500"/>
                  <a:pt x="1351519" y="110575"/>
                  <a:pt x="1352706" y="109002"/>
                </a:cubicBezTo>
                <a:cubicBezTo>
                  <a:pt x="1353892" y="107429"/>
                  <a:pt x="1354486" y="103276"/>
                  <a:pt x="1354486" y="96541"/>
                </a:cubicBezTo>
                <a:lnTo>
                  <a:pt x="1354486" y="53652"/>
                </a:lnTo>
                <a:cubicBezTo>
                  <a:pt x="1354486" y="49209"/>
                  <a:pt x="1354265" y="46377"/>
                  <a:pt x="1353823" y="45155"/>
                </a:cubicBezTo>
                <a:cubicBezTo>
                  <a:pt x="1353271" y="43600"/>
                  <a:pt x="1352471" y="42461"/>
                  <a:pt x="1351422" y="41740"/>
                </a:cubicBezTo>
                <a:cubicBezTo>
                  <a:pt x="1350373" y="41017"/>
                  <a:pt x="1348524" y="40517"/>
                  <a:pt x="1345875" y="40239"/>
                </a:cubicBezTo>
                <a:lnTo>
                  <a:pt x="1345875" y="37259"/>
                </a:lnTo>
                <a:lnTo>
                  <a:pt x="1377503" y="37259"/>
                </a:lnTo>
                <a:close/>
                <a:moveTo>
                  <a:pt x="1495262" y="37259"/>
                </a:moveTo>
                <a:lnTo>
                  <a:pt x="1495262" y="97866"/>
                </a:lnTo>
                <a:cubicBezTo>
                  <a:pt x="1495262" y="103809"/>
                  <a:pt x="1495814" y="107515"/>
                  <a:pt x="1496918" y="108987"/>
                </a:cubicBezTo>
                <a:cubicBezTo>
                  <a:pt x="1498022" y="110458"/>
                  <a:pt x="1500257" y="111388"/>
                  <a:pt x="1503624" y="111776"/>
                </a:cubicBezTo>
                <a:lnTo>
                  <a:pt x="1503624" y="114757"/>
                </a:lnTo>
                <a:lnTo>
                  <a:pt x="1472079" y="114757"/>
                </a:lnTo>
                <a:lnTo>
                  <a:pt x="1472079" y="104407"/>
                </a:lnTo>
                <a:cubicBezTo>
                  <a:pt x="1468380" y="108823"/>
                  <a:pt x="1464682" y="112038"/>
                  <a:pt x="1460984" y="114053"/>
                </a:cubicBezTo>
                <a:cubicBezTo>
                  <a:pt x="1457286" y="116068"/>
                  <a:pt x="1453146" y="117075"/>
                  <a:pt x="1448564" y="117075"/>
                </a:cubicBezTo>
                <a:cubicBezTo>
                  <a:pt x="1444204" y="117075"/>
                  <a:pt x="1440326" y="115736"/>
                  <a:pt x="1436931" y="113059"/>
                </a:cubicBezTo>
                <a:cubicBezTo>
                  <a:pt x="1433537" y="110382"/>
                  <a:pt x="1431260" y="107250"/>
                  <a:pt x="1430101" y="103662"/>
                </a:cubicBezTo>
                <a:cubicBezTo>
                  <a:pt x="1428942" y="100074"/>
                  <a:pt x="1428362" y="93809"/>
                  <a:pt x="1428362" y="84867"/>
                </a:cubicBezTo>
                <a:lnTo>
                  <a:pt x="1428362" y="54149"/>
                </a:lnTo>
                <a:cubicBezTo>
                  <a:pt x="1428362" y="48228"/>
                  <a:pt x="1427824" y="44540"/>
                  <a:pt x="1426747" y="43088"/>
                </a:cubicBezTo>
                <a:cubicBezTo>
                  <a:pt x="1425671" y="41636"/>
                  <a:pt x="1423422" y="40686"/>
                  <a:pt x="1419999" y="40239"/>
                </a:cubicBezTo>
                <a:lnTo>
                  <a:pt x="1419999" y="37259"/>
                </a:lnTo>
                <a:lnTo>
                  <a:pt x="1451545" y="37259"/>
                </a:lnTo>
                <a:lnTo>
                  <a:pt x="1451545" y="90231"/>
                </a:lnTo>
                <a:cubicBezTo>
                  <a:pt x="1451545" y="95757"/>
                  <a:pt x="1451807" y="99322"/>
                  <a:pt x="1452332" y="100924"/>
                </a:cubicBezTo>
                <a:cubicBezTo>
                  <a:pt x="1452856" y="102527"/>
                  <a:pt x="1453684" y="103743"/>
                  <a:pt x="1454816" y="104573"/>
                </a:cubicBezTo>
                <a:cubicBezTo>
                  <a:pt x="1455947" y="105401"/>
                  <a:pt x="1457258" y="105815"/>
                  <a:pt x="1458748" y="105815"/>
                </a:cubicBezTo>
                <a:cubicBezTo>
                  <a:pt x="1460736" y="105815"/>
                  <a:pt x="1462530" y="105290"/>
                  <a:pt x="1464130" y="104241"/>
                </a:cubicBezTo>
                <a:cubicBezTo>
                  <a:pt x="1466338" y="102806"/>
                  <a:pt x="1468988" y="99908"/>
                  <a:pt x="1472079" y="95548"/>
                </a:cubicBezTo>
                <a:lnTo>
                  <a:pt x="1472079" y="54149"/>
                </a:lnTo>
                <a:cubicBezTo>
                  <a:pt x="1472079" y="48228"/>
                  <a:pt x="1471541" y="44540"/>
                  <a:pt x="1470464" y="43088"/>
                </a:cubicBezTo>
                <a:cubicBezTo>
                  <a:pt x="1469388" y="41636"/>
                  <a:pt x="1467139" y="40686"/>
                  <a:pt x="1463716" y="40239"/>
                </a:cubicBezTo>
                <a:lnTo>
                  <a:pt x="1463716" y="37259"/>
                </a:lnTo>
                <a:lnTo>
                  <a:pt x="1495262" y="37259"/>
                </a:lnTo>
                <a:close/>
                <a:moveTo>
                  <a:pt x="1577951" y="94738"/>
                </a:moveTo>
                <a:lnTo>
                  <a:pt x="1580518" y="96722"/>
                </a:lnTo>
                <a:cubicBezTo>
                  <a:pt x="1576875" y="103589"/>
                  <a:pt x="1572335" y="108699"/>
                  <a:pt x="1566898" y="112050"/>
                </a:cubicBezTo>
                <a:cubicBezTo>
                  <a:pt x="1561461" y="115400"/>
                  <a:pt x="1555679" y="117075"/>
                  <a:pt x="1549552" y="117075"/>
                </a:cubicBezTo>
                <a:cubicBezTo>
                  <a:pt x="1539230" y="117075"/>
                  <a:pt x="1530977" y="113180"/>
                  <a:pt x="1524795" y="105390"/>
                </a:cubicBezTo>
                <a:cubicBezTo>
                  <a:pt x="1518613" y="97599"/>
                  <a:pt x="1515522" y="88233"/>
                  <a:pt x="1515522" y="77294"/>
                </a:cubicBezTo>
                <a:cubicBezTo>
                  <a:pt x="1515522" y="66739"/>
                  <a:pt x="1518337" y="57456"/>
                  <a:pt x="1523967" y="49445"/>
                </a:cubicBezTo>
                <a:cubicBezTo>
                  <a:pt x="1530757" y="39775"/>
                  <a:pt x="1540113" y="34940"/>
                  <a:pt x="1552036" y="34940"/>
                </a:cubicBezTo>
                <a:cubicBezTo>
                  <a:pt x="1560039" y="34940"/>
                  <a:pt x="1566401" y="36961"/>
                  <a:pt x="1571120" y="41003"/>
                </a:cubicBezTo>
                <a:cubicBezTo>
                  <a:pt x="1575840" y="45042"/>
                  <a:pt x="1578199" y="49553"/>
                  <a:pt x="1578199" y="54535"/>
                </a:cubicBezTo>
                <a:cubicBezTo>
                  <a:pt x="1578199" y="57690"/>
                  <a:pt x="1577247" y="60208"/>
                  <a:pt x="1575343" y="62090"/>
                </a:cubicBezTo>
                <a:cubicBezTo>
                  <a:pt x="1573439" y="63972"/>
                  <a:pt x="1570941" y="64913"/>
                  <a:pt x="1567850" y="64913"/>
                </a:cubicBezTo>
                <a:cubicBezTo>
                  <a:pt x="1564593" y="64913"/>
                  <a:pt x="1561902" y="63833"/>
                  <a:pt x="1559777" y="61673"/>
                </a:cubicBezTo>
                <a:cubicBezTo>
                  <a:pt x="1557652" y="59512"/>
                  <a:pt x="1556341" y="55662"/>
                  <a:pt x="1555844" y="50123"/>
                </a:cubicBezTo>
                <a:cubicBezTo>
                  <a:pt x="1555513" y="46634"/>
                  <a:pt x="1554713" y="44196"/>
                  <a:pt x="1553443" y="42811"/>
                </a:cubicBezTo>
                <a:cubicBezTo>
                  <a:pt x="1552174" y="41428"/>
                  <a:pt x="1550683" y="40736"/>
                  <a:pt x="1548972" y="40736"/>
                </a:cubicBezTo>
                <a:cubicBezTo>
                  <a:pt x="1546323" y="40736"/>
                  <a:pt x="1544059" y="42144"/>
                  <a:pt x="1542183" y="44959"/>
                </a:cubicBezTo>
                <a:cubicBezTo>
                  <a:pt x="1539312" y="49209"/>
                  <a:pt x="1537877" y="55722"/>
                  <a:pt x="1537877" y="64499"/>
                </a:cubicBezTo>
                <a:cubicBezTo>
                  <a:pt x="1537877" y="71785"/>
                  <a:pt x="1539036" y="78754"/>
                  <a:pt x="1541355" y="85405"/>
                </a:cubicBezTo>
                <a:cubicBezTo>
                  <a:pt x="1543673" y="92057"/>
                  <a:pt x="1546847" y="97011"/>
                  <a:pt x="1550876" y="100267"/>
                </a:cubicBezTo>
                <a:cubicBezTo>
                  <a:pt x="1553912" y="102641"/>
                  <a:pt x="1557500" y="103827"/>
                  <a:pt x="1561640" y="103827"/>
                </a:cubicBezTo>
                <a:cubicBezTo>
                  <a:pt x="1564345" y="103827"/>
                  <a:pt x="1566911" y="103194"/>
                  <a:pt x="1569340" y="101928"/>
                </a:cubicBezTo>
                <a:cubicBezTo>
                  <a:pt x="1571769" y="100660"/>
                  <a:pt x="1574639" y="98264"/>
                  <a:pt x="1577951" y="94738"/>
                </a:cubicBezTo>
                <a:close/>
                <a:moveTo>
                  <a:pt x="1620613" y="8776"/>
                </a:moveTo>
                <a:lnTo>
                  <a:pt x="1620613" y="37259"/>
                </a:lnTo>
                <a:lnTo>
                  <a:pt x="1638994" y="37259"/>
                </a:lnTo>
                <a:lnTo>
                  <a:pt x="1638994" y="45373"/>
                </a:lnTo>
                <a:lnTo>
                  <a:pt x="1620613" y="45373"/>
                </a:lnTo>
                <a:lnTo>
                  <a:pt x="1620613" y="93276"/>
                </a:lnTo>
                <a:cubicBezTo>
                  <a:pt x="1620613" y="97759"/>
                  <a:pt x="1620820" y="100651"/>
                  <a:pt x="1621234" y="101952"/>
                </a:cubicBezTo>
                <a:cubicBezTo>
                  <a:pt x="1621648" y="103252"/>
                  <a:pt x="1622379" y="104304"/>
                  <a:pt x="1623428" y="105108"/>
                </a:cubicBezTo>
                <a:cubicBezTo>
                  <a:pt x="1624477" y="105910"/>
                  <a:pt x="1625443" y="106311"/>
                  <a:pt x="1626326" y="106311"/>
                </a:cubicBezTo>
                <a:cubicBezTo>
                  <a:pt x="1629914" y="106311"/>
                  <a:pt x="1633308" y="103551"/>
                  <a:pt x="1636510" y="98032"/>
                </a:cubicBezTo>
                <a:lnTo>
                  <a:pt x="1638994" y="99871"/>
                </a:lnTo>
                <a:cubicBezTo>
                  <a:pt x="1634523" y="110568"/>
                  <a:pt x="1627264" y="115916"/>
                  <a:pt x="1617218" y="115916"/>
                </a:cubicBezTo>
                <a:cubicBezTo>
                  <a:pt x="1612305" y="115916"/>
                  <a:pt x="1608152" y="114545"/>
                  <a:pt x="1604757" y="111804"/>
                </a:cubicBezTo>
                <a:cubicBezTo>
                  <a:pt x="1601362" y="109062"/>
                  <a:pt x="1599196" y="106001"/>
                  <a:pt x="1598258" y="102622"/>
                </a:cubicBezTo>
                <a:cubicBezTo>
                  <a:pt x="1597706" y="100738"/>
                  <a:pt x="1597430" y="95642"/>
                  <a:pt x="1597430" y="87333"/>
                </a:cubicBezTo>
                <a:lnTo>
                  <a:pt x="1597430" y="45373"/>
                </a:lnTo>
                <a:lnTo>
                  <a:pt x="1587328" y="45373"/>
                </a:lnTo>
                <a:lnTo>
                  <a:pt x="1587328" y="42467"/>
                </a:lnTo>
                <a:cubicBezTo>
                  <a:pt x="1594283" y="37544"/>
                  <a:pt x="1600203" y="32372"/>
                  <a:pt x="1605088" y="26950"/>
                </a:cubicBezTo>
                <a:cubicBezTo>
                  <a:pt x="1609973" y="21529"/>
                  <a:pt x="1614237" y="15471"/>
                  <a:pt x="1617880" y="8776"/>
                </a:cubicBezTo>
                <a:lnTo>
                  <a:pt x="1620613" y="8776"/>
                </a:lnTo>
                <a:close/>
                <a:moveTo>
                  <a:pt x="1721127" y="37259"/>
                </a:moveTo>
                <a:lnTo>
                  <a:pt x="1721127" y="97866"/>
                </a:lnTo>
                <a:cubicBezTo>
                  <a:pt x="1721127" y="103809"/>
                  <a:pt x="1721679" y="107515"/>
                  <a:pt x="1722783" y="108987"/>
                </a:cubicBezTo>
                <a:cubicBezTo>
                  <a:pt x="1723887" y="110458"/>
                  <a:pt x="1726123" y="111388"/>
                  <a:pt x="1729490" y="111776"/>
                </a:cubicBezTo>
                <a:lnTo>
                  <a:pt x="1729490" y="114757"/>
                </a:lnTo>
                <a:lnTo>
                  <a:pt x="1697944" y="114757"/>
                </a:lnTo>
                <a:lnTo>
                  <a:pt x="1697944" y="104407"/>
                </a:lnTo>
                <a:cubicBezTo>
                  <a:pt x="1694246" y="108823"/>
                  <a:pt x="1690548" y="112038"/>
                  <a:pt x="1686849" y="114053"/>
                </a:cubicBezTo>
                <a:cubicBezTo>
                  <a:pt x="1683151" y="116068"/>
                  <a:pt x="1679011" y="117075"/>
                  <a:pt x="1674430" y="117075"/>
                </a:cubicBezTo>
                <a:cubicBezTo>
                  <a:pt x="1670069" y="117075"/>
                  <a:pt x="1666191" y="115736"/>
                  <a:pt x="1662797" y="113059"/>
                </a:cubicBezTo>
                <a:cubicBezTo>
                  <a:pt x="1659402" y="110382"/>
                  <a:pt x="1657125" y="107250"/>
                  <a:pt x="1655966" y="103662"/>
                </a:cubicBezTo>
                <a:cubicBezTo>
                  <a:pt x="1654807" y="100074"/>
                  <a:pt x="1654227" y="93809"/>
                  <a:pt x="1654227" y="84867"/>
                </a:cubicBezTo>
                <a:lnTo>
                  <a:pt x="1654227" y="54149"/>
                </a:lnTo>
                <a:cubicBezTo>
                  <a:pt x="1654227" y="48228"/>
                  <a:pt x="1653689" y="44540"/>
                  <a:pt x="1652613" y="43088"/>
                </a:cubicBezTo>
                <a:cubicBezTo>
                  <a:pt x="1651536" y="41636"/>
                  <a:pt x="1649287" y="40686"/>
                  <a:pt x="1645865" y="40239"/>
                </a:cubicBezTo>
                <a:lnTo>
                  <a:pt x="1645865" y="37259"/>
                </a:lnTo>
                <a:lnTo>
                  <a:pt x="1677410" y="37259"/>
                </a:lnTo>
                <a:lnTo>
                  <a:pt x="1677410" y="90231"/>
                </a:lnTo>
                <a:cubicBezTo>
                  <a:pt x="1677410" y="95757"/>
                  <a:pt x="1677673" y="99322"/>
                  <a:pt x="1678197" y="100924"/>
                </a:cubicBezTo>
                <a:cubicBezTo>
                  <a:pt x="1678721" y="102527"/>
                  <a:pt x="1679549" y="103743"/>
                  <a:pt x="1680681" y="104573"/>
                </a:cubicBezTo>
                <a:cubicBezTo>
                  <a:pt x="1681813" y="105401"/>
                  <a:pt x="1683123" y="105815"/>
                  <a:pt x="1684614" y="105815"/>
                </a:cubicBezTo>
                <a:cubicBezTo>
                  <a:pt x="1686601" y="105815"/>
                  <a:pt x="1688395" y="105290"/>
                  <a:pt x="1689996" y="104241"/>
                </a:cubicBezTo>
                <a:cubicBezTo>
                  <a:pt x="1692204" y="102806"/>
                  <a:pt x="1694853" y="99908"/>
                  <a:pt x="1697944" y="95548"/>
                </a:cubicBezTo>
                <a:lnTo>
                  <a:pt x="1697944" y="54149"/>
                </a:lnTo>
                <a:cubicBezTo>
                  <a:pt x="1697944" y="48228"/>
                  <a:pt x="1697406" y="44540"/>
                  <a:pt x="1696330" y="43088"/>
                </a:cubicBezTo>
                <a:cubicBezTo>
                  <a:pt x="1695253" y="41636"/>
                  <a:pt x="1693004" y="40686"/>
                  <a:pt x="1689582" y="40239"/>
                </a:cubicBezTo>
                <a:lnTo>
                  <a:pt x="1689582" y="37259"/>
                </a:lnTo>
                <a:lnTo>
                  <a:pt x="1721127" y="37259"/>
                </a:lnTo>
                <a:close/>
                <a:moveTo>
                  <a:pt x="1772767" y="37259"/>
                </a:moveTo>
                <a:lnTo>
                  <a:pt x="1772767" y="54812"/>
                </a:lnTo>
                <a:cubicBezTo>
                  <a:pt x="1777900" y="46808"/>
                  <a:pt x="1782399" y="41495"/>
                  <a:pt x="1786263" y="38873"/>
                </a:cubicBezTo>
                <a:cubicBezTo>
                  <a:pt x="1790126" y="36251"/>
                  <a:pt x="1793852" y="34940"/>
                  <a:pt x="1797440" y="34940"/>
                </a:cubicBezTo>
                <a:cubicBezTo>
                  <a:pt x="1800531" y="34940"/>
                  <a:pt x="1803001" y="35896"/>
                  <a:pt x="1804850" y="37807"/>
                </a:cubicBezTo>
                <a:cubicBezTo>
                  <a:pt x="1806700" y="39718"/>
                  <a:pt x="1807624" y="42419"/>
                  <a:pt x="1807624" y="45908"/>
                </a:cubicBezTo>
                <a:cubicBezTo>
                  <a:pt x="1807624" y="49620"/>
                  <a:pt x="1806727" y="52502"/>
                  <a:pt x="1804933" y="54553"/>
                </a:cubicBezTo>
                <a:cubicBezTo>
                  <a:pt x="1803139" y="56602"/>
                  <a:pt x="1800973" y="57627"/>
                  <a:pt x="1798434" y="57627"/>
                </a:cubicBezTo>
                <a:cubicBezTo>
                  <a:pt x="1795508" y="57627"/>
                  <a:pt x="1792969" y="56688"/>
                  <a:pt x="1790816" y="54812"/>
                </a:cubicBezTo>
                <a:cubicBezTo>
                  <a:pt x="1788664" y="52935"/>
                  <a:pt x="1787394" y="51886"/>
                  <a:pt x="1787008" y="51665"/>
                </a:cubicBezTo>
                <a:cubicBezTo>
                  <a:pt x="1786456" y="51334"/>
                  <a:pt x="1785821" y="51169"/>
                  <a:pt x="1785103" y="51169"/>
                </a:cubicBezTo>
                <a:cubicBezTo>
                  <a:pt x="1783503" y="51169"/>
                  <a:pt x="1781985" y="51776"/>
                  <a:pt x="1780550" y="52990"/>
                </a:cubicBezTo>
                <a:cubicBezTo>
                  <a:pt x="1778286" y="54867"/>
                  <a:pt x="1776575" y="57544"/>
                  <a:pt x="1775416" y="61021"/>
                </a:cubicBezTo>
                <a:cubicBezTo>
                  <a:pt x="1773650" y="66376"/>
                  <a:pt x="1772767" y="72282"/>
                  <a:pt x="1772767" y="78740"/>
                </a:cubicBezTo>
                <a:lnTo>
                  <a:pt x="1772767" y="96541"/>
                </a:lnTo>
                <a:lnTo>
                  <a:pt x="1772849" y="101178"/>
                </a:lnTo>
                <a:cubicBezTo>
                  <a:pt x="1772849" y="104324"/>
                  <a:pt x="1773043" y="106339"/>
                  <a:pt x="1773429" y="107222"/>
                </a:cubicBezTo>
                <a:cubicBezTo>
                  <a:pt x="1774091" y="108713"/>
                  <a:pt x="1775071" y="109803"/>
                  <a:pt x="1776368" y="110493"/>
                </a:cubicBezTo>
                <a:cubicBezTo>
                  <a:pt x="1777665" y="111183"/>
                  <a:pt x="1779860" y="111610"/>
                  <a:pt x="1782951" y="111776"/>
                </a:cubicBezTo>
                <a:lnTo>
                  <a:pt x="1782951" y="114757"/>
                </a:lnTo>
                <a:lnTo>
                  <a:pt x="1741138" y="114757"/>
                </a:lnTo>
                <a:lnTo>
                  <a:pt x="1741138" y="111776"/>
                </a:lnTo>
                <a:cubicBezTo>
                  <a:pt x="1744505" y="111500"/>
                  <a:pt x="1746782" y="110575"/>
                  <a:pt x="1747969" y="109002"/>
                </a:cubicBezTo>
                <a:cubicBezTo>
                  <a:pt x="1749156" y="107429"/>
                  <a:pt x="1749749" y="103276"/>
                  <a:pt x="1749749" y="96541"/>
                </a:cubicBezTo>
                <a:lnTo>
                  <a:pt x="1749749" y="53652"/>
                </a:lnTo>
                <a:cubicBezTo>
                  <a:pt x="1749749" y="49209"/>
                  <a:pt x="1749528" y="46377"/>
                  <a:pt x="1749087" y="45155"/>
                </a:cubicBezTo>
                <a:cubicBezTo>
                  <a:pt x="1748535" y="43600"/>
                  <a:pt x="1747734" y="42461"/>
                  <a:pt x="1746686" y="41740"/>
                </a:cubicBezTo>
                <a:cubicBezTo>
                  <a:pt x="1745637" y="41017"/>
                  <a:pt x="1743788" y="40517"/>
                  <a:pt x="1741138" y="40239"/>
                </a:cubicBezTo>
                <a:lnTo>
                  <a:pt x="1741138" y="37259"/>
                </a:lnTo>
                <a:lnTo>
                  <a:pt x="1772767" y="37259"/>
                </a:lnTo>
                <a:close/>
                <a:moveTo>
                  <a:pt x="1878284" y="73193"/>
                </a:moveTo>
                <a:lnTo>
                  <a:pt x="1835809" y="73193"/>
                </a:lnTo>
                <a:cubicBezTo>
                  <a:pt x="1836306" y="83487"/>
                  <a:pt x="1839038" y="91623"/>
                  <a:pt x="1844006" y="97600"/>
                </a:cubicBezTo>
                <a:cubicBezTo>
                  <a:pt x="1847814" y="102193"/>
                  <a:pt x="1852396" y="104490"/>
                  <a:pt x="1857750" y="104490"/>
                </a:cubicBezTo>
                <a:cubicBezTo>
                  <a:pt x="1861062" y="104490"/>
                  <a:pt x="1864070" y="103565"/>
                  <a:pt x="1866775" y="101716"/>
                </a:cubicBezTo>
                <a:cubicBezTo>
                  <a:pt x="1869480" y="99867"/>
                  <a:pt x="1872377" y="96541"/>
                  <a:pt x="1875469" y="91739"/>
                </a:cubicBezTo>
                <a:lnTo>
                  <a:pt x="1878284" y="93561"/>
                </a:lnTo>
                <a:cubicBezTo>
                  <a:pt x="1874089" y="102116"/>
                  <a:pt x="1869452" y="108174"/>
                  <a:pt x="1864374" y="111735"/>
                </a:cubicBezTo>
                <a:cubicBezTo>
                  <a:pt x="1859296" y="115295"/>
                  <a:pt x="1853417" y="117075"/>
                  <a:pt x="1846738" y="117075"/>
                </a:cubicBezTo>
                <a:cubicBezTo>
                  <a:pt x="1835257" y="117075"/>
                  <a:pt x="1826563" y="112655"/>
                  <a:pt x="1820657" y="103815"/>
                </a:cubicBezTo>
                <a:cubicBezTo>
                  <a:pt x="1815910" y="96687"/>
                  <a:pt x="1813536" y="87847"/>
                  <a:pt x="1813536" y="77294"/>
                </a:cubicBezTo>
                <a:cubicBezTo>
                  <a:pt x="1813536" y="64363"/>
                  <a:pt x="1817028" y="54073"/>
                  <a:pt x="1824010" y="46421"/>
                </a:cubicBezTo>
                <a:cubicBezTo>
                  <a:pt x="1830993" y="38767"/>
                  <a:pt x="1839176" y="34940"/>
                  <a:pt x="1848559" y="34940"/>
                </a:cubicBezTo>
                <a:cubicBezTo>
                  <a:pt x="1856398" y="34940"/>
                  <a:pt x="1863201" y="38156"/>
                  <a:pt x="1868969" y="44586"/>
                </a:cubicBezTo>
                <a:cubicBezTo>
                  <a:pt x="1874737" y="51017"/>
                  <a:pt x="1877842" y="60552"/>
                  <a:pt x="1878284" y="73193"/>
                </a:cubicBezTo>
                <a:moveTo>
                  <a:pt x="1857916" y="67728"/>
                </a:moveTo>
                <a:cubicBezTo>
                  <a:pt x="1857916" y="58841"/>
                  <a:pt x="1857433" y="52742"/>
                  <a:pt x="1856467" y="49430"/>
                </a:cubicBezTo>
                <a:cubicBezTo>
                  <a:pt x="1855501" y="46118"/>
                  <a:pt x="1853997" y="43606"/>
                  <a:pt x="1851954" y="41895"/>
                </a:cubicBezTo>
                <a:cubicBezTo>
                  <a:pt x="1850795" y="40902"/>
                  <a:pt x="1849249" y="40405"/>
                  <a:pt x="1847318" y="40405"/>
                </a:cubicBezTo>
                <a:cubicBezTo>
                  <a:pt x="1844447" y="40405"/>
                  <a:pt x="1842101" y="41813"/>
                  <a:pt x="1840280" y="44628"/>
                </a:cubicBezTo>
                <a:cubicBezTo>
                  <a:pt x="1837023" y="49540"/>
                  <a:pt x="1835395" y="56274"/>
                  <a:pt x="1835395" y="64830"/>
                </a:cubicBezTo>
                <a:lnTo>
                  <a:pt x="1835395" y="67728"/>
                </a:lnTo>
                <a:lnTo>
                  <a:pt x="1857916" y="67728"/>
                </a:lnTo>
                <a:close/>
              </a:path>
            </a:pathLst>
          </a:custGeom>
          <a:solidFill xmlns:a="http://schemas.openxmlformats.org/drawingml/2006/main">
            <a:srgbClr val="741B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A9EA7-DA02-4192-A775-15535E7C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802" y="3945855"/>
            <a:ext cx="296678" cy="286263"/>
          </a:xfrm>
          <a:custGeom xmlns:a="http://schemas.openxmlformats.org/drawingml/2006/main">
            <a:pathLst>
              <a:path w="296678" h="286263">
                <a:moveTo>
                  <a:pt x="0" y="0"/>
                </a:moveTo>
                <a:lnTo>
                  <a:pt x="296678" y="0"/>
                </a:lnTo>
                <a:lnTo>
                  <a:pt x="296678" y="286263"/>
                </a:lnTo>
                <a:lnTo>
                  <a:pt x="0" y="2862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D98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3B222E-3EAA-4A00-86E1-88AA3545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034" y="3821816"/>
            <a:ext cx="250213" cy="534341"/>
          </a:xfrm>
          <a:custGeom xmlns:a="http://schemas.openxmlformats.org/drawingml/2006/main">
            <a:pathLst>
              <a:path w="250213" h="534341">
                <a:moveTo>
                  <a:pt x="0" y="0"/>
                </a:moveTo>
                <a:lnTo>
                  <a:pt x="250213" y="0"/>
                </a:lnTo>
                <a:lnTo>
                  <a:pt x="250213" y="534341"/>
                </a:lnTo>
                <a:lnTo>
                  <a:pt x="0" y="5343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Text ?">
            <a:extLst xmlns:a="http://schemas.openxmlformats.org/drawingml/2006/main">
              <a:ext uri="{FF2B5EF4-FFF2-40B4-BE49-F238E27FC236}">
                <a16:creationId xmlns:a16="http://schemas.microsoft.com/office/drawing/2014/main" id="{A3580BF1-3235-4D9B-8CA2-82715355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2" y="3989384"/>
            <a:ext cx="89123" cy="206026"/>
          </a:xfrm>
          <a:custGeom xmlns:a="http://schemas.openxmlformats.org/drawingml/2006/main">
            <a:pathLst>
              <a:path w="89123" h="206026">
                <a:moveTo>
                  <a:pt x="28079" y="148946"/>
                </a:moveTo>
                <a:cubicBezTo>
                  <a:pt x="26657" y="148946"/>
                  <a:pt x="25030" y="148133"/>
                  <a:pt x="23198" y="146506"/>
                </a:cubicBezTo>
                <a:cubicBezTo>
                  <a:pt x="21366" y="144879"/>
                  <a:pt x="19637" y="142640"/>
                  <a:pt x="18010" y="139790"/>
                </a:cubicBezTo>
                <a:cubicBezTo>
                  <a:pt x="16380" y="136536"/>
                  <a:pt x="14801" y="132670"/>
                  <a:pt x="13273" y="128193"/>
                </a:cubicBezTo>
                <a:cubicBezTo>
                  <a:pt x="11749" y="123716"/>
                  <a:pt x="10987" y="118526"/>
                  <a:pt x="10987" y="112624"/>
                </a:cubicBezTo>
                <a:cubicBezTo>
                  <a:pt x="10987" y="105504"/>
                  <a:pt x="13988" y="99350"/>
                  <a:pt x="19989" y="94162"/>
                </a:cubicBezTo>
                <a:cubicBezTo>
                  <a:pt x="25994" y="88971"/>
                  <a:pt x="34897" y="83629"/>
                  <a:pt x="46699" y="78136"/>
                </a:cubicBezTo>
                <a:cubicBezTo>
                  <a:pt x="52803" y="75286"/>
                  <a:pt x="57585" y="72082"/>
                  <a:pt x="61044" y="68523"/>
                </a:cubicBezTo>
                <a:cubicBezTo>
                  <a:pt x="64503" y="64962"/>
                  <a:pt x="66232" y="60434"/>
                  <a:pt x="66232" y="54938"/>
                </a:cubicBezTo>
                <a:cubicBezTo>
                  <a:pt x="66232" y="48834"/>
                  <a:pt x="63942" y="44204"/>
                  <a:pt x="59362" y="41050"/>
                </a:cubicBezTo>
                <a:cubicBezTo>
                  <a:pt x="54786" y="37895"/>
                  <a:pt x="49445" y="36217"/>
                  <a:pt x="43341" y="36015"/>
                </a:cubicBezTo>
                <a:cubicBezTo>
                  <a:pt x="39069" y="36015"/>
                  <a:pt x="35813" y="36422"/>
                  <a:pt x="33575" y="37235"/>
                </a:cubicBezTo>
                <a:cubicBezTo>
                  <a:pt x="31336" y="38049"/>
                  <a:pt x="29607" y="38761"/>
                  <a:pt x="28386" y="39373"/>
                </a:cubicBezTo>
                <a:cubicBezTo>
                  <a:pt x="26961" y="39780"/>
                  <a:pt x="25434" y="40187"/>
                  <a:pt x="23804" y="40593"/>
                </a:cubicBezTo>
                <a:cubicBezTo>
                  <a:pt x="22177" y="41000"/>
                  <a:pt x="20346" y="41203"/>
                  <a:pt x="18313" y="41203"/>
                </a:cubicBezTo>
                <a:cubicBezTo>
                  <a:pt x="15465" y="41203"/>
                  <a:pt x="12617" y="39729"/>
                  <a:pt x="9766" y="36779"/>
                </a:cubicBezTo>
                <a:cubicBezTo>
                  <a:pt x="6919" y="33829"/>
                  <a:pt x="4580" y="30319"/>
                  <a:pt x="2748" y="26249"/>
                </a:cubicBezTo>
                <a:cubicBezTo>
                  <a:pt x="916" y="22178"/>
                  <a:pt x="0" y="18414"/>
                  <a:pt x="0" y="14955"/>
                </a:cubicBezTo>
                <a:cubicBezTo>
                  <a:pt x="0" y="11291"/>
                  <a:pt x="2136" y="7883"/>
                  <a:pt x="6408" y="4732"/>
                </a:cubicBezTo>
                <a:cubicBezTo>
                  <a:pt x="10681" y="1577"/>
                  <a:pt x="15565" y="0"/>
                  <a:pt x="21060" y="0"/>
                </a:cubicBezTo>
                <a:cubicBezTo>
                  <a:pt x="29198" y="0"/>
                  <a:pt x="37032" y="2035"/>
                  <a:pt x="44561" y="6106"/>
                </a:cubicBezTo>
                <a:cubicBezTo>
                  <a:pt x="52091" y="10173"/>
                  <a:pt x="59213" y="15666"/>
                  <a:pt x="65929" y="22583"/>
                </a:cubicBezTo>
                <a:cubicBezTo>
                  <a:pt x="70813" y="27672"/>
                  <a:pt x="74933" y="33168"/>
                  <a:pt x="78290" y="39070"/>
                </a:cubicBezTo>
                <a:cubicBezTo>
                  <a:pt x="81646" y="44970"/>
                  <a:pt x="84290" y="51074"/>
                  <a:pt x="86221" y="57383"/>
                </a:cubicBezTo>
                <a:cubicBezTo>
                  <a:pt x="88156" y="63689"/>
                  <a:pt x="89123" y="69793"/>
                  <a:pt x="89123" y="75696"/>
                </a:cubicBezTo>
                <a:cubicBezTo>
                  <a:pt x="89123" y="83834"/>
                  <a:pt x="87597" y="90293"/>
                  <a:pt x="84545" y="95075"/>
                </a:cubicBezTo>
                <a:cubicBezTo>
                  <a:pt x="81492" y="99856"/>
                  <a:pt x="78136" y="103062"/>
                  <a:pt x="74475" y="104692"/>
                </a:cubicBezTo>
                <a:cubicBezTo>
                  <a:pt x="71218" y="106319"/>
                  <a:pt x="68165" y="107997"/>
                  <a:pt x="65314" y="109727"/>
                </a:cubicBezTo>
                <a:cubicBezTo>
                  <a:pt x="62467" y="111456"/>
                  <a:pt x="59518" y="113186"/>
                  <a:pt x="56466" y="114915"/>
                </a:cubicBezTo>
                <a:cubicBezTo>
                  <a:pt x="53413" y="116644"/>
                  <a:pt x="50259" y="118425"/>
                  <a:pt x="47002" y="120257"/>
                </a:cubicBezTo>
                <a:cubicBezTo>
                  <a:pt x="42528" y="122697"/>
                  <a:pt x="39527" y="125394"/>
                  <a:pt x="37999" y="128347"/>
                </a:cubicBezTo>
                <a:cubicBezTo>
                  <a:pt x="36475" y="131296"/>
                  <a:pt x="35306" y="135721"/>
                  <a:pt x="34492" y="141620"/>
                </a:cubicBezTo>
                <a:cubicBezTo>
                  <a:pt x="34492" y="143859"/>
                  <a:pt x="33881" y="145639"/>
                  <a:pt x="32657" y="146962"/>
                </a:cubicBezTo>
                <a:cubicBezTo>
                  <a:pt x="31437" y="148285"/>
                  <a:pt x="29911" y="148946"/>
                  <a:pt x="28079" y="148946"/>
                </a:cubicBezTo>
                <a:moveTo>
                  <a:pt x="27776" y="206026"/>
                </a:moveTo>
                <a:cubicBezTo>
                  <a:pt x="21672" y="206026"/>
                  <a:pt x="16482" y="203890"/>
                  <a:pt x="12207" y="199618"/>
                </a:cubicBezTo>
                <a:cubicBezTo>
                  <a:pt x="7935" y="195343"/>
                  <a:pt x="5798" y="190153"/>
                  <a:pt x="5798" y="184048"/>
                </a:cubicBezTo>
                <a:cubicBezTo>
                  <a:pt x="5798" y="177944"/>
                  <a:pt x="7935" y="172705"/>
                  <a:pt x="12207" y="168330"/>
                </a:cubicBezTo>
                <a:cubicBezTo>
                  <a:pt x="16482" y="163955"/>
                  <a:pt x="21672" y="161768"/>
                  <a:pt x="27776" y="161768"/>
                </a:cubicBezTo>
                <a:cubicBezTo>
                  <a:pt x="33881" y="161768"/>
                  <a:pt x="39069" y="163955"/>
                  <a:pt x="43341" y="168330"/>
                </a:cubicBezTo>
                <a:cubicBezTo>
                  <a:pt x="47613" y="172705"/>
                  <a:pt x="49750" y="177944"/>
                  <a:pt x="49750" y="184048"/>
                </a:cubicBezTo>
                <a:cubicBezTo>
                  <a:pt x="49750" y="190153"/>
                  <a:pt x="47613" y="195343"/>
                  <a:pt x="43341" y="199618"/>
                </a:cubicBezTo>
                <a:cubicBezTo>
                  <a:pt x="39069" y="203890"/>
                  <a:pt x="33881" y="206026"/>
                  <a:pt x="27776" y="20602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31746F-59EB-47BF-9F33-8CBA33DC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76" y="3365022"/>
            <a:ext cx="234725" cy="234725"/>
          </a:xfrm>
          <a:custGeom xmlns:a="http://schemas.openxmlformats.org/drawingml/2006/main">
            <a:pathLst>
              <a:path w="234725" h="234725">
                <a:moveTo>
                  <a:pt x="0" y="117363"/>
                </a:moveTo>
                <a:lnTo>
                  <a:pt x="0" y="117363"/>
                </a:lnTo>
                <a:cubicBezTo>
                  <a:pt x="0" y="52545"/>
                  <a:pt x="52545" y="0"/>
                  <a:pt x="117363" y="0"/>
                </a:cubicBezTo>
                <a:cubicBezTo>
                  <a:pt x="148489" y="0"/>
                  <a:pt x="178341" y="12364"/>
                  <a:pt x="200351" y="34375"/>
                </a:cubicBezTo>
                <a:cubicBezTo>
                  <a:pt x="222360" y="56384"/>
                  <a:pt x="234725" y="86236"/>
                  <a:pt x="234725" y="117363"/>
                </a:cubicBezTo>
                <a:cubicBezTo>
                  <a:pt x="234725" y="182180"/>
                  <a:pt x="182180" y="234725"/>
                  <a:pt x="117363" y="234725"/>
                </a:cubicBezTo>
                <a:cubicBezTo>
                  <a:pt x="52545" y="234725"/>
                  <a:pt x="0" y="182180"/>
                  <a:pt x="0" y="11736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260755-1F22-41B4-AC94-F3D36059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76" y="3365022"/>
            <a:ext cx="234725" cy="234725"/>
          </a:xfrm>
          <a:custGeom xmlns:a="http://schemas.openxmlformats.org/drawingml/2006/main">
            <a:pathLst>
              <a:path w="234725" h="234725" fill="none">
                <a:moveTo>
                  <a:pt x="0" y="117363"/>
                </a:moveTo>
                <a:lnTo>
                  <a:pt x="0" y="117363"/>
                </a:lnTo>
                <a:cubicBezTo>
                  <a:pt x="0" y="52545"/>
                  <a:pt x="52545" y="0"/>
                  <a:pt x="117363" y="0"/>
                </a:cubicBezTo>
                <a:cubicBezTo>
                  <a:pt x="148489" y="0"/>
                  <a:pt x="178341" y="12364"/>
                  <a:pt x="200351" y="34375"/>
                </a:cubicBezTo>
                <a:cubicBezTo>
                  <a:pt x="222360" y="56384"/>
                  <a:pt x="234725" y="86236"/>
                  <a:pt x="234725" y="117363"/>
                </a:cubicBezTo>
                <a:cubicBezTo>
                  <a:pt x="234725" y="182180"/>
                  <a:pt x="182180" y="234725"/>
                  <a:pt x="117363" y="234725"/>
                </a:cubicBezTo>
                <a:cubicBezTo>
                  <a:pt x="52545" y="234725"/>
                  <a:pt x="0" y="182180"/>
                  <a:pt x="0" y="11736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435" cap="flat">
            <a:solidFill>
              <a:srgbClr val="434343"/>
            </a:solidFill>
            <a:round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D6879-1C8D-4DAC-82D3-89D7C83C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48" y="3318022"/>
            <a:ext cx="234725" cy="328722"/>
          </a:xfrm>
          <a:custGeom xmlns:a="http://schemas.openxmlformats.org/drawingml/2006/main">
            <a:pathLst>
              <a:path w="234725" h="328722">
                <a:moveTo>
                  <a:pt x="0" y="0"/>
                </a:moveTo>
                <a:lnTo>
                  <a:pt x="234725" y="0"/>
                </a:lnTo>
                <a:lnTo>
                  <a:pt x="234725" y="328722"/>
                </a:lnTo>
                <a:lnTo>
                  <a:pt x="0" y="3287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Text C">
            <a:extLst xmlns:a="http://schemas.openxmlformats.org/drawingml/2006/main">
              <a:ext uri="{FF2B5EF4-FFF2-40B4-BE49-F238E27FC236}">
                <a16:creationId xmlns:a16="http://schemas.microsoft.com/office/drawing/2014/main" id="{5E05CB2D-0773-4402-A9A2-AEA6C33B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79" y="3425730"/>
            <a:ext cx="84585" cy="100549"/>
          </a:xfrm>
          <a:custGeom xmlns:a="http://schemas.openxmlformats.org/drawingml/2006/main">
            <a:pathLst>
              <a:path w="84585" h="100549">
                <a:moveTo>
                  <a:pt x="65575" y="63058"/>
                </a:moveTo>
                <a:lnTo>
                  <a:pt x="84585" y="69020"/>
                </a:lnTo>
                <a:cubicBezTo>
                  <a:pt x="81671" y="79685"/>
                  <a:pt x="76825" y="87607"/>
                  <a:pt x="70046" y="92784"/>
                </a:cubicBezTo>
                <a:cubicBezTo>
                  <a:pt x="63268" y="97961"/>
                  <a:pt x="54668" y="100549"/>
                  <a:pt x="44247" y="100549"/>
                </a:cubicBezTo>
                <a:cubicBezTo>
                  <a:pt x="31352" y="100549"/>
                  <a:pt x="20754" y="96138"/>
                  <a:pt x="12453" y="87318"/>
                </a:cubicBezTo>
                <a:cubicBezTo>
                  <a:pt x="4151" y="78496"/>
                  <a:pt x="0" y="66436"/>
                  <a:pt x="0" y="51138"/>
                </a:cubicBezTo>
                <a:cubicBezTo>
                  <a:pt x="0" y="34953"/>
                  <a:pt x="4173" y="22385"/>
                  <a:pt x="12519" y="13432"/>
                </a:cubicBezTo>
                <a:cubicBezTo>
                  <a:pt x="20865" y="4477"/>
                  <a:pt x="31838" y="0"/>
                  <a:pt x="45439" y="0"/>
                </a:cubicBezTo>
                <a:cubicBezTo>
                  <a:pt x="57318" y="0"/>
                  <a:pt x="66966" y="3519"/>
                  <a:pt x="74385" y="10557"/>
                </a:cubicBezTo>
                <a:cubicBezTo>
                  <a:pt x="78801" y="14717"/>
                  <a:pt x="82113" y="20692"/>
                  <a:pt x="84321" y="28482"/>
                </a:cubicBezTo>
                <a:lnTo>
                  <a:pt x="64913" y="33119"/>
                </a:lnTo>
                <a:cubicBezTo>
                  <a:pt x="63765" y="28085"/>
                  <a:pt x="61369" y="24110"/>
                  <a:pt x="57726" y="21196"/>
                </a:cubicBezTo>
                <a:cubicBezTo>
                  <a:pt x="54083" y="18282"/>
                  <a:pt x="49656" y="16824"/>
                  <a:pt x="44445" y="16824"/>
                </a:cubicBezTo>
                <a:cubicBezTo>
                  <a:pt x="37248" y="16824"/>
                  <a:pt x="31408" y="19408"/>
                  <a:pt x="26926" y="24574"/>
                </a:cubicBezTo>
                <a:cubicBezTo>
                  <a:pt x="22444" y="29741"/>
                  <a:pt x="20202" y="38109"/>
                  <a:pt x="20202" y="49678"/>
                </a:cubicBezTo>
                <a:cubicBezTo>
                  <a:pt x="20202" y="61954"/>
                  <a:pt x="22410" y="70698"/>
                  <a:pt x="26826" y="75908"/>
                </a:cubicBezTo>
                <a:cubicBezTo>
                  <a:pt x="31242" y="81119"/>
                  <a:pt x="36983" y="83724"/>
                  <a:pt x="44048" y="83724"/>
                </a:cubicBezTo>
                <a:cubicBezTo>
                  <a:pt x="49259" y="83724"/>
                  <a:pt x="53741" y="82064"/>
                  <a:pt x="57494" y="78742"/>
                </a:cubicBezTo>
                <a:cubicBezTo>
                  <a:pt x="61248" y="75419"/>
                  <a:pt x="63941" y="70191"/>
                  <a:pt x="65575" y="63058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EA6BF5-C3C4-489E-9323-C6A9C3F1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393" y="2566180"/>
            <a:ext cx="182386" cy="595225"/>
          </a:xfrm>
          <a:custGeom xmlns:a="http://schemas.openxmlformats.org/drawingml/2006/main">
            <a:pathLst>
              <a:path w="182386" h="595225">
                <a:moveTo>
                  <a:pt x="0" y="504032"/>
                </a:moveTo>
                <a:lnTo>
                  <a:pt x="56504" y="504032"/>
                </a:lnTo>
                <a:lnTo>
                  <a:pt x="56504" y="0"/>
                </a:lnTo>
                <a:lnTo>
                  <a:pt x="125882" y="0"/>
                </a:lnTo>
                <a:lnTo>
                  <a:pt x="125882" y="504032"/>
                </a:lnTo>
                <a:lnTo>
                  <a:pt x="182386" y="504032"/>
                </a:lnTo>
                <a:lnTo>
                  <a:pt x="91193" y="595225"/>
                </a:lnTo>
                <a:lnTo>
                  <a:pt x="0" y="504032"/>
                </a:lnTo>
                <a:close/>
              </a:path>
            </a:pathLst>
          </a:custGeom>
          <a:solidFill xmlns:a="http://schemas.openxmlformats.org/drawingml/2006/main">
            <a:srgbClr val="FF99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F34D66-7427-41DA-B43D-DBB0BFEB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062" y="3241815"/>
            <a:ext cx="234725" cy="234725"/>
          </a:xfrm>
          <a:custGeom xmlns:a="http://schemas.openxmlformats.org/drawingml/2006/main">
            <a:pathLst>
              <a:path w="234725" h="234725">
                <a:moveTo>
                  <a:pt x="0" y="117363"/>
                </a:moveTo>
                <a:lnTo>
                  <a:pt x="0" y="117363"/>
                </a:lnTo>
                <a:cubicBezTo>
                  <a:pt x="0" y="52545"/>
                  <a:pt x="52545" y="0"/>
                  <a:pt x="117363" y="0"/>
                </a:cubicBezTo>
                <a:cubicBezTo>
                  <a:pt x="148489" y="0"/>
                  <a:pt x="178341" y="12365"/>
                  <a:pt x="200351" y="34375"/>
                </a:cubicBezTo>
                <a:cubicBezTo>
                  <a:pt x="222360" y="56385"/>
                  <a:pt x="234725" y="86236"/>
                  <a:pt x="234725" y="117363"/>
                </a:cubicBezTo>
                <a:cubicBezTo>
                  <a:pt x="234725" y="182180"/>
                  <a:pt x="182180" y="234725"/>
                  <a:pt x="117363" y="234725"/>
                </a:cubicBezTo>
                <a:cubicBezTo>
                  <a:pt x="52545" y="234725"/>
                  <a:pt x="0" y="182180"/>
                  <a:pt x="0" y="11736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64E405-BB15-4F74-8857-C5D3F76A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062" y="3241815"/>
            <a:ext cx="234725" cy="234725"/>
          </a:xfrm>
          <a:custGeom xmlns:a="http://schemas.openxmlformats.org/drawingml/2006/main">
            <a:pathLst>
              <a:path w="234725" h="234725" fill="none">
                <a:moveTo>
                  <a:pt x="0" y="117363"/>
                </a:moveTo>
                <a:lnTo>
                  <a:pt x="0" y="117363"/>
                </a:lnTo>
                <a:cubicBezTo>
                  <a:pt x="0" y="52545"/>
                  <a:pt x="52545" y="0"/>
                  <a:pt x="117363" y="0"/>
                </a:cubicBezTo>
                <a:cubicBezTo>
                  <a:pt x="148489" y="0"/>
                  <a:pt x="178341" y="12365"/>
                  <a:pt x="200351" y="34375"/>
                </a:cubicBezTo>
                <a:cubicBezTo>
                  <a:pt x="222360" y="56385"/>
                  <a:pt x="234725" y="86236"/>
                  <a:pt x="234725" y="117363"/>
                </a:cubicBezTo>
                <a:cubicBezTo>
                  <a:pt x="234725" y="182180"/>
                  <a:pt x="182180" y="234725"/>
                  <a:pt x="117363" y="234725"/>
                </a:cubicBezTo>
                <a:cubicBezTo>
                  <a:pt x="52545" y="234725"/>
                  <a:pt x="0" y="182180"/>
                  <a:pt x="0" y="11736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435" cap="flat">
            <a:solidFill>
              <a:srgbClr val="434343"/>
            </a:solidFill>
            <a:round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B98A6E-E816-4D99-A144-D2BE721D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235" y="3194816"/>
            <a:ext cx="234725" cy="328722"/>
          </a:xfrm>
          <a:custGeom xmlns:a="http://schemas.openxmlformats.org/drawingml/2006/main">
            <a:pathLst>
              <a:path w="234725" h="328722">
                <a:moveTo>
                  <a:pt x="0" y="0"/>
                </a:moveTo>
                <a:lnTo>
                  <a:pt x="234725" y="0"/>
                </a:lnTo>
                <a:lnTo>
                  <a:pt x="234725" y="328722"/>
                </a:lnTo>
                <a:lnTo>
                  <a:pt x="0" y="3287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Text E">
            <a:extLst xmlns:a="http://schemas.openxmlformats.org/drawingml/2006/main">
              <a:ext uri="{FF2B5EF4-FFF2-40B4-BE49-F238E27FC236}">
                <a16:creationId xmlns:a16="http://schemas.microsoft.com/office/drawing/2014/main" id="{2845651F-C70B-437B-BE8C-17C92F8D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410" y="3304246"/>
            <a:ext cx="73855" cy="97104"/>
          </a:xfrm>
          <a:custGeom xmlns:a="http://schemas.openxmlformats.org/drawingml/2006/main">
            <a:pathLst>
              <a:path w="73855" h="97104">
                <a:moveTo>
                  <a:pt x="0" y="97104"/>
                </a:moveTo>
                <a:lnTo>
                  <a:pt x="0" y="0"/>
                </a:lnTo>
                <a:lnTo>
                  <a:pt x="72000" y="0"/>
                </a:lnTo>
                <a:lnTo>
                  <a:pt x="72000" y="16427"/>
                </a:lnTo>
                <a:lnTo>
                  <a:pt x="19606" y="16427"/>
                </a:lnTo>
                <a:lnTo>
                  <a:pt x="19606" y="37888"/>
                </a:lnTo>
                <a:lnTo>
                  <a:pt x="68357" y="37888"/>
                </a:lnTo>
                <a:lnTo>
                  <a:pt x="68357" y="54315"/>
                </a:lnTo>
                <a:lnTo>
                  <a:pt x="19606" y="54315"/>
                </a:lnTo>
                <a:lnTo>
                  <a:pt x="19606" y="80677"/>
                </a:lnTo>
                <a:lnTo>
                  <a:pt x="73855" y="80677"/>
                </a:lnTo>
                <a:lnTo>
                  <a:pt x="73855" y="97104"/>
                </a:lnTo>
                <a:lnTo>
                  <a:pt x="0" y="97104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2D2C4F-1DCE-4262-847F-181D7511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038" y="4594396"/>
            <a:ext cx="234725" cy="234725"/>
          </a:xfrm>
          <a:custGeom xmlns:a="http://schemas.openxmlformats.org/drawingml/2006/main">
            <a:pathLst>
              <a:path w="234725" h="234725">
                <a:moveTo>
                  <a:pt x="0" y="117363"/>
                </a:moveTo>
                <a:lnTo>
                  <a:pt x="0" y="117363"/>
                </a:lnTo>
                <a:cubicBezTo>
                  <a:pt x="0" y="52545"/>
                  <a:pt x="52545" y="0"/>
                  <a:pt x="117363" y="0"/>
                </a:cubicBezTo>
                <a:cubicBezTo>
                  <a:pt x="148489" y="0"/>
                  <a:pt x="178340" y="12365"/>
                  <a:pt x="200351" y="34375"/>
                </a:cubicBezTo>
                <a:cubicBezTo>
                  <a:pt x="222360" y="56384"/>
                  <a:pt x="234725" y="86236"/>
                  <a:pt x="234725" y="117363"/>
                </a:cubicBezTo>
                <a:cubicBezTo>
                  <a:pt x="234725" y="182180"/>
                  <a:pt x="182180" y="234725"/>
                  <a:pt x="117363" y="234725"/>
                </a:cubicBezTo>
                <a:cubicBezTo>
                  <a:pt x="52545" y="234725"/>
                  <a:pt x="0" y="182180"/>
                  <a:pt x="0" y="11736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D568D4-D72E-4989-B182-1884862A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038" y="4594396"/>
            <a:ext cx="234725" cy="234725"/>
          </a:xfrm>
          <a:custGeom xmlns:a="http://schemas.openxmlformats.org/drawingml/2006/main">
            <a:pathLst>
              <a:path w="234725" h="234725" fill="none">
                <a:moveTo>
                  <a:pt x="0" y="117363"/>
                </a:moveTo>
                <a:lnTo>
                  <a:pt x="0" y="117363"/>
                </a:lnTo>
                <a:cubicBezTo>
                  <a:pt x="0" y="52545"/>
                  <a:pt x="52545" y="0"/>
                  <a:pt x="117363" y="0"/>
                </a:cubicBezTo>
                <a:cubicBezTo>
                  <a:pt x="148489" y="0"/>
                  <a:pt x="178340" y="12365"/>
                  <a:pt x="200351" y="34375"/>
                </a:cubicBezTo>
                <a:cubicBezTo>
                  <a:pt x="222360" y="56384"/>
                  <a:pt x="234725" y="86236"/>
                  <a:pt x="234725" y="117363"/>
                </a:cubicBezTo>
                <a:cubicBezTo>
                  <a:pt x="234725" y="182180"/>
                  <a:pt x="182180" y="234725"/>
                  <a:pt x="117363" y="234725"/>
                </a:cubicBezTo>
                <a:cubicBezTo>
                  <a:pt x="52545" y="234725"/>
                  <a:pt x="0" y="182180"/>
                  <a:pt x="0" y="11736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435" cap="flat">
            <a:solidFill>
              <a:srgbClr val="434343"/>
            </a:solidFill>
            <a:round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F114F-AEE6-4242-9071-F39015CD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048" y="4547397"/>
            <a:ext cx="234725" cy="328722"/>
          </a:xfrm>
          <a:custGeom xmlns:a="http://schemas.openxmlformats.org/drawingml/2006/main">
            <a:pathLst>
              <a:path w="234725" h="328722">
                <a:moveTo>
                  <a:pt x="0" y="0"/>
                </a:moveTo>
                <a:lnTo>
                  <a:pt x="234725" y="0"/>
                </a:lnTo>
                <a:lnTo>
                  <a:pt x="234725" y="328722"/>
                </a:lnTo>
                <a:lnTo>
                  <a:pt x="0" y="3287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Text F">
            <a:extLst xmlns:a="http://schemas.openxmlformats.org/drawingml/2006/main">
              <a:ext uri="{FF2B5EF4-FFF2-40B4-BE49-F238E27FC236}">
                <a16:creationId xmlns:a16="http://schemas.microsoft.com/office/drawing/2014/main" id="{5D7E0B0A-77BD-4DDC-85D4-DDFE8A6A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2355" y="4656827"/>
            <a:ext cx="66569" cy="97104"/>
          </a:xfrm>
          <a:custGeom xmlns:a="http://schemas.openxmlformats.org/drawingml/2006/main">
            <a:pathLst>
              <a:path w="66569" h="97104">
                <a:moveTo>
                  <a:pt x="0" y="97104"/>
                </a:moveTo>
                <a:lnTo>
                  <a:pt x="0" y="0"/>
                </a:lnTo>
                <a:lnTo>
                  <a:pt x="66569" y="0"/>
                </a:lnTo>
                <a:lnTo>
                  <a:pt x="66569" y="16427"/>
                </a:lnTo>
                <a:lnTo>
                  <a:pt x="19606" y="16427"/>
                </a:lnTo>
                <a:lnTo>
                  <a:pt x="19606" y="39345"/>
                </a:lnTo>
                <a:lnTo>
                  <a:pt x="60144" y="39345"/>
                </a:lnTo>
                <a:lnTo>
                  <a:pt x="60144" y="55772"/>
                </a:lnTo>
                <a:lnTo>
                  <a:pt x="19606" y="55772"/>
                </a:lnTo>
                <a:lnTo>
                  <a:pt x="19606" y="97104"/>
                </a:lnTo>
                <a:lnTo>
                  <a:pt x="0" y="97104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C6346-4745-48AE-B0D9-7B3584AA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" y="4820666"/>
            <a:ext cx="4895399" cy="520803"/>
          </a:xfrm>
          <a:custGeom xmlns:a="http://schemas.openxmlformats.org/drawingml/2006/main">
            <a:pathLst>
              <a:path w="4895399" h="520803">
                <a:moveTo>
                  <a:pt x="41" y="41"/>
                </a:moveTo>
                <a:lnTo>
                  <a:pt x="41" y="41"/>
                </a:lnTo>
                <a:cubicBezTo>
                  <a:pt x="41" y="18"/>
                  <a:pt x="59" y="0"/>
                  <a:pt x="82" y="0"/>
                </a:cubicBezTo>
                <a:lnTo>
                  <a:pt x="4895358" y="41"/>
                </a:lnTo>
                <a:cubicBezTo>
                  <a:pt x="4895369" y="41"/>
                  <a:pt x="4895380" y="45"/>
                  <a:pt x="4895387" y="53"/>
                </a:cubicBezTo>
                <a:cubicBezTo>
                  <a:pt x="4895395" y="60"/>
                  <a:pt x="4895399" y="71"/>
                  <a:pt x="4895399" y="81"/>
                </a:cubicBezTo>
                <a:lnTo>
                  <a:pt x="4895358" y="520762"/>
                </a:lnTo>
                <a:cubicBezTo>
                  <a:pt x="4895358" y="520785"/>
                  <a:pt x="4895340" y="520803"/>
                  <a:pt x="4895318" y="520803"/>
                </a:cubicBezTo>
                <a:lnTo>
                  <a:pt x="41" y="520762"/>
                </a:lnTo>
                <a:cubicBezTo>
                  <a:pt x="18" y="520762"/>
                  <a:pt x="0" y="520744"/>
                  <a:pt x="0" y="520722"/>
                </a:cubicBezTo>
                <a:lnTo>
                  <a:pt x="41" y="41"/>
                </a:lnTo>
                <a:close/>
              </a:path>
            </a:pathLst>
          </a:custGeom>
          <a:solidFill xmlns:a="http://schemas.openxmlformats.org/drawingml/2006/main">
            <a:srgbClr val="DFF0FF">
              <a:alpha val="7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648BEA-211C-48AE-895D-B5B3751D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" y="4820666"/>
            <a:ext cx="4895399" cy="520803"/>
          </a:xfrm>
          <a:custGeom xmlns:a="http://schemas.openxmlformats.org/drawingml/2006/main">
            <a:pathLst>
              <a:path w="4895399" h="520803" fill="none">
                <a:moveTo>
                  <a:pt x="41" y="41"/>
                </a:moveTo>
                <a:lnTo>
                  <a:pt x="41" y="41"/>
                </a:lnTo>
                <a:cubicBezTo>
                  <a:pt x="41" y="18"/>
                  <a:pt x="59" y="0"/>
                  <a:pt x="82" y="0"/>
                </a:cubicBezTo>
                <a:lnTo>
                  <a:pt x="4895358" y="41"/>
                </a:lnTo>
                <a:cubicBezTo>
                  <a:pt x="4895369" y="41"/>
                  <a:pt x="4895380" y="45"/>
                  <a:pt x="4895387" y="53"/>
                </a:cubicBezTo>
                <a:cubicBezTo>
                  <a:pt x="4895395" y="60"/>
                  <a:pt x="4895399" y="71"/>
                  <a:pt x="4895399" y="81"/>
                </a:cubicBezTo>
                <a:lnTo>
                  <a:pt x="4895358" y="520762"/>
                </a:lnTo>
                <a:cubicBezTo>
                  <a:pt x="4895358" y="520785"/>
                  <a:pt x="4895340" y="520803"/>
                  <a:pt x="4895318" y="520803"/>
                </a:cubicBezTo>
                <a:lnTo>
                  <a:pt x="41" y="520762"/>
                </a:lnTo>
                <a:cubicBezTo>
                  <a:pt x="18" y="520762"/>
                  <a:pt x="0" y="520744"/>
                  <a:pt x="0" y="520722"/>
                </a:cubicBezTo>
                <a:lnTo>
                  <a:pt x="41" y="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6D9EEB"/>
            </a:solidFill>
            <a:round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65A927-B09E-4377-A410-D29BE244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1" y="4820707"/>
            <a:ext cx="5348212" cy="520722"/>
          </a:xfrm>
          <a:custGeom xmlns:a="http://schemas.openxmlformats.org/drawingml/2006/main">
            <a:pathLst>
              <a:path w="5348212" h="520722">
                <a:moveTo>
                  <a:pt x="0" y="0"/>
                </a:moveTo>
                <a:lnTo>
                  <a:pt x="5348212" y="0"/>
                </a:lnTo>
                <a:lnTo>
                  <a:pt x="5348212" y="520722"/>
                </a:lnTo>
                <a:lnTo>
                  <a:pt x="0" y="5207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Text Whatarethevariablenameandtypeforthefollowingfieldaccesses:">
            <a:extLst xmlns:a="http://schemas.openxmlformats.org/drawingml/2006/main">
              <a:ext uri="{FF2B5EF4-FFF2-40B4-BE49-F238E27FC236}">
                <a16:creationId xmlns:a16="http://schemas.microsoft.com/office/drawing/2014/main" id="{4014B186-26BD-4136-AD9B-BA99F15A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70" y="4931175"/>
            <a:ext cx="4466858" cy="137918"/>
          </a:xfrm>
          <a:custGeom xmlns:a="http://schemas.openxmlformats.org/drawingml/2006/main">
            <a:pathLst>
              <a:path w="4466858" h="137918">
                <a:moveTo>
                  <a:pt x="27914" y="106919"/>
                </a:moveTo>
                <a:lnTo>
                  <a:pt x="0" y="1722"/>
                </a:lnTo>
                <a:lnTo>
                  <a:pt x="14280" y="1722"/>
                </a:lnTo>
                <a:lnTo>
                  <a:pt x="30282" y="70677"/>
                </a:lnTo>
                <a:cubicBezTo>
                  <a:pt x="32004" y="77918"/>
                  <a:pt x="33487" y="85095"/>
                  <a:pt x="34731" y="92208"/>
                </a:cubicBezTo>
                <a:cubicBezTo>
                  <a:pt x="37410" y="80966"/>
                  <a:pt x="38988" y="74483"/>
                  <a:pt x="39467" y="72760"/>
                </a:cubicBezTo>
                <a:lnTo>
                  <a:pt x="59487" y="1722"/>
                </a:lnTo>
                <a:lnTo>
                  <a:pt x="76278" y="1722"/>
                </a:lnTo>
                <a:lnTo>
                  <a:pt x="91347" y="54980"/>
                </a:lnTo>
                <a:cubicBezTo>
                  <a:pt x="95126" y="68180"/>
                  <a:pt x="97853" y="80590"/>
                  <a:pt x="99528" y="92208"/>
                </a:cubicBezTo>
                <a:cubicBezTo>
                  <a:pt x="100867" y="85574"/>
                  <a:pt x="102613" y="77941"/>
                  <a:pt x="104766" y="69311"/>
                </a:cubicBezTo>
                <a:lnTo>
                  <a:pt x="121270" y="1722"/>
                </a:lnTo>
                <a:lnTo>
                  <a:pt x="135263" y="1722"/>
                </a:lnTo>
                <a:lnTo>
                  <a:pt x="106416" y="106919"/>
                </a:lnTo>
                <a:lnTo>
                  <a:pt x="92998" y="106919"/>
                </a:lnTo>
                <a:lnTo>
                  <a:pt x="70825" y="26741"/>
                </a:lnTo>
                <a:cubicBezTo>
                  <a:pt x="68959" y="20063"/>
                  <a:pt x="67859" y="15957"/>
                  <a:pt x="67524" y="14423"/>
                </a:cubicBezTo>
                <a:cubicBezTo>
                  <a:pt x="66423" y="19247"/>
                  <a:pt x="65395" y="23361"/>
                  <a:pt x="64438" y="26763"/>
                </a:cubicBezTo>
                <a:lnTo>
                  <a:pt x="42122" y="106919"/>
                </a:lnTo>
                <a:lnTo>
                  <a:pt x="27914" y="106919"/>
                </a:lnTo>
                <a:close/>
                <a:moveTo>
                  <a:pt x="146476" y="106919"/>
                </a:moveTo>
                <a:lnTo>
                  <a:pt x="146476" y="1722"/>
                </a:lnTo>
                <a:lnTo>
                  <a:pt x="159392" y="1722"/>
                </a:lnTo>
                <a:lnTo>
                  <a:pt x="159392" y="39534"/>
                </a:lnTo>
                <a:cubicBezTo>
                  <a:pt x="165420" y="32505"/>
                  <a:pt x="173026" y="28990"/>
                  <a:pt x="182211" y="28990"/>
                </a:cubicBezTo>
                <a:cubicBezTo>
                  <a:pt x="187856" y="28990"/>
                  <a:pt x="192759" y="30102"/>
                  <a:pt x="196921" y="32327"/>
                </a:cubicBezTo>
                <a:cubicBezTo>
                  <a:pt x="201083" y="34551"/>
                  <a:pt x="204061" y="37625"/>
                  <a:pt x="205855" y="41548"/>
                </a:cubicBezTo>
                <a:cubicBezTo>
                  <a:pt x="207649" y="45470"/>
                  <a:pt x="208546" y="51163"/>
                  <a:pt x="208546" y="58626"/>
                </a:cubicBezTo>
                <a:lnTo>
                  <a:pt x="208546" y="106919"/>
                </a:lnTo>
                <a:lnTo>
                  <a:pt x="195630" y="106919"/>
                </a:lnTo>
                <a:lnTo>
                  <a:pt x="195630" y="58677"/>
                </a:lnTo>
                <a:cubicBezTo>
                  <a:pt x="195630" y="52227"/>
                  <a:pt x="194230" y="47532"/>
                  <a:pt x="191432" y="44593"/>
                </a:cubicBezTo>
                <a:cubicBezTo>
                  <a:pt x="188633" y="41654"/>
                  <a:pt x="184675" y="40184"/>
                  <a:pt x="179556" y="40184"/>
                </a:cubicBezTo>
                <a:cubicBezTo>
                  <a:pt x="175729" y="40184"/>
                  <a:pt x="172129" y="41176"/>
                  <a:pt x="168757" y="43160"/>
                </a:cubicBezTo>
                <a:cubicBezTo>
                  <a:pt x="165384" y="45142"/>
                  <a:pt x="162980" y="47830"/>
                  <a:pt x="161545" y="51224"/>
                </a:cubicBezTo>
                <a:cubicBezTo>
                  <a:pt x="160110" y="54616"/>
                  <a:pt x="159392" y="59299"/>
                  <a:pt x="159392" y="65272"/>
                </a:cubicBezTo>
                <a:lnTo>
                  <a:pt x="159392" y="106919"/>
                </a:lnTo>
                <a:lnTo>
                  <a:pt x="146476" y="106919"/>
                </a:lnTo>
                <a:close/>
                <a:moveTo>
                  <a:pt x="277913" y="97303"/>
                </a:moveTo>
                <a:cubicBezTo>
                  <a:pt x="273129" y="101449"/>
                  <a:pt x="268525" y="104375"/>
                  <a:pt x="264100" y="106082"/>
                </a:cubicBezTo>
                <a:cubicBezTo>
                  <a:pt x="259675" y="107788"/>
                  <a:pt x="254927" y="108641"/>
                  <a:pt x="249856" y="108641"/>
                </a:cubicBezTo>
                <a:cubicBezTo>
                  <a:pt x="241484" y="108641"/>
                  <a:pt x="235050" y="106596"/>
                  <a:pt x="230553" y="102505"/>
                </a:cubicBezTo>
                <a:cubicBezTo>
                  <a:pt x="226056" y="98415"/>
                  <a:pt x="223808" y="93189"/>
                  <a:pt x="223808" y="86826"/>
                </a:cubicBezTo>
                <a:cubicBezTo>
                  <a:pt x="223808" y="83095"/>
                  <a:pt x="224657" y="79687"/>
                  <a:pt x="226355" y="76601"/>
                </a:cubicBezTo>
                <a:cubicBezTo>
                  <a:pt x="228054" y="73515"/>
                  <a:pt x="230278" y="71040"/>
                  <a:pt x="233029" y="69174"/>
                </a:cubicBezTo>
                <a:cubicBezTo>
                  <a:pt x="235780" y="67308"/>
                  <a:pt x="238877" y="65897"/>
                  <a:pt x="242321" y="64940"/>
                </a:cubicBezTo>
                <a:cubicBezTo>
                  <a:pt x="244857" y="64271"/>
                  <a:pt x="248684" y="63625"/>
                  <a:pt x="253803" y="63003"/>
                </a:cubicBezTo>
                <a:cubicBezTo>
                  <a:pt x="264231" y="61759"/>
                  <a:pt x="271909" y="60276"/>
                  <a:pt x="276837" y="58554"/>
                </a:cubicBezTo>
                <a:cubicBezTo>
                  <a:pt x="276885" y="56792"/>
                  <a:pt x="276908" y="55672"/>
                  <a:pt x="276908" y="55195"/>
                </a:cubicBezTo>
                <a:cubicBezTo>
                  <a:pt x="276908" y="49952"/>
                  <a:pt x="275689" y="46259"/>
                  <a:pt x="273249" y="44115"/>
                </a:cubicBezTo>
                <a:cubicBezTo>
                  <a:pt x="269948" y="41207"/>
                  <a:pt x="265045" y="39754"/>
                  <a:pt x="258539" y="39754"/>
                </a:cubicBezTo>
                <a:cubicBezTo>
                  <a:pt x="252463" y="39754"/>
                  <a:pt x="247978" y="40818"/>
                  <a:pt x="245084" y="42947"/>
                </a:cubicBezTo>
                <a:cubicBezTo>
                  <a:pt x="242190" y="45076"/>
                  <a:pt x="240049" y="48843"/>
                  <a:pt x="238662" y="54249"/>
                </a:cubicBezTo>
                <a:lnTo>
                  <a:pt x="226032" y="52526"/>
                </a:lnTo>
                <a:cubicBezTo>
                  <a:pt x="227181" y="47104"/>
                  <a:pt x="229070" y="42726"/>
                  <a:pt x="231701" y="39390"/>
                </a:cubicBezTo>
                <a:cubicBezTo>
                  <a:pt x="234332" y="36055"/>
                  <a:pt x="238136" y="33488"/>
                  <a:pt x="243111" y="31690"/>
                </a:cubicBezTo>
                <a:cubicBezTo>
                  <a:pt x="248086" y="29890"/>
                  <a:pt x="253850" y="28990"/>
                  <a:pt x="260404" y="28990"/>
                </a:cubicBezTo>
                <a:cubicBezTo>
                  <a:pt x="266910" y="28990"/>
                  <a:pt x="272196" y="29758"/>
                  <a:pt x="276263" y="31295"/>
                </a:cubicBezTo>
                <a:cubicBezTo>
                  <a:pt x="280329" y="32831"/>
                  <a:pt x="283319" y="34763"/>
                  <a:pt x="285232" y="37092"/>
                </a:cubicBezTo>
                <a:cubicBezTo>
                  <a:pt x="287146" y="39420"/>
                  <a:pt x="288485" y="42360"/>
                  <a:pt x="289251" y="45914"/>
                </a:cubicBezTo>
                <a:cubicBezTo>
                  <a:pt x="289681" y="48122"/>
                  <a:pt x="289897" y="52088"/>
                  <a:pt x="289897" y="57812"/>
                </a:cubicBezTo>
                <a:lnTo>
                  <a:pt x="289897" y="74984"/>
                </a:lnTo>
                <a:cubicBezTo>
                  <a:pt x="289897" y="86957"/>
                  <a:pt x="290172" y="94540"/>
                  <a:pt x="290722" y="97734"/>
                </a:cubicBezTo>
                <a:cubicBezTo>
                  <a:pt x="291272" y="100927"/>
                  <a:pt x="292360" y="103988"/>
                  <a:pt x="293987" y="106919"/>
                </a:cubicBezTo>
                <a:lnTo>
                  <a:pt x="280496" y="106919"/>
                </a:lnTo>
                <a:cubicBezTo>
                  <a:pt x="279157" y="104178"/>
                  <a:pt x="278296" y="100973"/>
                  <a:pt x="277913" y="97303"/>
                </a:cubicBezTo>
                <a:moveTo>
                  <a:pt x="276837" y="68744"/>
                </a:moveTo>
                <a:cubicBezTo>
                  <a:pt x="272149" y="70648"/>
                  <a:pt x="265116" y="72267"/>
                  <a:pt x="255740" y="73601"/>
                </a:cubicBezTo>
                <a:cubicBezTo>
                  <a:pt x="250430" y="74362"/>
                  <a:pt x="246675" y="75218"/>
                  <a:pt x="244474" y="76171"/>
                </a:cubicBezTo>
                <a:cubicBezTo>
                  <a:pt x="242274" y="77123"/>
                  <a:pt x="240575" y="78515"/>
                  <a:pt x="239379" y="80348"/>
                </a:cubicBezTo>
                <a:cubicBezTo>
                  <a:pt x="238183" y="82181"/>
                  <a:pt x="237585" y="84216"/>
                  <a:pt x="237585" y="86454"/>
                </a:cubicBezTo>
                <a:cubicBezTo>
                  <a:pt x="237585" y="89882"/>
                  <a:pt x="238889" y="92739"/>
                  <a:pt x="241496" y="95025"/>
                </a:cubicBezTo>
                <a:cubicBezTo>
                  <a:pt x="244103" y="97309"/>
                  <a:pt x="247918" y="98451"/>
                  <a:pt x="252942" y="98451"/>
                </a:cubicBezTo>
                <a:cubicBezTo>
                  <a:pt x="257917" y="98451"/>
                  <a:pt x="262342" y="97367"/>
                  <a:pt x="266217" y="95197"/>
                </a:cubicBezTo>
                <a:cubicBezTo>
                  <a:pt x="270092" y="93027"/>
                  <a:pt x="272938" y="90062"/>
                  <a:pt x="274756" y="86302"/>
                </a:cubicBezTo>
                <a:cubicBezTo>
                  <a:pt x="276143" y="83400"/>
                  <a:pt x="276837" y="79118"/>
                  <a:pt x="276837" y="73455"/>
                </a:cubicBezTo>
                <a:lnTo>
                  <a:pt x="276837" y="68744"/>
                </a:lnTo>
                <a:close/>
                <a:moveTo>
                  <a:pt x="338095" y="95366"/>
                </a:moveTo>
                <a:lnTo>
                  <a:pt x="339961" y="106775"/>
                </a:lnTo>
                <a:cubicBezTo>
                  <a:pt x="336325" y="107540"/>
                  <a:pt x="333072" y="107923"/>
                  <a:pt x="330202" y="107923"/>
                </a:cubicBezTo>
                <a:cubicBezTo>
                  <a:pt x="325514" y="107923"/>
                  <a:pt x="321878" y="107182"/>
                  <a:pt x="319295" y="105699"/>
                </a:cubicBezTo>
                <a:cubicBezTo>
                  <a:pt x="316712" y="104216"/>
                  <a:pt x="314894" y="102266"/>
                  <a:pt x="313841" y="99850"/>
                </a:cubicBezTo>
                <a:cubicBezTo>
                  <a:pt x="312789" y="97435"/>
                  <a:pt x="312263" y="92352"/>
                  <a:pt x="312263" y="84602"/>
                </a:cubicBezTo>
                <a:lnTo>
                  <a:pt x="312263" y="40758"/>
                </a:lnTo>
                <a:lnTo>
                  <a:pt x="302791" y="40758"/>
                </a:lnTo>
                <a:lnTo>
                  <a:pt x="302791" y="30712"/>
                </a:lnTo>
                <a:lnTo>
                  <a:pt x="312263" y="30712"/>
                </a:lnTo>
                <a:lnTo>
                  <a:pt x="312263" y="11840"/>
                </a:lnTo>
                <a:lnTo>
                  <a:pt x="325107" y="4090"/>
                </a:lnTo>
                <a:lnTo>
                  <a:pt x="325107" y="30712"/>
                </a:lnTo>
                <a:lnTo>
                  <a:pt x="338095" y="30712"/>
                </a:lnTo>
                <a:lnTo>
                  <a:pt x="338095" y="40758"/>
                </a:lnTo>
                <a:lnTo>
                  <a:pt x="325107" y="40758"/>
                </a:lnTo>
                <a:lnTo>
                  <a:pt x="325107" y="85320"/>
                </a:lnTo>
                <a:cubicBezTo>
                  <a:pt x="325107" y="89003"/>
                  <a:pt x="325334" y="91371"/>
                  <a:pt x="325789" y="92424"/>
                </a:cubicBezTo>
                <a:cubicBezTo>
                  <a:pt x="326243" y="93476"/>
                  <a:pt x="326985" y="94313"/>
                  <a:pt x="328013" y="94935"/>
                </a:cubicBezTo>
                <a:cubicBezTo>
                  <a:pt x="329042" y="95557"/>
                  <a:pt x="330513" y="95868"/>
                  <a:pt x="332426" y="95868"/>
                </a:cubicBezTo>
                <a:cubicBezTo>
                  <a:pt x="333862" y="95868"/>
                  <a:pt x="335751" y="95701"/>
                  <a:pt x="338095" y="95366"/>
                </a:cubicBezTo>
                <a:close/>
                <a:moveTo>
                  <a:pt x="441038" y="97303"/>
                </a:moveTo>
                <a:cubicBezTo>
                  <a:pt x="436254" y="101449"/>
                  <a:pt x="431650" y="104375"/>
                  <a:pt x="427225" y="106082"/>
                </a:cubicBezTo>
                <a:cubicBezTo>
                  <a:pt x="422799" y="107788"/>
                  <a:pt x="418052" y="108641"/>
                  <a:pt x="412981" y="108641"/>
                </a:cubicBezTo>
                <a:cubicBezTo>
                  <a:pt x="404609" y="108641"/>
                  <a:pt x="398175" y="106596"/>
                  <a:pt x="393678" y="102505"/>
                </a:cubicBezTo>
                <a:cubicBezTo>
                  <a:pt x="389181" y="98415"/>
                  <a:pt x="386933" y="93189"/>
                  <a:pt x="386933" y="86826"/>
                </a:cubicBezTo>
                <a:cubicBezTo>
                  <a:pt x="386933" y="83095"/>
                  <a:pt x="387782" y="79687"/>
                  <a:pt x="389480" y="76601"/>
                </a:cubicBezTo>
                <a:cubicBezTo>
                  <a:pt x="391178" y="73515"/>
                  <a:pt x="393403" y="71040"/>
                  <a:pt x="396154" y="69174"/>
                </a:cubicBezTo>
                <a:cubicBezTo>
                  <a:pt x="398904" y="67308"/>
                  <a:pt x="402002" y="65897"/>
                  <a:pt x="405446" y="64940"/>
                </a:cubicBezTo>
                <a:cubicBezTo>
                  <a:pt x="407982" y="64271"/>
                  <a:pt x="411809" y="63625"/>
                  <a:pt x="416927" y="63003"/>
                </a:cubicBezTo>
                <a:cubicBezTo>
                  <a:pt x="427356" y="61759"/>
                  <a:pt x="435034" y="60276"/>
                  <a:pt x="439961" y="58554"/>
                </a:cubicBezTo>
                <a:cubicBezTo>
                  <a:pt x="440009" y="56792"/>
                  <a:pt x="440033" y="55672"/>
                  <a:pt x="440033" y="55195"/>
                </a:cubicBezTo>
                <a:cubicBezTo>
                  <a:pt x="440033" y="49952"/>
                  <a:pt x="438813" y="46259"/>
                  <a:pt x="436374" y="44115"/>
                </a:cubicBezTo>
                <a:cubicBezTo>
                  <a:pt x="433073" y="41207"/>
                  <a:pt x="428169" y="39754"/>
                  <a:pt x="421663" y="39754"/>
                </a:cubicBezTo>
                <a:cubicBezTo>
                  <a:pt x="415588" y="39754"/>
                  <a:pt x="411103" y="40818"/>
                  <a:pt x="408209" y="42947"/>
                </a:cubicBezTo>
                <a:cubicBezTo>
                  <a:pt x="405315" y="45076"/>
                  <a:pt x="403174" y="48843"/>
                  <a:pt x="401787" y="54249"/>
                </a:cubicBezTo>
                <a:lnTo>
                  <a:pt x="389157" y="52526"/>
                </a:lnTo>
                <a:cubicBezTo>
                  <a:pt x="390305" y="47104"/>
                  <a:pt x="392195" y="42726"/>
                  <a:pt x="394826" y="39390"/>
                </a:cubicBezTo>
                <a:cubicBezTo>
                  <a:pt x="397457" y="36055"/>
                  <a:pt x="401260" y="33488"/>
                  <a:pt x="406235" y="31690"/>
                </a:cubicBezTo>
                <a:cubicBezTo>
                  <a:pt x="411211" y="29890"/>
                  <a:pt x="416975" y="28990"/>
                  <a:pt x="423529" y="28990"/>
                </a:cubicBezTo>
                <a:cubicBezTo>
                  <a:pt x="430035" y="28990"/>
                  <a:pt x="435321" y="29758"/>
                  <a:pt x="439387" y="31295"/>
                </a:cubicBezTo>
                <a:cubicBezTo>
                  <a:pt x="443454" y="32831"/>
                  <a:pt x="446444" y="34763"/>
                  <a:pt x="448357" y="37092"/>
                </a:cubicBezTo>
                <a:cubicBezTo>
                  <a:pt x="450271" y="39420"/>
                  <a:pt x="451610" y="42360"/>
                  <a:pt x="452375" y="45914"/>
                </a:cubicBezTo>
                <a:cubicBezTo>
                  <a:pt x="452806" y="48122"/>
                  <a:pt x="453021" y="52088"/>
                  <a:pt x="453021" y="57812"/>
                </a:cubicBezTo>
                <a:lnTo>
                  <a:pt x="453021" y="74984"/>
                </a:lnTo>
                <a:cubicBezTo>
                  <a:pt x="453021" y="86957"/>
                  <a:pt x="453296" y="94540"/>
                  <a:pt x="453847" y="97734"/>
                </a:cubicBezTo>
                <a:cubicBezTo>
                  <a:pt x="454397" y="100927"/>
                  <a:pt x="455485" y="103988"/>
                  <a:pt x="457111" y="106919"/>
                </a:cubicBezTo>
                <a:lnTo>
                  <a:pt x="443621" y="106919"/>
                </a:lnTo>
                <a:cubicBezTo>
                  <a:pt x="442282" y="104178"/>
                  <a:pt x="441421" y="100973"/>
                  <a:pt x="441038" y="97303"/>
                </a:cubicBezTo>
                <a:moveTo>
                  <a:pt x="439961" y="68744"/>
                </a:moveTo>
                <a:cubicBezTo>
                  <a:pt x="435273" y="70648"/>
                  <a:pt x="428241" y="72267"/>
                  <a:pt x="418865" y="73601"/>
                </a:cubicBezTo>
                <a:cubicBezTo>
                  <a:pt x="413555" y="74362"/>
                  <a:pt x="409799" y="75218"/>
                  <a:pt x="407599" y="76171"/>
                </a:cubicBezTo>
                <a:cubicBezTo>
                  <a:pt x="405398" y="77123"/>
                  <a:pt x="403700" y="78515"/>
                  <a:pt x="402504" y="80348"/>
                </a:cubicBezTo>
                <a:cubicBezTo>
                  <a:pt x="401308" y="82181"/>
                  <a:pt x="400710" y="84216"/>
                  <a:pt x="400710" y="86454"/>
                </a:cubicBezTo>
                <a:cubicBezTo>
                  <a:pt x="400710" y="89882"/>
                  <a:pt x="402014" y="92739"/>
                  <a:pt x="404621" y="95025"/>
                </a:cubicBezTo>
                <a:cubicBezTo>
                  <a:pt x="407228" y="97309"/>
                  <a:pt x="411043" y="98451"/>
                  <a:pt x="416066" y="98451"/>
                </a:cubicBezTo>
                <a:cubicBezTo>
                  <a:pt x="421041" y="98451"/>
                  <a:pt x="425466" y="97367"/>
                  <a:pt x="429341" y="95197"/>
                </a:cubicBezTo>
                <a:cubicBezTo>
                  <a:pt x="433216" y="93027"/>
                  <a:pt x="436063" y="90062"/>
                  <a:pt x="437880" y="86302"/>
                </a:cubicBezTo>
                <a:cubicBezTo>
                  <a:pt x="439268" y="83400"/>
                  <a:pt x="439961" y="79118"/>
                  <a:pt x="439961" y="73455"/>
                </a:cubicBezTo>
                <a:lnTo>
                  <a:pt x="439961" y="68744"/>
                </a:lnTo>
                <a:close/>
                <a:moveTo>
                  <a:pt x="472876" y="106919"/>
                </a:moveTo>
                <a:lnTo>
                  <a:pt x="472876" y="30712"/>
                </a:lnTo>
                <a:lnTo>
                  <a:pt x="484500" y="30712"/>
                </a:lnTo>
                <a:lnTo>
                  <a:pt x="484500" y="42265"/>
                </a:lnTo>
                <a:cubicBezTo>
                  <a:pt x="487466" y="36859"/>
                  <a:pt x="490205" y="33295"/>
                  <a:pt x="492717" y="31573"/>
                </a:cubicBezTo>
                <a:cubicBezTo>
                  <a:pt x="495228" y="29851"/>
                  <a:pt x="497991" y="28990"/>
                  <a:pt x="501005" y="28990"/>
                </a:cubicBezTo>
                <a:cubicBezTo>
                  <a:pt x="505358" y="28990"/>
                  <a:pt x="509783" y="30377"/>
                  <a:pt x="514280" y="33152"/>
                </a:cubicBezTo>
                <a:lnTo>
                  <a:pt x="509831" y="45126"/>
                </a:lnTo>
                <a:cubicBezTo>
                  <a:pt x="506674" y="43267"/>
                  <a:pt x="503516" y="42337"/>
                  <a:pt x="500359" y="42337"/>
                </a:cubicBezTo>
                <a:cubicBezTo>
                  <a:pt x="497536" y="42337"/>
                  <a:pt x="495001" y="43186"/>
                  <a:pt x="492753" y="44884"/>
                </a:cubicBezTo>
                <a:cubicBezTo>
                  <a:pt x="490504" y="46583"/>
                  <a:pt x="488902" y="48939"/>
                  <a:pt x="487945" y="51952"/>
                </a:cubicBezTo>
                <a:cubicBezTo>
                  <a:pt x="486510" y="56545"/>
                  <a:pt x="485792" y="61568"/>
                  <a:pt x="485792" y="67021"/>
                </a:cubicBezTo>
                <a:lnTo>
                  <a:pt x="485792" y="106919"/>
                </a:lnTo>
                <a:lnTo>
                  <a:pt x="472876" y="106919"/>
                </a:lnTo>
                <a:close/>
                <a:moveTo>
                  <a:pt x="574124" y="82234"/>
                </a:moveTo>
                <a:lnTo>
                  <a:pt x="587471" y="83956"/>
                </a:lnTo>
                <a:cubicBezTo>
                  <a:pt x="585366" y="91776"/>
                  <a:pt x="581468" y="97846"/>
                  <a:pt x="575775" y="102165"/>
                </a:cubicBezTo>
                <a:cubicBezTo>
                  <a:pt x="570082" y="106482"/>
                  <a:pt x="562811" y="108641"/>
                  <a:pt x="553961" y="108641"/>
                </a:cubicBezTo>
                <a:cubicBezTo>
                  <a:pt x="542814" y="108641"/>
                  <a:pt x="533976" y="105208"/>
                  <a:pt x="527446" y="98344"/>
                </a:cubicBezTo>
                <a:cubicBezTo>
                  <a:pt x="520916" y="91479"/>
                  <a:pt x="517651" y="81851"/>
                  <a:pt x="517651" y="69461"/>
                </a:cubicBezTo>
                <a:cubicBezTo>
                  <a:pt x="517651" y="56641"/>
                  <a:pt x="520952" y="46690"/>
                  <a:pt x="527554" y="39610"/>
                </a:cubicBezTo>
                <a:cubicBezTo>
                  <a:pt x="534156" y="32530"/>
                  <a:pt x="542719" y="28990"/>
                  <a:pt x="553243" y="28990"/>
                </a:cubicBezTo>
                <a:cubicBezTo>
                  <a:pt x="563433" y="28990"/>
                  <a:pt x="571756" y="32453"/>
                  <a:pt x="578215" y="39379"/>
                </a:cubicBezTo>
                <a:cubicBezTo>
                  <a:pt x="584673" y="46304"/>
                  <a:pt x="587902" y="56046"/>
                  <a:pt x="587902" y="68607"/>
                </a:cubicBezTo>
                <a:cubicBezTo>
                  <a:pt x="587902" y="69371"/>
                  <a:pt x="587878" y="70517"/>
                  <a:pt x="587830" y="72044"/>
                </a:cubicBezTo>
                <a:lnTo>
                  <a:pt x="530998" y="72044"/>
                </a:lnTo>
                <a:cubicBezTo>
                  <a:pt x="531477" y="80440"/>
                  <a:pt x="533845" y="86868"/>
                  <a:pt x="538102" y="91329"/>
                </a:cubicBezTo>
                <a:cubicBezTo>
                  <a:pt x="542360" y="95790"/>
                  <a:pt x="547670" y="98021"/>
                  <a:pt x="554032" y="98021"/>
                </a:cubicBezTo>
                <a:cubicBezTo>
                  <a:pt x="558768" y="98021"/>
                  <a:pt x="562811" y="96766"/>
                  <a:pt x="566159" y="94256"/>
                </a:cubicBezTo>
                <a:cubicBezTo>
                  <a:pt x="569508" y="91744"/>
                  <a:pt x="572163" y="87737"/>
                  <a:pt x="574124" y="82234"/>
                </a:cubicBezTo>
                <a:moveTo>
                  <a:pt x="531716" y="61424"/>
                </a:moveTo>
                <a:lnTo>
                  <a:pt x="574268" y="61424"/>
                </a:lnTo>
                <a:cubicBezTo>
                  <a:pt x="573694" y="55035"/>
                  <a:pt x="572067" y="50243"/>
                  <a:pt x="569388" y="47048"/>
                </a:cubicBezTo>
                <a:cubicBezTo>
                  <a:pt x="565274" y="42089"/>
                  <a:pt x="559940" y="39610"/>
                  <a:pt x="553386" y="39610"/>
                </a:cubicBezTo>
                <a:cubicBezTo>
                  <a:pt x="547455" y="39610"/>
                  <a:pt x="542467" y="41589"/>
                  <a:pt x="538425" y="45548"/>
                </a:cubicBezTo>
                <a:cubicBezTo>
                  <a:pt x="534383" y="49505"/>
                  <a:pt x="532146" y="54797"/>
                  <a:pt x="531716" y="61424"/>
                </a:cubicBezTo>
                <a:close/>
                <a:moveTo>
                  <a:pt x="672574" y="95366"/>
                </a:moveTo>
                <a:lnTo>
                  <a:pt x="674440" y="106775"/>
                </a:lnTo>
                <a:cubicBezTo>
                  <a:pt x="670804" y="107540"/>
                  <a:pt x="667551" y="107923"/>
                  <a:pt x="664681" y="107923"/>
                </a:cubicBezTo>
                <a:cubicBezTo>
                  <a:pt x="659993" y="107923"/>
                  <a:pt x="656357" y="107182"/>
                  <a:pt x="653774" y="105699"/>
                </a:cubicBezTo>
                <a:cubicBezTo>
                  <a:pt x="651191" y="104216"/>
                  <a:pt x="649373" y="102266"/>
                  <a:pt x="648320" y="99850"/>
                </a:cubicBezTo>
                <a:cubicBezTo>
                  <a:pt x="647268" y="97435"/>
                  <a:pt x="646742" y="92352"/>
                  <a:pt x="646742" y="84602"/>
                </a:cubicBezTo>
                <a:lnTo>
                  <a:pt x="646742" y="40758"/>
                </a:lnTo>
                <a:lnTo>
                  <a:pt x="637270" y="40758"/>
                </a:lnTo>
                <a:lnTo>
                  <a:pt x="637270" y="30712"/>
                </a:lnTo>
                <a:lnTo>
                  <a:pt x="646742" y="30712"/>
                </a:lnTo>
                <a:lnTo>
                  <a:pt x="646742" y="11840"/>
                </a:lnTo>
                <a:lnTo>
                  <a:pt x="659586" y="4090"/>
                </a:lnTo>
                <a:lnTo>
                  <a:pt x="659586" y="30712"/>
                </a:lnTo>
                <a:lnTo>
                  <a:pt x="672574" y="30712"/>
                </a:lnTo>
                <a:lnTo>
                  <a:pt x="672574" y="40758"/>
                </a:lnTo>
                <a:lnTo>
                  <a:pt x="659586" y="40758"/>
                </a:lnTo>
                <a:lnTo>
                  <a:pt x="659586" y="85320"/>
                </a:lnTo>
                <a:cubicBezTo>
                  <a:pt x="659586" y="89003"/>
                  <a:pt x="659814" y="91371"/>
                  <a:pt x="660268" y="92424"/>
                </a:cubicBezTo>
                <a:cubicBezTo>
                  <a:pt x="660723" y="93476"/>
                  <a:pt x="661464" y="94313"/>
                  <a:pt x="662493" y="94935"/>
                </a:cubicBezTo>
                <a:cubicBezTo>
                  <a:pt x="663521" y="95557"/>
                  <a:pt x="664992" y="95868"/>
                  <a:pt x="666906" y="95868"/>
                </a:cubicBezTo>
                <a:cubicBezTo>
                  <a:pt x="668341" y="95868"/>
                  <a:pt x="670230" y="95701"/>
                  <a:pt x="672574" y="95366"/>
                </a:cubicBezTo>
                <a:close/>
                <a:moveTo>
                  <a:pt x="685081" y="106919"/>
                </a:moveTo>
                <a:lnTo>
                  <a:pt x="685081" y="1722"/>
                </a:lnTo>
                <a:lnTo>
                  <a:pt x="697998" y="1722"/>
                </a:lnTo>
                <a:lnTo>
                  <a:pt x="697998" y="39534"/>
                </a:lnTo>
                <a:cubicBezTo>
                  <a:pt x="704025" y="32505"/>
                  <a:pt x="711632" y="28990"/>
                  <a:pt x="720817" y="28990"/>
                </a:cubicBezTo>
                <a:cubicBezTo>
                  <a:pt x="726462" y="28990"/>
                  <a:pt x="731365" y="30102"/>
                  <a:pt x="735527" y="32327"/>
                </a:cubicBezTo>
                <a:cubicBezTo>
                  <a:pt x="739689" y="34551"/>
                  <a:pt x="742667" y="37625"/>
                  <a:pt x="744461" y="41548"/>
                </a:cubicBezTo>
                <a:cubicBezTo>
                  <a:pt x="746255" y="45470"/>
                  <a:pt x="747152" y="51163"/>
                  <a:pt x="747152" y="58626"/>
                </a:cubicBezTo>
                <a:lnTo>
                  <a:pt x="747152" y="106919"/>
                </a:lnTo>
                <a:lnTo>
                  <a:pt x="734235" y="106919"/>
                </a:lnTo>
                <a:lnTo>
                  <a:pt x="734235" y="58677"/>
                </a:lnTo>
                <a:cubicBezTo>
                  <a:pt x="734235" y="52227"/>
                  <a:pt x="732836" y="47532"/>
                  <a:pt x="730038" y="44593"/>
                </a:cubicBezTo>
                <a:cubicBezTo>
                  <a:pt x="727239" y="41654"/>
                  <a:pt x="723280" y="40184"/>
                  <a:pt x="718162" y="40184"/>
                </a:cubicBezTo>
                <a:cubicBezTo>
                  <a:pt x="714335" y="40184"/>
                  <a:pt x="710735" y="41176"/>
                  <a:pt x="707362" y="43160"/>
                </a:cubicBezTo>
                <a:cubicBezTo>
                  <a:pt x="703990" y="45142"/>
                  <a:pt x="701586" y="47830"/>
                  <a:pt x="700151" y="51224"/>
                </a:cubicBezTo>
                <a:cubicBezTo>
                  <a:pt x="698715" y="54616"/>
                  <a:pt x="697998" y="59299"/>
                  <a:pt x="697998" y="65272"/>
                </a:cubicBezTo>
                <a:lnTo>
                  <a:pt x="697998" y="106919"/>
                </a:lnTo>
                <a:lnTo>
                  <a:pt x="685081" y="106919"/>
                </a:lnTo>
                <a:close/>
                <a:moveTo>
                  <a:pt x="818959" y="82234"/>
                </a:moveTo>
                <a:lnTo>
                  <a:pt x="832305" y="83956"/>
                </a:lnTo>
                <a:cubicBezTo>
                  <a:pt x="830201" y="91776"/>
                  <a:pt x="826302" y="97846"/>
                  <a:pt x="820609" y="102165"/>
                </a:cubicBezTo>
                <a:cubicBezTo>
                  <a:pt x="814916" y="106482"/>
                  <a:pt x="807645" y="108641"/>
                  <a:pt x="798795" y="108641"/>
                </a:cubicBezTo>
                <a:cubicBezTo>
                  <a:pt x="787648" y="108641"/>
                  <a:pt x="778810" y="105208"/>
                  <a:pt x="772280" y="98344"/>
                </a:cubicBezTo>
                <a:cubicBezTo>
                  <a:pt x="765750" y="91479"/>
                  <a:pt x="762485" y="81851"/>
                  <a:pt x="762485" y="69461"/>
                </a:cubicBezTo>
                <a:cubicBezTo>
                  <a:pt x="762485" y="56641"/>
                  <a:pt x="765786" y="46690"/>
                  <a:pt x="772388" y="39610"/>
                </a:cubicBezTo>
                <a:cubicBezTo>
                  <a:pt x="778990" y="32530"/>
                  <a:pt x="787553" y="28990"/>
                  <a:pt x="798077" y="28990"/>
                </a:cubicBezTo>
                <a:cubicBezTo>
                  <a:pt x="808267" y="28990"/>
                  <a:pt x="816591" y="32453"/>
                  <a:pt x="823049" y="39379"/>
                </a:cubicBezTo>
                <a:cubicBezTo>
                  <a:pt x="829507" y="46304"/>
                  <a:pt x="832736" y="56046"/>
                  <a:pt x="832736" y="68607"/>
                </a:cubicBezTo>
                <a:cubicBezTo>
                  <a:pt x="832736" y="69371"/>
                  <a:pt x="832712" y="70517"/>
                  <a:pt x="832664" y="72044"/>
                </a:cubicBezTo>
                <a:lnTo>
                  <a:pt x="775832" y="72044"/>
                </a:lnTo>
                <a:cubicBezTo>
                  <a:pt x="776311" y="80440"/>
                  <a:pt x="778679" y="86868"/>
                  <a:pt x="782936" y="91329"/>
                </a:cubicBezTo>
                <a:cubicBezTo>
                  <a:pt x="787194" y="95790"/>
                  <a:pt x="792504" y="98021"/>
                  <a:pt x="798866" y="98021"/>
                </a:cubicBezTo>
                <a:cubicBezTo>
                  <a:pt x="803602" y="98021"/>
                  <a:pt x="807645" y="96766"/>
                  <a:pt x="810993" y="94256"/>
                </a:cubicBezTo>
                <a:cubicBezTo>
                  <a:pt x="814342" y="91744"/>
                  <a:pt x="816997" y="87737"/>
                  <a:pt x="818959" y="82234"/>
                </a:cubicBezTo>
                <a:moveTo>
                  <a:pt x="776550" y="61424"/>
                </a:moveTo>
                <a:lnTo>
                  <a:pt x="819102" y="61424"/>
                </a:lnTo>
                <a:cubicBezTo>
                  <a:pt x="818528" y="55035"/>
                  <a:pt x="816901" y="50243"/>
                  <a:pt x="814223" y="47048"/>
                </a:cubicBezTo>
                <a:cubicBezTo>
                  <a:pt x="810108" y="42089"/>
                  <a:pt x="804774" y="39610"/>
                  <a:pt x="798221" y="39610"/>
                </a:cubicBezTo>
                <a:cubicBezTo>
                  <a:pt x="792289" y="39610"/>
                  <a:pt x="787302" y="41589"/>
                  <a:pt x="783259" y="45548"/>
                </a:cubicBezTo>
                <a:cubicBezTo>
                  <a:pt x="779217" y="49505"/>
                  <a:pt x="776980" y="54797"/>
                  <a:pt x="776550" y="61424"/>
                </a:cubicBezTo>
                <a:close/>
                <a:moveTo>
                  <a:pt x="910376" y="106919"/>
                </a:moveTo>
                <a:lnTo>
                  <a:pt x="881386" y="30712"/>
                </a:lnTo>
                <a:lnTo>
                  <a:pt x="895020" y="30712"/>
                </a:lnTo>
                <a:lnTo>
                  <a:pt x="911381" y="76350"/>
                </a:lnTo>
                <a:cubicBezTo>
                  <a:pt x="913151" y="81277"/>
                  <a:pt x="914777" y="86396"/>
                  <a:pt x="916260" y="91706"/>
                </a:cubicBezTo>
                <a:cubicBezTo>
                  <a:pt x="917408" y="87688"/>
                  <a:pt x="919011" y="82856"/>
                  <a:pt x="921068" y="77211"/>
                </a:cubicBezTo>
                <a:lnTo>
                  <a:pt x="938003" y="30712"/>
                </a:lnTo>
                <a:lnTo>
                  <a:pt x="951278" y="30712"/>
                </a:lnTo>
                <a:lnTo>
                  <a:pt x="922431" y="106919"/>
                </a:lnTo>
                <a:lnTo>
                  <a:pt x="910376" y="106919"/>
                </a:lnTo>
                <a:close/>
                <a:moveTo>
                  <a:pt x="1012415" y="97303"/>
                </a:moveTo>
                <a:cubicBezTo>
                  <a:pt x="1007631" y="101449"/>
                  <a:pt x="1003027" y="104375"/>
                  <a:pt x="998602" y="106082"/>
                </a:cubicBezTo>
                <a:cubicBezTo>
                  <a:pt x="994177" y="107788"/>
                  <a:pt x="989429" y="108641"/>
                  <a:pt x="984358" y="108641"/>
                </a:cubicBezTo>
                <a:cubicBezTo>
                  <a:pt x="975986" y="108641"/>
                  <a:pt x="969552" y="106596"/>
                  <a:pt x="965055" y="102505"/>
                </a:cubicBezTo>
                <a:cubicBezTo>
                  <a:pt x="960559" y="98415"/>
                  <a:pt x="958310" y="93189"/>
                  <a:pt x="958310" y="86826"/>
                </a:cubicBezTo>
                <a:cubicBezTo>
                  <a:pt x="958310" y="83095"/>
                  <a:pt x="959159" y="79687"/>
                  <a:pt x="960858" y="76601"/>
                </a:cubicBezTo>
                <a:cubicBezTo>
                  <a:pt x="962556" y="73515"/>
                  <a:pt x="964780" y="71040"/>
                  <a:pt x="967531" y="69174"/>
                </a:cubicBezTo>
                <a:cubicBezTo>
                  <a:pt x="970282" y="67308"/>
                  <a:pt x="973379" y="65897"/>
                  <a:pt x="976824" y="64940"/>
                </a:cubicBezTo>
                <a:cubicBezTo>
                  <a:pt x="979359" y="64271"/>
                  <a:pt x="983186" y="63625"/>
                  <a:pt x="988305" y="63003"/>
                </a:cubicBezTo>
                <a:cubicBezTo>
                  <a:pt x="998734" y="61759"/>
                  <a:pt x="1006412" y="60276"/>
                  <a:pt x="1011339" y="58554"/>
                </a:cubicBezTo>
                <a:cubicBezTo>
                  <a:pt x="1011387" y="56792"/>
                  <a:pt x="1011411" y="55672"/>
                  <a:pt x="1011411" y="55195"/>
                </a:cubicBezTo>
                <a:cubicBezTo>
                  <a:pt x="1011411" y="49952"/>
                  <a:pt x="1010191" y="46259"/>
                  <a:pt x="1007751" y="44115"/>
                </a:cubicBezTo>
                <a:cubicBezTo>
                  <a:pt x="1004450" y="41207"/>
                  <a:pt x="999547" y="39754"/>
                  <a:pt x="993041" y="39754"/>
                </a:cubicBezTo>
                <a:cubicBezTo>
                  <a:pt x="986965" y="39754"/>
                  <a:pt x="982481" y="40818"/>
                  <a:pt x="979586" y="42947"/>
                </a:cubicBezTo>
                <a:cubicBezTo>
                  <a:pt x="976692" y="45076"/>
                  <a:pt x="974551" y="48843"/>
                  <a:pt x="973164" y="54249"/>
                </a:cubicBezTo>
                <a:lnTo>
                  <a:pt x="960535" y="52526"/>
                </a:lnTo>
                <a:cubicBezTo>
                  <a:pt x="961683" y="47104"/>
                  <a:pt x="963572" y="42726"/>
                  <a:pt x="966204" y="39390"/>
                </a:cubicBezTo>
                <a:cubicBezTo>
                  <a:pt x="968835" y="36055"/>
                  <a:pt x="972638" y="33488"/>
                  <a:pt x="977613" y="31690"/>
                </a:cubicBezTo>
                <a:cubicBezTo>
                  <a:pt x="982588" y="29890"/>
                  <a:pt x="988353" y="28990"/>
                  <a:pt x="994907" y="28990"/>
                </a:cubicBezTo>
                <a:cubicBezTo>
                  <a:pt x="1001413" y="28990"/>
                  <a:pt x="1006699" y="29758"/>
                  <a:pt x="1010765" y="31295"/>
                </a:cubicBezTo>
                <a:cubicBezTo>
                  <a:pt x="1014831" y="32831"/>
                  <a:pt x="1017821" y="34763"/>
                  <a:pt x="1019735" y="37092"/>
                </a:cubicBezTo>
                <a:cubicBezTo>
                  <a:pt x="1021648" y="39420"/>
                  <a:pt x="1022988" y="42360"/>
                  <a:pt x="1023753" y="45914"/>
                </a:cubicBezTo>
                <a:cubicBezTo>
                  <a:pt x="1024184" y="48122"/>
                  <a:pt x="1024399" y="52088"/>
                  <a:pt x="1024399" y="57812"/>
                </a:cubicBezTo>
                <a:lnTo>
                  <a:pt x="1024399" y="74984"/>
                </a:lnTo>
                <a:cubicBezTo>
                  <a:pt x="1024399" y="86957"/>
                  <a:pt x="1024674" y="94540"/>
                  <a:pt x="1025224" y="97734"/>
                </a:cubicBezTo>
                <a:cubicBezTo>
                  <a:pt x="1025774" y="100927"/>
                  <a:pt x="1026862" y="103988"/>
                  <a:pt x="1028489" y="106919"/>
                </a:cubicBezTo>
                <a:lnTo>
                  <a:pt x="1014999" y="106919"/>
                </a:lnTo>
                <a:cubicBezTo>
                  <a:pt x="1013659" y="104178"/>
                  <a:pt x="1012798" y="100973"/>
                  <a:pt x="1012415" y="97303"/>
                </a:cubicBezTo>
                <a:moveTo>
                  <a:pt x="1011339" y="68744"/>
                </a:moveTo>
                <a:cubicBezTo>
                  <a:pt x="1006651" y="70648"/>
                  <a:pt x="999619" y="72267"/>
                  <a:pt x="990242" y="73601"/>
                </a:cubicBezTo>
                <a:cubicBezTo>
                  <a:pt x="984932" y="74362"/>
                  <a:pt x="981177" y="75218"/>
                  <a:pt x="978976" y="76171"/>
                </a:cubicBezTo>
                <a:cubicBezTo>
                  <a:pt x="976776" y="77123"/>
                  <a:pt x="975078" y="78515"/>
                  <a:pt x="973882" y="80348"/>
                </a:cubicBezTo>
                <a:cubicBezTo>
                  <a:pt x="972686" y="82181"/>
                  <a:pt x="972088" y="84216"/>
                  <a:pt x="972088" y="86454"/>
                </a:cubicBezTo>
                <a:cubicBezTo>
                  <a:pt x="972088" y="89882"/>
                  <a:pt x="973391" y="92739"/>
                  <a:pt x="975998" y="95025"/>
                </a:cubicBezTo>
                <a:cubicBezTo>
                  <a:pt x="978606" y="97309"/>
                  <a:pt x="982421" y="98451"/>
                  <a:pt x="987444" y="98451"/>
                </a:cubicBezTo>
                <a:cubicBezTo>
                  <a:pt x="992419" y="98451"/>
                  <a:pt x="996844" y="97367"/>
                  <a:pt x="1000719" y="95197"/>
                </a:cubicBezTo>
                <a:cubicBezTo>
                  <a:pt x="1004594" y="93027"/>
                  <a:pt x="1007440" y="90062"/>
                  <a:pt x="1009258" y="86302"/>
                </a:cubicBezTo>
                <a:cubicBezTo>
                  <a:pt x="1010645" y="83400"/>
                  <a:pt x="1011339" y="79118"/>
                  <a:pt x="1011339" y="73455"/>
                </a:cubicBezTo>
                <a:lnTo>
                  <a:pt x="1011339" y="68744"/>
                </a:lnTo>
                <a:close/>
                <a:moveTo>
                  <a:pt x="1044253" y="106919"/>
                </a:moveTo>
                <a:lnTo>
                  <a:pt x="1044253" y="30712"/>
                </a:lnTo>
                <a:lnTo>
                  <a:pt x="1055878" y="30712"/>
                </a:lnTo>
                <a:lnTo>
                  <a:pt x="1055878" y="42265"/>
                </a:lnTo>
                <a:cubicBezTo>
                  <a:pt x="1058844" y="36859"/>
                  <a:pt x="1061583" y="33295"/>
                  <a:pt x="1064094" y="31573"/>
                </a:cubicBezTo>
                <a:cubicBezTo>
                  <a:pt x="1066606" y="29851"/>
                  <a:pt x="1069368" y="28990"/>
                  <a:pt x="1072382" y="28990"/>
                </a:cubicBezTo>
                <a:cubicBezTo>
                  <a:pt x="1076735" y="28990"/>
                  <a:pt x="1081161" y="30377"/>
                  <a:pt x="1085657" y="33152"/>
                </a:cubicBezTo>
                <a:lnTo>
                  <a:pt x="1081208" y="45126"/>
                </a:lnTo>
                <a:cubicBezTo>
                  <a:pt x="1078051" y="43267"/>
                  <a:pt x="1074894" y="42337"/>
                  <a:pt x="1071736" y="42337"/>
                </a:cubicBezTo>
                <a:cubicBezTo>
                  <a:pt x="1068914" y="42337"/>
                  <a:pt x="1066379" y="43186"/>
                  <a:pt x="1064130" y="44884"/>
                </a:cubicBezTo>
                <a:cubicBezTo>
                  <a:pt x="1061882" y="46583"/>
                  <a:pt x="1060279" y="48939"/>
                  <a:pt x="1059322" y="51952"/>
                </a:cubicBezTo>
                <a:cubicBezTo>
                  <a:pt x="1057887" y="56545"/>
                  <a:pt x="1057170" y="61568"/>
                  <a:pt x="1057170" y="67021"/>
                </a:cubicBezTo>
                <a:lnTo>
                  <a:pt x="1057170" y="106919"/>
                </a:lnTo>
                <a:lnTo>
                  <a:pt x="1044253" y="106919"/>
                </a:lnTo>
                <a:close/>
                <a:moveTo>
                  <a:pt x="1093406" y="16504"/>
                </a:moveTo>
                <a:lnTo>
                  <a:pt x="1093406" y="1722"/>
                </a:lnTo>
                <a:lnTo>
                  <a:pt x="1106322" y="1722"/>
                </a:lnTo>
                <a:lnTo>
                  <a:pt x="1106322" y="16504"/>
                </a:lnTo>
                <a:lnTo>
                  <a:pt x="1093406" y="16504"/>
                </a:lnTo>
                <a:moveTo>
                  <a:pt x="1093406" y="106919"/>
                </a:moveTo>
                <a:lnTo>
                  <a:pt x="1093406" y="30712"/>
                </a:lnTo>
                <a:lnTo>
                  <a:pt x="1106322" y="30712"/>
                </a:lnTo>
                <a:lnTo>
                  <a:pt x="1106322" y="106919"/>
                </a:lnTo>
                <a:lnTo>
                  <a:pt x="1093406" y="106919"/>
                </a:lnTo>
                <a:close/>
                <a:moveTo>
                  <a:pt x="1175687" y="97303"/>
                </a:moveTo>
                <a:cubicBezTo>
                  <a:pt x="1170903" y="101449"/>
                  <a:pt x="1166299" y="104375"/>
                  <a:pt x="1161874" y="106082"/>
                </a:cubicBezTo>
                <a:cubicBezTo>
                  <a:pt x="1157449" y="107788"/>
                  <a:pt x="1152701" y="108641"/>
                  <a:pt x="1147630" y="108641"/>
                </a:cubicBezTo>
                <a:cubicBezTo>
                  <a:pt x="1139258" y="108641"/>
                  <a:pt x="1132824" y="106596"/>
                  <a:pt x="1128327" y="102505"/>
                </a:cubicBezTo>
                <a:cubicBezTo>
                  <a:pt x="1123830" y="98415"/>
                  <a:pt x="1121582" y="93189"/>
                  <a:pt x="1121582" y="86826"/>
                </a:cubicBezTo>
                <a:cubicBezTo>
                  <a:pt x="1121582" y="83095"/>
                  <a:pt x="1122431" y="79687"/>
                  <a:pt x="1124129" y="76601"/>
                </a:cubicBezTo>
                <a:cubicBezTo>
                  <a:pt x="1125828" y="73515"/>
                  <a:pt x="1128052" y="71040"/>
                  <a:pt x="1130803" y="69174"/>
                </a:cubicBezTo>
                <a:cubicBezTo>
                  <a:pt x="1133554" y="67308"/>
                  <a:pt x="1136651" y="65897"/>
                  <a:pt x="1140095" y="64940"/>
                </a:cubicBezTo>
                <a:cubicBezTo>
                  <a:pt x="1142631" y="64271"/>
                  <a:pt x="1146458" y="63625"/>
                  <a:pt x="1151577" y="63003"/>
                </a:cubicBezTo>
                <a:cubicBezTo>
                  <a:pt x="1162005" y="61759"/>
                  <a:pt x="1169683" y="60276"/>
                  <a:pt x="1174611" y="58554"/>
                </a:cubicBezTo>
                <a:cubicBezTo>
                  <a:pt x="1174659" y="56792"/>
                  <a:pt x="1174683" y="55672"/>
                  <a:pt x="1174683" y="55195"/>
                </a:cubicBezTo>
                <a:cubicBezTo>
                  <a:pt x="1174683" y="49952"/>
                  <a:pt x="1173463" y="46259"/>
                  <a:pt x="1171023" y="44115"/>
                </a:cubicBezTo>
                <a:cubicBezTo>
                  <a:pt x="1167722" y="41207"/>
                  <a:pt x="1162819" y="39754"/>
                  <a:pt x="1156313" y="39754"/>
                </a:cubicBezTo>
                <a:cubicBezTo>
                  <a:pt x="1150237" y="39754"/>
                  <a:pt x="1145752" y="40818"/>
                  <a:pt x="1142858" y="42947"/>
                </a:cubicBezTo>
                <a:cubicBezTo>
                  <a:pt x="1139964" y="45076"/>
                  <a:pt x="1137823" y="48843"/>
                  <a:pt x="1136436" y="54249"/>
                </a:cubicBezTo>
                <a:lnTo>
                  <a:pt x="1123807" y="52526"/>
                </a:lnTo>
                <a:cubicBezTo>
                  <a:pt x="1124955" y="47104"/>
                  <a:pt x="1126844" y="42726"/>
                  <a:pt x="1129475" y="39390"/>
                </a:cubicBezTo>
                <a:cubicBezTo>
                  <a:pt x="1132106" y="36055"/>
                  <a:pt x="1135910" y="33488"/>
                  <a:pt x="1140885" y="31690"/>
                </a:cubicBezTo>
                <a:cubicBezTo>
                  <a:pt x="1145860" y="29890"/>
                  <a:pt x="1151624" y="28990"/>
                  <a:pt x="1158178" y="28990"/>
                </a:cubicBezTo>
                <a:cubicBezTo>
                  <a:pt x="1164684" y="28990"/>
                  <a:pt x="1169970" y="29758"/>
                  <a:pt x="1174037" y="31295"/>
                </a:cubicBezTo>
                <a:cubicBezTo>
                  <a:pt x="1178103" y="32831"/>
                  <a:pt x="1181093" y="34763"/>
                  <a:pt x="1183006" y="37092"/>
                </a:cubicBezTo>
                <a:cubicBezTo>
                  <a:pt x="1184920" y="39420"/>
                  <a:pt x="1186259" y="42360"/>
                  <a:pt x="1187025" y="45914"/>
                </a:cubicBezTo>
                <a:cubicBezTo>
                  <a:pt x="1187455" y="48122"/>
                  <a:pt x="1187671" y="52088"/>
                  <a:pt x="1187671" y="57812"/>
                </a:cubicBezTo>
                <a:lnTo>
                  <a:pt x="1187671" y="74984"/>
                </a:lnTo>
                <a:cubicBezTo>
                  <a:pt x="1187671" y="86957"/>
                  <a:pt x="1187946" y="94540"/>
                  <a:pt x="1188496" y="97734"/>
                </a:cubicBezTo>
                <a:cubicBezTo>
                  <a:pt x="1189046" y="100927"/>
                  <a:pt x="1190134" y="103988"/>
                  <a:pt x="1191761" y="106919"/>
                </a:cubicBezTo>
                <a:lnTo>
                  <a:pt x="1178270" y="106919"/>
                </a:lnTo>
                <a:cubicBezTo>
                  <a:pt x="1176931" y="104178"/>
                  <a:pt x="1176070" y="100973"/>
                  <a:pt x="1175687" y="97303"/>
                </a:cubicBezTo>
                <a:moveTo>
                  <a:pt x="1174611" y="68744"/>
                </a:moveTo>
                <a:cubicBezTo>
                  <a:pt x="1169923" y="70648"/>
                  <a:pt x="1162890" y="72267"/>
                  <a:pt x="1153514" y="73601"/>
                </a:cubicBezTo>
                <a:cubicBezTo>
                  <a:pt x="1148204" y="74362"/>
                  <a:pt x="1144449" y="75218"/>
                  <a:pt x="1142248" y="76171"/>
                </a:cubicBezTo>
                <a:cubicBezTo>
                  <a:pt x="1140048" y="77123"/>
                  <a:pt x="1138349" y="78515"/>
                  <a:pt x="1137153" y="80348"/>
                </a:cubicBezTo>
                <a:cubicBezTo>
                  <a:pt x="1135957" y="82181"/>
                  <a:pt x="1135359" y="84216"/>
                  <a:pt x="1135359" y="86454"/>
                </a:cubicBezTo>
                <a:cubicBezTo>
                  <a:pt x="1135359" y="89882"/>
                  <a:pt x="1136663" y="92739"/>
                  <a:pt x="1139270" y="95025"/>
                </a:cubicBezTo>
                <a:cubicBezTo>
                  <a:pt x="1141877" y="97309"/>
                  <a:pt x="1145693" y="98451"/>
                  <a:pt x="1150716" y="98451"/>
                </a:cubicBezTo>
                <a:cubicBezTo>
                  <a:pt x="1155691" y="98451"/>
                  <a:pt x="1160116" y="97367"/>
                  <a:pt x="1163991" y="95197"/>
                </a:cubicBezTo>
                <a:cubicBezTo>
                  <a:pt x="1167866" y="93027"/>
                  <a:pt x="1170712" y="90062"/>
                  <a:pt x="1172530" y="86302"/>
                </a:cubicBezTo>
                <a:cubicBezTo>
                  <a:pt x="1173917" y="83400"/>
                  <a:pt x="1174611" y="79118"/>
                  <a:pt x="1174611" y="73455"/>
                </a:cubicBezTo>
                <a:lnTo>
                  <a:pt x="1174611" y="68744"/>
                </a:lnTo>
                <a:close/>
                <a:moveTo>
                  <a:pt x="1219580" y="106919"/>
                </a:moveTo>
                <a:lnTo>
                  <a:pt x="1207597" y="106919"/>
                </a:lnTo>
                <a:lnTo>
                  <a:pt x="1207597" y="1722"/>
                </a:lnTo>
                <a:lnTo>
                  <a:pt x="1220513" y="1722"/>
                </a:lnTo>
                <a:lnTo>
                  <a:pt x="1220513" y="39251"/>
                </a:lnTo>
                <a:cubicBezTo>
                  <a:pt x="1225967" y="32410"/>
                  <a:pt x="1232927" y="28990"/>
                  <a:pt x="1241394" y="28990"/>
                </a:cubicBezTo>
                <a:cubicBezTo>
                  <a:pt x="1246083" y="28990"/>
                  <a:pt x="1250520" y="29935"/>
                  <a:pt x="1254705" y="31824"/>
                </a:cubicBezTo>
                <a:cubicBezTo>
                  <a:pt x="1258891" y="33714"/>
                  <a:pt x="1262336" y="36369"/>
                  <a:pt x="1265038" y="39790"/>
                </a:cubicBezTo>
                <a:cubicBezTo>
                  <a:pt x="1267741" y="43210"/>
                  <a:pt x="1269858" y="47336"/>
                  <a:pt x="1271389" y="52168"/>
                </a:cubicBezTo>
                <a:cubicBezTo>
                  <a:pt x="1272920" y="56999"/>
                  <a:pt x="1273685" y="62166"/>
                  <a:pt x="1273685" y="67667"/>
                </a:cubicBezTo>
                <a:cubicBezTo>
                  <a:pt x="1273685" y="80727"/>
                  <a:pt x="1270456" y="90821"/>
                  <a:pt x="1263998" y="97949"/>
                </a:cubicBezTo>
                <a:cubicBezTo>
                  <a:pt x="1257540" y="105077"/>
                  <a:pt x="1249790" y="108641"/>
                  <a:pt x="1240749" y="108641"/>
                </a:cubicBezTo>
                <a:cubicBezTo>
                  <a:pt x="1231755" y="108641"/>
                  <a:pt x="1224699" y="104885"/>
                  <a:pt x="1219580" y="97375"/>
                </a:cubicBezTo>
                <a:lnTo>
                  <a:pt x="1219580" y="106919"/>
                </a:lnTo>
                <a:moveTo>
                  <a:pt x="1219437" y="68241"/>
                </a:moveTo>
                <a:cubicBezTo>
                  <a:pt x="1219437" y="77378"/>
                  <a:pt x="1220680" y="83980"/>
                  <a:pt x="1223168" y="88046"/>
                </a:cubicBezTo>
                <a:cubicBezTo>
                  <a:pt x="1227234" y="94696"/>
                  <a:pt x="1232736" y="98021"/>
                  <a:pt x="1239672" y="98021"/>
                </a:cubicBezTo>
                <a:cubicBezTo>
                  <a:pt x="1245317" y="98021"/>
                  <a:pt x="1250197" y="95569"/>
                  <a:pt x="1254311" y="90666"/>
                </a:cubicBezTo>
                <a:cubicBezTo>
                  <a:pt x="1258425" y="85762"/>
                  <a:pt x="1260482" y="78455"/>
                  <a:pt x="1260482" y="68744"/>
                </a:cubicBezTo>
                <a:cubicBezTo>
                  <a:pt x="1260482" y="58793"/>
                  <a:pt x="1258509" y="51450"/>
                  <a:pt x="1254562" y="46714"/>
                </a:cubicBezTo>
                <a:cubicBezTo>
                  <a:pt x="1250615" y="41978"/>
                  <a:pt x="1245843" y="39610"/>
                  <a:pt x="1240246" y="39610"/>
                </a:cubicBezTo>
                <a:cubicBezTo>
                  <a:pt x="1234601" y="39610"/>
                  <a:pt x="1229722" y="42062"/>
                  <a:pt x="1225608" y="46965"/>
                </a:cubicBezTo>
                <a:cubicBezTo>
                  <a:pt x="1221494" y="51869"/>
                  <a:pt x="1219437" y="58961"/>
                  <a:pt x="1219437" y="68241"/>
                </a:cubicBezTo>
                <a:close/>
                <a:moveTo>
                  <a:pt x="1289091" y="106919"/>
                </a:moveTo>
                <a:lnTo>
                  <a:pt x="1289091" y="1722"/>
                </a:lnTo>
                <a:lnTo>
                  <a:pt x="1302007" y="1722"/>
                </a:lnTo>
                <a:lnTo>
                  <a:pt x="1302007" y="106919"/>
                </a:lnTo>
                <a:lnTo>
                  <a:pt x="1289091" y="106919"/>
                </a:lnTo>
                <a:close/>
                <a:moveTo>
                  <a:pt x="1374170" y="82234"/>
                </a:moveTo>
                <a:lnTo>
                  <a:pt x="1387517" y="83956"/>
                </a:lnTo>
                <a:cubicBezTo>
                  <a:pt x="1385412" y="91776"/>
                  <a:pt x="1381514" y="97846"/>
                  <a:pt x="1375821" y="102165"/>
                </a:cubicBezTo>
                <a:cubicBezTo>
                  <a:pt x="1370128" y="106482"/>
                  <a:pt x="1362857" y="108641"/>
                  <a:pt x="1354007" y="108641"/>
                </a:cubicBezTo>
                <a:cubicBezTo>
                  <a:pt x="1342860" y="108641"/>
                  <a:pt x="1334022" y="105208"/>
                  <a:pt x="1327492" y="98344"/>
                </a:cubicBezTo>
                <a:cubicBezTo>
                  <a:pt x="1320962" y="91479"/>
                  <a:pt x="1317697" y="81851"/>
                  <a:pt x="1317697" y="69461"/>
                </a:cubicBezTo>
                <a:cubicBezTo>
                  <a:pt x="1317697" y="56641"/>
                  <a:pt x="1320998" y="46690"/>
                  <a:pt x="1327600" y="39610"/>
                </a:cubicBezTo>
                <a:cubicBezTo>
                  <a:pt x="1334202" y="32530"/>
                  <a:pt x="1342765" y="28990"/>
                  <a:pt x="1353289" y="28990"/>
                </a:cubicBezTo>
                <a:cubicBezTo>
                  <a:pt x="1363479" y="28990"/>
                  <a:pt x="1371802" y="32453"/>
                  <a:pt x="1378261" y="39379"/>
                </a:cubicBezTo>
                <a:cubicBezTo>
                  <a:pt x="1384719" y="46304"/>
                  <a:pt x="1387948" y="56046"/>
                  <a:pt x="1387948" y="68607"/>
                </a:cubicBezTo>
                <a:cubicBezTo>
                  <a:pt x="1387948" y="69371"/>
                  <a:pt x="1387924" y="70517"/>
                  <a:pt x="1387876" y="72044"/>
                </a:cubicBezTo>
                <a:lnTo>
                  <a:pt x="1331044" y="72044"/>
                </a:lnTo>
                <a:cubicBezTo>
                  <a:pt x="1331523" y="80440"/>
                  <a:pt x="1333891" y="86868"/>
                  <a:pt x="1338148" y="91329"/>
                </a:cubicBezTo>
                <a:cubicBezTo>
                  <a:pt x="1342406" y="95790"/>
                  <a:pt x="1347716" y="98021"/>
                  <a:pt x="1354078" y="98021"/>
                </a:cubicBezTo>
                <a:cubicBezTo>
                  <a:pt x="1358814" y="98021"/>
                  <a:pt x="1362857" y="96766"/>
                  <a:pt x="1366205" y="94256"/>
                </a:cubicBezTo>
                <a:cubicBezTo>
                  <a:pt x="1369554" y="91744"/>
                  <a:pt x="1372209" y="87737"/>
                  <a:pt x="1374170" y="82234"/>
                </a:cubicBezTo>
                <a:moveTo>
                  <a:pt x="1331762" y="61424"/>
                </a:moveTo>
                <a:lnTo>
                  <a:pt x="1374314" y="61424"/>
                </a:lnTo>
                <a:cubicBezTo>
                  <a:pt x="1373740" y="55035"/>
                  <a:pt x="1372113" y="50243"/>
                  <a:pt x="1369434" y="47048"/>
                </a:cubicBezTo>
                <a:cubicBezTo>
                  <a:pt x="1365320" y="42089"/>
                  <a:pt x="1359986" y="39610"/>
                  <a:pt x="1353433" y="39610"/>
                </a:cubicBezTo>
                <a:cubicBezTo>
                  <a:pt x="1347501" y="39610"/>
                  <a:pt x="1342513" y="41589"/>
                  <a:pt x="1338471" y="45548"/>
                </a:cubicBezTo>
                <a:cubicBezTo>
                  <a:pt x="1334429" y="49505"/>
                  <a:pt x="1332192" y="54797"/>
                  <a:pt x="1331762" y="61424"/>
                </a:cubicBezTo>
                <a:close/>
                <a:moveTo>
                  <a:pt x="1444420" y="106919"/>
                </a:moveTo>
                <a:lnTo>
                  <a:pt x="1444420" y="30712"/>
                </a:lnTo>
                <a:lnTo>
                  <a:pt x="1456044" y="30712"/>
                </a:lnTo>
                <a:lnTo>
                  <a:pt x="1456044" y="41548"/>
                </a:lnTo>
                <a:cubicBezTo>
                  <a:pt x="1461642" y="33176"/>
                  <a:pt x="1469726" y="28990"/>
                  <a:pt x="1480298" y="28990"/>
                </a:cubicBezTo>
                <a:cubicBezTo>
                  <a:pt x="1484891" y="28990"/>
                  <a:pt x="1489113" y="29815"/>
                  <a:pt x="1492964" y="31466"/>
                </a:cubicBezTo>
                <a:cubicBezTo>
                  <a:pt x="1496815" y="33116"/>
                  <a:pt x="1499697" y="35281"/>
                  <a:pt x="1501610" y="37960"/>
                </a:cubicBezTo>
                <a:cubicBezTo>
                  <a:pt x="1503524" y="40639"/>
                  <a:pt x="1504863" y="43820"/>
                  <a:pt x="1505629" y="47503"/>
                </a:cubicBezTo>
                <a:cubicBezTo>
                  <a:pt x="1506107" y="49895"/>
                  <a:pt x="1506346" y="54081"/>
                  <a:pt x="1506346" y="60061"/>
                </a:cubicBezTo>
                <a:lnTo>
                  <a:pt x="1506346" y="106919"/>
                </a:lnTo>
                <a:lnTo>
                  <a:pt x="1493430" y="106919"/>
                </a:lnTo>
                <a:lnTo>
                  <a:pt x="1493430" y="60563"/>
                </a:lnTo>
                <a:cubicBezTo>
                  <a:pt x="1493430" y="55301"/>
                  <a:pt x="1492928" y="51366"/>
                  <a:pt x="1491923" y="48759"/>
                </a:cubicBezTo>
                <a:cubicBezTo>
                  <a:pt x="1490919" y="46152"/>
                  <a:pt x="1489137" y="44071"/>
                  <a:pt x="1486577" y="42516"/>
                </a:cubicBezTo>
                <a:cubicBezTo>
                  <a:pt x="1484018" y="40962"/>
                  <a:pt x="1481016" y="40184"/>
                  <a:pt x="1477572" y="40184"/>
                </a:cubicBezTo>
                <a:cubicBezTo>
                  <a:pt x="1472070" y="40184"/>
                  <a:pt x="1467322" y="41930"/>
                  <a:pt x="1463328" y="45422"/>
                </a:cubicBezTo>
                <a:cubicBezTo>
                  <a:pt x="1459333" y="48915"/>
                  <a:pt x="1457336" y="55540"/>
                  <a:pt x="1457336" y="65299"/>
                </a:cubicBezTo>
                <a:lnTo>
                  <a:pt x="1457336" y="106919"/>
                </a:lnTo>
                <a:lnTo>
                  <a:pt x="1444420" y="106919"/>
                </a:lnTo>
                <a:close/>
                <a:moveTo>
                  <a:pt x="1575857" y="97303"/>
                </a:moveTo>
                <a:cubicBezTo>
                  <a:pt x="1571073" y="101449"/>
                  <a:pt x="1566469" y="104375"/>
                  <a:pt x="1562044" y="106082"/>
                </a:cubicBezTo>
                <a:cubicBezTo>
                  <a:pt x="1557619" y="107788"/>
                  <a:pt x="1552871" y="108641"/>
                  <a:pt x="1547800" y="108641"/>
                </a:cubicBezTo>
                <a:cubicBezTo>
                  <a:pt x="1539428" y="108641"/>
                  <a:pt x="1532994" y="106596"/>
                  <a:pt x="1528497" y="102505"/>
                </a:cubicBezTo>
                <a:cubicBezTo>
                  <a:pt x="1524000" y="98415"/>
                  <a:pt x="1521752" y="93189"/>
                  <a:pt x="1521752" y="86826"/>
                </a:cubicBezTo>
                <a:cubicBezTo>
                  <a:pt x="1521752" y="83095"/>
                  <a:pt x="1522601" y="79687"/>
                  <a:pt x="1524299" y="76601"/>
                </a:cubicBezTo>
                <a:cubicBezTo>
                  <a:pt x="1525998" y="73515"/>
                  <a:pt x="1528222" y="71040"/>
                  <a:pt x="1530973" y="69174"/>
                </a:cubicBezTo>
                <a:cubicBezTo>
                  <a:pt x="1533723" y="67308"/>
                  <a:pt x="1536821" y="65897"/>
                  <a:pt x="1540265" y="64940"/>
                </a:cubicBezTo>
                <a:cubicBezTo>
                  <a:pt x="1542801" y="64271"/>
                  <a:pt x="1546628" y="63625"/>
                  <a:pt x="1551746" y="63003"/>
                </a:cubicBezTo>
                <a:cubicBezTo>
                  <a:pt x="1562175" y="61759"/>
                  <a:pt x="1569853" y="60276"/>
                  <a:pt x="1574781" y="58554"/>
                </a:cubicBezTo>
                <a:cubicBezTo>
                  <a:pt x="1574828" y="56792"/>
                  <a:pt x="1574852" y="55672"/>
                  <a:pt x="1574852" y="55195"/>
                </a:cubicBezTo>
                <a:cubicBezTo>
                  <a:pt x="1574852" y="49952"/>
                  <a:pt x="1573632" y="46259"/>
                  <a:pt x="1571193" y="44115"/>
                </a:cubicBezTo>
                <a:cubicBezTo>
                  <a:pt x="1567892" y="41207"/>
                  <a:pt x="1562988" y="39754"/>
                  <a:pt x="1556482" y="39754"/>
                </a:cubicBezTo>
                <a:cubicBezTo>
                  <a:pt x="1550407" y="39754"/>
                  <a:pt x="1545922" y="40818"/>
                  <a:pt x="1543028" y="42947"/>
                </a:cubicBezTo>
                <a:cubicBezTo>
                  <a:pt x="1540134" y="45076"/>
                  <a:pt x="1537993" y="48843"/>
                  <a:pt x="1536606" y="54249"/>
                </a:cubicBezTo>
                <a:lnTo>
                  <a:pt x="1523976" y="52526"/>
                </a:lnTo>
                <a:cubicBezTo>
                  <a:pt x="1525124" y="47104"/>
                  <a:pt x="1527014" y="42726"/>
                  <a:pt x="1529645" y="39390"/>
                </a:cubicBezTo>
                <a:cubicBezTo>
                  <a:pt x="1532276" y="36055"/>
                  <a:pt x="1536079" y="33488"/>
                  <a:pt x="1541055" y="31690"/>
                </a:cubicBezTo>
                <a:cubicBezTo>
                  <a:pt x="1546030" y="29890"/>
                  <a:pt x="1551794" y="28990"/>
                  <a:pt x="1558348" y="28990"/>
                </a:cubicBezTo>
                <a:cubicBezTo>
                  <a:pt x="1564854" y="28990"/>
                  <a:pt x="1570140" y="29758"/>
                  <a:pt x="1574207" y="31295"/>
                </a:cubicBezTo>
                <a:cubicBezTo>
                  <a:pt x="1578273" y="32831"/>
                  <a:pt x="1581263" y="34763"/>
                  <a:pt x="1583176" y="37092"/>
                </a:cubicBezTo>
                <a:cubicBezTo>
                  <a:pt x="1585090" y="39420"/>
                  <a:pt x="1586429" y="42360"/>
                  <a:pt x="1587195" y="45914"/>
                </a:cubicBezTo>
                <a:cubicBezTo>
                  <a:pt x="1587625" y="48122"/>
                  <a:pt x="1587840" y="52088"/>
                  <a:pt x="1587840" y="57812"/>
                </a:cubicBezTo>
                <a:lnTo>
                  <a:pt x="1587840" y="74984"/>
                </a:lnTo>
                <a:cubicBezTo>
                  <a:pt x="1587840" y="86957"/>
                  <a:pt x="1588116" y="94540"/>
                  <a:pt x="1588666" y="97734"/>
                </a:cubicBezTo>
                <a:cubicBezTo>
                  <a:pt x="1589216" y="100927"/>
                  <a:pt x="1590304" y="103988"/>
                  <a:pt x="1591931" y="106919"/>
                </a:cubicBezTo>
                <a:lnTo>
                  <a:pt x="1578440" y="106919"/>
                </a:lnTo>
                <a:cubicBezTo>
                  <a:pt x="1577101" y="104178"/>
                  <a:pt x="1576240" y="100973"/>
                  <a:pt x="1575857" y="97303"/>
                </a:cubicBezTo>
                <a:moveTo>
                  <a:pt x="1574781" y="68744"/>
                </a:moveTo>
                <a:cubicBezTo>
                  <a:pt x="1570092" y="70648"/>
                  <a:pt x="1563060" y="72267"/>
                  <a:pt x="1553684" y="73601"/>
                </a:cubicBezTo>
                <a:cubicBezTo>
                  <a:pt x="1548374" y="74362"/>
                  <a:pt x="1544619" y="75218"/>
                  <a:pt x="1542418" y="76171"/>
                </a:cubicBezTo>
                <a:cubicBezTo>
                  <a:pt x="1540217" y="77123"/>
                  <a:pt x="1538519" y="78515"/>
                  <a:pt x="1537323" y="80348"/>
                </a:cubicBezTo>
                <a:cubicBezTo>
                  <a:pt x="1536127" y="82181"/>
                  <a:pt x="1535529" y="84216"/>
                  <a:pt x="1535529" y="86454"/>
                </a:cubicBezTo>
                <a:cubicBezTo>
                  <a:pt x="1535529" y="89882"/>
                  <a:pt x="1536833" y="92739"/>
                  <a:pt x="1539440" y="95025"/>
                </a:cubicBezTo>
                <a:cubicBezTo>
                  <a:pt x="1542047" y="97309"/>
                  <a:pt x="1545862" y="98451"/>
                  <a:pt x="1550885" y="98451"/>
                </a:cubicBezTo>
                <a:cubicBezTo>
                  <a:pt x="1555861" y="98451"/>
                  <a:pt x="1560286" y="97367"/>
                  <a:pt x="1564161" y="95197"/>
                </a:cubicBezTo>
                <a:cubicBezTo>
                  <a:pt x="1568035" y="93027"/>
                  <a:pt x="1570882" y="90062"/>
                  <a:pt x="1572700" y="86302"/>
                </a:cubicBezTo>
                <a:cubicBezTo>
                  <a:pt x="1574087" y="83400"/>
                  <a:pt x="1574781" y="79118"/>
                  <a:pt x="1574781" y="73455"/>
                </a:cubicBezTo>
                <a:lnTo>
                  <a:pt x="1574781" y="68744"/>
                </a:lnTo>
                <a:close/>
                <a:moveTo>
                  <a:pt x="1607838" y="106919"/>
                </a:moveTo>
                <a:lnTo>
                  <a:pt x="1607838" y="30712"/>
                </a:lnTo>
                <a:lnTo>
                  <a:pt x="1619391" y="30712"/>
                </a:lnTo>
                <a:lnTo>
                  <a:pt x="1619391" y="41404"/>
                </a:lnTo>
                <a:cubicBezTo>
                  <a:pt x="1621783" y="37673"/>
                  <a:pt x="1624965" y="34671"/>
                  <a:pt x="1628935" y="32398"/>
                </a:cubicBezTo>
                <a:cubicBezTo>
                  <a:pt x="1632906" y="30126"/>
                  <a:pt x="1637426" y="28990"/>
                  <a:pt x="1642497" y="28990"/>
                </a:cubicBezTo>
                <a:cubicBezTo>
                  <a:pt x="1648142" y="28990"/>
                  <a:pt x="1652771" y="30162"/>
                  <a:pt x="1656382" y="32506"/>
                </a:cubicBezTo>
                <a:cubicBezTo>
                  <a:pt x="1659994" y="34850"/>
                  <a:pt x="1662541" y="38127"/>
                  <a:pt x="1664024" y="42337"/>
                </a:cubicBezTo>
                <a:cubicBezTo>
                  <a:pt x="1670052" y="33439"/>
                  <a:pt x="1677898" y="28990"/>
                  <a:pt x="1687561" y="28990"/>
                </a:cubicBezTo>
                <a:cubicBezTo>
                  <a:pt x="1695119" y="28990"/>
                  <a:pt x="1700932" y="31083"/>
                  <a:pt x="1704998" y="35269"/>
                </a:cubicBezTo>
                <a:cubicBezTo>
                  <a:pt x="1709064" y="39455"/>
                  <a:pt x="1711097" y="45901"/>
                  <a:pt x="1711097" y="54607"/>
                </a:cubicBezTo>
                <a:lnTo>
                  <a:pt x="1711097" y="106919"/>
                </a:lnTo>
                <a:lnTo>
                  <a:pt x="1698253" y="106919"/>
                </a:lnTo>
                <a:lnTo>
                  <a:pt x="1698253" y="58913"/>
                </a:lnTo>
                <a:cubicBezTo>
                  <a:pt x="1698253" y="53746"/>
                  <a:pt x="1697834" y="50027"/>
                  <a:pt x="1696997" y="47755"/>
                </a:cubicBezTo>
                <a:cubicBezTo>
                  <a:pt x="1696160" y="45482"/>
                  <a:pt x="1694641" y="43652"/>
                  <a:pt x="1692440" y="42265"/>
                </a:cubicBezTo>
                <a:cubicBezTo>
                  <a:pt x="1690240" y="40878"/>
                  <a:pt x="1687657" y="40184"/>
                  <a:pt x="1684691" y="40184"/>
                </a:cubicBezTo>
                <a:cubicBezTo>
                  <a:pt x="1679333" y="40184"/>
                  <a:pt x="1674884" y="41966"/>
                  <a:pt x="1671344" y="45530"/>
                </a:cubicBezTo>
                <a:cubicBezTo>
                  <a:pt x="1667804" y="49094"/>
                  <a:pt x="1666034" y="54799"/>
                  <a:pt x="1666034" y="62644"/>
                </a:cubicBezTo>
                <a:lnTo>
                  <a:pt x="1666034" y="106919"/>
                </a:lnTo>
                <a:lnTo>
                  <a:pt x="1653117" y="106919"/>
                </a:lnTo>
                <a:lnTo>
                  <a:pt x="1653117" y="57406"/>
                </a:lnTo>
                <a:cubicBezTo>
                  <a:pt x="1653117" y="51665"/>
                  <a:pt x="1652065" y="47360"/>
                  <a:pt x="1649960" y="44490"/>
                </a:cubicBezTo>
                <a:cubicBezTo>
                  <a:pt x="1647855" y="41619"/>
                  <a:pt x="1644411" y="40184"/>
                  <a:pt x="1639627" y="40184"/>
                </a:cubicBezTo>
                <a:cubicBezTo>
                  <a:pt x="1635991" y="40184"/>
                  <a:pt x="1632631" y="41141"/>
                  <a:pt x="1629545" y="43054"/>
                </a:cubicBezTo>
                <a:cubicBezTo>
                  <a:pt x="1626459" y="44968"/>
                  <a:pt x="1624223" y="47767"/>
                  <a:pt x="1622836" y="51450"/>
                </a:cubicBezTo>
                <a:cubicBezTo>
                  <a:pt x="1621448" y="55134"/>
                  <a:pt x="1620755" y="60444"/>
                  <a:pt x="1620755" y="67380"/>
                </a:cubicBezTo>
                <a:lnTo>
                  <a:pt x="1620755" y="106919"/>
                </a:lnTo>
                <a:lnTo>
                  <a:pt x="1607838" y="106919"/>
                </a:lnTo>
                <a:close/>
                <a:moveTo>
                  <a:pt x="1782423" y="82234"/>
                </a:moveTo>
                <a:lnTo>
                  <a:pt x="1795770" y="83956"/>
                </a:lnTo>
                <a:cubicBezTo>
                  <a:pt x="1793665" y="91776"/>
                  <a:pt x="1789766" y="97846"/>
                  <a:pt x="1784074" y="102165"/>
                </a:cubicBezTo>
                <a:cubicBezTo>
                  <a:pt x="1778381" y="106482"/>
                  <a:pt x="1771109" y="108641"/>
                  <a:pt x="1762259" y="108641"/>
                </a:cubicBezTo>
                <a:cubicBezTo>
                  <a:pt x="1751113" y="108641"/>
                  <a:pt x="1742275" y="105208"/>
                  <a:pt x="1735745" y="98344"/>
                </a:cubicBezTo>
                <a:cubicBezTo>
                  <a:pt x="1729215" y="91479"/>
                  <a:pt x="1725950" y="81851"/>
                  <a:pt x="1725950" y="69461"/>
                </a:cubicBezTo>
                <a:cubicBezTo>
                  <a:pt x="1725950" y="56641"/>
                  <a:pt x="1729251" y="46690"/>
                  <a:pt x="1735853" y="39610"/>
                </a:cubicBezTo>
                <a:cubicBezTo>
                  <a:pt x="1742454" y="32530"/>
                  <a:pt x="1751017" y="28990"/>
                  <a:pt x="1761542" y="28990"/>
                </a:cubicBezTo>
                <a:cubicBezTo>
                  <a:pt x="1771731" y="28990"/>
                  <a:pt x="1780055" y="32453"/>
                  <a:pt x="1786513" y="39379"/>
                </a:cubicBezTo>
                <a:cubicBezTo>
                  <a:pt x="1792971" y="46304"/>
                  <a:pt x="1796201" y="56046"/>
                  <a:pt x="1796201" y="68607"/>
                </a:cubicBezTo>
                <a:cubicBezTo>
                  <a:pt x="1796201" y="69371"/>
                  <a:pt x="1796177" y="70517"/>
                  <a:pt x="1796129" y="72044"/>
                </a:cubicBezTo>
                <a:lnTo>
                  <a:pt x="1739297" y="72044"/>
                </a:lnTo>
                <a:cubicBezTo>
                  <a:pt x="1739775" y="80440"/>
                  <a:pt x="1742143" y="86868"/>
                  <a:pt x="1746401" y="91329"/>
                </a:cubicBezTo>
                <a:cubicBezTo>
                  <a:pt x="1750658" y="95790"/>
                  <a:pt x="1755969" y="98021"/>
                  <a:pt x="1762331" y="98021"/>
                </a:cubicBezTo>
                <a:cubicBezTo>
                  <a:pt x="1767067" y="98021"/>
                  <a:pt x="1771109" y="96766"/>
                  <a:pt x="1774458" y="94256"/>
                </a:cubicBezTo>
                <a:cubicBezTo>
                  <a:pt x="1777807" y="91744"/>
                  <a:pt x="1780462" y="87737"/>
                  <a:pt x="1782423" y="82234"/>
                </a:cubicBezTo>
                <a:moveTo>
                  <a:pt x="1740014" y="61424"/>
                </a:moveTo>
                <a:lnTo>
                  <a:pt x="1782567" y="61424"/>
                </a:lnTo>
                <a:cubicBezTo>
                  <a:pt x="1781993" y="55035"/>
                  <a:pt x="1780366" y="50243"/>
                  <a:pt x="1777687" y="47048"/>
                </a:cubicBezTo>
                <a:cubicBezTo>
                  <a:pt x="1773573" y="42089"/>
                  <a:pt x="1768239" y="39610"/>
                  <a:pt x="1761685" y="39610"/>
                </a:cubicBezTo>
                <a:cubicBezTo>
                  <a:pt x="1755753" y="39610"/>
                  <a:pt x="1750766" y="41589"/>
                  <a:pt x="1746724" y="45548"/>
                </a:cubicBezTo>
                <a:cubicBezTo>
                  <a:pt x="1742681" y="49505"/>
                  <a:pt x="1740445" y="54797"/>
                  <a:pt x="1740014" y="61424"/>
                </a:cubicBezTo>
                <a:close/>
                <a:moveTo>
                  <a:pt x="1902401" y="97303"/>
                </a:moveTo>
                <a:cubicBezTo>
                  <a:pt x="1897617" y="101449"/>
                  <a:pt x="1893012" y="104375"/>
                  <a:pt x="1888587" y="106082"/>
                </a:cubicBezTo>
                <a:cubicBezTo>
                  <a:pt x="1884162" y="107788"/>
                  <a:pt x="1879414" y="108641"/>
                  <a:pt x="1874343" y="108641"/>
                </a:cubicBezTo>
                <a:cubicBezTo>
                  <a:pt x="1865972" y="108641"/>
                  <a:pt x="1859537" y="106596"/>
                  <a:pt x="1855041" y="102505"/>
                </a:cubicBezTo>
                <a:cubicBezTo>
                  <a:pt x="1850544" y="98415"/>
                  <a:pt x="1848295" y="93189"/>
                  <a:pt x="1848295" y="86826"/>
                </a:cubicBezTo>
                <a:cubicBezTo>
                  <a:pt x="1848295" y="83095"/>
                  <a:pt x="1849145" y="79687"/>
                  <a:pt x="1850843" y="76601"/>
                </a:cubicBezTo>
                <a:cubicBezTo>
                  <a:pt x="1852541" y="73515"/>
                  <a:pt x="1854766" y="71040"/>
                  <a:pt x="1857516" y="69174"/>
                </a:cubicBezTo>
                <a:cubicBezTo>
                  <a:pt x="1860267" y="67308"/>
                  <a:pt x="1863365" y="65897"/>
                  <a:pt x="1866809" y="64940"/>
                </a:cubicBezTo>
                <a:cubicBezTo>
                  <a:pt x="1869344" y="64271"/>
                  <a:pt x="1873171" y="63625"/>
                  <a:pt x="1878290" y="63003"/>
                </a:cubicBezTo>
                <a:cubicBezTo>
                  <a:pt x="1888719" y="61759"/>
                  <a:pt x="1896397" y="60276"/>
                  <a:pt x="1901324" y="58554"/>
                </a:cubicBezTo>
                <a:cubicBezTo>
                  <a:pt x="1901372" y="56792"/>
                  <a:pt x="1901396" y="55672"/>
                  <a:pt x="1901396" y="55195"/>
                </a:cubicBezTo>
                <a:cubicBezTo>
                  <a:pt x="1901396" y="49952"/>
                  <a:pt x="1900176" y="46259"/>
                  <a:pt x="1897736" y="44115"/>
                </a:cubicBezTo>
                <a:cubicBezTo>
                  <a:pt x="1894435" y="41207"/>
                  <a:pt x="1889532" y="39754"/>
                  <a:pt x="1883026" y="39754"/>
                </a:cubicBezTo>
                <a:cubicBezTo>
                  <a:pt x="1876951" y="39754"/>
                  <a:pt x="1872466" y="40818"/>
                  <a:pt x="1869572" y="42947"/>
                </a:cubicBezTo>
                <a:cubicBezTo>
                  <a:pt x="1866677" y="45076"/>
                  <a:pt x="1864537" y="48843"/>
                  <a:pt x="1863149" y="54249"/>
                </a:cubicBezTo>
                <a:lnTo>
                  <a:pt x="1850520" y="52526"/>
                </a:lnTo>
                <a:cubicBezTo>
                  <a:pt x="1851668" y="47104"/>
                  <a:pt x="1853558" y="42726"/>
                  <a:pt x="1856189" y="39390"/>
                </a:cubicBezTo>
                <a:cubicBezTo>
                  <a:pt x="1858820" y="36055"/>
                  <a:pt x="1862623" y="33488"/>
                  <a:pt x="1867598" y="31690"/>
                </a:cubicBezTo>
                <a:cubicBezTo>
                  <a:pt x="1872573" y="29890"/>
                  <a:pt x="1878338" y="28990"/>
                  <a:pt x="1884892" y="28990"/>
                </a:cubicBezTo>
                <a:cubicBezTo>
                  <a:pt x="1891398" y="28990"/>
                  <a:pt x="1896684" y="29758"/>
                  <a:pt x="1900750" y="31295"/>
                </a:cubicBezTo>
                <a:cubicBezTo>
                  <a:pt x="1904816" y="32831"/>
                  <a:pt x="1907806" y="34763"/>
                  <a:pt x="1909720" y="37092"/>
                </a:cubicBezTo>
                <a:cubicBezTo>
                  <a:pt x="1911633" y="39420"/>
                  <a:pt x="1912973" y="42360"/>
                  <a:pt x="1913738" y="45914"/>
                </a:cubicBezTo>
                <a:cubicBezTo>
                  <a:pt x="1914169" y="48122"/>
                  <a:pt x="1914384" y="52088"/>
                  <a:pt x="1914384" y="57812"/>
                </a:cubicBezTo>
                <a:lnTo>
                  <a:pt x="1914384" y="74984"/>
                </a:lnTo>
                <a:cubicBezTo>
                  <a:pt x="1914384" y="86957"/>
                  <a:pt x="1914659" y="94540"/>
                  <a:pt x="1915209" y="97734"/>
                </a:cubicBezTo>
                <a:cubicBezTo>
                  <a:pt x="1915759" y="100927"/>
                  <a:pt x="1916848" y="103988"/>
                  <a:pt x="1918474" y="106919"/>
                </a:cubicBezTo>
                <a:lnTo>
                  <a:pt x="1904984" y="106919"/>
                </a:lnTo>
                <a:cubicBezTo>
                  <a:pt x="1903644" y="104178"/>
                  <a:pt x="1902783" y="100973"/>
                  <a:pt x="1902401" y="97303"/>
                </a:cubicBezTo>
                <a:moveTo>
                  <a:pt x="1901324" y="68744"/>
                </a:moveTo>
                <a:cubicBezTo>
                  <a:pt x="1896636" y="70648"/>
                  <a:pt x="1889604" y="72267"/>
                  <a:pt x="1880228" y="73601"/>
                </a:cubicBezTo>
                <a:cubicBezTo>
                  <a:pt x="1874917" y="74362"/>
                  <a:pt x="1871162" y="75218"/>
                  <a:pt x="1868962" y="76171"/>
                </a:cubicBezTo>
                <a:cubicBezTo>
                  <a:pt x="1866761" y="77123"/>
                  <a:pt x="1865063" y="78515"/>
                  <a:pt x="1863867" y="80348"/>
                </a:cubicBezTo>
                <a:cubicBezTo>
                  <a:pt x="1862671" y="82181"/>
                  <a:pt x="1862073" y="84216"/>
                  <a:pt x="1862073" y="86454"/>
                </a:cubicBezTo>
                <a:cubicBezTo>
                  <a:pt x="1862073" y="89882"/>
                  <a:pt x="1863376" y="92739"/>
                  <a:pt x="1865984" y="95025"/>
                </a:cubicBezTo>
                <a:cubicBezTo>
                  <a:pt x="1868591" y="97309"/>
                  <a:pt x="1872406" y="98451"/>
                  <a:pt x="1877429" y="98451"/>
                </a:cubicBezTo>
                <a:cubicBezTo>
                  <a:pt x="1882404" y="98451"/>
                  <a:pt x="1886829" y="97367"/>
                  <a:pt x="1890704" y="95197"/>
                </a:cubicBezTo>
                <a:cubicBezTo>
                  <a:pt x="1894579" y="93027"/>
                  <a:pt x="1897425" y="90062"/>
                  <a:pt x="1899243" y="86302"/>
                </a:cubicBezTo>
                <a:cubicBezTo>
                  <a:pt x="1900631" y="83400"/>
                  <a:pt x="1901324" y="79118"/>
                  <a:pt x="1901324" y="73455"/>
                </a:cubicBezTo>
                <a:lnTo>
                  <a:pt x="1901324" y="68744"/>
                </a:lnTo>
                <a:close/>
                <a:moveTo>
                  <a:pt x="1934382" y="106919"/>
                </a:moveTo>
                <a:lnTo>
                  <a:pt x="1934382" y="30712"/>
                </a:lnTo>
                <a:lnTo>
                  <a:pt x="1946007" y="30712"/>
                </a:lnTo>
                <a:lnTo>
                  <a:pt x="1946007" y="41548"/>
                </a:lnTo>
                <a:cubicBezTo>
                  <a:pt x="1951604" y="33176"/>
                  <a:pt x="1959688" y="28990"/>
                  <a:pt x="1970261" y="28990"/>
                </a:cubicBezTo>
                <a:cubicBezTo>
                  <a:pt x="1974853" y="28990"/>
                  <a:pt x="1979075" y="29815"/>
                  <a:pt x="1982926" y="31466"/>
                </a:cubicBezTo>
                <a:cubicBezTo>
                  <a:pt x="1986777" y="33116"/>
                  <a:pt x="1989659" y="35281"/>
                  <a:pt x="1991572" y="37960"/>
                </a:cubicBezTo>
                <a:cubicBezTo>
                  <a:pt x="1993486" y="40639"/>
                  <a:pt x="1994825" y="43820"/>
                  <a:pt x="1995591" y="47503"/>
                </a:cubicBezTo>
                <a:cubicBezTo>
                  <a:pt x="1996069" y="49895"/>
                  <a:pt x="1996308" y="54081"/>
                  <a:pt x="1996308" y="60061"/>
                </a:cubicBezTo>
                <a:lnTo>
                  <a:pt x="1996308" y="106919"/>
                </a:lnTo>
                <a:lnTo>
                  <a:pt x="1983392" y="106919"/>
                </a:lnTo>
                <a:lnTo>
                  <a:pt x="1983392" y="60563"/>
                </a:lnTo>
                <a:cubicBezTo>
                  <a:pt x="1983392" y="55301"/>
                  <a:pt x="1982890" y="51366"/>
                  <a:pt x="1981885" y="48759"/>
                </a:cubicBezTo>
                <a:cubicBezTo>
                  <a:pt x="1980881" y="46152"/>
                  <a:pt x="1979099" y="44071"/>
                  <a:pt x="1976539" y="42516"/>
                </a:cubicBezTo>
                <a:cubicBezTo>
                  <a:pt x="1973980" y="40962"/>
                  <a:pt x="1970978" y="40184"/>
                  <a:pt x="1967534" y="40184"/>
                </a:cubicBezTo>
                <a:cubicBezTo>
                  <a:pt x="1962032" y="40184"/>
                  <a:pt x="1957284" y="41930"/>
                  <a:pt x="1953290" y="45422"/>
                </a:cubicBezTo>
                <a:cubicBezTo>
                  <a:pt x="1949295" y="48915"/>
                  <a:pt x="1947298" y="55540"/>
                  <a:pt x="1947298" y="65299"/>
                </a:cubicBezTo>
                <a:lnTo>
                  <a:pt x="1947298" y="106919"/>
                </a:lnTo>
                <a:lnTo>
                  <a:pt x="1934382" y="106919"/>
                </a:lnTo>
                <a:close/>
                <a:moveTo>
                  <a:pt x="2065532" y="106919"/>
                </a:moveTo>
                <a:lnTo>
                  <a:pt x="2065532" y="97303"/>
                </a:lnTo>
                <a:cubicBezTo>
                  <a:pt x="2060700" y="104862"/>
                  <a:pt x="2053596" y="108641"/>
                  <a:pt x="2044220" y="108641"/>
                </a:cubicBezTo>
                <a:cubicBezTo>
                  <a:pt x="2038145" y="108641"/>
                  <a:pt x="2032560" y="106966"/>
                  <a:pt x="2027465" y="103618"/>
                </a:cubicBezTo>
                <a:cubicBezTo>
                  <a:pt x="2022370" y="100269"/>
                  <a:pt x="2018423" y="95593"/>
                  <a:pt x="2015625" y="89589"/>
                </a:cubicBezTo>
                <a:cubicBezTo>
                  <a:pt x="2012826" y="83585"/>
                  <a:pt x="2011427" y="76685"/>
                  <a:pt x="2011427" y="68887"/>
                </a:cubicBezTo>
                <a:cubicBezTo>
                  <a:pt x="2011427" y="61281"/>
                  <a:pt x="2012695" y="54380"/>
                  <a:pt x="2015230" y="48185"/>
                </a:cubicBezTo>
                <a:cubicBezTo>
                  <a:pt x="2017766" y="41990"/>
                  <a:pt x="2021569" y="37242"/>
                  <a:pt x="2026640" y="33941"/>
                </a:cubicBezTo>
                <a:cubicBezTo>
                  <a:pt x="2031710" y="30640"/>
                  <a:pt x="2037379" y="28990"/>
                  <a:pt x="2043646" y="28990"/>
                </a:cubicBezTo>
                <a:cubicBezTo>
                  <a:pt x="2048239" y="28990"/>
                  <a:pt x="2052329" y="29965"/>
                  <a:pt x="2055917" y="31916"/>
                </a:cubicBezTo>
                <a:cubicBezTo>
                  <a:pt x="2059504" y="33866"/>
                  <a:pt x="2062423" y="36406"/>
                  <a:pt x="2064671" y="39536"/>
                </a:cubicBezTo>
                <a:lnTo>
                  <a:pt x="2064671" y="1722"/>
                </a:lnTo>
                <a:lnTo>
                  <a:pt x="2077516" y="1722"/>
                </a:lnTo>
                <a:lnTo>
                  <a:pt x="2077516" y="106919"/>
                </a:lnTo>
                <a:lnTo>
                  <a:pt x="2065532" y="106919"/>
                </a:lnTo>
                <a:moveTo>
                  <a:pt x="2024702" y="68923"/>
                </a:moveTo>
                <a:cubicBezTo>
                  <a:pt x="2024702" y="78670"/>
                  <a:pt x="2026759" y="85956"/>
                  <a:pt x="2030873" y="90782"/>
                </a:cubicBezTo>
                <a:cubicBezTo>
                  <a:pt x="2034987" y="95608"/>
                  <a:pt x="2039843" y="98021"/>
                  <a:pt x="2045440" y="98021"/>
                </a:cubicBezTo>
                <a:cubicBezTo>
                  <a:pt x="2051085" y="98021"/>
                  <a:pt x="2055881" y="95715"/>
                  <a:pt x="2059827" y="91105"/>
                </a:cubicBezTo>
                <a:cubicBezTo>
                  <a:pt x="2063774" y="86495"/>
                  <a:pt x="2065747" y="79459"/>
                  <a:pt x="2065747" y="69997"/>
                </a:cubicBezTo>
                <a:cubicBezTo>
                  <a:pt x="2065747" y="59582"/>
                  <a:pt x="2063738" y="51937"/>
                  <a:pt x="2059720" y="47064"/>
                </a:cubicBezTo>
                <a:cubicBezTo>
                  <a:pt x="2055701" y="42190"/>
                  <a:pt x="2050750" y="39754"/>
                  <a:pt x="2044866" y="39754"/>
                </a:cubicBezTo>
                <a:cubicBezTo>
                  <a:pt x="2039125" y="39754"/>
                  <a:pt x="2034330" y="42095"/>
                  <a:pt x="2030479" y="46777"/>
                </a:cubicBezTo>
                <a:cubicBezTo>
                  <a:pt x="2026628" y="51459"/>
                  <a:pt x="2024702" y="58841"/>
                  <a:pt x="2024702" y="68923"/>
                </a:cubicBezTo>
                <a:close/>
                <a:moveTo>
                  <a:pt x="2166709" y="95366"/>
                </a:moveTo>
                <a:lnTo>
                  <a:pt x="2168575" y="106775"/>
                </a:lnTo>
                <a:cubicBezTo>
                  <a:pt x="2164939" y="107540"/>
                  <a:pt x="2161686" y="107923"/>
                  <a:pt x="2158816" y="107923"/>
                </a:cubicBezTo>
                <a:cubicBezTo>
                  <a:pt x="2154127" y="107923"/>
                  <a:pt x="2150492" y="107182"/>
                  <a:pt x="2147908" y="105699"/>
                </a:cubicBezTo>
                <a:cubicBezTo>
                  <a:pt x="2145325" y="104216"/>
                  <a:pt x="2143507" y="102266"/>
                  <a:pt x="2142455" y="99850"/>
                </a:cubicBezTo>
                <a:cubicBezTo>
                  <a:pt x="2141402" y="97435"/>
                  <a:pt x="2140876" y="92352"/>
                  <a:pt x="2140876" y="84602"/>
                </a:cubicBezTo>
                <a:lnTo>
                  <a:pt x="2140876" y="40758"/>
                </a:lnTo>
                <a:lnTo>
                  <a:pt x="2131404" y="40758"/>
                </a:lnTo>
                <a:lnTo>
                  <a:pt x="2131404" y="30712"/>
                </a:lnTo>
                <a:lnTo>
                  <a:pt x="2140876" y="30712"/>
                </a:lnTo>
                <a:lnTo>
                  <a:pt x="2140876" y="11840"/>
                </a:lnTo>
                <a:lnTo>
                  <a:pt x="2153721" y="4090"/>
                </a:lnTo>
                <a:lnTo>
                  <a:pt x="2153721" y="30712"/>
                </a:lnTo>
                <a:lnTo>
                  <a:pt x="2166709" y="30712"/>
                </a:lnTo>
                <a:lnTo>
                  <a:pt x="2166709" y="40758"/>
                </a:lnTo>
                <a:lnTo>
                  <a:pt x="2153721" y="40758"/>
                </a:lnTo>
                <a:lnTo>
                  <a:pt x="2153721" y="85320"/>
                </a:lnTo>
                <a:cubicBezTo>
                  <a:pt x="2153721" y="89003"/>
                  <a:pt x="2153948" y="91371"/>
                  <a:pt x="2154402" y="92424"/>
                </a:cubicBezTo>
                <a:cubicBezTo>
                  <a:pt x="2154857" y="93476"/>
                  <a:pt x="2155598" y="94313"/>
                  <a:pt x="2156627" y="94935"/>
                </a:cubicBezTo>
                <a:cubicBezTo>
                  <a:pt x="2157655" y="95557"/>
                  <a:pt x="2159126" y="95868"/>
                  <a:pt x="2161040" y="95868"/>
                </a:cubicBezTo>
                <a:cubicBezTo>
                  <a:pt x="2162475" y="95868"/>
                  <a:pt x="2164365" y="95701"/>
                  <a:pt x="2166709" y="95366"/>
                </a:cubicBezTo>
                <a:close/>
                <a:moveTo>
                  <a:pt x="2178642" y="136348"/>
                </a:moveTo>
                <a:lnTo>
                  <a:pt x="2177207" y="124284"/>
                </a:lnTo>
                <a:cubicBezTo>
                  <a:pt x="2180029" y="125049"/>
                  <a:pt x="2182493" y="125432"/>
                  <a:pt x="2184598" y="125432"/>
                </a:cubicBezTo>
                <a:cubicBezTo>
                  <a:pt x="2187468" y="125432"/>
                  <a:pt x="2189764" y="124953"/>
                  <a:pt x="2191486" y="123995"/>
                </a:cubicBezTo>
                <a:cubicBezTo>
                  <a:pt x="2193209" y="123036"/>
                  <a:pt x="2194620" y="121695"/>
                  <a:pt x="2195720" y="119969"/>
                </a:cubicBezTo>
                <a:cubicBezTo>
                  <a:pt x="2196533" y="118676"/>
                  <a:pt x="2197849" y="115467"/>
                  <a:pt x="2199667" y="110341"/>
                </a:cubicBezTo>
                <a:cubicBezTo>
                  <a:pt x="2199906" y="109621"/>
                  <a:pt x="2200289" y="108568"/>
                  <a:pt x="2200815" y="107179"/>
                </a:cubicBezTo>
                <a:lnTo>
                  <a:pt x="2171897" y="30712"/>
                </a:lnTo>
                <a:lnTo>
                  <a:pt x="2185818" y="30712"/>
                </a:lnTo>
                <a:lnTo>
                  <a:pt x="2201676" y="74856"/>
                </a:lnTo>
                <a:cubicBezTo>
                  <a:pt x="2203733" y="80455"/>
                  <a:pt x="2205575" y="86341"/>
                  <a:pt x="2207201" y="92513"/>
                </a:cubicBezTo>
                <a:cubicBezTo>
                  <a:pt x="2208684" y="86568"/>
                  <a:pt x="2210454" y="80774"/>
                  <a:pt x="2212511" y="75132"/>
                </a:cubicBezTo>
                <a:lnTo>
                  <a:pt x="2228800" y="30712"/>
                </a:lnTo>
                <a:lnTo>
                  <a:pt x="2241717" y="30712"/>
                </a:lnTo>
                <a:lnTo>
                  <a:pt x="2212727" y="108201"/>
                </a:lnTo>
                <a:cubicBezTo>
                  <a:pt x="2209617" y="116595"/>
                  <a:pt x="2207201" y="122376"/>
                  <a:pt x="2205479" y="125542"/>
                </a:cubicBezTo>
                <a:cubicBezTo>
                  <a:pt x="2203183" y="129811"/>
                  <a:pt x="2200552" y="132941"/>
                  <a:pt x="2197586" y="134931"/>
                </a:cubicBezTo>
                <a:cubicBezTo>
                  <a:pt x="2194620" y="136922"/>
                  <a:pt x="2191080" y="137918"/>
                  <a:pt x="2186966" y="137918"/>
                </a:cubicBezTo>
                <a:cubicBezTo>
                  <a:pt x="2184478" y="137918"/>
                  <a:pt x="2181703" y="137395"/>
                  <a:pt x="2178642" y="136348"/>
                </a:cubicBezTo>
                <a:close/>
                <a:moveTo>
                  <a:pt x="2252695" y="136196"/>
                </a:moveTo>
                <a:lnTo>
                  <a:pt x="2252695" y="30712"/>
                </a:lnTo>
                <a:lnTo>
                  <a:pt x="2264464" y="30712"/>
                </a:lnTo>
                <a:lnTo>
                  <a:pt x="2264464" y="40684"/>
                </a:lnTo>
                <a:cubicBezTo>
                  <a:pt x="2267238" y="36785"/>
                  <a:pt x="2270372" y="33862"/>
                  <a:pt x="2273864" y="31914"/>
                </a:cubicBezTo>
                <a:cubicBezTo>
                  <a:pt x="2277356" y="29965"/>
                  <a:pt x="2281590" y="28990"/>
                  <a:pt x="2286565" y="28990"/>
                </a:cubicBezTo>
                <a:cubicBezTo>
                  <a:pt x="2293071" y="28990"/>
                  <a:pt x="2298811" y="30664"/>
                  <a:pt x="2303787" y="34013"/>
                </a:cubicBezTo>
                <a:cubicBezTo>
                  <a:pt x="2308762" y="37362"/>
                  <a:pt x="2312517" y="42086"/>
                  <a:pt x="2315053" y="48185"/>
                </a:cubicBezTo>
                <a:cubicBezTo>
                  <a:pt x="2317588" y="54285"/>
                  <a:pt x="2318856" y="60970"/>
                  <a:pt x="2318856" y="68241"/>
                </a:cubicBezTo>
                <a:cubicBezTo>
                  <a:pt x="2318856" y="76039"/>
                  <a:pt x="2317456" y="83059"/>
                  <a:pt x="2314658" y="89302"/>
                </a:cubicBezTo>
                <a:cubicBezTo>
                  <a:pt x="2311859" y="95545"/>
                  <a:pt x="2307793" y="100329"/>
                  <a:pt x="2302459" y="103654"/>
                </a:cubicBezTo>
                <a:cubicBezTo>
                  <a:pt x="2297125" y="106978"/>
                  <a:pt x="2291516" y="108641"/>
                  <a:pt x="2285632" y="108641"/>
                </a:cubicBezTo>
                <a:cubicBezTo>
                  <a:pt x="2281327" y="108641"/>
                  <a:pt x="2277464" y="107732"/>
                  <a:pt x="2274043" y="105914"/>
                </a:cubicBezTo>
                <a:cubicBezTo>
                  <a:pt x="2270623" y="104096"/>
                  <a:pt x="2267812" y="101800"/>
                  <a:pt x="2265612" y="99025"/>
                </a:cubicBezTo>
                <a:lnTo>
                  <a:pt x="2265612" y="136196"/>
                </a:lnTo>
                <a:lnTo>
                  <a:pt x="2252695" y="136196"/>
                </a:lnTo>
                <a:moveTo>
                  <a:pt x="2264392" y="69282"/>
                </a:moveTo>
                <a:cubicBezTo>
                  <a:pt x="2264392" y="79077"/>
                  <a:pt x="2266377" y="86315"/>
                  <a:pt x="2270348" y="90997"/>
                </a:cubicBezTo>
                <a:cubicBezTo>
                  <a:pt x="2274318" y="95680"/>
                  <a:pt x="2279126" y="98021"/>
                  <a:pt x="2284771" y="98021"/>
                </a:cubicBezTo>
                <a:cubicBezTo>
                  <a:pt x="2290511" y="98021"/>
                  <a:pt x="2295427" y="95596"/>
                  <a:pt x="2299517" y="90746"/>
                </a:cubicBezTo>
                <a:cubicBezTo>
                  <a:pt x="2303607" y="85897"/>
                  <a:pt x="2305652" y="78383"/>
                  <a:pt x="2305652" y="68205"/>
                </a:cubicBezTo>
                <a:cubicBezTo>
                  <a:pt x="2305652" y="58506"/>
                  <a:pt x="2303655" y="51244"/>
                  <a:pt x="2299661" y="46418"/>
                </a:cubicBezTo>
                <a:cubicBezTo>
                  <a:pt x="2295666" y="41592"/>
                  <a:pt x="2290894" y="39180"/>
                  <a:pt x="2285345" y="39180"/>
                </a:cubicBezTo>
                <a:cubicBezTo>
                  <a:pt x="2279844" y="39180"/>
                  <a:pt x="2274976" y="41748"/>
                  <a:pt x="2270742" y="46885"/>
                </a:cubicBezTo>
                <a:cubicBezTo>
                  <a:pt x="2266509" y="52021"/>
                  <a:pt x="2264392" y="59487"/>
                  <a:pt x="2264392" y="69282"/>
                </a:cubicBezTo>
                <a:close/>
                <a:moveTo>
                  <a:pt x="2386572" y="82234"/>
                </a:moveTo>
                <a:lnTo>
                  <a:pt x="2399919" y="83956"/>
                </a:lnTo>
                <a:cubicBezTo>
                  <a:pt x="2397814" y="91776"/>
                  <a:pt x="2393915" y="97846"/>
                  <a:pt x="2388223" y="102165"/>
                </a:cubicBezTo>
                <a:cubicBezTo>
                  <a:pt x="2382530" y="106482"/>
                  <a:pt x="2375259" y="108641"/>
                  <a:pt x="2366408" y="108641"/>
                </a:cubicBezTo>
                <a:cubicBezTo>
                  <a:pt x="2355262" y="108641"/>
                  <a:pt x="2346424" y="105208"/>
                  <a:pt x="2339894" y="98344"/>
                </a:cubicBezTo>
                <a:cubicBezTo>
                  <a:pt x="2333364" y="91479"/>
                  <a:pt x="2330099" y="81851"/>
                  <a:pt x="2330099" y="69461"/>
                </a:cubicBezTo>
                <a:cubicBezTo>
                  <a:pt x="2330099" y="56641"/>
                  <a:pt x="2333400" y="46690"/>
                  <a:pt x="2340002" y="39610"/>
                </a:cubicBezTo>
                <a:cubicBezTo>
                  <a:pt x="2346603" y="32530"/>
                  <a:pt x="2355166" y="28990"/>
                  <a:pt x="2365691" y="28990"/>
                </a:cubicBezTo>
                <a:cubicBezTo>
                  <a:pt x="2375880" y="28990"/>
                  <a:pt x="2384204" y="32453"/>
                  <a:pt x="2390662" y="39379"/>
                </a:cubicBezTo>
                <a:cubicBezTo>
                  <a:pt x="2397121" y="46304"/>
                  <a:pt x="2400350" y="56046"/>
                  <a:pt x="2400350" y="68607"/>
                </a:cubicBezTo>
                <a:cubicBezTo>
                  <a:pt x="2400350" y="69371"/>
                  <a:pt x="2400326" y="70517"/>
                  <a:pt x="2400278" y="72044"/>
                </a:cubicBezTo>
                <a:lnTo>
                  <a:pt x="2343446" y="72044"/>
                </a:lnTo>
                <a:cubicBezTo>
                  <a:pt x="2343924" y="80440"/>
                  <a:pt x="2346292" y="86868"/>
                  <a:pt x="2350550" y="91329"/>
                </a:cubicBezTo>
                <a:cubicBezTo>
                  <a:pt x="2354808" y="95790"/>
                  <a:pt x="2360118" y="98021"/>
                  <a:pt x="2366480" y="98021"/>
                </a:cubicBezTo>
                <a:cubicBezTo>
                  <a:pt x="2371216" y="98021"/>
                  <a:pt x="2375259" y="96766"/>
                  <a:pt x="2378607" y="94256"/>
                </a:cubicBezTo>
                <a:cubicBezTo>
                  <a:pt x="2381956" y="91744"/>
                  <a:pt x="2384611" y="87737"/>
                  <a:pt x="2386572" y="82234"/>
                </a:cubicBezTo>
                <a:moveTo>
                  <a:pt x="2344164" y="61424"/>
                </a:moveTo>
                <a:lnTo>
                  <a:pt x="2386716" y="61424"/>
                </a:lnTo>
                <a:cubicBezTo>
                  <a:pt x="2386142" y="55035"/>
                  <a:pt x="2384515" y="50243"/>
                  <a:pt x="2381836" y="47048"/>
                </a:cubicBezTo>
                <a:cubicBezTo>
                  <a:pt x="2377722" y="42089"/>
                  <a:pt x="2372388" y="39610"/>
                  <a:pt x="2365834" y="39610"/>
                </a:cubicBezTo>
                <a:cubicBezTo>
                  <a:pt x="2359902" y="39610"/>
                  <a:pt x="2354915" y="41589"/>
                  <a:pt x="2350873" y="45548"/>
                </a:cubicBezTo>
                <a:cubicBezTo>
                  <a:pt x="2346831" y="49505"/>
                  <a:pt x="2344594" y="54797"/>
                  <a:pt x="2344164" y="61424"/>
                </a:cubicBezTo>
                <a:close/>
                <a:moveTo>
                  <a:pt x="2459907" y="106919"/>
                </a:moveTo>
                <a:lnTo>
                  <a:pt x="2459907" y="40758"/>
                </a:lnTo>
                <a:lnTo>
                  <a:pt x="2448498" y="40758"/>
                </a:lnTo>
                <a:lnTo>
                  <a:pt x="2448498" y="30712"/>
                </a:lnTo>
                <a:lnTo>
                  <a:pt x="2459907" y="30712"/>
                </a:lnTo>
                <a:lnTo>
                  <a:pt x="2459907" y="22622"/>
                </a:lnTo>
                <a:cubicBezTo>
                  <a:pt x="2459907" y="17515"/>
                  <a:pt x="2460362" y="13721"/>
                  <a:pt x="2461271" y="11239"/>
                </a:cubicBezTo>
                <a:cubicBezTo>
                  <a:pt x="2462514" y="7899"/>
                  <a:pt x="2464703" y="5191"/>
                  <a:pt x="2467836" y="3115"/>
                </a:cubicBezTo>
                <a:cubicBezTo>
                  <a:pt x="2470970" y="1038"/>
                  <a:pt x="2475359" y="0"/>
                  <a:pt x="2481004" y="0"/>
                </a:cubicBezTo>
                <a:cubicBezTo>
                  <a:pt x="2484640" y="0"/>
                  <a:pt x="2488658" y="433"/>
                  <a:pt x="2493059" y="1298"/>
                </a:cubicBezTo>
                <a:lnTo>
                  <a:pt x="2491122" y="12625"/>
                </a:lnTo>
                <a:cubicBezTo>
                  <a:pt x="2488443" y="12149"/>
                  <a:pt x="2485907" y="11912"/>
                  <a:pt x="2483515" y="11912"/>
                </a:cubicBezTo>
                <a:cubicBezTo>
                  <a:pt x="2479593" y="11912"/>
                  <a:pt x="2476818" y="12743"/>
                  <a:pt x="2475192" y="14405"/>
                </a:cubicBezTo>
                <a:cubicBezTo>
                  <a:pt x="2473565" y="16066"/>
                  <a:pt x="2472752" y="19176"/>
                  <a:pt x="2472752" y="23734"/>
                </a:cubicBezTo>
                <a:lnTo>
                  <a:pt x="2472752" y="30712"/>
                </a:lnTo>
                <a:lnTo>
                  <a:pt x="2487606" y="30712"/>
                </a:lnTo>
                <a:lnTo>
                  <a:pt x="2487606" y="40758"/>
                </a:lnTo>
                <a:lnTo>
                  <a:pt x="2472752" y="40758"/>
                </a:lnTo>
                <a:lnTo>
                  <a:pt x="2472752" y="106919"/>
                </a:lnTo>
                <a:lnTo>
                  <a:pt x="2459907" y="106919"/>
                </a:lnTo>
                <a:close/>
                <a:moveTo>
                  <a:pt x="2492722" y="68815"/>
                </a:moveTo>
                <a:cubicBezTo>
                  <a:pt x="2492722" y="54703"/>
                  <a:pt x="2496644" y="44250"/>
                  <a:pt x="2504490" y="37457"/>
                </a:cubicBezTo>
                <a:cubicBezTo>
                  <a:pt x="2511044" y="31812"/>
                  <a:pt x="2519033" y="28990"/>
                  <a:pt x="2528457" y="28990"/>
                </a:cubicBezTo>
                <a:cubicBezTo>
                  <a:pt x="2538933" y="28990"/>
                  <a:pt x="2547496" y="32422"/>
                  <a:pt x="2554146" y="39287"/>
                </a:cubicBezTo>
                <a:cubicBezTo>
                  <a:pt x="2560795" y="46152"/>
                  <a:pt x="2564120" y="55636"/>
                  <a:pt x="2564120" y="67739"/>
                </a:cubicBezTo>
                <a:cubicBezTo>
                  <a:pt x="2564120" y="77546"/>
                  <a:pt x="2562649" y="85260"/>
                  <a:pt x="2559707" y="90881"/>
                </a:cubicBezTo>
                <a:cubicBezTo>
                  <a:pt x="2556765" y="96502"/>
                  <a:pt x="2552484" y="100867"/>
                  <a:pt x="2546863" y="103977"/>
                </a:cubicBezTo>
                <a:cubicBezTo>
                  <a:pt x="2541242" y="107086"/>
                  <a:pt x="2535106" y="108641"/>
                  <a:pt x="2528457" y="108641"/>
                </a:cubicBezTo>
                <a:cubicBezTo>
                  <a:pt x="2517789" y="108641"/>
                  <a:pt x="2509166" y="105220"/>
                  <a:pt x="2502588" y="98379"/>
                </a:cubicBezTo>
                <a:cubicBezTo>
                  <a:pt x="2496010" y="91539"/>
                  <a:pt x="2492722" y="81684"/>
                  <a:pt x="2492722" y="68815"/>
                </a:cubicBezTo>
                <a:moveTo>
                  <a:pt x="2505997" y="68851"/>
                </a:moveTo>
                <a:cubicBezTo>
                  <a:pt x="2505997" y="78598"/>
                  <a:pt x="2508125" y="85897"/>
                  <a:pt x="2512383" y="90746"/>
                </a:cubicBezTo>
                <a:cubicBezTo>
                  <a:pt x="2516641" y="95596"/>
                  <a:pt x="2521999" y="98021"/>
                  <a:pt x="2528457" y="98021"/>
                </a:cubicBezTo>
                <a:cubicBezTo>
                  <a:pt x="2534867" y="98021"/>
                  <a:pt x="2540201" y="95584"/>
                  <a:pt x="2544459" y="90710"/>
                </a:cubicBezTo>
                <a:cubicBezTo>
                  <a:pt x="2548716" y="85837"/>
                  <a:pt x="2550845" y="78407"/>
                  <a:pt x="2550845" y="68421"/>
                </a:cubicBezTo>
                <a:cubicBezTo>
                  <a:pt x="2550845" y="59009"/>
                  <a:pt x="2548704" y="51878"/>
                  <a:pt x="2544423" y="47028"/>
                </a:cubicBezTo>
                <a:cubicBezTo>
                  <a:pt x="2540141" y="42178"/>
                  <a:pt x="2534819" y="39754"/>
                  <a:pt x="2528457" y="39754"/>
                </a:cubicBezTo>
                <a:cubicBezTo>
                  <a:pt x="2521999" y="39754"/>
                  <a:pt x="2516641" y="42166"/>
                  <a:pt x="2512383" y="46992"/>
                </a:cubicBezTo>
                <a:cubicBezTo>
                  <a:pt x="2508125" y="51818"/>
                  <a:pt x="2505997" y="59104"/>
                  <a:pt x="2505997" y="68851"/>
                </a:cubicBezTo>
                <a:close/>
                <a:moveTo>
                  <a:pt x="2579095" y="106919"/>
                </a:moveTo>
                <a:lnTo>
                  <a:pt x="2579095" y="30712"/>
                </a:lnTo>
                <a:lnTo>
                  <a:pt x="2590720" y="30712"/>
                </a:lnTo>
                <a:lnTo>
                  <a:pt x="2590720" y="42265"/>
                </a:lnTo>
                <a:cubicBezTo>
                  <a:pt x="2593686" y="36859"/>
                  <a:pt x="2596425" y="33295"/>
                  <a:pt x="2598936" y="31573"/>
                </a:cubicBezTo>
                <a:cubicBezTo>
                  <a:pt x="2601448" y="29851"/>
                  <a:pt x="2604210" y="28990"/>
                  <a:pt x="2607224" y="28990"/>
                </a:cubicBezTo>
                <a:cubicBezTo>
                  <a:pt x="2611577" y="28990"/>
                  <a:pt x="2616002" y="30377"/>
                  <a:pt x="2620499" y="33152"/>
                </a:cubicBezTo>
                <a:lnTo>
                  <a:pt x="2616050" y="45126"/>
                </a:lnTo>
                <a:cubicBezTo>
                  <a:pt x="2612893" y="43267"/>
                  <a:pt x="2609736" y="42337"/>
                  <a:pt x="2606578" y="42337"/>
                </a:cubicBezTo>
                <a:cubicBezTo>
                  <a:pt x="2603756" y="42337"/>
                  <a:pt x="2601220" y="43186"/>
                  <a:pt x="2598972" y="44884"/>
                </a:cubicBezTo>
                <a:cubicBezTo>
                  <a:pt x="2596724" y="46583"/>
                  <a:pt x="2595121" y="48939"/>
                  <a:pt x="2594164" y="51952"/>
                </a:cubicBezTo>
                <a:cubicBezTo>
                  <a:pt x="2592729" y="56545"/>
                  <a:pt x="2592012" y="61568"/>
                  <a:pt x="2592012" y="67021"/>
                </a:cubicBezTo>
                <a:lnTo>
                  <a:pt x="2592012" y="106919"/>
                </a:lnTo>
                <a:lnTo>
                  <a:pt x="2579095" y="106919"/>
                </a:lnTo>
                <a:close/>
                <a:moveTo>
                  <a:pt x="2697084" y="95366"/>
                </a:moveTo>
                <a:lnTo>
                  <a:pt x="2698950" y="106775"/>
                </a:lnTo>
                <a:cubicBezTo>
                  <a:pt x="2695314" y="107540"/>
                  <a:pt x="2692061" y="107923"/>
                  <a:pt x="2689191" y="107923"/>
                </a:cubicBezTo>
                <a:cubicBezTo>
                  <a:pt x="2684503" y="107923"/>
                  <a:pt x="2680867" y="107182"/>
                  <a:pt x="2678284" y="105699"/>
                </a:cubicBezTo>
                <a:cubicBezTo>
                  <a:pt x="2675701" y="104216"/>
                  <a:pt x="2673883" y="102266"/>
                  <a:pt x="2672830" y="99850"/>
                </a:cubicBezTo>
                <a:cubicBezTo>
                  <a:pt x="2671778" y="97435"/>
                  <a:pt x="2671252" y="92352"/>
                  <a:pt x="2671252" y="84602"/>
                </a:cubicBezTo>
                <a:lnTo>
                  <a:pt x="2671252" y="40758"/>
                </a:lnTo>
                <a:lnTo>
                  <a:pt x="2661780" y="40758"/>
                </a:lnTo>
                <a:lnTo>
                  <a:pt x="2661780" y="30712"/>
                </a:lnTo>
                <a:lnTo>
                  <a:pt x="2671252" y="30712"/>
                </a:lnTo>
                <a:lnTo>
                  <a:pt x="2671252" y="11840"/>
                </a:lnTo>
                <a:lnTo>
                  <a:pt x="2684096" y="4090"/>
                </a:lnTo>
                <a:lnTo>
                  <a:pt x="2684096" y="30712"/>
                </a:lnTo>
                <a:lnTo>
                  <a:pt x="2697084" y="30712"/>
                </a:lnTo>
                <a:lnTo>
                  <a:pt x="2697084" y="40758"/>
                </a:lnTo>
                <a:lnTo>
                  <a:pt x="2684096" y="40758"/>
                </a:lnTo>
                <a:lnTo>
                  <a:pt x="2684096" y="85320"/>
                </a:lnTo>
                <a:cubicBezTo>
                  <a:pt x="2684096" y="89003"/>
                  <a:pt x="2684324" y="91371"/>
                  <a:pt x="2684778" y="92424"/>
                </a:cubicBezTo>
                <a:cubicBezTo>
                  <a:pt x="2685233" y="93476"/>
                  <a:pt x="2685974" y="94313"/>
                  <a:pt x="2687003" y="94935"/>
                </a:cubicBezTo>
                <a:cubicBezTo>
                  <a:pt x="2688031" y="95557"/>
                  <a:pt x="2689502" y="95868"/>
                  <a:pt x="2691416" y="95868"/>
                </a:cubicBezTo>
                <a:cubicBezTo>
                  <a:pt x="2692851" y="95868"/>
                  <a:pt x="2694740" y="95701"/>
                  <a:pt x="2697084" y="95366"/>
                </a:cubicBezTo>
                <a:close/>
                <a:moveTo>
                  <a:pt x="2709592" y="106919"/>
                </a:moveTo>
                <a:lnTo>
                  <a:pt x="2709592" y="1722"/>
                </a:lnTo>
                <a:lnTo>
                  <a:pt x="2722508" y="1722"/>
                </a:lnTo>
                <a:lnTo>
                  <a:pt x="2722508" y="39534"/>
                </a:lnTo>
                <a:cubicBezTo>
                  <a:pt x="2728535" y="32505"/>
                  <a:pt x="2736142" y="28990"/>
                  <a:pt x="2745327" y="28990"/>
                </a:cubicBezTo>
                <a:cubicBezTo>
                  <a:pt x="2750972" y="28990"/>
                  <a:pt x="2755875" y="30102"/>
                  <a:pt x="2760037" y="32327"/>
                </a:cubicBezTo>
                <a:cubicBezTo>
                  <a:pt x="2764199" y="34551"/>
                  <a:pt x="2767177" y="37625"/>
                  <a:pt x="2768971" y="41548"/>
                </a:cubicBezTo>
                <a:cubicBezTo>
                  <a:pt x="2770765" y="45470"/>
                  <a:pt x="2771662" y="51163"/>
                  <a:pt x="2771662" y="58626"/>
                </a:cubicBezTo>
                <a:lnTo>
                  <a:pt x="2771662" y="106919"/>
                </a:lnTo>
                <a:lnTo>
                  <a:pt x="2758745" y="106919"/>
                </a:lnTo>
                <a:lnTo>
                  <a:pt x="2758745" y="58677"/>
                </a:lnTo>
                <a:cubicBezTo>
                  <a:pt x="2758745" y="52227"/>
                  <a:pt x="2757346" y="47532"/>
                  <a:pt x="2754548" y="44593"/>
                </a:cubicBezTo>
                <a:cubicBezTo>
                  <a:pt x="2751749" y="41654"/>
                  <a:pt x="2747790" y="40184"/>
                  <a:pt x="2742672" y="40184"/>
                </a:cubicBezTo>
                <a:cubicBezTo>
                  <a:pt x="2738845" y="40184"/>
                  <a:pt x="2735245" y="41176"/>
                  <a:pt x="2731872" y="43160"/>
                </a:cubicBezTo>
                <a:cubicBezTo>
                  <a:pt x="2728500" y="45142"/>
                  <a:pt x="2726096" y="47830"/>
                  <a:pt x="2724661" y="51224"/>
                </a:cubicBezTo>
                <a:cubicBezTo>
                  <a:pt x="2723225" y="54616"/>
                  <a:pt x="2722508" y="59299"/>
                  <a:pt x="2722508" y="65272"/>
                </a:cubicBezTo>
                <a:lnTo>
                  <a:pt x="2722508" y="106919"/>
                </a:lnTo>
                <a:lnTo>
                  <a:pt x="2709592" y="106919"/>
                </a:lnTo>
                <a:close/>
                <a:moveTo>
                  <a:pt x="2843468" y="82234"/>
                </a:moveTo>
                <a:lnTo>
                  <a:pt x="2856815" y="83956"/>
                </a:lnTo>
                <a:cubicBezTo>
                  <a:pt x="2854710" y="91776"/>
                  <a:pt x="2850811" y="97846"/>
                  <a:pt x="2845119" y="102165"/>
                </a:cubicBezTo>
                <a:cubicBezTo>
                  <a:pt x="2839426" y="106482"/>
                  <a:pt x="2832155" y="108641"/>
                  <a:pt x="2823304" y="108641"/>
                </a:cubicBezTo>
                <a:cubicBezTo>
                  <a:pt x="2812158" y="108641"/>
                  <a:pt x="2803320" y="105208"/>
                  <a:pt x="2796790" y="98344"/>
                </a:cubicBezTo>
                <a:cubicBezTo>
                  <a:pt x="2790260" y="91479"/>
                  <a:pt x="2786995" y="81851"/>
                  <a:pt x="2786995" y="69461"/>
                </a:cubicBezTo>
                <a:cubicBezTo>
                  <a:pt x="2786995" y="56641"/>
                  <a:pt x="2790296" y="46690"/>
                  <a:pt x="2796898" y="39610"/>
                </a:cubicBezTo>
                <a:cubicBezTo>
                  <a:pt x="2803499" y="32530"/>
                  <a:pt x="2812062" y="28990"/>
                  <a:pt x="2822587" y="28990"/>
                </a:cubicBezTo>
                <a:cubicBezTo>
                  <a:pt x="2832776" y="28990"/>
                  <a:pt x="2841100" y="32453"/>
                  <a:pt x="2847558" y="39379"/>
                </a:cubicBezTo>
                <a:cubicBezTo>
                  <a:pt x="2854017" y="46304"/>
                  <a:pt x="2857246" y="56046"/>
                  <a:pt x="2857246" y="68607"/>
                </a:cubicBezTo>
                <a:cubicBezTo>
                  <a:pt x="2857246" y="69371"/>
                  <a:pt x="2857222" y="70517"/>
                  <a:pt x="2857174" y="72044"/>
                </a:cubicBezTo>
                <a:lnTo>
                  <a:pt x="2800342" y="72044"/>
                </a:lnTo>
                <a:cubicBezTo>
                  <a:pt x="2800820" y="80440"/>
                  <a:pt x="2803188" y="86868"/>
                  <a:pt x="2807446" y="91329"/>
                </a:cubicBezTo>
                <a:cubicBezTo>
                  <a:pt x="2811704" y="95790"/>
                  <a:pt x="2817014" y="98021"/>
                  <a:pt x="2823376" y="98021"/>
                </a:cubicBezTo>
                <a:cubicBezTo>
                  <a:pt x="2828112" y="98021"/>
                  <a:pt x="2832155" y="96766"/>
                  <a:pt x="2835503" y="94256"/>
                </a:cubicBezTo>
                <a:cubicBezTo>
                  <a:pt x="2838852" y="91744"/>
                  <a:pt x="2841507" y="87737"/>
                  <a:pt x="2843468" y="82234"/>
                </a:cubicBezTo>
                <a:moveTo>
                  <a:pt x="2801060" y="61424"/>
                </a:moveTo>
                <a:lnTo>
                  <a:pt x="2843612" y="61424"/>
                </a:lnTo>
                <a:cubicBezTo>
                  <a:pt x="2843038" y="55035"/>
                  <a:pt x="2841411" y="50243"/>
                  <a:pt x="2838732" y="47048"/>
                </a:cubicBezTo>
                <a:cubicBezTo>
                  <a:pt x="2834618" y="42089"/>
                  <a:pt x="2829284" y="39610"/>
                  <a:pt x="2822730" y="39610"/>
                </a:cubicBezTo>
                <a:cubicBezTo>
                  <a:pt x="2816798" y="39610"/>
                  <a:pt x="2811811" y="41589"/>
                  <a:pt x="2807769" y="45548"/>
                </a:cubicBezTo>
                <a:cubicBezTo>
                  <a:pt x="2803727" y="49505"/>
                  <a:pt x="2801490" y="54797"/>
                  <a:pt x="2801060" y="61424"/>
                </a:cubicBezTo>
                <a:close/>
                <a:moveTo>
                  <a:pt x="2916803" y="106919"/>
                </a:moveTo>
                <a:lnTo>
                  <a:pt x="2916803" y="40758"/>
                </a:lnTo>
                <a:lnTo>
                  <a:pt x="2905394" y="40758"/>
                </a:lnTo>
                <a:lnTo>
                  <a:pt x="2905394" y="30712"/>
                </a:lnTo>
                <a:lnTo>
                  <a:pt x="2916803" y="30712"/>
                </a:lnTo>
                <a:lnTo>
                  <a:pt x="2916803" y="22622"/>
                </a:lnTo>
                <a:cubicBezTo>
                  <a:pt x="2916803" y="17515"/>
                  <a:pt x="2917258" y="13721"/>
                  <a:pt x="2918167" y="11239"/>
                </a:cubicBezTo>
                <a:cubicBezTo>
                  <a:pt x="2919410" y="7899"/>
                  <a:pt x="2921599" y="5191"/>
                  <a:pt x="2924732" y="3115"/>
                </a:cubicBezTo>
                <a:cubicBezTo>
                  <a:pt x="2927866" y="1038"/>
                  <a:pt x="2932255" y="0"/>
                  <a:pt x="2937900" y="0"/>
                </a:cubicBezTo>
                <a:cubicBezTo>
                  <a:pt x="2941536" y="0"/>
                  <a:pt x="2945554" y="433"/>
                  <a:pt x="2949955" y="1298"/>
                </a:cubicBezTo>
                <a:lnTo>
                  <a:pt x="2948018" y="12625"/>
                </a:lnTo>
                <a:cubicBezTo>
                  <a:pt x="2945339" y="12149"/>
                  <a:pt x="2942803" y="11912"/>
                  <a:pt x="2940411" y="11912"/>
                </a:cubicBezTo>
                <a:cubicBezTo>
                  <a:pt x="2936489" y="11912"/>
                  <a:pt x="2933714" y="12743"/>
                  <a:pt x="2932088" y="14405"/>
                </a:cubicBezTo>
                <a:cubicBezTo>
                  <a:pt x="2930461" y="16066"/>
                  <a:pt x="2929648" y="19176"/>
                  <a:pt x="2929648" y="23734"/>
                </a:cubicBezTo>
                <a:lnTo>
                  <a:pt x="2929648" y="30712"/>
                </a:lnTo>
                <a:lnTo>
                  <a:pt x="2944502" y="30712"/>
                </a:lnTo>
                <a:lnTo>
                  <a:pt x="2944502" y="40758"/>
                </a:lnTo>
                <a:lnTo>
                  <a:pt x="2929648" y="40758"/>
                </a:lnTo>
                <a:lnTo>
                  <a:pt x="2929648" y="106919"/>
                </a:lnTo>
                <a:lnTo>
                  <a:pt x="2916803" y="106919"/>
                </a:lnTo>
                <a:close/>
                <a:moveTo>
                  <a:pt x="2949618" y="68815"/>
                </a:moveTo>
                <a:cubicBezTo>
                  <a:pt x="2949618" y="54703"/>
                  <a:pt x="2953540" y="44250"/>
                  <a:pt x="2961386" y="37457"/>
                </a:cubicBezTo>
                <a:cubicBezTo>
                  <a:pt x="2967940" y="31812"/>
                  <a:pt x="2975929" y="28990"/>
                  <a:pt x="2985353" y="28990"/>
                </a:cubicBezTo>
                <a:cubicBezTo>
                  <a:pt x="2995829" y="28990"/>
                  <a:pt x="3004392" y="32422"/>
                  <a:pt x="3011042" y="39287"/>
                </a:cubicBezTo>
                <a:cubicBezTo>
                  <a:pt x="3017691" y="46152"/>
                  <a:pt x="3021016" y="55636"/>
                  <a:pt x="3021016" y="67739"/>
                </a:cubicBezTo>
                <a:cubicBezTo>
                  <a:pt x="3021016" y="77546"/>
                  <a:pt x="3019545" y="85260"/>
                  <a:pt x="3016603" y="90881"/>
                </a:cubicBezTo>
                <a:cubicBezTo>
                  <a:pt x="3013661" y="96502"/>
                  <a:pt x="3009380" y="100867"/>
                  <a:pt x="3003759" y="103977"/>
                </a:cubicBezTo>
                <a:cubicBezTo>
                  <a:pt x="2998138" y="107086"/>
                  <a:pt x="2992002" y="108641"/>
                  <a:pt x="2985353" y="108641"/>
                </a:cubicBezTo>
                <a:cubicBezTo>
                  <a:pt x="2974685" y="108641"/>
                  <a:pt x="2966062" y="105220"/>
                  <a:pt x="2959484" y="98379"/>
                </a:cubicBezTo>
                <a:cubicBezTo>
                  <a:pt x="2952906" y="91539"/>
                  <a:pt x="2949618" y="81684"/>
                  <a:pt x="2949618" y="68815"/>
                </a:cubicBezTo>
                <a:moveTo>
                  <a:pt x="2962893" y="68851"/>
                </a:moveTo>
                <a:cubicBezTo>
                  <a:pt x="2962893" y="78598"/>
                  <a:pt x="2965021" y="85897"/>
                  <a:pt x="2969279" y="90746"/>
                </a:cubicBezTo>
                <a:cubicBezTo>
                  <a:pt x="2973537" y="95596"/>
                  <a:pt x="2978895" y="98021"/>
                  <a:pt x="2985353" y="98021"/>
                </a:cubicBezTo>
                <a:cubicBezTo>
                  <a:pt x="2991763" y="98021"/>
                  <a:pt x="2997097" y="95584"/>
                  <a:pt x="3001355" y="90710"/>
                </a:cubicBezTo>
                <a:cubicBezTo>
                  <a:pt x="3005612" y="85837"/>
                  <a:pt x="3007741" y="78407"/>
                  <a:pt x="3007741" y="68421"/>
                </a:cubicBezTo>
                <a:cubicBezTo>
                  <a:pt x="3007741" y="59009"/>
                  <a:pt x="3005600" y="51878"/>
                  <a:pt x="3001319" y="47028"/>
                </a:cubicBezTo>
                <a:cubicBezTo>
                  <a:pt x="2997037" y="42178"/>
                  <a:pt x="2991715" y="39754"/>
                  <a:pt x="2985353" y="39754"/>
                </a:cubicBezTo>
                <a:cubicBezTo>
                  <a:pt x="2978895" y="39754"/>
                  <a:pt x="2973537" y="42166"/>
                  <a:pt x="2969279" y="46992"/>
                </a:cubicBezTo>
                <a:cubicBezTo>
                  <a:pt x="2965021" y="51818"/>
                  <a:pt x="2962893" y="59104"/>
                  <a:pt x="2962893" y="68851"/>
                </a:cubicBezTo>
                <a:close/>
                <a:moveTo>
                  <a:pt x="3035848" y="106919"/>
                </a:moveTo>
                <a:lnTo>
                  <a:pt x="3035848" y="1722"/>
                </a:lnTo>
                <a:lnTo>
                  <a:pt x="3048764" y="1722"/>
                </a:lnTo>
                <a:lnTo>
                  <a:pt x="3048764" y="106919"/>
                </a:lnTo>
                <a:lnTo>
                  <a:pt x="3035848" y="106919"/>
                </a:lnTo>
                <a:close/>
                <a:moveTo>
                  <a:pt x="3068473" y="106919"/>
                </a:moveTo>
                <a:lnTo>
                  <a:pt x="3068473" y="1722"/>
                </a:lnTo>
                <a:lnTo>
                  <a:pt x="3081389" y="1722"/>
                </a:lnTo>
                <a:lnTo>
                  <a:pt x="3081389" y="106919"/>
                </a:lnTo>
                <a:lnTo>
                  <a:pt x="3068473" y="106919"/>
                </a:lnTo>
                <a:close/>
                <a:moveTo>
                  <a:pt x="3096576" y="68815"/>
                </a:moveTo>
                <a:cubicBezTo>
                  <a:pt x="3096576" y="54703"/>
                  <a:pt x="3100499" y="44250"/>
                  <a:pt x="3108345" y="37457"/>
                </a:cubicBezTo>
                <a:cubicBezTo>
                  <a:pt x="3114899" y="31812"/>
                  <a:pt x="3122888" y="28990"/>
                  <a:pt x="3132312" y="28990"/>
                </a:cubicBezTo>
                <a:cubicBezTo>
                  <a:pt x="3142788" y="28990"/>
                  <a:pt x="3151351" y="32422"/>
                  <a:pt x="3158001" y="39287"/>
                </a:cubicBezTo>
                <a:cubicBezTo>
                  <a:pt x="3164650" y="46152"/>
                  <a:pt x="3167975" y="55636"/>
                  <a:pt x="3167975" y="67739"/>
                </a:cubicBezTo>
                <a:cubicBezTo>
                  <a:pt x="3167975" y="77546"/>
                  <a:pt x="3166504" y="85260"/>
                  <a:pt x="3163562" y="90881"/>
                </a:cubicBezTo>
                <a:cubicBezTo>
                  <a:pt x="3160620" y="96502"/>
                  <a:pt x="3156338" y="100867"/>
                  <a:pt x="3150717" y="103977"/>
                </a:cubicBezTo>
                <a:cubicBezTo>
                  <a:pt x="3145096" y="107086"/>
                  <a:pt x="3138961" y="108641"/>
                  <a:pt x="3132312" y="108641"/>
                </a:cubicBezTo>
                <a:cubicBezTo>
                  <a:pt x="3121644" y="108641"/>
                  <a:pt x="3113021" y="105220"/>
                  <a:pt x="3106443" y="98379"/>
                </a:cubicBezTo>
                <a:cubicBezTo>
                  <a:pt x="3099865" y="91539"/>
                  <a:pt x="3096576" y="81684"/>
                  <a:pt x="3096576" y="68815"/>
                </a:cubicBezTo>
                <a:moveTo>
                  <a:pt x="3109852" y="68851"/>
                </a:moveTo>
                <a:cubicBezTo>
                  <a:pt x="3109852" y="78598"/>
                  <a:pt x="3111980" y="85897"/>
                  <a:pt x="3116238" y="90746"/>
                </a:cubicBezTo>
                <a:cubicBezTo>
                  <a:pt x="3120496" y="95596"/>
                  <a:pt x="3125854" y="98021"/>
                  <a:pt x="3132312" y="98021"/>
                </a:cubicBezTo>
                <a:cubicBezTo>
                  <a:pt x="3138722" y="98021"/>
                  <a:pt x="3144056" y="95584"/>
                  <a:pt x="3148314" y="90710"/>
                </a:cubicBezTo>
                <a:cubicBezTo>
                  <a:pt x="3152571" y="85837"/>
                  <a:pt x="3154700" y="78407"/>
                  <a:pt x="3154700" y="68421"/>
                </a:cubicBezTo>
                <a:cubicBezTo>
                  <a:pt x="3154700" y="59009"/>
                  <a:pt x="3152559" y="51878"/>
                  <a:pt x="3148278" y="47028"/>
                </a:cubicBezTo>
                <a:cubicBezTo>
                  <a:pt x="3143996" y="42178"/>
                  <a:pt x="3138674" y="39754"/>
                  <a:pt x="3132312" y="39754"/>
                </a:cubicBezTo>
                <a:cubicBezTo>
                  <a:pt x="3125854" y="39754"/>
                  <a:pt x="3120496" y="42166"/>
                  <a:pt x="3116238" y="46992"/>
                </a:cubicBezTo>
                <a:cubicBezTo>
                  <a:pt x="3111980" y="51818"/>
                  <a:pt x="3109852" y="59104"/>
                  <a:pt x="3109852" y="68851"/>
                </a:cubicBezTo>
                <a:close/>
                <a:moveTo>
                  <a:pt x="3197158" y="106919"/>
                </a:moveTo>
                <a:lnTo>
                  <a:pt x="3173837" y="30712"/>
                </a:lnTo>
                <a:lnTo>
                  <a:pt x="3187184" y="30712"/>
                </a:lnTo>
                <a:lnTo>
                  <a:pt x="3199311" y="74693"/>
                </a:lnTo>
                <a:lnTo>
                  <a:pt x="3203832" y="91060"/>
                </a:lnTo>
                <a:cubicBezTo>
                  <a:pt x="3204023" y="90248"/>
                  <a:pt x="3205339" y="85015"/>
                  <a:pt x="3207778" y="75361"/>
                </a:cubicBezTo>
                <a:lnTo>
                  <a:pt x="3219905" y="30712"/>
                </a:lnTo>
                <a:lnTo>
                  <a:pt x="3233181" y="30712"/>
                </a:lnTo>
                <a:lnTo>
                  <a:pt x="3244590" y="74906"/>
                </a:lnTo>
                <a:lnTo>
                  <a:pt x="3248393" y="89482"/>
                </a:lnTo>
                <a:lnTo>
                  <a:pt x="3252770" y="74769"/>
                </a:lnTo>
                <a:lnTo>
                  <a:pt x="3265830" y="30712"/>
                </a:lnTo>
                <a:lnTo>
                  <a:pt x="3278388" y="30712"/>
                </a:lnTo>
                <a:lnTo>
                  <a:pt x="3254564" y="106919"/>
                </a:lnTo>
                <a:lnTo>
                  <a:pt x="3241146" y="106919"/>
                </a:lnTo>
                <a:lnTo>
                  <a:pt x="3229019" y="61256"/>
                </a:lnTo>
                <a:lnTo>
                  <a:pt x="3226077" y="48293"/>
                </a:lnTo>
                <a:lnTo>
                  <a:pt x="3210649" y="106919"/>
                </a:lnTo>
                <a:lnTo>
                  <a:pt x="3197158" y="106919"/>
                </a:lnTo>
                <a:close/>
                <a:moveTo>
                  <a:pt x="3289270" y="16504"/>
                </a:moveTo>
                <a:lnTo>
                  <a:pt x="3289270" y="1722"/>
                </a:lnTo>
                <a:lnTo>
                  <a:pt x="3302186" y="1722"/>
                </a:lnTo>
                <a:lnTo>
                  <a:pt x="3302186" y="16504"/>
                </a:lnTo>
                <a:lnTo>
                  <a:pt x="3289270" y="16504"/>
                </a:lnTo>
                <a:moveTo>
                  <a:pt x="3289270" y="106919"/>
                </a:moveTo>
                <a:lnTo>
                  <a:pt x="3289270" y="30712"/>
                </a:lnTo>
                <a:lnTo>
                  <a:pt x="3302186" y="30712"/>
                </a:lnTo>
                <a:lnTo>
                  <a:pt x="3302186" y="106919"/>
                </a:lnTo>
                <a:lnTo>
                  <a:pt x="3289270" y="106919"/>
                </a:lnTo>
                <a:close/>
                <a:moveTo>
                  <a:pt x="3321823" y="106919"/>
                </a:moveTo>
                <a:lnTo>
                  <a:pt x="3321823" y="30712"/>
                </a:lnTo>
                <a:lnTo>
                  <a:pt x="3333448" y="30712"/>
                </a:lnTo>
                <a:lnTo>
                  <a:pt x="3333448" y="41548"/>
                </a:lnTo>
                <a:cubicBezTo>
                  <a:pt x="3339045" y="33176"/>
                  <a:pt x="3347130" y="28990"/>
                  <a:pt x="3357702" y="28990"/>
                </a:cubicBezTo>
                <a:cubicBezTo>
                  <a:pt x="3362294" y="28990"/>
                  <a:pt x="3366516" y="29815"/>
                  <a:pt x="3370367" y="31466"/>
                </a:cubicBezTo>
                <a:cubicBezTo>
                  <a:pt x="3374218" y="33116"/>
                  <a:pt x="3377100" y="35281"/>
                  <a:pt x="3379014" y="37960"/>
                </a:cubicBezTo>
                <a:cubicBezTo>
                  <a:pt x="3380927" y="40639"/>
                  <a:pt x="3382267" y="43820"/>
                  <a:pt x="3383032" y="47503"/>
                </a:cubicBezTo>
                <a:cubicBezTo>
                  <a:pt x="3383511" y="49895"/>
                  <a:pt x="3383750" y="54081"/>
                  <a:pt x="3383750" y="60061"/>
                </a:cubicBezTo>
                <a:lnTo>
                  <a:pt x="3383750" y="106919"/>
                </a:lnTo>
                <a:lnTo>
                  <a:pt x="3370834" y="106919"/>
                </a:lnTo>
                <a:lnTo>
                  <a:pt x="3370834" y="60563"/>
                </a:lnTo>
                <a:cubicBezTo>
                  <a:pt x="3370834" y="55301"/>
                  <a:pt x="3370331" y="51366"/>
                  <a:pt x="3369327" y="48759"/>
                </a:cubicBezTo>
                <a:cubicBezTo>
                  <a:pt x="3368322" y="46152"/>
                  <a:pt x="3366540" y="44071"/>
                  <a:pt x="3363981" y="42516"/>
                </a:cubicBezTo>
                <a:cubicBezTo>
                  <a:pt x="3361421" y="40962"/>
                  <a:pt x="3358420" y="40184"/>
                  <a:pt x="3354975" y="40184"/>
                </a:cubicBezTo>
                <a:cubicBezTo>
                  <a:pt x="3349474" y="40184"/>
                  <a:pt x="3344726" y="41930"/>
                  <a:pt x="3340731" y="45422"/>
                </a:cubicBezTo>
                <a:cubicBezTo>
                  <a:pt x="3336737" y="48915"/>
                  <a:pt x="3334740" y="55540"/>
                  <a:pt x="3334740" y="65299"/>
                </a:cubicBezTo>
                <a:lnTo>
                  <a:pt x="3334740" y="106919"/>
                </a:lnTo>
                <a:lnTo>
                  <a:pt x="3321823" y="106919"/>
                </a:lnTo>
                <a:close/>
                <a:moveTo>
                  <a:pt x="3401165" y="113233"/>
                </a:moveTo>
                <a:lnTo>
                  <a:pt x="3413722" y="114955"/>
                </a:lnTo>
                <a:cubicBezTo>
                  <a:pt x="3414248" y="118877"/>
                  <a:pt x="3415707" y="121733"/>
                  <a:pt x="3418099" y="123524"/>
                </a:cubicBezTo>
                <a:cubicBezTo>
                  <a:pt x="3421305" y="125944"/>
                  <a:pt x="3425682" y="127154"/>
                  <a:pt x="3431231" y="127154"/>
                </a:cubicBezTo>
                <a:cubicBezTo>
                  <a:pt x="3437211" y="127154"/>
                  <a:pt x="3441827" y="125955"/>
                  <a:pt x="3445080" y="123557"/>
                </a:cubicBezTo>
                <a:cubicBezTo>
                  <a:pt x="3448333" y="121159"/>
                  <a:pt x="3450534" y="117803"/>
                  <a:pt x="3451682" y="113489"/>
                </a:cubicBezTo>
                <a:cubicBezTo>
                  <a:pt x="3452352" y="110850"/>
                  <a:pt x="3452663" y="105312"/>
                  <a:pt x="3452615" y="96873"/>
                </a:cubicBezTo>
                <a:cubicBezTo>
                  <a:pt x="3446970" y="103570"/>
                  <a:pt x="3439938" y="106919"/>
                  <a:pt x="3431518" y="106919"/>
                </a:cubicBezTo>
                <a:cubicBezTo>
                  <a:pt x="3421041" y="106919"/>
                  <a:pt x="3412933" y="103139"/>
                  <a:pt x="3407192" y="95581"/>
                </a:cubicBezTo>
                <a:cubicBezTo>
                  <a:pt x="3401452" y="88022"/>
                  <a:pt x="3398581" y="78957"/>
                  <a:pt x="3398581" y="68385"/>
                </a:cubicBezTo>
                <a:cubicBezTo>
                  <a:pt x="3398581" y="61113"/>
                  <a:pt x="3399897" y="54404"/>
                  <a:pt x="3402528" y="48257"/>
                </a:cubicBezTo>
                <a:cubicBezTo>
                  <a:pt x="3405159" y="42110"/>
                  <a:pt x="3408974" y="37362"/>
                  <a:pt x="3413973" y="34013"/>
                </a:cubicBezTo>
                <a:cubicBezTo>
                  <a:pt x="3418972" y="30664"/>
                  <a:pt x="3424845" y="28990"/>
                  <a:pt x="3431590" y="28990"/>
                </a:cubicBezTo>
                <a:cubicBezTo>
                  <a:pt x="3440583" y="28990"/>
                  <a:pt x="3447998" y="32674"/>
                  <a:pt x="3453835" y="40041"/>
                </a:cubicBezTo>
                <a:lnTo>
                  <a:pt x="3453835" y="30712"/>
                </a:lnTo>
                <a:lnTo>
                  <a:pt x="3465746" y="30712"/>
                </a:lnTo>
                <a:lnTo>
                  <a:pt x="3465746" y="96630"/>
                </a:lnTo>
                <a:cubicBezTo>
                  <a:pt x="3465746" y="108502"/>
                  <a:pt x="3464538" y="116915"/>
                  <a:pt x="3462123" y="121869"/>
                </a:cubicBezTo>
                <a:cubicBezTo>
                  <a:pt x="3459707" y="126823"/>
                  <a:pt x="3455880" y="130736"/>
                  <a:pt x="3450641" y="133608"/>
                </a:cubicBezTo>
                <a:cubicBezTo>
                  <a:pt x="3445403" y="136481"/>
                  <a:pt x="3438957" y="137918"/>
                  <a:pt x="3431303" y="137918"/>
                </a:cubicBezTo>
                <a:cubicBezTo>
                  <a:pt x="3422213" y="137918"/>
                  <a:pt x="3414870" y="135867"/>
                  <a:pt x="3409273" y="131765"/>
                </a:cubicBezTo>
                <a:cubicBezTo>
                  <a:pt x="3403676" y="127662"/>
                  <a:pt x="3400973" y="121485"/>
                  <a:pt x="3401165" y="113233"/>
                </a:cubicBezTo>
                <a:moveTo>
                  <a:pt x="3411856" y="67454"/>
                </a:moveTo>
                <a:cubicBezTo>
                  <a:pt x="3411856" y="77427"/>
                  <a:pt x="3413842" y="84704"/>
                  <a:pt x="3417812" y="89284"/>
                </a:cubicBezTo>
                <a:cubicBezTo>
                  <a:pt x="3421783" y="93865"/>
                  <a:pt x="3426758" y="96155"/>
                  <a:pt x="3432738" y="96155"/>
                </a:cubicBezTo>
                <a:cubicBezTo>
                  <a:pt x="3438670" y="96155"/>
                  <a:pt x="3443645" y="93877"/>
                  <a:pt x="3447663" y="89320"/>
                </a:cubicBezTo>
                <a:cubicBezTo>
                  <a:pt x="3451682" y="84763"/>
                  <a:pt x="3453691" y="77618"/>
                  <a:pt x="3453691" y="67883"/>
                </a:cubicBezTo>
                <a:cubicBezTo>
                  <a:pt x="3453691" y="58578"/>
                  <a:pt x="3451622" y="51564"/>
                  <a:pt x="3447484" y="46840"/>
                </a:cubicBezTo>
                <a:cubicBezTo>
                  <a:pt x="3443346" y="42116"/>
                  <a:pt x="3438359" y="39754"/>
                  <a:pt x="3432523" y="39754"/>
                </a:cubicBezTo>
                <a:cubicBezTo>
                  <a:pt x="3426782" y="39754"/>
                  <a:pt x="3421902" y="42080"/>
                  <a:pt x="3417884" y="46732"/>
                </a:cubicBezTo>
                <a:cubicBezTo>
                  <a:pt x="3413866" y="51384"/>
                  <a:pt x="3411856" y="58292"/>
                  <a:pt x="3411856" y="67454"/>
                </a:cubicBezTo>
                <a:close/>
                <a:moveTo>
                  <a:pt x="3529035" y="106919"/>
                </a:moveTo>
                <a:lnTo>
                  <a:pt x="3529035" y="40758"/>
                </a:lnTo>
                <a:lnTo>
                  <a:pt x="3517626" y="40758"/>
                </a:lnTo>
                <a:lnTo>
                  <a:pt x="3517626" y="30712"/>
                </a:lnTo>
                <a:lnTo>
                  <a:pt x="3529035" y="30712"/>
                </a:lnTo>
                <a:lnTo>
                  <a:pt x="3529035" y="22622"/>
                </a:lnTo>
                <a:cubicBezTo>
                  <a:pt x="3529035" y="17515"/>
                  <a:pt x="3529490" y="13721"/>
                  <a:pt x="3530399" y="11239"/>
                </a:cubicBezTo>
                <a:cubicBezTo>
                  <a:pt x="3531642" y="7899"/>
                  <a:pt x="3533831" y="5191"/>
                  <a:pt x="3536964" y="3115"/>
                </a:cubicBezTo>
                <a:cubicBezTo>
                  <a:pt x="3540098" y="1038"/>
                  <a:pt x="3544487" y="0"/>
                  <a:pt x="3550132" y="0"/>
                </a:cubicBezTo>
                <a:cubicBezTo>
                  <a:pt x="3553768" y="0"/>
                  <a:pt x="3557786" y="433"/>
                  <a:pt x="3562187" y="1298"/>
                </a:cubicBezTo>
                <a:lnTo>
                  <a:pt x="3560250" y="12625"/>
                </a:lnTo>
                <a:cubicBezTo>
                  <a:pt x="3557571" y="12149"/>
                  <a:pt x="3555035" y="11912"/>
                  <a:pt x="3552643" y="11912"/>
                </a:cubicBezTo>
                <a:cubicBezTo>
                  <a:pt x="3548721" y="11912"/>
                  <a:pt x="3545946" y="12743"/>
                  <a:pt x="3544319" y="14405"/>
                </a:cubicBezTo>
                <a:cubicBezTo>
                  <a:pt x="3542693" y="16066"/>
                  <a:pt x="3541880" y="19176"/>
                  <a:pt x="3541880" y="23734"/>
                </a:cubicBezTo>
                <a:lnTo>
                  <a:pt x="3541880" y="30712"/>
                </a:lnTo>
                <a:lnTo>
                  <a:pt x="3556734" y="30712"/>
                </a:lnTo>
                <a:lnTo>
                  <a:pt x="3556734" y="40758"/>
                </a:lnTo>
                <a:lnTo>
                  <a:pt x="3541880" y="40758"/>
                </a:lnTo>
                <a:lnTo>
                  <a:pt x="3541880" y="106919"/>
                </a:lnTo>
                <a:lnTo>
                  <a:pt x="3529035" y="106919"/>
                </a:lnTo>
                <a:close/>
                <a:moveTo>
                  <a:pt x="3566729" y="16504"/>
                </a:moveTo>
                <a:lnTo>
                  <a:pt x="3566729" y="1722"/>
                </a:lnTo>
                <a:lnTo>
                  <a:pt x="3579645" y="1722"/>
                </a:lnTo>
                <a:lnTo>
                  <a:pt x="3579645" y="16504"/>
                </a:lnTo>
                <a:lnTo>
                  <a:pt x="3566729" y="16504"/>
                </a:lnTo>
                <a:moveTo>
                  <a:pt x="3566729" y="106919"/>
                </a:moveTo>
                <a:lnTo>
                  <a:pt x="3566729" y="30712"/>
                </a:lnTo>
                <a:lnTo>
                  <a:pt x="3579645" y="30712"/>
                </a:lnTo>
                <a:lnTo>
                  <a:pt x="3579645" y="106919"/>
                </a:lnTo>
                <a:lnTo>
                  <a:pt x="3566729" y="106919"/>
                </a:lnTo>
                <a:close/>
                <a:moveTo>
                  <a:pt x="3651450" y="82234"/>
                </a:moveTo>
                <a:lnTo>
                  <a:pt x="3664796" y="83956"/>
                </a:lnTo>
                <a:cubicBezTo>
                  <a:pt x="3662692" y="91776"/>
                  <a:pt x="3658793" y="97846"/>
                  <a:pt x="3653100" y="102165"/>
                </a:cubicBezTo>
                <a:cubicBezTo>
                  <a:pt x="3647407" y="106482"/>
                  <a:pt x="3640136" y="108641"/>
                  <a:pt x="3631286" y="108641"/>
                </a:cubicBezTo>
                <a:cubicBezTo>
                  <a:pt x="3620139" y="108641"/>
                  <a:pt x="3611301" y="105208"/>
                  <a:pt x="3604771" y="98344"/>
                </a:cubicBezTo>
                <a:cubicBezTo>
                  <a:pt x="3598241" y="91479"/>
                  <a:pt x="3594976" y="81851"/>
                  <a:pt x="3594976" y="69461"/>
                </a:cubicBezTo>
                <a:cubicBezTo>
                  <a:pt x="3594976" y="56641"/>
                  <a:pt x="3598277" y="46690"/>
                  <a:pt x="3604879" y="39610"/>
                </a:cubicBezTo>
                <a:cubicBezTo>
                  <a:pt x="3611481" y="32530"/>
                  <a:pt x="3620044" y="28990"/>
                  <a:pt x="3630568" y="28990"/>
                </a:cubicBezTo>
                <a:cubicBezTo>
                  <a:pt x="3640758" y="28990"/>
                  <a:pt x="3649082" y="32453"/>
                  <a:pt x="3655540" y="39379"/>
                </a:cubicBezTo>
                <a:cubicBezTo>
                  <a:pt x="3661998" y="46304"/>
                  <a:pt x="3665227" y="56046"/>
                  <a:pt x="3665227" y="68607"/>
                </a:cubicBezTo>
                <a:cubicBezTo>
                  <a:pt x="3665227" y="69371"/>
                  <a:pt x="3665203" y="70517"/>
                  <a:pt x="3665155" y="72044"/>
                </a:cubicBezTo>
                <a:lnTo>
                  <a:pt x="3608323" y="72044"/>
                </a:lnTo>
                <a:cubicBezTo>
                  <a:pt x="3608802" y="80440"/>
                  <a:pt x="3611170" y="86868"/>
                  <a:pt x="3615427" y="91329"/>
                </a:cubicBezTo>
                <a:cubicBezTo>
                  <a:pt x="3619685" y="95790"/>
                  <a:pt x="3624995" y="98021"/>
                  <a:pt x="3631357" y="98021"/>
                </a:cubicBezTo>
                <a:cubicBezTo>
                  <a:pt x="3636093" y="98021"/>
                  <a:pt x="3640136" y="96766"/>
                  <a:pt x="3643484" y="94256"/>
                </a:cubicBezTo>
                <a:cubicBezTo>
                  <a:pt x="3646833" y="91744"/>
                  <a:pt x="3649488" y="87737"/>
                  <a:pt x="3651450" y="82234"/>
                </a:cubicBezTo>
                <a:moveTo>
                  <a:pt x="3609041" y="61424"/>
                </a:moveTo>
                <a:lnTo>
                  <a:pt x="3651593" y="61424"/>
                </a:lnTo>
                <a:cubicBezTo>
                  <a:pt x="3651019" y="55035"/>
                  <a:pt x="3649393" y="50243"/>
                  <a:pt x="3646714" y="47048"/>
                </a:cubicBezTo>
                <a:cubicBezTo>
                  <a:pt x="3642599" y="42089"/>
                  <a:pt x="3637265" y="39610"/>
                  <a:pt x="3630712" y="39610"/>
                </a:cubicBezTo>
                <a:cubicBezTo>
                  <a:pt x="3624780" y="39610"/>
                  <a:pt x="3619793" y="41589"/>
                  <a:pt x="3615750" y="45548"/>
                </a:cubicBezTo>
                <a:cubicBezTo>
                  <a:pt x="3611708" y="49505"/>
                  <a:pt x="3609471" y="54797"/>
                  <a:pt x="3609041" y="61424"/>
                </a:cubicBezTo>
                <a:close/>
                <a:moveTo>
                  <a:pt x="3680704" y="106919"/>
                </a:moveTo>
                <a:lnTo>
                  <a:pt x="3680704" y="1722"/>
                </a:lnTo>
                <a:lnTo>
                  <a:pt x="3693621" y="1722"/>
                </a:lnTo>
                <a:lnTo>
                  <a:pt x="3693621" y="106919"/>
                </a:lnTo>
                <a:lnTo>
                  <a:pt x="3680704" y="106919"/>
                </a:lnTo>
                <a:close/>
                <a:moveTo>
                  <a:pt x="3763057" y="106919"/>
                </a:moveTo>
                <a:lnTo>
                  <a:pt x="3763057" y="97303"/>
                </a:lnTo>
                <a:cubicBezTo>
                  <a:pt x="3758226" y="104862"/>
                  <a:pt x="3751122" y="108641"/>
                  <a:pt x="3741745" y="108641"/>
                </a:cubicBezTo>
                <a:cubicBezTo>
                  <a:pt x="3735670" y="108641"/>
                  <a:pt x="3730085" y="106966"/>
                  <a:pt x="3724990" y="103618"/>
                </a:cubicBezTo>
                <a:cubicBezTo>
                  <a:pt x="3719895" y="100269"/>
                  <a:pt x="3715949" y="95593"/>
                  <a:pt x="3713150" y="89589"/>
                </a:cubicBezTo>
                <a:cubicBezTo>
                  <a:pt x="3710352" y="83585"/>
                  <a:pt x="3708952" y="76685"/>
                  <a:pt x="3708952" y="68887"/>
                </a:cubicBezTo>
                <a:cubicBezTo>
                  <a:pt x="3708952" y="61281"/>
                  <a:pt x="3710220" y="54380"/>
                  <a:pt x="3712755" y="48185"/>
                </a:cubicBezTo>
                <a:cubicBezTo>
                  <a:pt x="3715291" y="41990"/>
                  <a:pt x="3719094" y="37242"/>
                  <a:pt x="3724165" y="33941"/>
                </a:cubicBezTo>
                <a:cubicBezTo>
                  <a:pt x="3729236" y="30640"/>
                  <a:pt x="3734905" y="28990"/>
                  <a:pt x="3741171" y="28990"/>
                </a:cubicBezTo>
                <a:cubicBezTo>
                  <a:pt x="3745764" y="28990"/>
                  <a:pt x="3749854" y="29965"/>
                  <a:pt x="3753442" y="31916"/>
                </a:cubicBezTo>
                <a:cubicBezTo>
                  <a:pt x="3757030" y="33866"/>
                  <a:pt x="3759948" y="36406"/>
                  <a:pt x="3762196" y="39536"/>
                </a:cubicBezTo>
                <a:lnTo>
                  <a:pt x="3762196" y="1722"/>
                </a:lnTo>
                <a:lnTo>
                  <a:pt x="3775041" y="1722"/>
                </a:lnTo>
                <a:lnTo>
                  <a:pt x="3775041" y="106919"/>
                </a:lnTo>
                <a:lnTo>
                  <a:pt x="3763057" y="106919"/>
                </a:lnTo>
                <a:moveTo>
                  <a:pt x="3722227" y="68923"/>
                </a:moveTo>
                <a:cubicBezTo>
                  <a:pt x="3722227" y="78670"/>
                  <a:pt x="3724284" y="85956"/>
                  <a:pt x="3728399" y="90782"/>
                </a:cubicBezTo>
                <a:cubicBezTo>
                  <a:pt x="3732513" y="95608"/>
                  <a:pt x="3737368" y="98021"/>
                  <a:pt x="3742965" y="98021"/>
                </a:cubicBezTo>
                <a:cubicBezTo>
                  <a:pt x="3748610" y="98021"/>
                  <a:pt x="3753406" y="95715"/>
                  <a:pt x="3757353" y="91105"/>
                </a:cubicBezTo>
                <a:cubicBezTo>
                  <a:pt x="3761299" y="86495"/>
                  <a:pt x="3763273" y="79459"/>
                  <a:pt x="3763273" y="69997"/>
                </a:cubicBezTo>
                <a:cubicBezTo>
                  <a:pt x="3763273" y="59582"/>
                  <a:pt x="3761263" y="51937"/>
                  <a:pt x="3757245" y="47064"/>
                </a:cubicBezTo>
                <a:cubicBezTo>
                  <a:pt x="3753227" y="42190"/>
                  <a:pt x="3748275" y="39754"/>
                  <a:pt x="3742391" y="39754"/>
                </a:cubicBezTo>
                <a:cubicBezTo>
                  <a:pt x="3736651" y="39754"/>
                  <a:pt x="3731855" y="42095"/>
                  <a:pt x="3728004" y="46777"/>
                </a:cubicBezTo>
                <a:cubicBezTo>
                  <a:pt x="3724153" y="51459"/>
                  <a:pt x="3722227" y="58841"/>
                  <a:pt x="3722227" y="68923"/>
                </a:cubicBezTo>
                <a:close/>
                <a:moveTo>
                  <a:pt x="3885761" y="97303"/>
                </a:moveTo>
                <a:cubicBezTo>
                  <a:pt x="3880977" y="101449"/>
                  <a:pt x="3876373" y="104375"/>
                  <a:pt x="3871948" y="106082"/>
                </a:cubicBezTo>
                <a:cubicBezTo>
                  <a:pt x="3867523" y="107788"/>
                  <a:pt x="3862775" y="108641"/>
                  <a:pt x="3857704" y="108641"/>
                </a:cubicBezTo>
                <a:cubicBezTo>
                  <a:pt x="3849332" y="108641"/>
                  <a:pt x="3842898" y="106596"/>
                  <a:pt x="3838401" y="102505"/>
                </a:cubicBezTo>
                <a:cubicBezTo>
                  <a:pt x="3833904" y="98415"/>
                  <a:pt x="3831656" y="93189"/>
                  <a:pt x="3831656" y="86826"/>
                </a:cubicBezTo>
                <a:cubicBezTo>
                  <a:pt x="3831656" y="83095"/>
                  <a:pt x="3832505" y="79687"/>
                  <a:pt x="3834203" y="76601"/>
                </a:cubicBezTo>
                <a:cubicBezTo>
                  <a:pt x="3835902" y="73515"/>
                  <a:pt x="3838126" y="71040"/>
                  <a:pt x="3840877" y="69174"/>
                </a:cubicBezTo>
                <a:cubicBezTo>
                  <a:pt x="3843628" y="67308"/>
                  <a:pt x="3846725" y="65897"/>
                  <a:pt x="3850169" y="64940"/>
                </a:cubicBezTo>
                <a:cubicBezTo>
                  <a:pt x="3852705" y="64271"/>
                  <a:pt x="3856532" y="63625"/>
                  <a:pt x="3861651" y="63003"/>
                </a:cubicBezTo>
                <a:cubicBezTo>
                  <a:pt x="3872079" y="61759"/>
                  <a:pt x="3879757" y="60276"/>
                  <a:pt x="3884685" y="58554"/>
                </a:cubicBezTo>
                <a:cubicBezTo>
                  <a:pt x="3884733" y="56792"/>
                  <a:pt x="3884757" y="55672"/>
                  <a:pt x="3884757" y="55195"/>
                </a:cubicBezTo>
                <a:cubicBezTo>
                  <a:pt x="3884757" y="49952"/>
                  <a:pt x="3883537" y="46259"/>
                  <a:pt x="3881097" y="44115"/>
                </a:cubicBezTo>
                <a:cubicBezTo>
                  <a:pt x="3877796" y="41207"/>
                  <a:pt x="3872893" y="39754"/>
                  <a:pt x="3866387" y="39754"/>
                </a:cubicBezTo>
                <a:cubicBezTo>
                  <a:pt x="3860311" y="39754"/>
                  <a:pt x="3855826" y="40818"/>
                  <a:pt x="3852932" y="42947"/>
                </a:cubicBezTo>
                <a:cubicBezTo>
                  <a:pt x="3850038" y="45076"/>
                  <a:pt x="3847897" y="48843"/>
                  <a:pt x="3846510" y="54249"/>
                </a:cubicBezTo>
                <a:lnTo>
                  <a:pt x="3833880" y="52526"/>
                </a:lnTo>
                <a:cubicBezTo>
                  <a:pt x="3835029" y="47104"/>
                  <a:pt x="3836918" y="42726"/>
                  <a:pt x="3839549" y="39390"/>
                </a:cubicBezTo>
                <a:cubicBezTo>
                  <a:pt x="3842180" y="36055"/>
                  <a:pt x="3845984" y="33488"/>
                  <a:pt x="3850959" y="31690"/>
                </a:cubicBezTo>
                <a:cubicBezTo>
                  <a:pt x="3855934" y="29890"/>
                  <a:pt x="3861698" y="28990"/>
                  <a:pt x="3868252" y="28990"/>
                </a:cubicBezTo>
                <a:cubicBezTo>
                  <a:pt x="3874758" y="28990"/>
                  <a:pt x="3880044" y="29758"/>
                  <a:pt x="3884111" y="31295"/>
                </a:cubicBezTo>
                <a:cubicBezTo>
                  <a:pt x="3888177" y="32831"/>
                  <a:pt x="3891167" y="34763"/>
                  <a:pt x="3893080" y="37092"/>
                </a:cubicBezTo>
                <a:cubicBezTo>
                  <a:pt x="3894994" y="39420"/>
                  <a:pt x="3896333" y="42360"/>
                  <a:pt x="3897099" y="45914"/>
                </a:cubicBezTo>
                <a:cubicBezTo>
                  <a:pt x="3897529" y="48122"/>
                  <a:pt x="3897745" y="52088"/>
                  <a:pt x="3897745" y="57812"/>
                </a:cubicBezTo>
                <a:lnTo>
                  <a:pt x="3897745" y="74984"/>
                </a:lnTo>
                <a:cubicBezTo>
                  <a:pt x="3897745" y="86957"/>
                  <a:pt x="3898020" y="94540"/>
                  <a:pt x="3898570" y="97734"/>
                </a:cubicBezTo>
                <a:cubicBezTo>
                  <a:pt x="3899120" y="100927"/>
                  <a:pt x="3900208" y="103988"/>
                  <a:pt x="3901835" y="106919"/>
                </a:cubicBezTo>
                <a:lnTo>
                  <a:pt x="3888344" y="106919"/>
                </a:lnTo>
                <a:cubicBezTo>
                  <a:pt x="3887005" y="104178"/>
                  <a:pt x="3886144" y="100973"/>
                  <a:pt x="3885761" y="97303"/>
                </a:cubicBezTo>
                <a:moveTo>
                  <a:pt x="3884685" y="68744"/>
                </a:moveTo>
                <a:cubicBezTo>
                  <a:pt x="3879997" y="70648"/>
                  <a:pt x="3872964" y="72267"/>
                  <a:pt x="3863588" y="73601"/>
                </a:cubicBezTo>
                <a:cubicBezTo>
                  <a:pt x="3858278" y="74362"/>
                  <a:pt x="3854523" y="75218"/>
                  <a:pt x="3852322" y="76171"/>
                </a:cubicBezTo>
                <a:cubicBezTo>
                  <a:pt x="3850122" y="77123"/>
                  <a:pt x="3848423" y="78515"/>
                  <a:pt x="3847227" y="80348"/>
                </a:cubicBezTo>
                <a:cubicBezTo>
                  <a:pt x="3846031" y="82181"/>
                  <a:pt x="3845433" y="84216"/>
                  <a:pt x="3845433" y="86454"/>
                </a:cubicBezTo>
                <a:cubicBezTo>
                  <a:pt x="3845433" y="89882"/>
                  <a:pt x="3846737" y="92739"/>
                  <a:pt x="3849344" y="95025"/>
                </a:cubicBezTo>
                <a:cubicBezTo>
                  <a:pt x="3851951" y="97309"/>
                  <a:pt x="3855766" y="98451"/>
                  <a:pt x="3860790" y="98451"/>
                </a:cubicBezTo>
                <a:cubicBezTo>
                  <a:pt x="3865765" y="98451"/>
                  <a:pt x="3870190" y="97367"/>
                  <a:pt x="3874065" y="95197"/>
                </a:cubicBezTo>
                <a:cubicBezTo>
                  <a:pt x="3877940" y="93027"/>
                  <a:pt x="3880786" y="90062"/>
                  <a:pt x="3882604" y="86302"/>
                </a:cubicBezTo>
                <a:cubicBezTo>
                  <a:pt x="3883991" y="83400"/>
                  <a:pt x="3884685" y="79118"/>
                  <a:pt x="3884685" y="73455"/>
                </a:cubicBezTo>
                <a:lnTo>
                  <a:pt x="3884685" y="68744"/>
                </a:lnTo>
                <a:close/>
                <a:moveTo>
                  <a:pt x="3967470" y="78933"/>
                </a:moveTo>
                <a:lnTo>
                  <a:pt x="3980172" y="80655"/>
                </a:lnTo>
                <a:cubicBezTo>
                  <a:pt x="3978784" y="89410"/>
                  <a:pt x="3975232" y="96263"/>
                  <a:pt x="3969516" y="101214"/>
                </a:cubicBezTo>
                <a:cubicBezTo>
                  <a:pt x="3963799" y="106165"/>
                  <a:pt x="3956779" y="108641"/>
                  <a:pt x="3948455" y="108641"/>
                </a:cubicBezTo>
                <a:cubicBezTo>
                  <a:pt x="3938026" y="108641"/>
                  <a:pt x="3929642" y="105232"/>
                  <a:pt x="3923304" y="98415"/>
                </a:cubicBezTo>
                <a:cubicBezTo>
                  <a:pt x="3916965" y="91598"/>
                  <a:pt x="3913796" y="81827"/>
                  <a:pt x="3913796" y="69102"/>
                </a:cubicBezTo>
                <a:cubicBezTo>
                  <a:pt x="3913796" y="60874"/>
                  <a:pt x="3915159" y="53675"/>
                  <a:pt x="3917886" y="47503"/>
                </a:cubicBezTo>
                <a:cubicBezTo>
                  <a:pt x="3920613" y="41332"/>
                  <a:pt x="3924763" y="36704"/>
                  <a:pt x="3930336" y="33618"/>
                </a:cubicBezTo>
                <a:cubicBezTo>
                  <a:pt x="3935909" y="30533"/>
                  <a:pt x="3941973" y="28990"/>
                  <a:pt x="3948526" y="28990"/>
                </a:cubicBezTo>
                <a:cubicBezTo>
                  <a:pt x="3956803" y="28990"/>
                  <a:pt x="3963572" y="31071"/>
                  <a:pt x="3968834" y="35233"/>
                </a:cubicBezTo>
                <a:cubicBezTo>
                  <a:pt x="3974096" y="39393"/>
                  <a:pt x="3977469" y="45301"/>
                  <a:pt x="3978952" y="52957"/>
                </a:cubicBezTo>
                <a:lnTo>
                  <a:pt x="3966394" y="54966"/>
                </a:lnTo>
                <a:cubicBezTo>
                  <a:pt x="3965198" y="49871"/>
                  <a:pt x="3963081" y="46038"/>
                  <a:pt x="3960044" y="43467"/>
                </a:cubicBezTo>
                <a:cubicBezTo>
                  <a:pt x="3957006" y="40896"/>
                  <a:pt x="3953334" y="39610"/>
                  <a:pt x="3949029" y="39610"/>
                </a:cubicBezTo>
                <a:cubicBezTo>
                  <a:pt x="3942523" y="39610"/>
                  <a:pt x="3937237" y="41942"/>
                  <a:pt x="3933170" y="46606"/>
                </a:cubicBezTo>
                <a:cubicBezTo>
                  <a:pt x="3929104" y="51271"/>
                  <a:pt x="3927071" y="58650"/>
                  <a:pt x="3927071" y="68744"/>
                </a:cubicBezTo>
                <a:cubicBezTo>
                  <a:pt x="3927071" y="78981"/>
                  <a:pt x="3929032" y="86420"/>
                  <a:pt x="3932955" y="91060"/>
                </a:cubicBezTo>
                <a:cubicBezTo>
                  <a:pt x="3936878" y="95701"/>
                  <a:pt x="3941997" y="98021"/>
                  <a:pt x="3948311" y="98021"/>
                </a:cubicBezTo>
                <a:cubicBezTo>
                  <a:pt x="3953382" y="98021"/>
                  <a:pt x="3957616" y="96460"/>
                  <a:pt x="3961012" y="93338"/>
                </a:cubicBezTo>
                <a:cubicBezTo>
                  <a:pt x="3964409" y="90217"/>
                  <a:pt x="3966562" y="85415"/>
                  <a:pt x="3967470" y="78933"/>
                </a:cubicBezTo>
                <a:close/>
                <a:moveTo>
                  <a:pt x="4040950" y="78933"/>
                </a:moveTo>
                <a:lnTo>
                  <a:pt x="4053651" y="80655"/>
                </a:lnTo>
                <a:cubicBezTo>
                  <a:pt x="4052264" y="89410"/>
                  <a:pt x="4048712" y="96263"/>
                  <a:pt x="4042995" y="101214"/>
                </a:cubicBezTo>
                <a:cubicBezTo>
                  <a:pt x="4037278" y="106165"/>
                  <a:pt x="4030258" y="108641"/>
                  <a:pt x="4021934" y="108641"/>
                </a:cubicBezTo>
                <a:cubicBezTo>
                  <a:pt x="4011505" y="108641"/>
                  <a:pt x="4003122" y="105232"/>
                  <a:pt x="3996783" y="98415"/>
                </a:cubicBezTo>
                <a:cubicBezTo>
                  <a:pt x="3990445" y="91598"/>
                  <a:pt x="3987275" y="81827"/>
                  <a:pt x="3987275" y="69102"/>
                </a:cubicBezTo>
                <a:cubicBezTo>
                  <a:pt x="3987275" y="60874"/>
                  <a:pt x="3988639" y="53675"/>
                  <a:pt x="3991366" y="47503"/>
                </a:cubicBezTo>
                <a:cubicBezTo>
                  <a:pt x="3994092" y="41332"/>
                  <a:pt x="3998242" y="36704"/>
                  <a:pt x="4003815" y="33618"/>
                </a:cubicBezTo>
                <a:cubicBezTo>
                  <a:pt x="4009389" y="30533"/>
                  <a:pt x="4015452" y="28990"/>
                  <a:pt x="4022006" y="28990"/>
                </a:cubicBezTo>
                <a:cubicBezTo>
                  <a:pt x="4030282" y="28990"/>
                  <a:pt x="4037051" y="31071"/>
                  <a:pt x="4042313" y="35233"/>
                </a:cubicBezTo>
                <a:cubicBezTo>
                  <a:pt x="4047576" y="39393"/>
                  <a:pt x="4050948" y="45301"/>
                  <a:pt x="4052431" y="52957"/>
                </a:cubicBezTo>
                <a:lnTo>
                  <a:pt x="4039874" y="54966"/>
                </a:lnTo>
                <a:cubicBezTo>
                  <a:pt x="4038678" y="49871"/>
                  <a:pt x="4036561" y="46038"/>
                  <a:pt x="4033523" y="43467"/>
                </a:cubicBezTo>
                <a:cubicBezTo>
                  <a:pt x="4030485" y="40896"/>
                  <a:pt x="4026814" y="39610"/>
                  <a:pt x="4022508" y="39610"/>
                </a:cubicBezTo>
                <a:cubicBezTo>
                  <a:pt x="4016002" y="39610"/>
                  <a:pt x="4010716" y="41942"/>
                  <a:pt x="4006650" y="46606"/>
                </a:cubicBezTo>
                <a:cubicBezTo>
                  <a:pt x="4002584" y="51271"/>
                  <a:pt x="4000550" y="58650"/>
                  <a:pt x="4000550" y="68744"/>
                </a:cubicBezTo>
                <a:cubicBezTo>
                  <a:pt x="4000550" y="78981"/>
                  <a:pt x="4002512" y="86420"/>
                  <a:pt x="4006435" y="91060"/>
                </a:cubicBezTo>
                <a:cubicBezTo>
                  <a:pt x="4010357" y="95701"/>
                  <a:pt x="4015476" y="98021"/>
                  <a:pt x="4021791" y="98021"/>
                </a:cubicBezTo>
                <a:cubicBezTo>
                  <a:pt x="4026862" y="98021"/>
                  <a:pt x="4031095" y="96460"/>
                  <a:pt x="4034492" y="93338"/>
                </a:cubicBezTo>
                <a:cubicBezTo>
                  <a:pt x="4037888" y="90217"/>
                  <a:pt x="4040041" y="85415"/>
                  <a:pt x="4040950" y="78933"/>
                </a:cubicBezTo>
                <a:close/>
                <a:moveTo>
                  <a:pt x="4116869" y="82234"/>
                </a:moveTo>
                <a:lnTo>
                  <a:pt x="4130216" y="83956"/>
                </a:lnTo>
                <a:cubicBezTo>
                  <a:pt x="4128111" y="91776"/>
                  <a:pt x="4124212" y="97846"/>
                  <a:pt x="4118520" y="102165"/>
                </a:cubicBezTo>
                <a:cubicBezTo>
                  <a:pt x="4112827" y="106482"/>
                  <a:pt x="4105555" y="108641"/>
                  <a:pt x="4096705" y="108641"/>
                </a:cubicBezTo>
                <a:cubicBezTo>
                  <a:pt x="4085559" y="108641"/>
                  <a:pt x="4076721" y="105208"/>
                  <a:pt x="4070191" y="98344"/>
                </a:cubicBezTo>
                <a:cubicBezTo>
                  <a:pt x="4063661" y="91479"/>
                  <a:pt x="4060396" y="81851"/>
                  <a:pt x="4060396" y="69461"/>
                </a:cubicBezTo>
                <a:cubicBezTo>
                  <a:pt x="4060396" y="56641"/>
                  <a:pt x="4063697" y="46690"/>
                  <a:pt x="4070299" y="39610"/>
                </a:cubicBezTo>
                <a:cubicBezTo>
                  <a:pt x="4076900" y="32530"/>
                  <a:pt x="4085463" y="28990"/>
                  <a:pt x="4095988" y="28990"/>
                </a:cubicBezTo>
                <a:cubicBezTo>
                  <a:pt x="4106177" y="28990"/>
                  <a:pt x="4114501" y="32453"/>
                  <a:pt x="4120959" y="39379"/>
                </a:cubicBezTo>
                <a:cubicBezTo>
                  <a:pt x="4127417" y="46304"/>
                  <a:pt x="4130647" y="56046"/>
                  <a:pt x="4130647" y="68607"/>
                </a:cubicBezTo>
                <a:cubicBezTo>
                  <a:pt x="4130647" y="69371"/>
                  <a:pt x="4130623" y="70517"/>
                  <a:pt x="4130575" y="72044"/>
                </a:cubicBezTo>
                <a:lnTo>
                  <a:pt x="4073743" y="72044"/>
                </a:lnTo>
                <a:cubicBezTo>
                  <a:pt x="4074221" y="80440"/>
                  <a:pt x="4076589" y="86868"/>
                  <a:pt x="4080847" y="91329"/>
                </a:cubicBezTo>
                <a:cubicBezTo>
                  <a:pt x="4085105" y="95790"/>
                  <a:pt x="4090415" y="98021"/>
                  <a:pt x="4096777" y="98021"/>
                </a:cubicBezTo>
                <a:cubicBezTo>
                  <a:pt x="4101513" y="98021"/>
                  <a:pt x="4105555" y="96766"/>
                  <a:pt x="4108904" y="94256"/>
                </a:cubicBezTo>
                <a:cubicBezTo>
                  <a:pt x="4112253" y="91744"/>
                  <a:pt x="4114908" y="87737"/>
                  <a:pt x="4116869" y="82234"/>
                </a:cubicBezTo>
                <a:moveTo>
                  <a:pt x="4074461" y="61424"/>
                </a:moveTo>
                <a:lnTo>
                  <a:pt x="4117013" y="61424"/>
                </a:lnTo>
                <a:cubicBezTo>
                  <a:pt x="4116439" y="55035"/>
                  <a:pt x="4114812" y="50243"/>
                  <a:pt x="4112133" y="47048"/>
                </a:cubicBezTo>
                <a:cubicBezTo>
                  <a:pt x="4108019" y="42089"/>
                  <a:pt x="4102685" y="39610"/>
                  <a:pt x="4096131" y="39610"/>
                </a:cubicBezTo>
                <a:cubicBezTo>
                  <a:pt x="4090199" y="39610"/>
                  <a:pt x="4085212" y="41589"/>
                  <a:pt x="4081170" y="45548"/>
                </a:cubicBezTo>
                <a:cubicBezTo>
                  <a:pt x="4077127" y="49505"/>
                  <a:pt x="4074891" y="54797"/>
                  <a:pt x="4074461" y="61424"/>
                </a:cubicBezTo>
                <a:close/>
                <a:moveTo>
                  <a:pt x="4141244" y="84100"/>
                </a:moveTo>
                <a:lnTo>
                  <a:pt x="4154017" y="82091"/>
                </a:lnTo>
                <a:cubicBezTo>
                  <a:pt x="4154734" y="87232"/>
                  <a:pt x="4156732" y="91172"/>
                  <a:pt x="4160009" y="93913"/>
                </a:cubicBezTo>
                <a:cubicBezTo>
                  <a:pt x="4163286" y="96651"/>
                  <a:pt x="4167866" y="98021"/>
                  <a:pt x="4173750" y="98021"/>
                </a:cubicBezTo>
                <a:cubicBezTo>
                  <a:pt x="4179682" y="98021"/>
                  <a:pt x="4184083" y="96813"/>
                  <a:pt x="4186954" y="94397"/>
                </a:cubicBezTo>
                <a:cubicBezTo>
                  <a:pt x="4189824" y="91981"/>
                  <a:pt x="4191259" y="89147"/>
                  <a:pt x="4191259" y="85894"/>
                </a:cubicBezTo>
                <a:cubicBezTo>
                  <a:pt x="4191259" y="82976"/>
                  <a:pt x="4189991" y="80679"/>
                  <a:pt x="4187456" y="79005"/>
                </a:cubicBezTo>
                <a:cubicBezTo>
                  <a:pt x="4185686" y="77857"/>
                  <a:pt x="4181285" y="76398"/>
                  <a:pt x="4174252" y="74628"/>
                </a:cubicBezTo>
                <a:cubicBezTo>
                  <a:pt x="4164780" y="72236"/>
                  <a:pt x="4158215" y="70167"/>
                  <a:pt x="4154555" y="68421"/>
                </a:cubicBezTo>
                <a:cubicBezTo>
                  <a:pt x="4150895" y="66675"/>
                  <a:pt x="4148121" y="64259"/>
                  <a:pt x="4146231" y="61173"/>
                </a:cubicBezTo>
                <a:cubicBezTo>
                  <a:pt x="4144342" y="58088"/>
                  <a:pt x="4143397" y="54679"/>
                  <a:pt x="4143397" y="50948"/>
                </a:cubicBezTo>
                <a:cubicBezTo>
                  <a:pt x="4143397" y="47551"/>
                  <a:pt x="4144174" y="44406"/>
                  <a:pt x="4145729" y="41512"/>
                </a:cubicBezTo>
                <a:cubicBezTo>
                  <a:pt x="4147284" y="38617"/>
                  <a:pt x="4149400" y="36214"/>
                  <a:pt x="4152079" y="34300"/>
                </a:cubicBezTo>
                <a:cubicBezTo>
                  <a:pt x="4154089" y="32817"/>
                  <a:pt x="4156827" y="31561"/>
                  <a:pt x="4160296" y="30533"/>
                </a:cubicBezTo>
                <a:cubicBezTo>
                  <a:pt x="4163764" y="29504"/>
                  <a:pt x="4167483" y="28990"/>
                  <a:pt x="4171454" y="28990"/>
                </a:cubicBezTo>
                <a:cubicBezTo>
                  <a:pt x="4177434" y="28990"/>
                  <a:pt x="4182684" y="29851"/>
                  <a:pt x="4187205" y="31573"/>
                </a:cubicBezTo>
                <a:cubicBezTo>
                  <a:pt x="4191725" y="33295"/>
                  <a:pt x="4195062" y="35628"/>
                  <a:pt x="4197215" y="38570"/>
                </a:cubicBezTo>
                <a:cubicBezTo>
                  <a:pt x="4199368" y="41512"/>
                  <a:pt x="4200851" y="45446"/>
                  <a:pt x="4201664" y="50374"/>
                </a:cubicBezTo>
                <a:lnTo>
                  <a:pt x="4189034" y="52096"/>
                </a:lnTo>
                <a:cubicBezTo>
                  <a:pt x="4188460" y="48173"/>
                  <a:pt x="4186798" y="45112"/>
                  <a:pt x="4184047" y="42911"/>
                </a:cubicBezTo>
                <a:cubicBezTo>
                  <a:pt x="4181297" y="40710"/>
                  <a:pt x="4177410" y="39610"/>
                  <a:pt x="4172387" y="39610"/>
                </a:cubicBezTo>
                <a:cubicBezTo>
                  <a:pt x="4166455" y="39610"/>
                  <a:pt x="4162221" y="40591"/>
                  <a:pt x="4159686" y="42552"/>
                </a:cubicBezTo>
                <a:cubicBezTo>
                  <a:pt x="4157150" y="44514"/>
                  <a:pt x="4155883" y="46810"/>
                  <a:pt x="4155883" y="49441"/>
                </a:cubicBezTo>
                <a:cubicBezTo>
                  <a:pt x="4155883" y="51115"/>
                  <a:pt x="4156409" y="52622"/>
                  <a:pt x="4157461" y="53962"/>
                </a:cubicBezTo>
                <a:cubicBezTo>
                  <a:pt x="4158514" y="55349"/>
                  <a:pt x="4160164" y="56497"/>
                  <a:pt x="4162412" y="57406"/>
                </a:cubicBezTo>
                <a:cubicBezTo>
                  <a:pt x="4163704" y="57884"/>
                  <a:pt x="4167507" y="58985"/>
                  <a:pt x="4173822" y="60707"/>
                </a:cubicBezTo>
                <a:cubicBezTo>
                  <a:pt x="4182959" y="63147"/>
                  <a:pt x="4189333" y="65144"/>
                  <a:pt x="4192945" y="66699"/>
                </a:cubicBezTo>
                <a:cubicBezTo>
                  <a:pt x="4196557" y="68253"/>
                  <a:pt x="4199391" y="70514"/>
                  <a:pt x="4201449" y="73480"/>
                </a:cubicBezTo>
                <a:cubicBezTo>
                  <a:pt x="4203506" y="76446"/>
                  <a:pt x="4204534" y="80129"/>
                  <a:pt x="4204534" y="84530"/>
                </a:cubicBezTo>
                <a:cubicBezTo>
                  <a:pt x="4204534" y="88836"/>
                  <a:pt x="4203278" y="92890"/>
                  <a:pt x="4200767" y="96693"/>
                </a:cubicBezTo>
                <a:cubicBezTo>
                  <a:pt x="4198255" y="100496"/>
                  <a:pt x="4194632" y="103438"/>
                  <a:pt x="4189896" y="105519"/>
                </a:cubicBezTo>
                <a:cubicBezTo>
                  <a:pt x="4185160" y="107600"/>
                  <a:pt x="4179802" y="108641"/>
                  <a:pt x="4173822" y="108641"/>
                </a:cubicBezTo>
                <a:cubicBezTo>
                  <a:pt x="4163919" y="108641"/>
                  <a:pt x="4156373" y="106578"/>
                  <a:pt x="4151182" y="102452"/>
                </a:cubicBezTo>
                <a:cubicBezTo>
                  <a:pt x="4145992" y="98326"/>
                  <a:pt x="4142679" y="92208"/>
                  <a:pt x="4141244" y="84100"/>
                </a:cubicBezTo>
                <a:close/>
                <a:moveTo>
                  <a:pt x="4214724" y="84100"/>
                </a:moveTo>
                <a:lnTo>
                  <a:pt x="4227497" y="82091"/>
                </a:lnTo>
                <a:cubicBezTo>
                  <a:pt x="4228214" y="87232"/>
                  <a:pt x="4230212" y="91172"/>
                  <a:pt x="4233489" y="93913"/>
                </a:cubicBezTo>
                <a:cubicBezTo>
                  <a:pt x="4236766" y="96651"/>
                  <a:pt x="4241346" y="98021"/>
                  <a:pt x="4247230" y="98021"/>
                </a:cubicBezTo>
                <a:cubicBezTo>
                  <a:pt x="4253162" y="98021"/>
                  <a:pt x="4257563" y="96813"/>
                  <a:pt x="4260434" y="94397"/>
                </a:cubicBezTo>
                <a:cubicBezTo>
                  <a:pt x="4263304" y="91981"/>
                  <a:pt x="4264739" y="89147"/>
                  <a:pt x="4264739" y="85894"/>
                </a:cubicBezTo>
                <a:cubicBezTo>
                  <a:pt x="4264739" y="82976"/>
                  <a:pt x="4263471" y="80679"/>
                  <a:pt x="4260936" y="79005"/>
                </a:cubicBezTo>
                <a:cubicBezTo>
                  <a:pt x="4259166" y="77857"/>
                  <a:pt x="4254765" y="76398"/>
                  <a:pt x="4247732" y="74628"/>
                </a:cubicBezTo>
                <a:cubicBezTo>
                  <a:pt x="4238261" y="72236"/>
                  <a:pt x="4231695" y="70167"/>
                  <a:pt x="4228035" y="68421"/>
                </a:cubicBezTo>
                <a:cubicBezTo>
                  <a:pt x="4224375" y="66675"/>
                  <a:pt x="4221601" y="64259"/>
                  <a:pt x="4219711" y="61173"/>
                </a:cubicBezTo>
                <a:cubicBezTo>
                  <a:pt x="4217822" y="58088"/>
                  <a:pt x="4216877" y="54679"/>
                  <a:pt x="4216877" y="50948"/>
                </a:cubicBezTo>
                <a:cubicBezTo>
                  <a:pt x="4216877" y="47551"/>
                  <a:pt x="4217654" y="44406"/>
                  <a:pt x="4219209" y="41512"/>
                </a:cubicBezTo>
                <a:cubicBezTo>
                  <a:pt x="4220764" y="38617"/>
                  <a:pt x="4222881" y="36214"/>
                  <a:pt x="4225559" y="34300"/>
                </a:cubicBezTo>
                <a:cubicBezTo>
                  <a:pt x="4227569" y="32817"/>
                  <a:pt x="4230307" y="31561"/>
                  <a:pt x="4233776" y="30533"/>
                </a:cubicBezTo>
                <a:cubicBezTo>
                  <a:pt x="4237244" y="29504"/>
                  <a:pt x="4240963" y="28990"/>
                  <a:pt x="4244934" y="28990"/>
                </a:cubicBezTo>
                <a:cubicBezTo>
                  <a:pt x="4250914" y="28990"/>
                  <a:pt x="4256164" y="29851"/>
                  <a:pt x="4260685" y="31573"/>
                </a:cubicBezTo>
                <a:cubicBezTo>
                  <a:pt x="4265205" y="33295"/>
                  <a:pt x="4268542" y="35628"/>
                  <a:pt x="4270695" y="38570"/>
                </a:cubicBezTo>
                <a:cubicBezTo>
                  <a:pt x="4272848" y="41512"/>
                  <a:pt x="4274331" y="45446"/>
                  <a:pt x="4275144" y="50374"/>
                </a:cubicBezTo>
                <a:lnTo>
                  <a:pt x="4262515" y="52096"/>
                </a:lnTo>
                <a:cubicBezTo>
                  <a:pt x="4261940" y="48173"/>
                  <a:pt x="4260278" y="45112"/>
                  <a:pt x="4257527" y="42911"/>
                </a:cubicBezTo>
                <a:cubicBezTo>
                  <a:pt x="4254777" y="40710"/>
                  <a:pt x="4250890" y="39610"/>
                  <a:pt x="4245867" y="39610"/>
                </a:cubicBezTo>
                <a:cubicBezTo>
                  <a:pt x="4239935" y="39610"/>
                  <a:pt x="4235701" y="40591"/>
                  <a:pt x="4233166" y="42552"/>
                </a:cubicBezTo>
                <a:cubicBezTo>
                  <a:pt x="4230630" y="44514"/>
                  <a:pt x="4229363" y="46810"/>
                  <a:pt x="4229363" y="49441"/>
                </a:cubicBezTo>
                <a:cubicBezTo>
                  <a:pt x="4229363" y="51115"/>
                  <a:pt x="4229889" y="52622"/>
                  <a:pt x="4230941" y="53962"/>
                </a:cubicBezTo>
                <a:cubicBezTo>
                  <a:pt x="4231994" y="55349"/>
                  <a:pt x="4233644" y="56497"/>
                  <a:pt x="4235893" y="57406"/>
                </a:cubicBezTo>
                <a:cubicBezTo>
                  <a:pt x="4237184" y="57884"/>
                  <a:pt x="4240987" y="58985"/>
                  <a:pt x="4247302" y="60707"/>
                </a:cubicBezTo>
                <a:cubicBezTo>
                  <a:pt x="4256439" y="63147"/>
                  <a:pt x="4262814" y="65144"/>
                  <a:pt x="4266425" y="66699"/>
                </a:cubicBezTo>
                <a:cubicBezTo>
                  <a:pt x="4270037" y="68253"/>
                  <a:pt x="4272872" y="70514"/>
                  <a:pt x="4274929" y="73480"/>
                </a:cubicBezTo>
                <a:cubicBezTo>
                  <a:pt x="4276986" y="76446"/>
                  <a:pt x="4278014" y="80129"/>
                  <a:pt x="4278014" y="84530"/>
                </a:cubicBezTo>
                <a:cubicBezTo>
                  <a:pt x="4278014" y="88836"/>
                  <a:pt x="4276758" y="92890"/>
                  <a:pt x="4274247" y="96693"/>
                </a:cubicBezTo>
                <a:cubicBezTo>
                  <a:pt x="4271735" y="100496"/>
                  <a:pt x="4268112" y="103438"/>
                  <a:pt x="4263376" y="105519"/>
                </a:cubicBezTo>
                <a:cubicBezTo>
                  <a:pt x="4258640" y="107600"/>
                  <a:pt x="4253282" y="108641"/>
                  <a:pt x="4247302" y="108641"/>
                </a:cubicBezTo>
                <a:cubicBezTo>
                  <a:pt x="4237399" y="108641"/>
                  <a:pt x="4229853" y="106578"/>
                  <a:pt x="4224662" y="102452"/>
                </a:cubicBezTo>
                <a:cubicBezTo>
                  <a:pt x="4219472" y="98326"/>
                  <a:pt x="4216159" y="92208"/>
                  <a:pt x="4214724" y="84100"/>
                </a:cubicBezTo>
                <a:close/>
                <a:moveTo>
                  <a:pt x="4345538" y="82234"/>
                </a:moveTo>
                <a:lnTo>
                  <a:pt x="4358885" y="83956"/>
                </a:lnTo>
                <a:cubicBezTo>
                  <a:pt x="4356780" y="91776"/>
                  <a:pt x="4352881" y="97846"/>
                  <a:pt x="4347188" y="102165"/>
                </a:cubicBezTo>
                <a:cubicBezTo>
                  <a:pt x="4341496" y="106482"/>
                  <a:pt x="4334224" y="108641"/>
                  <a:pt x="4325374" y="108641"/>
                </a:cubicBezTo>
                <a:cubicBezTo>
                  <a:pt x="4314228" y="108641"/>
                  <a:pt x="4305390" y="105208"/>
                  <a:pt x="4298860" y="98344"/>
                </a:cubicBezTo>
                <a:cubicBezTo>
                  <a:pt x="4292330" y="91479"/>
                  <a:pt x="4289065" y="81851"/>
                  <a:pt x="4289065" y="69461"/>
                </a:cubicBezTo>
                <a:cubicBezTo>
                  <a:pt x="4289065" y="56641"/>
                  <a:pt x="4292366" y="46690"/>
                  <a:pt x="4298967" y="39610"/>
                </a:cubicBezTo>
                <a:cubicBezTo>
                  <a:pt x="4305569" y="32530"/>
                  <a:pt x="4314132" y="28990"/>
                  <a:pt x="4324657" y="28990"/>
                </a:cubicBezTo>
                <a:cubicBezTo>
                  <a:pt x="4334846" y="28990"/>
                  <a:pt x="4343170" y="32453"/>
                  <a:pt x="4349628" y="39379"/>
                </a:cubicBezTo>
                <a:cubicBezTo>
                  <a:pt x="4356086" y="46304"/>
                  <a:pt x="4359315" y="56046"/>
                  <a:pt x="4359315" y="68607"/>
                </a:cubicBezTo>
                <a:cubicBezTo>
                  <a:pt x="4359315" y="69371"/>
                  <a:pt x="4359292" y="70517"/>
                  <a:pt x="4359244" y="72044"/>
                </a:cubicBezTo>
                <a:lnTo>
                  <a:pt x="4302412" y="72044"/>
                </a:lnTo>
                <a:cubicBezTo>
                  <a:pt x="4302890" y="80440"/>
                  <a:pt x="4305258" y="86868"/>
                  <a:pt x="4309516" y="91329"/>
                </a:cubicBezTo>
                <a:cubicBezTo>
                  <a:pt x="4313773" y="95790"/>
                  <a:pt x="4319083" y="98021"/>
                  <a:pt x="4325446" y="98021"/>
                </a:cubicBezTo>
                <a:cubicBezTo>
                  <a:pt x="4330182" y="98021"/>
                  <a:pt x="4334224" y="96766"/>
                  <a:pt x="4337573" y="94256"/>
                </a:cubicBezTo>
                <a:cubicBezTo>
                  <a:pt x="4340922" y="91744"/>
                  <a:pt x="4343577" y="87737"/>
                  <a:pt x="4345538" y="82234"/>
                </a:cubicBezTo>
                <a:moveTo>
                  <a:pt x="4303129" y="61424"/>
                </a:moveTo>
                <a:lnTo>
                  <a:pt x="4345682" y="61424"/>
                </a:lnTo>
                <a:cubicBezTo>
                  <a:pt x="4345107" y="55035"/>
                  <a:pt x="4343481" y="50243"/>
                  <a:pt x="4340802" y="47048"/>
                </a:cubicBezTo>
                <a:cubicBezTo>
                  <a:pt x="4336688" y="42089"/>
                  <a:pt x="4331354" y="39610"/>
                  <a:pt x="4324800" y="39610"/>
                </a:cubicBezTo>
                <a:cubicBezTo>
                  <a:pt x="4318868" y="39610"/>
                  <a:pt x="4313881" y="41589"/>
                  <a:pt x="4309839" y="45548"/>
                </a:cubicBezTo>
                <a:cubicBezTo>
                  <a:pt x="4305796" y="49505"/>
                  <a:pt x="4303560" y="54797"/>
                  <a:pt x="4303129" y="61424"/>
                </a:cubicBezTo>
                <a:close/>
                <a:moveTo>
                  <a:pt x="4369913" y="84100"/>
                </a:moveTo>
                <a:lnTo>
                  <a:pt x="4382686" y="82091"/>
                </a:lnTo>
                <a:cubicBezTo>
                  <a:pt x="4383404" y="87232"/>
                  <a:pt x="4385401" y="91172"/>
                  <a:pt x="4388678" y="93913"/>
                </a:cubicBezTo>
                <a:cubicBezTo>
                  <a:pt x="4391955" y="96651"/>
                  <a:pt x="4396535" y="98021"/>
                  <a:pt x="4402419" y="98021"/>
                </a:cubicBezTo>
                <a:cubicBezTo>
                  <a:pt x="4408351" y="98021"/>
                  <a:pt x="4412752" y="96813"/>
                  <a:pt x="4415623" y="94397"/>
                </a:cubicBezTo>
                <a:cubicBezTo>
                  <a:pt x="4418493" y="91981"/>
                  <a:pt x="4419928" y="89147"/>
                  <a:pt x="4419928" y="85894"/>
                </a:cubicBezTo>
                <a:cubicBezTo>
                  <a:pt x="4419928" y="82976"/>
                  <a:pt x="4418660" y="80679"/>
                  <a:pt x="4416125" y="79005"/>
                </a:cubicBezTo>
                <a:cubicBezTo>
                  <a:pt x="4414355" y="77857"/>
                  <a:pt x="4409954" y="76398"/>
                  <a:pt x="4402922" y="74628"/>
                </a:cubicBezTo>
                <a:cubicBezTo>
                  <a:pt x="4393450" y="72236"/>
                  <a:pt x="4386884" y="70167"/>
                  <a:pt x="4383224" y="68421"/>
                </a:cubicBezTo>
                <a:cubicBezTo>
                  <a:pt x="4379565" y="66675"/>
                  <a:pt x="4376790" y="64259"/>
                  <a:pt x="4374900" y="61173"/>
                </a:cubicBezTo>
                <a:cubicBezTo>
                  <a:pt x="4373011" y="58088"/>
                  <a:pt x="4372066" y="54679"/>
                  <a:pt x="4372066" y="50948"/>
                </a:cubicBezTo>
                <a:cubicBezTo>
                  <a:pt x="4372066" y="47551"/>
                  <a:pt x="4372843" y="44406"/>
                  <a:pt x="4374398" y="41512"/>
                </a:cubicBezTo>
                <a:cubicBezTo>
                  <a:pt x="4375953" y="38617"/>
                  <a:pt x="4378070" y="36214"/>
                  <a:pt x="4380749" y="34300"/>
                </a:cubicBezTo>
                <a:cubicBezTo>
                  <a:pt x="4382758" y="32817"/>
                  <a:pt x="4385497" y="31561"/>
                  <a:pt x="4388965" y="30533"/>
                </a:cubicBezTo>
                <a:cubicBezTo>
                  <a:pt x="4392433" y="29504"/>
                  <a:pt x="4396152" y="28990"/>
                  <a:pt x="4400123" y="28990"/>
                </a:cubicBezTo>
                <a:cubicBezTo>
                  <a:pt x="4406103" y="28990"/>
                  <a:pt x="4411353" y="29851"/>
                  <a:pt x="4415874" y="31573"/>
                </a:cubicBezTo>
                <a:cubicBezTo>
                  <a:pt x="4420395" y="33295"/>
                  <a:pt x="4423731" y="35628"/>
                  <a:pt x="4425884" y="38570"/>
                </a:cubicBezTo>
                <a:cubicBezTo>
                  <a:pt x="4428037" y="41512"/>
                  <a:pt x="4429520" y="45446"/>
                  <a:pt x="4430333" y="50374"/>
                </a:cubicBezTo>
                <a:lnTo>
                  <a:pt x="4417704" y="52096"/>
                </a:lnTo>
                <a:cubicBezTo>
                  <a:pt x="4417130" y="48173"/>
                  <a:pt x="4415467" y="45112"/>
                  <a:pt x="4412716" y="42911"/>
                </a:cubicBezTo>
                <a:cubicBezTo>
                  <a:pt x="4409966" y="40710"/>
                  <a:pt x="4406079" y="39610"/>
                  <a:pt x="4401056" y="39610"/>
                </a:cubicBezTo>
                <a:cubicBezTo>
                  <a:pt x="4395124" y="39610"/>
                  <a:pt x="4390890" y="40591"/>
                  <a:pt x="4388355" y="42552"/>
                </a:cubicBezTo>
                <a:cubicBezTo>
                  <a:pt x="4385819" y="44514"/>
                  <a:pt x="4384552" y="46810"/>
                  <a:pt x="4384552" y="49441"/>
                </a:cubicBezTo>
                <a:cubicBezTo>
                  <a:pt x="4384552" y="51115"/>
                  <a:pt x="4385078" y="52622"/>
                  <a:pt x="4386130" y="53962"/>
                </a:cubicBezTo>
                <a:cubicBezTo>
                  <a:pt x="4387183" y="55349"/>
                  <a:pt x="4388833" y="56497"/>
                  <a:pt x="4391082" y="57406"/>
                </a:cubicBezTo>
                <a:cubicBezTo>
                  <a:pt x="4392373" y="57884"/>
                  <a:pt x="4396176" y="58985"/>
                  <a:pt x="4402491" y="60707"/>
                </a:cubicBezTo>
                <a:cubicBezTo>
                  <a:pt x="4411628" y="63147"/>
                  <a:pt x="4418003" y="65144"/>
                  <a:pt x="4421614" y="66699"/>
                </a:cubicBezTo>
                <a:cubicBezTo>
                  <a:pt x="4425226" y="68253"/>
                  <a:pt x="4428061" y="70514"/>
                  <a:pt x="4430118" y="73480"/>
                </a:cubicBezTo>
                <a:cubicBezTo>
                  <a:pt x="4432175" y="76446"/>
                  <a:pt x="4433203" y="80129"/>
                  <a:pt x="4433203" y="84530"/>
                </a:cubicBezTo>
                <a:cubicBezTo>
                  <a:pt x="4433203" y="88836"/>
                  <a:pt x="4431947" y="92890"/>
                  <a:pt x="4429436" y="96693"/>
                </a:cubicBezTo>
                <a:cubicBezTo>
                  <a:pt x="4426924" y="100496"/>
                  <a:pt x="4423301" y="103438"/>
                  <a:pt x="4418565" y="105519"/>
                </a:cubicBezTo>
                <a:cubicBezTo>
                  <a:pt x="4413829" y="107600"/>
                  <a:pt x="4408471" y="108641"/>
                  <a:pt x="4402491" y="108641"/>
                </a:cubicBezTo>
                <a:cubicBezTo>
                  <a:pt x="4392589" y="108641"/>
                  <a:pt x="4385042" y="106578"/>
                  <a:pt x="4379852" y="102452"/>
                </a:cubicBezTo>
                <a:cubicBezTo>
                  <a:pt x="4374661" y="98326"/>
                  <a:pt x="4371348" y="92208"/>
                  <a:pt x="4369913" y="84100"/>
                </a:cubicBezTo>
                <a:close/>
                <a:moveTo>
                  <a:pt x="4452147" y="45494"/>
                </a:moveTo>
                <a:lnTo>
                  <a:pt x="4452147" y="30712"/>
                </a:lnTo>
                <a:lnTo>
                  <a:pt x="4466858" y="30712"/>
                </a:lnTo>
                <a:lnTo>
                  <a:pt x="4466858" y="45494"/>
                </a:lnTo>
                <a:lnTo>
                  <a:pt x="4452147" y="45494"/>
                </a:lnTo>
                <a:moveTo>
                  <a:pt x="4452147" y="106919"/>
                </a:moveTo>
                <a:lnTo>
                  <a:pt x="4452147" y="92137"/>
                </a:lnTo>
                <a:lnTo>
                  <a:pt x="4466858" y="92137"/>
                </a:lnTo>
                <a:lnTo>
                  <a:pt x="4466858" y="106919"/>
                </a:lnTo>
                <a:lnTo>
                  <a:pt x="4452147" y="1069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Text (int*)(a1+28),(void**)(a1+8)?">
            <a:extLst xmlns:a="http://schemas.openxmlformats.org/drawingml/2006/main">
              <a:ext uri="{FF2B5EF4-FFF2-40B4-BE49-F238E27FC236}">
                <a16:creationId xmlns:a16="http://schemas.microsoft.com/office/drawing/2014/main" id="{121899F3-5C4E-4A49-9DDE-0699EC5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899" y="5107526"/>
            <a:ext cx="3121190" cy="130599"/>
          </a:xfrm>
          <a:custGeom xmlns:a="http://schemas.openxmlformats.org/drawingml/2006/main">
            <a:pathLst>
              <a:path w="3121190" h="130599">
                <a:moveTo>
                  <a:pt x="0" y="71148"/>
                </a:moveTo>
                <a:cubicBezTo>
                  <a:pt x="0" y="62771"/>
                  <a:pt x="1387" y="54299"/>
                  <a:pt x="4162" y="45730"/>
                </a:cubicBezTo>
                <a:cubicBezTo>
                  <a:pt x="6219" y="39411"/>
                  <a:pt x="9400" y="32374"/>
                  <a:pt x="13706" y="24620"/>
                </a:cubicBezTo>
                <a:cubicBezTo>
                  <a:pt x="16815" y="19067"/>
                  <a:pt x="19111" y="15657"/>
                  <a:pt x="20594" y="14390"/>
                </a:cubicBezTo>
                <a:cubicBezTo>
                  <a:pt x="22077" y="13120"/>
                  <a:pt x="23728" y="12486"/>
                  <a:pt x="25546" y="12486"/>
                </a:cubicBezTo>
                <a:cubicBezTo>
                  <a:pt x="27651" y="12486"/>
                  <a:pt x="29421" y="13204"/>
                  <a:pt x="30856" y="14641"/>
                </a:cubicBezTo>
                <a:cubicBezTo>
                  <a:pt x="32291" y="16076"/>
                  <a:pt x="33008" y="17799"/>
                  <a:pt x="33008" y="19810"/>
                </a:cubicBezTo>
                <a:cubicBezTo>
                  <a:pt x="33008" y="21198"/>
                  <a:pt x="32434" y="22850"/>
                  <a:pt x="31286" y="24763"/>
                </a:cubicBezTo>
                <a:cubicBezTo>
                  <a:pt x="26120" y="33236"/>
                  <a:pt x="22352" y="41183"/>
                  <a:pt x="19984" y="48602"/>
                </a:cubicBezTo>
                <a:cubicBezTo>
                  <a:pt x="17616" y="56022"/>
                  <a:pt x="16432" y="63537"/>
                  <a:pt x="16432" y="71148"/>
                </a:cubicBezTo>
                <a:cubicBezTo>
                  <a:pt x="16432" y="78806"/>
                  <a:pt x="17616" y="86345"/>
                  <a:pt x="19984" y="93765"/>
                </a:cubicBezTo>
                <a:cubicBezTo>
                  <a:pt x="22352" y="101184"/>
                  <a:pt x="26120" y="109130"/>
                  <a:pt x="31286" y="117604"/>
                </a:cubicBezTo>
                <a:cubicBezTo>
                  <a:pt x="32434" y="119469"/>
                  <a:pt x="33008" y="121121"/>
                  <a:pt x="33008" y="122557"/>
                </a:cubicBezTo>
                <a:cubicBezTo>
                  <a:pt x="33008" y="124568"/>
                  <a:pt x="32291" y="126291"/>
                  <a:pt x="30856" y="127726"/>
                </a:cubicBezTo>
                <a:cubicBezTo>
                  <a:pt x="29421" y="129163"/>
                  <a:pt x="27651" y="129881"/>
                  <a:pt x="25546" y="129881"/>
                </a:cubicBezTo>
                <a:cubicBezTo>
                  <a:pt x="23776" y="129881"/>
                  <a:pt x="22221" y="129307"/>
                  <a:pt x="20881" y="128159"/>
                </a:cubicBezTo>
                <a:cubicBezTo>
                  <a:pt x="18968" y="126483"/>
                  <a:pt x="16432" y="122725"/>
                  <a:pt x="13275" y="116884"/>
                </a:cubicBezTo>
                <a:cubicBezTo>
                  <a:pt x="8730" y="108412"/>
                  <a:pt x="5621" y="101424"/>
                  <a:pt x="3947" y="95920"/>
                </a:cubicBezTo>
                <a:cubicBezTo>
                  <a:pt x="1316" y="87494"/>
                  <a:pt x="0" y="79237"/>
                  <a:pt x="0" y="71148"/>
                </a:cubicBezTo>
                <a:close/>
                <a:moveTo>
                  <a:pt x="98724" y="13777"/>
                </a:moveTo>
                <a:lnTo>
                  <a:pt x="98724" y="29421"/>
                </a:lnTo>
                <a:lnTo>
                  <a:pt x="81215" y="29421"/>
                </a:lnTo>
                <a:lnTo>
                  <a:pt x="81215" y="13777"/>
                </a:lnTo>
                <a:lnTo>
                  <a:pt x="98724" y="13777"/>
                </a:lnTo>
                <a:moveTo>
                  <a:pt x="100733" y="41763"/>
                </a:moveTo>
                <a:lnTo>
                  <a:pt x="100733" y="92137"/>
                </a:lnTo>
                <a:lnTo>
                  <a:pt x="118385" y="92137"/>
                </a:lnTo>
                <a:cubicBezTo>
                  <a:pt x="121925" y="92137"/>
                  <a:pt x="124449" y="92818"/>
                  <a:pt x="125956" y="94182"/>
                </a:cubicBezTo>
                <a:cubicBezTo>
                  <a:pt x="127463" y="95545"/>
                  <a:pt x="128216" y="97327"/>
                  <a:pt x="128216" y="99528"/>
                </a:cubicBezTo>
                <a:cubicBezTo>
                  <a:pt x="128216" y="101728"/>
                  <a:pt x="127463" y="103510"/>
                  <a:pt x="125956" y="104873"/>
                </a:cubicBezTo>
                <a:cubicBezTo>
                  <a:pt x="124449" y="106237"/>
                  <a:pt x="121925" y="106919"/>
                  <a:pt x="118385" y="106919"/>
                </a:cubicBezTo>
                <a:lnTo>
                  <a:pt x="68370" y="106919"/>
                </a:lnTo>
                <a:cubicBezTo>
                  <a:pt x="64830" y="106919"/>
                  <a:pt x="62307" y="106225"/>
                  <a:pt x="60800" y="104838"/>
                </a:cubicBezTo>
                <a:cubicBezTo>
                  <a:pt x="59293" y="103450"/>
                  <a:pt x="58540" y="101656"/>
                  <a:pt x="58540" y="99456"/>
                </a:cubicBezTo>
                <a:cubicBezTo>
                  <a:pt x="58540" y="97255"/>
                  <a:pt x="59293" y="95485"/>
                  <a:pt x="60800" y="94146"/>
                </a:cubicBezTo>
                <a:cubicBezTo>
                  <a:pt x="62307" y="92806"/>
                  <a:pt x="64830" y="92137"/>
                  <a:pt x="68370" y="92137"/>
                </a:cubicBezTo>
                <a:lnTo>
                  <a:pt x="86023" y="92137"/>
                </a:lnTo>
                <a:lnTo>
                  <a:pt x="86023" y="56545"/>
                </a:lnTo>
                <a:lnTo>
                  <a:pt x="74183" y="56545"/>
                </a:lnTo>
                <a:cubicBezTo>
                  <a:pt x="70691" y="56545"/>
                  <a:pt x="68179" y="55851"/>
                  <a:pt x="66648" y="54464"/>
                </a:cubicBezTo>
                <a:cubicBezTo>
                  <a:pt x="65117" y="53077"/>
                  <a:pt x="64352" y="51283"/>
                  <a:pt x="64352" y="49082"/>
                </a:cubicBezTo>
                <a:cubicBezTo>
                  <a:pt x="64352" y="46882"/>
                  <a:pt x="65105" y="45112"/>
                  <a:pt x="66612" y="43772"/>
                </a:cubicBezTo>
                <a:cubicBezTo>
                  <a:pt x="68119" y="42433"/>
                  <a:pt x="70643" y="41763"/>
                  <a:pt x="74183" y="41763"/>
                </a:cubicBezTo>
                <a:lnTo>
                  <a:pt x="100733" y="41763"/>
                </a:lnTo>
                <a:close/>
                <a:moveTo>
                  <a:pt x="166736" y="41763"/>
                </a:moveTo>
                <a:lnTo>
                  <a:pt x="166736" y="46642"/>
                </a:lnTo>
                <a:cubicBezTo>
                  <a:pt x="169415" y="44346"/>
                  <a:pt x="172369" y="42624"/>
                  <a:pt x="175598" y="41476"/>
                </a:cubicBezTo>
                <a:cubicBezTo>
                  <a:pt x="178827" y="40328"/>
                  <a:pt x="182331" y="39754"/>
                  <a:pt x="186110" y="39754"/>
                </a:cubicBezTo>
                <a:cubicBezTo>
                  <a:pt x="194817" y="39754"/>
                  <a:pt x="201705" y="42456"/>
                  <a:pt x="206776" y="47862"/>
                </a:cubicBezTo>
                <a:cubicBezTo>
                  <a:pt x="210795" y="52168"/>
                  <a:pt x="212804" y="57813"/>
                  <a:pt x="212804" y="64797"/>
                </a:cubicBezTo>
                <a:lnTo>
                  <a:pt x="212804" y="92137"/>
                </a:lnTo>
                <a:cubicBezTo>
                  <a:pt x="215913" y="92137"/>
                  <a:pt x="218210" y="92818"/>
                  <a:pt x="219693" y="94182"/>
                </a:cubicBezTo>
                <a:cubicBezTo>
                  <a:pt x="221176" y="95545"/>
                  <a:pt x="221917" y="97327"/>
                  <a:pt x="221917" y="99528"/>
                </a:cubicBezTo>
                <a:cubicBezTo>
                  <a:pt x="221917" y="101728"/>
                  <a:pt x="221164" y="103510"/>
                  <a:pt x="219657" y="104873"/>
                </a:cubicBezTo>
                <a:cubicBezTo>
                  <a:pt x="218150" y="106237"/>
                  <a:pt x="215626" y="106919"/>
                  <a:pt x="212086" y="106919"/>
                </a:cubicBezTo>
                <a:lnTo>
                  <a:pt x="198811" y="106919"/>
                </a:lnTo>
                <a:cubicBezTo>
                  <a:pt x="195271" y="106919"/>
                  <a:pt x="192748" y="106225"/>
                  <a:pt x="191241" y="104838"/>
                </a:cubicBezTo>
                <a:cubicBezTo>
                  <a:pt x="189734" y="103450"/>
                  <a:pt x="188980" y="101656"/>
                  <a:pt x="188980" y="99456"/>
                </a:cubicBezTo>
                <a:cubicBezTo>
                  <a:pt x="188980" y="97255"/>
                  <a:pt x="189722" y="95485"/>
                  <a:pt x="191205" y="94146"/>
                </a:cubicBezTo>
                <a:cubicBezTo>
                  <a:pt x="192688" y="92806"/>
                  <a:pt x="194984" y="92137"/>
                  <a:pt x="198094" y="92137"/>
                </a:cubicBezTo>
                <a:lnTo>
                  <a:pt x="198094" y="64420"/>
                </a:lnTo>
                <a:cubicBezTo>
                  <a:pt x="198094" y="61221"/>
                  <a:pt x="197233" y="58881"/>
                  <a:pt x="195510" y="57401"/>
                </a:cubicBezTo>
                <a:cubicBezTo>
                  <a:pt x="193262" y="55491"/>
                  <a:pt x="189889" y="54536"/>
                  <a:pt x="185393" y="54536"/>
                </a:cubicBezTo>
                <a:cubicBezTo>
                  <a:pt x="181996" y="54536"/>
                  <a:pt x="179018" y="55193"/>
                  <a:pt x="176459" y="56509"/>
                </a:cubicBezTo>
                <a:cubicBezTo>
                  <a:pt x="173899" y="57825"/>
                  <a:pt x="170658" y="60611"/>
                  <a:pt x="166736" y="64869"/>
                </a:cubicBezTo>
                <a:lnTo>
                  <a:pt x="166736" y="92137"/>
                </a:lnTo>
                <a:cubicBezTo>
                  <a:pt x="170515" y="92137"/>
                  <a:pt x="172955" y="92591"/>
                  <a:pt x="174055" y="93500"/>
                </a:cubicBezTo>
                <a:cubicBezTo>
                  <a:pt x="176399" y="95318"/>
                  <a:pt x="177571" y="97327"/>
                  <a:pt x="177571" y="99528"/>
                </a:cubicBezTo>
                <a:cubicBezTo>
                  <a:pt x="177571" y="101728"/>
                  <a:pt x="176818" y="103510"/>
                  <a:pt x="175311" y="104873"/>
                </a:cubicBezTo>
                <a:cubicBezTo>
                  <a:pt x="173804" y="106237"/>
                  <a:pt x="171280" y="106919"/>
                  <a:pt x="167740" y="106919"/>
                </a:cubicBezTo>
                <a:lnTo>
                  <a:pt x="151021" y="106919"/>
                </a:lnTo>
                <a:cubicBezTo>
                  <a:pt x="147481" y="106919"/>
                  <a:pt x="144957" y="106225"/>
                  <a:pt x="143450" y="104838"/>
                </a:cubicBezTo>
                <a:cubicBezTo>
                  <a:pt x="141943" y="103450"/>
                  <a:pt x="141190" y="101656"/>
                  <a:pt x="141190" y="99456"/>
                </a:cubicBezTo>
                <a:cubicBezTo>
                  <a:pt x="141190" y="97255"/>
                  <a:pt x="142338" y="95252"/>
                  <a:pt x="144634" y="93446"/>
                </a:cubicBezTo>
                <a:cubicBezTo>
                  <a:pt x="145782" y="92573"/>
                  <a:pt x="148246" y="92137"/>
                  <a:pt x="152025" y="92137"/>
                </a:cubicBezTo>
                <a:lnTo>
                  <a:pt x="152025" y="56545"/>
                </a:lnTo>
                <a:cubicBezTo>
                  <a:pt x="148916" y="56545"/>
                  <a:pt x="146620" y="55851"/>
                  <a:pt x="145137" y="54464"/>
                </a:cubicBezTo>
                <a:cubicBezTo>
                  <a:pt x="143654" y="53077"/>
                  <a:pt x="142912" y="51283"/>
                  <a:pt x="142912" y="49082"/>
                </a:cubicBezTo>
                <a:cubicBezTo>
                  <a:pt x="142912" y="46882"/>
                  <a:pt x="143666" y="45112"/>
                  <a:pt x="145172" y="43772"/>
                </a:cubicBezTo>
                <a:cubicBezTo>
                  <a:pt x="146679" y="42433"/>
                  <a:pt x="149203" y="41763"/>
                  <a:pt x="152743" y="41763"/>
                </a:cubicBezTo>
                <a:lnTo>
                  <a:pt x="166736" y="41763"/>
                </a:lnTo>
                <a:close/>
                <a:moveTo>
                  <a:pt x="266177" y="56545"/>
                </a:moveTo>
                <a:lnTo>
                  <a:pt x="266177" y="85871"/>
                </a:lnTo>
                <a:cubicBezTo>
                  <a:pt x="266177" y="89011"/>
                  <a:pt x="266823" y="91080"/>
                  <a:pt x="268115" y="92078"/>
                </a:cubicBezTo>
                <a:cubicBezTo>
                  <a:pt x="270124" y="93648"/>
                  <a:pt x="273712" y="94433"/>
                  <a:pt x="278878" y="94433"/>
                </a:cubicBezTo>
                <a:cubicBezTo>
                  <a:pt x="286389" y="94433"/>
                  <a:pt x="293325" y="92813"/>
                  <a:pt x="299688" y="89573"/>
                </a:cubicBezTo>
                <a:cubicBezTo>
                  <a:pt x="302128" y="88316"/>
                  <a:pt x="304041" y="87688"/>
                  <a:pt x="305428" y="87688"/>
                </a:cubicBezTo>
                <a:cubicBezTo>
                  <a:pt x="307342" y="87688"/>
                  <a:pt x="309004" y="88410"/>
                  <a:pt x="310416" y="89856"/>
                </a:cubicBezTo>
                <a:cubicBezTo>
                  <a:pt x="311827" y="91300"/>
                  <a:pt x="312532" y="93057"/>
                  <a:pt x="312532" y="95128"/>
                </a:cubicBezTo>
                <a:cubicBezTo>
                  <a:pt x="312532" y="97055"/>
                  <a:pt x="311767" y="98717"/>
                  <a:pt x="310236" y="100113"/>
                </a:cubicBezTo>
                <a:cubicBezTo>
                  <a:pt x="307892" y="102376"/>
                  <a:pt x="303264" y="104459"/>
                  <a:pt x="296351" y="106362"/>
                </a:cubicBezTo>
                <a:cubicBezTo>
                  <a:pt x="289438" y="108264"/>
                  <a:pt x="283614" y="109215"/>
                  <a:pt x="278878" y="109215"/>
                </a:cubicBezTo>
                <a:cubicBezTo>
                  <a:pt x="269741" y="109215"/>
                  <a:pt x="262888" y="107247"/>
                  <a:pt x="258320" y="103311"/>
                </a:cubicBezTo>
                <a:cubicBezTo>
                  <a:pt x="253751" y="99374"/>
                  <a:pt x="251467" y="94544"/>
                  <a:pt x="251467" y="88820"/>
                </a:cubicBezTo>
                <a:lnTo>
                  <a:pt x="251467" y="56545"/>
                </a:lnTo>
                <a:lnTo>
                  <a:pt x="246157" y="56545"/>
                </a:lnTo>
                <a:cubicBezTo>
                  <a:pt x="242617" y="56545"/>
                  <a:pt x="240093" y="55860"/>
                  <a:pt x="238586" y="54491"/>
                </a:cubicBezTo>
                <a:cubicBezTo>
                  <a:pt x="237079" y="53120"/>
                  <a:pt x="236326" y="51329"/>
                  <a:pt x="236326" y="49118"/>
                </a:cubicBezTo>
                <a:cubicBezTo>
                  <a:pt x="236326" y="46955"/>
                  <a:pt x="237079" y="45188"/>
                  <a:pt x="238586" y="43819"/>
                </a:cubicBezTo>
                <a:cubicBezTo>
                  <a:pt x="240093" y="42448"/>
                  <a:pt x="242617" y="41763"/>
                  <a:pt x="246157" y="41763"/>
                </a:cubicBezTo>
                <a:lnTo>
                  <a:pt x="251467" y="41763"/>
                </a:lnTo>
                <a:lnTo>
                  <a:pt x="251467" y="28488"/>
                </a:lnTo>
                <a:cubicBezTo>
                  <a:pt x="251467" y="24948"/>
                  <a:pt x="252148" y="22424"/>
                  <a:pt x="253512" y="20917"/>
                </a:cubicBezTo>
                <a:cubicBezTo>
                  <a:pt x="254875" y="19410"/>
                  <a:pt x="256657" y="18657"/>
                  <a:pt x="258858" y="18657"/>
                </a:cubicBezTo>
                <a:cubicBezTo>
                  <a:pt x="261011" y="18657"/>
                  <a:pt x="262769" y="19410"/>
                  <a:pt x="264132" y="20917"/>
                </a:cubicBezTo>
                <a:cubicBezTo>
                  <a:pt x="265495" y="22424"/>
                  <a:pt x="266177" y="24948"/>
                  <a:pt x="266177" y="28488"/>
                </a:cubicBezTo>
                <a:lnTo>
                  <a:pt x="266177" y="41763"/>
                </a:lnTo>
                <a:lnTo>
                  <a:pt x="293373" y="41763"/>
                </a:lnTo>
                <a:cubicBezTo>
                  <a:pt x="296913" y="41763"/>
                  <a:pt x="299437" y="42448"/>
                  <a:pt x="300944" y="43819"/>
                </a:cubicBezTo>
                <a:cubicBezTo>
                  <a:pt x="302450" y="45188"/>
                  <a:pt x="303204" y="46979"/>
                  <a:pt x="303204" y="49190"/>
                </a:cubicBezTo>
                <a:cubicBezTo>
                  <a:pt x="303204" y="51353"/>
                  <a:pt x="302450" y="53120"/>
                  <a:pt x="300944" y="54491"/>
                </a:cubicBezTo>
                <a:cubicBezTo>
                  <a:pt x="299437" y="55860"/>
                  <a:pt x="296913" y="56545"/>
                  <a:pt x="293373" y="56545"/>
                </a:cubicBezTo>
                <a:lnTo>
                  <a:pt x="266177" y="56545"/>
                </a:lnTo>
                <a:close/>
                <a:moveTo>
                  <a:pt x="434133" y="51266"/>
                </a:moveTo>
                <a:lnTo>
                  <a:pt x="421431" y="47169"/>
                </a:lnTo>
                <a:cubicBezTo>
                  <a:pt x="418418" y="46211"/>
                  <a:pt x="416504" y="45181"/>
                  <a:pt x="415691" y="44079"/>
                </a:cubicBezTo>
                <a:cubicBezTo>
                  <a:pt x="414543" y="42689"/>
                  <a:pt x="413969" y="41131"/>
                  <a:pt x="413969" y="39406"/>
                </a:cubicBezTo>
                <a:cubicBezTo>
                  <a:pt x="413969" y="37394"/>
                  <a:pt x="414674" y="35657"/>
                  <a:pt x="416086" y="34197"/>
                </a:cubicBezTo>
                <a:cubicBezTo>
                  <a:pt x="417497" y="32735"/>
                  <a:pt x="419087" y="32004"/>
                  <a:pt x="420857" y="32004"/>
                </a:cubicBezTo>
                <a:cubicBezTo>
                  <a:pt x="422006" y="32004"/>
                  <a:pt x="423704" y="32387"/>
                  <a:pt x="425952" y="33154"/>
                </a:cubicBezTo>
                <a:lnTo>
                  <a:pt x="438653" y="37251"/>
                </a:lnTo>
                <a:lnTo>
                  <a:pt x="438653" y="23900"/>
                </a:lnTo>
                <a:cubicBezTo>
                  <a:pt x="438653" y="20358"/>
                  <a:pt x="439335" y="17834"/>
                  <a:pt x="440698" y="16327"/>
                </a:cubicBezTo>
                <a:cubicBezTo>
                  <a:pt x="442062" y="14819"/>
                  <a:pt x="443844" y="14064"/>
                  <a:pt x="446044" y="14064"/>
                </a:cubicBezTo>
                <a:cubicBezTo>
                  <a:pt x="448245" y="14064"/>
                  <a:pt x="450015" y="14819"/>
                  <a:pt x="451354" y="16327"/>
                </a:cubicBezTo>
                <a:cubicBezTo>
                  <a:pt x="452694" y="17834"/>
                  <a:pt x="453364" y="20358"/>
                  <a:pt x="453364" y="23900"/>
                </a:cubicBezTo>
                <a:lnTo>
                  <a:pt x="453364" y="37251"/>
                </a:lnTo>
                <a:lnTo>
                  <a:pt x="466065" y="33154"/>
                </a:lnTo>
                <a:cubicBezTo>
                  <a:pt x="468361" y="32387"/>
                  <a:pt x="470035" y="32004"/>
                  <a:pt x="471088" y="32004"/>
                </a:cubicBezTo>
                <a:cubicBezTo>
                  <a:pt x="472905" y="32004"/>
                  <a:pt x="474520" y="32723"/>
                  <a:pt x="475931" y="34161"/>
                </a:cubicBezTo>
                <a:cubicBezTo>
                  <a:pt x="477342" y="35598"/>
                  <a:pt x="478048" y="37322"/>
                  <a:pt x="478048" y="39334"/>
                </a:cubicBezTo>
                <a:cubicBezTo>
                  <a:pt x="478048" y="41107"/>
                  <a:pt x="477558" y="42605"/>
                  <a:pt x="476577" y="43828"/>
                </a:cubicBezTo>
                <a:cubicBezTo>
                  <a:pt x="475596" y="45049"/>
                  <a:pt x="473623" y="46163"/>
                  <a:pt x="470657" y="47169"/>
                </a:cubicBezTo>
                <a:lnTo>
                  <a:pt x="457956" y="51266"/>
                </a:lnTo>
                <a:lnTo>
                  <a:pt x="465778" y="62120"/>
                </a:lnTo>
                <a:cubicBezTo>
                  <a:pt x="467691" y="64755"/>
                  <a:pt x="468648" y="66840"/>
                  <a:pt x="468648" y="68374"/>
                </a:cubicBezTo>
                <a:cubicBezTo>
                  <a:pt x="468648" y="70434"/>
                  <a:pt x="467930" y="72183"/>
                  <a:pt x="466495" y="73621"/>
                </a:cubicBezTo>
                <a:cubicBezTo>
                  <a:pt x="465060" y="75058"/>
                  <a:pt x="463338" y="75776"/>
                  <a:pt x="461329" y="75776"/>
                </a:cubicBezTo>
                <a:cubicBezTo>
                  <a:pt x="459846" y="75776"/>
                  <a:pt x="458614" y="75465"/>
                  <a:pt x="457633" y="74843"/>
                </a:cubicBezTo>
                <a:cubicBezTo>
                  <a:pt x="456652" y="74220"/>
                  <a:pt x="455397" y="72853"/>
                  <a:pt x="453866" y="70744"/>
                </a:cubicBezTo>
                <a:lnTo>
                  <a:pt x="446044" y="59962"/>
                </a:lnTo>
                <a:lnTo>
                  <a:pt x="438151" y="70890"/>
                </a:lnTo>
                <a:cubicBezTo>
                  <a:pt x="436668" y="73027"/>
                  <a:pt x="435424" y="74424"/>
                  <a:pt x="434420" y="75081"/>
                </a:cubicBezTo>
                <a:cubicBezTo>
                  <a:pt x="433415" y="75735"/>
                  <a:pt x="432195" y="76063"/>
                  <a:pt x="430760" y="76063"/>
                </a:cubicBezTo>
                <a:cubicBezTo>
                  <a:pt x="428751" y="76063"/>
                  <a:pt x="427017" y="75326"/>
                  <a:pt x="425558" y="73852"/>
                </a:cubicBezTo>
                <a:cubicBezTo>
                  <a:pt x="424098" y="72378"/>
                  <a:pt x="423369" y="70577"/>
                  <a:pt x="423369" y="68450"/>
                </a:cubicBezTo>
                <a:cubicBezTo>
                  <a:pt x="423369" y="66952"/>
                  <a:pt x="424326" y="64873"/>
                  <a:pt x="426239" y="62214"/>
                </a:cubicBezTo>
                <a:lnTo>
                  <a:pt x="434133" y="51266"/>
                </a:lnTo>
                <a:close/>
                <a:moveTo>
                  <a:pt x="540606" y="71148"/>
                </a:moveTo>
                <a:cubicBezTo>
                  <a:pt x="540606" y="79524"/>
                  <a:pt x="539219" y="88020"/>
                  <a:pt x="536444" y="96637"/>
                </a:cubicBezTo>
                <a:cubicBezTo>
                  <a:pt x="534387" y="102956"/>
                  <a:pt x="531206" y="109969"/>
                  <a:pt x="526901" y="117675"/>
                </a:cubicBezTo>
                <a:cubicBezTo>
                  <a:pt x="523791" y="123228"/>
                  <a:pt x="521495" y="126650"/>
                  <a:pt x="520012" y="127941"/>
                </a:cubicBezTo>
                <a:cubicBezTo>
                  <a:pt x="518529" y="129234"/>
                  <a:pt x="516878" y="129881"/>
                  <a:pt x="515061" y="129881"/>
                </a:cubicBezTo>
                <a:cubicBezTo>
                  <a:pt x="512956" y="129881"/>
                  <a:pt x="511186" y="129163"/>
                  <a:pt x="509751" y="127726"/>
                </a:cubicBezTo>
                <a:cubicBezTo>
                  <a:pt x="508315" y="126291"/>
                  <a:pt x="507598" y="124568"/>
                  <a:pt x="507598" y="122557"/>
                </a:cubicBezTo>
                <a:cubicBezTo>
                  <a:pt x="507598" y="121121"/>
                  <a:pt x="508172" y="119469"/>
                  <a:pt x="509320" y="117604"/>
                </a:cubicBezTo>
                <a:cubicBezTo>
                  <a:pt x="514487" y="109130"/>
                  <a:pt x="518254" y="101184"/>
                  <a:pt x="520622" y="93765"/>
                </a:cubicBezTo>
                <a:cubicBezTo>
                  <a:pt x="522990" y="86345"/>
                  <a:pt x="524174" y="78806"/>
                  <a:pt x="524174" y="71148"/>
                </a:cubicBezTo>
                <a:cubicBezTo>
                  <a:pt x="524174" y="63537"/>
                  <a:pt x="522990" y="56022"/>
                  <a:pt x="520622" y="48602"/>
                </a:cubicBezTo>
                <a:cubicBezTo>
                  <a:pt x="518254" y="41183"/>
                  <a:pt x="514487" y="33236"/>
                  <a:pt x="509320" y="24763"/>
                </a:cubicBezTo>
                <a:cubicBezTo>
                  <a:pt x="508172" y="22850"/>
                  <a:pt x="507598" y="21198"/>
                  <a:pt x="507598" y="19810"/>
                </a:cubicBezTo>
                <a:cubicBezTo>
                  <a:pt x="507598" y="17799"/>
                  <a:pt x="508315" y="16076"/>
                  <a:pt x="509751" y="14641"/>
                </a:cubicBezTo>
                <a:cubicBezTo>
                  <a:pt x="511186" y="13204"/>
                  <a:pt x="512956" y="12486"/>
                  <a:pt x="515061" y="12486"/>
                </a:cubicBezTo>
                <a:cubicBezTo>
                  <a:pt x="516831" y="12486"/>
                  <a:pt x="518385" y="13060"/>
                  <a:pt x="519725" y="14208"/>
                </a:cubicBezTo>
                <a:cubicBezTo>
                  <a:pt x="521638" y="15836"/>
                  <a:pt x="524174" y="19594"/>
                  <a:pt x="527331" y="25483"/>
                </a:cubicBezTo>
                <a:cubicBezTo>
                  <a:pt x="531876" y="33955"/>
                  <a:pt x="534985" y="40919"/>
                  <a:pt x="536660" y="46375"/>
                </a:cubicBezTo>
                <a:cubicBezTo>
                  <a:pt x="539291" y="54849"/>
                  <a:pt x="540606" y="63106"/>
                  <a:pt x="540606" y="71148"/>
                </a:cubicBezTo>
                <a:close/>
                <a:moveTo>
                  <a:pt x="617229" y="71148"/>
                </a:moveTo>
                <a:cubicBezTo>
                  <a:pt x="617229" y="62771"/>
                  <a:pt x="618616" y="54299"/>
                  <a:pt x="621391" y="45730"/>
                </a:cubicBezTo>
                <a:cubicBezTo>
                  <a:pt x="623448" y="39411"/>
                  <a:pt x="626629" y="32374"/>
                  <a:pt x="630934" y="24620"/>
                </a:cubicBezTo>
                <a:cubicBezTo>
                  <a:pt x="634044" y="19067"/>
                  <a:pt x="636340" y="15657"/>
                  <a:pt x="637823" y="14390"/>
                </a:cubicBezTo>
                <a:cubicBezTo>
                  <a:pt x="639306" y="13120"/>
                  <a:pt x="640957" y="12486"/>
                  <a:pt x="642774" y="12486"/>
                </a:cubicBezTo>
                <a:cubicBezTo>
                  <a:pt x="644879" y="12486"/>
                  <a:pt x="646649" y="13204"/>
                  <a:pt x="648084" y="14641"/>
                </a:cubicBezTo>
                <a:cubicBezTo>
                  <a:pt x="649520" y="16076"/>
                  <a:pt x="650237" y="17799"/>
                  <a:pt x="650237" y="19810"/>
                </a:cubicBezTo>
                <a:cubicBezTo>
                  <a:pt x="650237" y="21198"/>
                  <a:pt x="649663" y="22850"/>
                  <a:pt x="648515" y="24763"/>
                </a:cubicBezTo>
                <a:cubicBezTo>
                  <a:pt x="643348" y="33236"/>
                  <a:pt x="639581" y="41183"/>
                  <a:pt x="637213" y="48602"/>
                </a:cubicBezTo>
                <a:cubicBezTo>
                  <a:pt x="634845" y="56022"/>
                  <a:pt x="633661" y="63537"/>
                  <a:pt x="633661" y="71148"/>
                </a:cubicBezTo>
                <a:cubicBezTo>
                  <a:pt x="633661" y="78806"/>
                  <a:pt x="634845" y="86345"/>
                  <a:pt x="637213" y="93765"/>
                </a:cubicBezTo>
                <a:cubicBezTo>
                  <a:pt x="639581" y="101184"/>
                  <a:pt x="643348" y="109130"/>
                  <a:pt x="648515" y="117604"/>
                </a:cubicBezTo>
                <a:cubicBezTo>
                  <a:pt x="649663" y="119469"/>
                  <a:pt x="650237" y="121121"/>
                  <a:pt x="650237" y="122557"/>
                </a:cubicBezTo>
                <a:cubicBezTo>
                  <a:pt x="650237" y="124568"/>
                  <a:pt x="649520" y="126291"/>
                  <a:pt x="648084" y="127726"/>
                </a:cubicBezTo>
                <a:cubicBezTo>
                  <a:pt x="646649" y="129163"/>
                  <a:pt x="644879" y="129881"/>
                  <a:pt x="642774" y="129881"/>
                </a:cubicBezTo>
                <a:cubicBezTo>
                  <a:pt x="641004" y="129881"/>
                  <a:pt x="639450" y="129307"/>
                  <a:pt x="638110" y="128159"/>
                </a:cubicBezTo>
                <a:cubicBezTo>
                  <a:pt x="636197" y="126483"/>
                  <a:pt x="633661" y="122725"/>
                  <a:pt x="630504" y="116884"/>
                </a:cubicBezTo>
                <a:cubicBezTo>
                  <a:pt x="625959" y="108412"/>
                  <a:pt x="622850" y="101424"/>
                  <a:pt x="621175" y="95920"/>
                </a:cubicBezTo>
                <a:cubicBezTo>
                  <a:pt x="618544" y="87494"/>
                  <a:pt x="617229" y="79237"/>
                  <a:pt x="617229" y="71148"/>
                </a:cubicBezTo>
                <a:close/>
                <a:moveTo>
                  <a:pt x="723918" y="106919"/>
                </a:moveTo>
                <a:lnTo>
                  <a:pt x="723918" y="103474"/>
                </a:lnTo>
                <a:cubicBezTo>
                  <a:pt x="720234" y="105388"/>
                  <a:pt x="716168" y="106823"/>
                  <a:pt x="711719" y="107780"/>
                </a:cubicBezTo>
                <a:cubicBezTo>
                  <a:pt x="707270" y="108736"/>
                  <a:pt x="703228" y="109215"/>
                  <a:pt x="699592" y="109215"/>
                </a:cubicBezTo>
                <a:cubicBezTo>
                  <a:pt x="691699" y="109215"/>
                  <a:pt x="685288" y="107126"/>
                  <a:pt x="680361" y="102947"/>
                </a:cubicBezTo>
                <a:cubicBezTo>
                  <a:pt x="675434" y="98767"/>
                  <a:pt x="672970" y="94146"/>
                  <a:pt x="672970" y="89082"/>
                </a:cubicBezTo>
                <a:cubicBezTo>
                  <a:pt x="672970" y="82922"/>
                  <a:pt x="676115" y="77203"/>
                  <a:pt x="682406" y="71926"/>
                </a:cubicBezTo>
                <a:cubicBezTo>
                  <a:pt x="688697" y="66647"/>
                  <a:pt x="697391" y="64008"/>
                  <a:pt x="708490" y="64008"/>
                </a:cubicBezTo>
                <a:cubicBezTo>
                  <a:pt x="712939" y="64008"/>
                  <a:pt x="718082" y="64486"/>
                  <a:pt x="723918" y="65443"/>
                </a:cubicBezTo>
                <a:lnTo>
                  <a:pt x="723918" y="61949"/>
                </a:lnTo>
                <a:cubicBezTo>
                  <a:pt x="723918" y="59763"/>
                  <a:pt x="722973" y="57982"/>
                  <a:pt x="721083" y="56603"/>
                </a:cubicBezTo>
                <a:cubicBezTo>
                  <a:pt x="719194" y="55225"/>
                  <a:pt x="715594" y="54536"/>
                  <a:pt x="710284" y="54536"/>
                </a:cubicBezTo>
                <a:cubicBezTo>
                  <a:pt x="705931" y="54536"/>
                  <a:pt x="700286" y="55379"/>
                  <a:pt x="693349" y="57065"/>
                </a:cubicBezTo>
                <a:cubicBezTo>
                  <a:pt x="690766" y="57675"/>
                  <a:pt x="688757" y="57980"/>
                  <a:pt x="687321" y="57980"/>
                </a:cubicBezTo>
                <a:cubicBezTo>
                  <a:pt x="685360" y="57980"/>
                  <a:pt x="683698" y="57274"/>
                  <a:pt x="682334" y="55863"/>
                </a:cubicBezTo>
                <a:cubicBezTo>
                  <a:pt x="680971" y="54452"/>
                  <a:pt x="680289" y="52646"/>
                  <a:pt x="680289" y="50445"/>
                </a:cubicBezTo>
                <a:cubicBezTo>
                  <a:pt x="680289" y="49202"/>
                  <a:pt x="680528" y="48125"/>
                  <a:pt x="681007" y="47216"/>
                </a:cubicBezTo>
                <a:cubicBezTo>
                  <a:pt x="681485" y="46307"/>
                  <a:pt x="682155" y="45578"/>
                  <a:pt x="683016" y="45028"/>
                </a:cubicBezTo>
                <a:cubicBezTo>
                  <a:pt x="683877" y="44478"/>
                  <a:pt x="685671" y="43820"/>
                  <a:pt x="688398" y="43054"/>
                </a:cubicBezTo>
                <a:cubicBezTo>
                  <a:pt x="692034" y="42050"/>
                  <a:pt x="695741" y="41249"/>
                  <a:pt x="699520" y="40651"/>
                </a:cubicBezTo>
                <a:cubicBezTo>
                  <a:pt x="703299" y="40053"/>
                  <a:pt x="706720" y="39754"/>
                  <a:pt x="709782" y="39754"/>
                </a:cubicBezTo>
                <a:cubicBezTo>
                  <a:pt x="718919" y="39754"/>
                  <a:pt x="726011" y="41727"/>
                  <a:pt x="731058" y="45674"/>
                </a:cubicBezTo>
                <a:cubicBezTo>
                  <a:pt x="736105" y="49620"/>
                  <a:pt x="738628" y="55014"/>
                  <a:pt x="738628" y="61855"/>
                </a:cubicBezTo>
                <a:lnTo>
                  <a:pt x="738628" y="92137"/>
                </a:lnTo>
                <a:lnTo>
                  <a:pt x="741140" y="92137"/>
                </a:lnTo>
                <a:cubicBezTo>
                  <a:pt x="744680" y="92137"/>
                  <a:pt x="747203" y="92818"/>
                  <a:pt x="748710" y="94182"/>
                </a:cubicBezTo>
                <a:cubicBezTo>
                  <a:pt x="750217" y="95545"/>
                  <a:pt x="750970" y="97327"/>
                  <a:pt x="750970" y="99528"/>
                </a:cubicBezTo>
                <a:cubicBezTo>
                  <a:pt x="750970" y="101728"/>
                  <a:pt x="750217" y="103510"/>
                  <a:pt x="748710" y="104873"/>
                </a:cubicBezTo>
                <a:cubicBezTo>
                  <a:pt x="747203" y="106237"/>
                  <a:pt x="744680" y="106919"/>
                  <a:pt x="741140" y="106919"/>
                </a:cubicBezTo>
                <a:lnTo>
                  <a:pt x="723918" y="106919"/>
                </a:lnTo>
                <a:moveTo>
                  <a:pt x="723918" y="80496"/>
                </a:moveTo>
                <a:cubicBezTo>
                  <a:pt x="718034" y="79358"/>
                  <a:pt x="712604" y="78790"/>
                  <a:pt x="707629" y="78790"/>
                </a:cubicBezTo>
                <a:cubicBezTo>
                  <a:pt x="701649" y="78790"/>
                  <a:pt x="696506" y="80235"/>
                  <a:pt x="692201" y="83127"/>
                </a:cubicBezTo>
                <a:cubicBezTo>
                  <a:pt x="689522" y="84976"/>
                  <a:pt x="688183" y="86848"/>
                  <a:pt x="688183" y="88744"/>
                </a:cubicBezTo>
                <a:cubicBezTo>
                  <a:pt x="688183" y="90119"/>
                  <a:pt x="688828" y="91234"/>
                  <a:pt x="690120" y="92087"/>
                </a:cubicBezTo>
                <a:cubicBezTo>
                  <a:pt x="692512" y="93651"/>
                  <a:pt x="695789" y="94433"/>
                  <a:pt x="699951" y="94433"/>
                </a:cubicBezTo>
                <a:cubicBezTo>
                  <a:pt x="703491" y="94433"/>
                  <a:pt x="707497" y="93746"/>
                  <a:pt x="711970" y="92372"/>
                </a:cubicBezTo>
                <a:cubicBezTo>
                  <a:pt x="716443" y="90997"/>
                  <a:pt x="720426" y="89123"/>
                  <a:pt x="723918" y="86752"/>
                </a:cubicBezTo>
                <a:lnTo>
                  <a:pt x="723918" y="80496"/>
                </a:lnTo>
                <a:close/>
                <a:moveTo>
                  <a:pt x="806353" y="11625"/>
                </a:moveTo>
                <a:lnTo>
                  <a:pt x="806353" y="92137"/>
                </a:lnTo>
                <a:lnTo>
                  <a:pt x="821206" y="92137"/>
                </a:lnTo>
                <a:cubicBezTo>
                  <a:pt x="824746" y="92137"/>
                  <a:pt x="827270" y="92818"/>
                  <a:pt x="828777" y="94182"/>
                </a:cubicBezTo>
                <a:cubicBezTo>
                  <a:pt x="830284" y="95545"/>
                  <a:pt x="831037" y="97327"/>
                  <a:pt x="831037" y="99528"/>
                </a:cubicBezTo>
                <a:cubicBezTo>
                  <a:pt x="831037" y="101728"/>
                  <a:pt x="830284" y="103510"/>
                  <a:pt x="828777" y="104873"/>
                </a:cubicBezTo>
                <a:cubicBezTo>
                  <a:pt x="827270" y="106237"/>
                  <a:pt x="824746" y="106919"/>
                  <a:pt x="821206" y="106919"/>
                </a:cubicBezTo>
                <a:lnTo>
                  <a:pt x="776789" y="106919"/>
                </a:lnTo>
                <a:cubicBezTo>
                  <a:pt x="773249" y="106919"/>
                  <a:pt x="770725" y="106225"/>
                  <a:pt x="769218" y="104838"/>
                </a:cubicBezTo>
                <a:cubicBezTo>
                  <a:pt x="767711" y="103450"/>
                  <a:pt x="766958" y="101656"/>
                  <a:pt x="766958" y="99456"/>
                </a:cubicBezTo>
                <a:cubicBezTo>
                  <a:pt x="766958" y="97255"/>
                  <a:pt x="767711" y="95485"/>
                  <a:pt x="769218" y="94146"/>
                </a:cubicBezTo>
                <a:cubicBezTo>
                  <a:pt x="770725" y="92806"/>
                  <a:pt x="773249" y="92137"/>
                  <a:pt x="776789" y="92137"/>
                </a:cubicBezTo>
                <a:lnTo>
                  <a:pt x="791642" y="92137"/>
                </a:lnTo>
                <a:lnTo>
                  <a:pt x="791642" y="30842"/>
                </a:lnTo>
                <a:lnTo>
                  <a:pt x="778511" y="34298"/>
                </a:lnTo>
                <a:cubicBezTo>
                  <a:pt x="776406" y="34873"/>
                  <a:pt x="774827" y="35161"/>
                  <a:pt x="773775" y="35161"/>
                </a:cubicBezTo>
                <a:cubicBezTo>
                  <a:pt x="771909" y="35161"/>
                  <a:pt x="770294" y="34417"/>
                  <a:pt x="768931" y="32930"/>
                </a:cubicBezTo>
                <a:cubicBezTo>
                  <a:pt x="767568" y="31442"/>
                  <a:pt x="766886" y="29619"/>
                  <a:pt x="766886" y="27461"/>
                </a:cubicBezTo>
                <a:cubicBezTo>
                  <a:pt x="766886" y="25493"/>
                  <a:pt x="767388" y="23946"/>
                  <a:pt x="768393" y="22819"/>
                </a:cubicBezTo>
                <a:cubicBezTo>
                  <a:pt x="769398" y="21690"/>
                  <a:pt x="771502" y="20694"/>
                  <a:pt x="774708" y="19830"/>
                </a:cubicBezTo>
                <a:lnTo>
                  <a:pt x="806353" y="11625"/>
                </a:lnTo>
                <a:close/>
                <a:moveTo>
                  <a:pt x="982560" y="72475"/>
                </a:moveTo>
                <a:lnTo>
                  <a:pt x="982560" y="97088"/>
                </a:lnTo>
                <a:cubicBezTo>
                  <a:pt x="982560" y="100628"/>
                  <a:pt x="981890" y="103151"/>
                  <a:pt x="980551" y="104658"/>
                </a:cubicBezTo>
                <a:cubicBezTo>
                  <a:pt x="979211" y="106165"/>
                  <a:pt x="977441" y="106919"/>
                  <a:pt x="975241" y="106919"/>
                </a:cubicBezTo>
                <a:cubicBezTo>
                  <a:pt x="973040" y="106919"/>
                  <a:pt x="971258" y="106165"/>
                  <a:pt x="969895" y="104658"/>
                </a:cubicBezTo>
                <a:cubicBezTo>
                  <a:pt x="968531" y="103151"/>
                  <a:pt x="967850" y="100628"/>
                  <a:pt x="967850" y="97088"/>
                </a:cubicBezTo>
                <a:lnTo>
                  <a:pt x="967850" y="72475"/>
                </a:lnTo>
                <a:lnTo>
                  <a:pt x="946825" y="72475"/>
                </a:lnTo>
                <a:cubicBezTo>
                  <a:pt x="943285" y="72475"/>
                  <a:pt x="940761" y="71790"/>
                  <a:pt x="939254" y="70421"/>
                </a:cubicBezTo>
                <a:cubicBezTo>
                  <a:pt x="937748" y="69050"/>
                  <a:pt x="936994" y="67259"/>
                  <a:pt x="936994" y="65048"/>
                </a:cubicBezTo>
                <a:cubicBezTo>
                  <a:pt x="936994" y="62837"/>
                  <a:pt x="937748" y="61047"/>
                  <a:pt x="939254" y="59678"/>
                </a:cubicBezTo>
                <a:cubicBezTo>
                  <a:pt x="940761" y="58307"/>
                  <a:pt x="943285" y="57645"/>
                  <a:pt x="946825" y="57693"/>
                </a:cubicBezTo>
                <a:lnTo>
                  <a:pt x="967850" y="57693"/>
                </a:lnTo>
                <a:lnTo>
                  <a:pt x="967850" y="33100"/>
                </a:lnTo>
                <a:cubicBezTo>
                  <a:pt x="967850" y="29601"/>
                  <a:pt x="968531" y="27084"/>
                  <a:pt x="969895" y="25550"/>
                </a:cubicBezTo>
                <a:cubicBezTo>
                  <a:pt x="971258" y="24016"/>
                  <a:pt x="973040" y="23249"/>
                  <a:pt x="975241" y="23249"/>
                </a:cubicBezTo>
                <a:cubicBezTo>
                  <a:pt x="977441" y="23249"/>
                  <a:pt x="979223" y="24004"/>
                  <a:pt x="980587" y="25514"/>
                </a:cubicBezTo>
                <a:cubicBezTo>
                  <a:pt x="981950" y="27024"/>
                  <a:pt x="982632" y="29553"/>
                  <a:pt x="982632" y="33100"/>
                </a:cubicBezTo>
                <a:lnTo>
                  <a:pt x="982560" y="57693"/>
                </a:lnTo>
                <a:lnTo>
                  <a:pt x="1003585" y="57693"/>
                </a:lnTo>
                <a:cubicBezTo>
                  <a:pt x="1007125" y="57693"/>
                  <a:pt x="1009649" y="58366"/>
                  <a:pt x="1011155" y="59713"/>
                </a:cubicBezTo>
                <a:cubicBezTo>
                  <a:pt x="1012662" y="61059"/>
                  <a:pt x="1013416" y="62837"/>
                  <a:pt x="1013416" y="65048"/>
                </a:cubicBezTo>
                <a:cubicBezTo>
                  <a:pt x="1013416" y="67259"/>
                  <a:pt x="1012662" y="69050"/>
                  <a:pt x="1011155" y="70421"/>
                </a:cubicBezTo>
                <a:cubicBezTo>
                  <a:pt x="1009649" y="71790"/>
                  <a:pt x="1007125" y="72475"/>
                  <a:pt x="1003585" y="72475"/>
                </a:cubicBezTo>
                <a:lnTo>
                  <a:pt x="982560" y="72475"/>
                </a:lnTo>
                <a:close/>
                <a:moveTo>
                  <a:pt x="1137814" y="92137"/>
                </a:moveTo>
                <a:lnTo>
                  <a:pt x="1170033" y="92137"/>
                </a:lnTo>
                <a:cubicBezTo>
                  <a:pt x="1171803" y="90701"/>
                  <a:pt x="1173478" y="89984"/>
                  <a:pt x="1175056" y="89984"/>
                </a:cubicBezTo>
                <a:cubicBezTo>
                  <a:pt x="1177305" y="89984"/>
                  <a:pt x="1179087" y="90731"/>
                  <a:pt x="1180402" y="92224"/>
                </a:cubicBezTo>
                <a:cubicBezTo>
                  <a:pt x="1181718" y="93717"/>
                  <a:pt x="1182376" y="96272"/>
                  <a:pt x="1182376" y="99886"/>
                </a:cubicBezTo>
                <a:lnTo>
                  <a:pt x="1182376" y="106919"/>
                </a:lnTo>
                <a:lnTo>
                  <a:pt x="1115354" y="106919"/>
                </a:lnTo>
                <a:lnTo>
                  <a:pt x="1115354" y="91275"/>
                </a:lnTo>
                <a:cubicBezTo>
                  <a:pt x="1141857" y="69437"/>
                  <a:pt x="1157859" y="55389"/>
                  <a:pt x="1163360" y="49129"/>
                </a:cubicBezTo>
                <a:cubicBezTo>
                  <a:pt x="1166135" y="45927"/>
                  <a:pt x="1167522" y="42892"/>
                  <a:pt x="1167522" y="40025"/>
                </a:cubicBezTo>
                <a:cubicBezTo>
                  <a:pt x="1167522" y="36442"/>
                  <a:pt x="1165955" y="33276"/>
                  <a:pt x="1162822" y="30528"/>
                </a:cubicBezTo>
                <a:cubicBezTo>
                  <a:pt x="1159688" y="27781"/>
                  <a:pt x="1155515" y="26407"/>
                  <a:pt x="1150300" y="26407"/>
                </a:cubicBezTo>
                <a:cubicBezTo>
                  <a:pt x="1145038" y="26407"/>
                  <a:pt x="1140661" y="27932"/>
                  <a:pt x="1137169" y="30981"/>
                </a:cubicBezTo>
                <a:cubicBezTo>
                  <a:pt x="1135351" y="32600"/>
                  <a:pt x="1133892" y="35006"/>
                  <a:pt x="1132791" y="38197"/>
                </a:cubicBezTo>
                <a:cubicBezTo>
                  <a:pt x="1132122" y="40199"/>
                  <a:pt x="1131201" y="41629"/>
                  <a:pt x="1130029" y="42487"/>
                </a:cubicBezTo>
                <a:cubicBezTo>
                  <a:pt x="1128857" y="43344"/>
                  <a:pt x="1127410" y="43772"/>
                  <a:pt x="1125687" y="43772"/>
                </a:cubicBezTo>
                <a:cubicBezTo>
                  <a:pt x="1123678" y="43772"/>
                  <a:pt x="1121944" y="43054"/>
                  <a:pt x="1120485" y="41619"/>
                </a:cubicBezTo>
                <a:cubicBezTo>
                  <a:pt x="1119026" y="40184"/>
                  <a:pt x="1118296" y="38510"/>
                  <a:pt x="1118296" y="36596"/>
                </a:cubicBezTo>
                <a:cubicBezTo>
                  <a:pt x="1118296" y="33726"/>
                  <a:pt x="1119624" y="30138"/>
                  <a:pt x="1122279" y="25833"/>
                </a:cubicBezTo>
                <a:cubicBezTo>
                  <a:pt x="1124934" y="21527"/>
                  <a:pt x="1128809" y="18083"/>
                  <a:pt x="1133904" y="15500"/>
                </a:cubicBezTo>
                <a:cubicBezTo>
                  <a:pt x="1138998" y="12916"/>
                  <a:pt x="1144536" y="11625"/>
                  <a:pt x="1150515" y="11625"/>
                </a:cubicBezTo>
                <a:cubicBezTo>
                  <a:pt x="1159796" y="11625"/>
                  <a:pt x="1167402" y="14435"/>
                  <a:pt x="1173334" y="20056"/>
                </a:cubicBezTo>
                <a:cubicBezTo>
                  <a:pt x="1179266" y="25677"/>
                  <a:pt x="1182232" y="32482"/>
                  <a:pt x="1182232" y="40471"/>
                </a:cubicBezTo>
                <a:cubicBezTo>
                  <a:pt x="1182232" y="44537"/>
                  <a:pt x="1181383" y="48305"/>
                  <a:pt x="1179685" y="51773"/>
                </a:cubicBezTo>
                <a:cubicBezTo>
                  <a:pt x="1177987" y="55241"/>
                  <a:pt x="1173908" y="60037"/>
                  <a:pt x="1167450" y="66160"/>
                </a:cubicBezTo>
                <a:cubicBezTo>
                  <a:pt x="1162379" y="70992"/>
                  <a:pt x="1152501" y="79651"/>
                  <a:pt x="1137814" y="92137"/>
                </a:cubicBezTo>
                <a:close/>
                <a:moveTo>
                  <a:pt x="1260577" y="59812"/>
                </a:moveTo>
                <a:cubicBezTo>
                  <a:pt x="1264356" y="62736"/>
                  <a:pt x="1267191" y="66056"/>
                  <a:pt x="1269080" y="69773"/>
                </a:cubicBezTo>
                <a:cubicBezTo>
                  <a:pt x="1270970" y="73488"/>
                  <a:pt x="1271915" y="77574"/>
                  <a:pt x="1271915" y="82032"/>
                </a:cubicBezTo>
                <a:cubicBezTo>
                  <a:pt x="1271915" y="86970"/>
                  <a:pt x="1270707" y="91512"/>
                  <a:pt x="1268291" y="95659"/>
                </a:cubicBezTo>
                <a:cubicBezTo>
                  <a:pt x="1265875" y="99806"/>
                  <a:pt x="1262084" y="103079"/>
                  <a:pt x="1256917" y="105477"/>
                </a:cubicBezTo>
                <a:cubicBezTo>
                  <a:pt x="1251751" y="107873"/>
                  <a:pt x="1246010" y="109071"/>
                  <a:pt x="1239695" y="109071"/>
                </a:cubicBezTo>
                <a:cubicBezTo>
                  <a:pt x="1233381" y="109071"/>
                  <a:pt x="1227688" y="107873"/>
                  <a:pt x="1222617" y="105477"/>
                </a:cubicBezTo>
                <a:cubicBezTo>
                  <a:pt x="1217546" y="103079"/>
                  <a:pt x="1213803" y="99794"/>
                  <a:pt x="1211387" y="95624"/>
                </a:cubicBezTo>
                <a:cubicBezTo>
                  <a:pt x="1208971" y="91453"/>
                  <a:pt x="1207763" y="86922"/>
                  <a:pt x="1207763" y="82032"/>
                </a:cubicBezTo>
                <a:cubicBezTo>
                  <a:pt x="1207763" y="77574"/>
                  <a:pt x="1208708" y="73488"/>
                  <a:pt x="1210598" y="69773"/>
                </a:cubicBezTo>
                <a:cubicBezTo>
                  <a:pt x="1212487" y="66056"/>
                  <a:pt x="1215322" y="62736"/>
                  <a:pt x="1219101" y="59812"/>
                </a:cubicBezTo>
                <a:cubicBezTo>
                  <a:pt x="1215800" y="56752"/>
                  <a:pt x="1213313" y="53501"/>
                  <a:pt x="1211638" y="50060"/>
                </a:cubicBezTo>
                <a:cubicBezTo>
                  <a:pt x="1209964" y="46618"/>
                  <a:pt x="1209127" y="42985"/>
                  <a:pt x="1209127" y="39159"/>
                </a:cubicBezTo>
                <a:cubicBezTo>
                  <a:pt x="1209127" y="31655"/>
                  <a:pt x="1211997" y="25190"/>
                  <a:pt x="1217738" y="19765"/>
                </a:cubicBezTo>
                <a:cubicBezTo>
                  <a:pt x="1223478" y="14338"/>
                  <a:pt x="1230845" y="11625"/>
                  <a:pt x="1239839" y="11625"/>
                </a:cubicBezTo>
                <a:cubicBezTo>
                  <a:pt x="1248833" y="11625"/>
                  <a:pt x="1256200" y="14338"/>
                  <a:pt x="1261940" y="19765"/>
                </a:cubicBezTo>
                <a:cubicBezTo>
                  <a:pt x="1267681" y="25190"/>
                  <a:pt x="1270551" y="31655"/>
                  <a:pt x="1270551" y="39159"/>
                </a:cubicBezTo>
                <a:cubicBezTo>
                  <a:pt x="1270551" y="43033"/>
                  <a:pt x="1269726" y="46690"/>
                  <a:pt x="1268076" y="50132"/>
                </a:cubicBezTo>
                <a:cubicBezTo>
                  <a:pt x="1266425" y="53573"/>
                  <a:pt x="1263926" y="56800"/>
                  <a:pt x="1260577" y="59812"/>
                </a:cubicBezTo>
                <a:moveTo>
                  <a:pt x="1255482" y="39502"/>
                </a:moveTo>
                <a:cubicBezTo>
                  <a:pt x="1255482" y="35877"/>
                  <a:pt x="1254059" y="32789"/>
                  <a:pt x="1251213" y="30237"/>
                </a:cubicBezTo>
                <a:cubicBezTo>
                  <a:pt x="1248366" y="27683"/>
                  <a:pt x="1244527" y="26407"/>
                  <a:pt x="1239695" y="26407"/>
                </a:cubicBezTo>
                <a:cubicBezTo>
                  <a:pt x="1234816" y="26407"/>
                  <a:pt x="1230953" y="27683"/>
                  <a:pt x="1228107" y="30237"/>
                </a:cubicBezTo>
                <a:cubicBezTo>
                  <a:pt x="1225260" y="32789"/>
                  <a:pt x="1223837" y="35877"/>
                  <a:pt x="1223837" y="39502"/>
                </a:cubicBezTo>
                <a:cubicBezTo>
                  <a:pt x="1223837" y="43176"/>
                  <a:pt x="1225260" y="46289"/>
                  <a:pt x="1228107" y="48842"/>
                </a:cubicBezTo>
                <a:cubicBezTo>
                  <a:pt x="1230953" y="51394"/>
                  <a:pt x="1234816" y="52670"/>
                  <a:pt x="1239695" y="52670"/>
                </a:cubicBezTo>
                <a:cubicBezTo>
                  <a:pt x="1244527" y="52670"/>
                  <a:pt x="1248366" y="51394"/>
                  <a:pt x="1251213" y="48842"/>
                </a:cubicBezTo>
                <a:cubicBezTo>
                  <a:pt x="1254059" y="46289"/>
                  <a:pt x="1255482" y="43176"/>
                  <a:pt x="1255482" y="39502"/>
                </a:cubicBezTo>
                <a:moveTo>
                  <a:pt x="1257204" y="82705"/>
                </a:moveTo>
                <a:cubicBezTo>
                  <a:pt x="1257204" y="78820"/>
                  <a:pt x="1255542" y="75306"/>
                  <a:pt x="1252217" y="72166"/>
                </a:cubicBezTo>
                <a:cubicBezTo>
                  <a:pt x="1248892" y="69023"/>
                  <a:pt x="1244766" y="67452"/>
                  <a:pt x="1239839" y="67452"/>
                </a:cubicBezTo>
                <a:cubicBezTo>
                  <a:pt x="1234912" y="67452"/>
                  <a:pt x="1230786" y="69023"/>
                  <a:pt x="1227461" y="72166"/>
                </a:cubicBezTo>
                <a:cubicBezTo>
                  <a:pt x="1224136" y="75306"/>
                  <a:pt x="1222474" y="78867"/>
                  <a:pt x="1222474" y="82848"/>
                </a:cubicBezTo>
                <a:cubicBezTo>
                  <a:pt x="1222474" y="85919"/>
                  <a:pt x="1223909" y="88594"/>
                  <a:pt x="1226779" y="90872"/>
                </a:cubicBezTo>
                <a:cubicBezTo>
                  <a:pt x="1229649" y="93150"/>
                  <a:pt x="1234003" y="94289"/>
                  <a:pt x="1239839" y="94289"/>
                </a:cubicBezTo>
                <a:cubicBezTo>
                  <a:pt x="1245723" y="94289"/>
                  <a:pt x="1250088" y="93150"/>
                  <a:pt x="1252935" y="90872"/>
                </a:cubicBezTo>
                <a:cubicBezTo>
                  <a:pt x="1255781" y="88594"/>
                  <a:pt x="1257204" y="85871"/>
                  <a:pt x="1257204" y="82705"/>
                </a:cubicBezTo>
                <a:close/>
                <a:moveTo>
                  <a:pt x="1334186" y="71148"/>
                </a:moveTo>
                <a:cubicBezTo>
                  <a:pt x="1334186" y="79524"/>
                  <a:pt x="1332799" y="88020"/>
                  <a:pt x="1330024" y="96637"/>
                </a:cubicBezTo>
                <a:cubicBezTo>
                  <a:pt x="1327967" y="102956"/>
                  <a:pt x="1324786" y="109969"/>
                  <a:pt x="1320480" y="117675"/>
                </a:cubicBezTo>
                <a:cubicBezTo>
                  <a:pt x="1317371" y="123228"/>
                  <a:pt x="1315074" y="126650"/>
                  <a:pt x="1313591" y="127941"/>
                </a:cubicBezTo>
                <a:cubicBezTo>
                  <a:pt x="1312108" y="129234"/>
                  <a:pt x="1310458" y="129881"/>
                  <a:pt x="1308640" y="129881"/>
                </a:cubicBezTo>
                <a:cubicBezTo>
                  <a:pt x="1306535" y="129881"/>
                  <a:pt x="1304765" y="129163"/>
                  <a:pt x="1303330" y="127726"/>
                </a:cubicBezTo>
                <a:cubicBezTo>
                  <a:pt x="1301895" y="126291"/>
                  <a:pt x="1301177" y="124568"/>
                  <a:pt x="1301177" y="122557"/>
                </a:cubicBezTo>
                <a:cubicBezTo>
                  <a:pt x="1301177" y="121121"/>
                  <a:pt x="1301751" y="119469"/>
                  <a:pt x="1302900" y="117604"/>
                </a:cubicBezTo>
                <a:cubicBezTo>
                  <a:pt x="1308066" y="109130"/>
                  <a:pt x="1311833" y="101184"/>
                  <a:pt x="1314201" y="93765"/>
                </a:cubicBezTo>
                <a:cubicBezTo>
                  <a:pt x="1316569" y="86345"/>
                  <a:pt x="1317753" y="78806"/>
                  <a:pt x="1317753" y="71148"/>
                </a:cubicBezTo>
                <a:cubicBezTo>
                  <a:pt x="1317753" y="63537"/>
                  <a:pt x="1316569" y="56022"/>
                  <a:pt x="1314201" y="48602"/>
                </a:cubicBezTo>
                <a:cubicBezTo>
                  <a:pt x="1311833" y="41183"/>
                  <a:pt x="1308066" y="33236"/>
                  <a:pt x="1302900" y="24763"/>
                </a:cubicBezTo>
                <a:cubicBezTo>
                  <a:pt x="1301751" y="22850"/>
                  <a:pt x="1301177" y="21198"/>
                  <a:pt x="1301177" y="19810"/>
                </a:cubicBezTo>
                <a:cubicBezTo>
                  <a:pt x="1301177" y="17799"/>
                  <a:pt x="1301895" y="16076"/>
                  <a:pt x="1303330" y="14641"/>
                </a:cubicBezTo>
                <a:cubicBezTo>
                  <a:pt x="1304765" y="13204"/>
                  <a:pt x="1306535" y="12486"/>
                  <a:pt x="1308640" y="12486"/>
                </a:cubicBezTo>
                <a:cubicBezTo>
                  <a:pt x="1310410" y="12486"/>
                  <a:pt x="1311965" y="13060"/>
                  <a:pt x="1313304" y="14208"/>
                </a:cubicBezTo>
                <a:cubicBezTo>
                  <a:pt x="1315218" y="15836"/>
                  <a:pt x="1317753" y="19594"/>
                  <a:pt x="1320911" y="25483"/>
                </a:cubicBezTo>
                <a:cubicBezTo>
                  <a:pt x="1325455" y="33955"/>
                  <a:pt x="1328565" y="40919"/>
                  <a:pt x="1330239" y="46375"/>
                </a:cubicBezTo>
                <a:cubicBezTo>
                  <a:pt x="1332870" y="54849"/>
                  <a:pt x="1334186" y="63106"/>
                  <a:pt x="1334186" y="71148"/>
                </a:cubicBezTo>
                <a:close/>
                <a:moveTo>
                  <a:pt x="1412602" y="87114"/>
                </a:moveTo>
                <a:lnTo>
                  <a:pt x="1432264" y="87114"/>
                </a:lnTo>
                <a:lnTo>
                  <a:pt x="1411095" y="127076"/>
                </a:lnTo>
                <a:cubicBezTo>
                  <a:pt x="1409851" y="129424"/>
                  <a:pt x="1408297" y="130599"/>
                  <a:pt x="1406431" y="130599"/>
                </a:cubicBezTo>
                <a:cubicBezTo>
                  <a:pt x="1405187" y="130599"/>
                  <a:pt x="1404123" y="130191"/>
                  <a:pt x="1403238" y="129376"/>
                </a:cubicBezTo>
                <a:cubicBezTo>
                  <a:pt x="1402353" y="128562"/>
                  <a:pt x="1401910" y="127651"/>
                  <a:pt x="1401910" y="126645"/>
                </a:cubicBezTo>
                <a:cubicBezTo>
                  <a:pt x="1401910" y="125926"/>
                  <a:pt x="1402078" y="124944"/>
                  <a:pt x="1402413" y="123699"/>
                </a:cubicBezTo>
                <a:lnTo>
                  <a:pt x="1412602" y="87114"/>
                </a:lnTo>
                <a:close/>
                <a:moveTo>
                  <a:pt x="1587159" y="71148"/>
                </a:moveTo>
                <a:cubicBezTo>
                  <a:pt x="1587159" y="62771"/>
                  <a:pt x="1588547" y="54299"/>
                  <a:pt x="1591321" y="45730"/>
                </a:cubicBezTo>
                <a:cubicBezTo>
                  <a:pt x="1593378" y="39411"/>
                  <a:pt x="1596560" y="32374"/>
                  <a:pt x="1600865" y="24620"/>
                </a:cubicBezTo>
                <a:cubicBezTo>
                  <a:pt x="1603975" y="19067"/>
                  <a:pt x="1606271" y="15657"/>
                  <a:pt x="1607754" y="14390"/>
                </a:cubicBezTo>
                <a:cubicBezTo>
                  <a:pt x="1609237" y="13120"/>
                  <a:pt x="1610887" y="12486"/>
                  <a:pt x="1612705" y="12486"/>
                </a:cubicBezTo>
                <a:cubicBezTo>
                  <a:pt x="1614810" y="12486"/>
                  <a:pt x="1616580" y="13204"/>
                  <a:pt x="1618015" y="14641"/>
                </a:cubicBezTo>
                <a:cubicBezTo>
                  <a:pt x="1619450" y="16076"/>
                  <a:pt x="1620168" y="17799"/>
                  <a:pt x="1620168" y="19810"/>
                </a:cubicBezTo>
                <a:cubicBezTo>
                  <a:pt x="1620168" y="21198"/>
                  <a:pt x="1619594" y="22850"/>
                  <a:pt x="1618446" y="24763"/>
                </a:cubicBezTo>
                <a:cubicBezTo>
                  <a:pt x="1613279" y="33236"/>
                  <a:pt x="1609512" y="41183"/>
                  <a:pt x="1607144" y="48602"/>
                </a:cubicBezTo>
                <a:cubicBezTo>
                  <a:pt x="1604776" y="56022"/>
                  <a:pt x="1603592" y="63537"/>
                  <a:pt x="1603592" y="71148"/>
                </a:cubicBezTo>
                <a:cubicBezTo>
                  <a:pt x="1603592" y="78806"/>
                  <a:pt x="1604776" y="86345"/>
                  <a:pt x="1607144" y="93765"/>
                </a:cubicBezTo>
                <a:cubicBezTo>
                  <a:pt x="1609512" y="101184"/>
                  <a:pt x="1613279" y="109130"/>
                  <a:pt x="1618446" y="117604"/>
                </a:cubicBezTo>
                <a:cubicBezTo>
                  <a:pt x="1619594" y="119469"/>
                  <a:pt x="1620168" y="121121"/>
                  <a:pt x="1620168" y="122557"/>
                </a:cubicBezTo>
                <a:cubicBezTo>
                  <a:pt x="1620168" y="124568"/>
                  <a:pt x="1619450" y="126291"/>
                  <a:pt x="1618015" y="127726"/>
                </a:cubicBezTo>
                <a:cubicBezTo>
                  <a:pt x="1616580" y="129163"/>
                  <a:pt x="1614810" y="129881"/>
                  <a:pt x="1612705" y="129881"/>
                </a:cubicBezTo>
                <a:cubicBezTo>
                  <a:pt x="1610935" y="129881"/>
                  <a:pt x="1609380" y="129307"/>
                  <a:pt x="1608041" y="128159"/>
                </a:cubicBezTo>
                <a:cubicBezTo>
                  <a:pt x="1606127" y="126483"/>
                  <a:pt x="1603592" y="122725"/>
                  <a:pt x="1600435" y="116884"/>
                </a:cubicBezTo>
                <a:cubicBezTo>
                  <a:pt x="1595890" y="108412"/>
                  <a:pt x="1592780" y="101424"/>
                  <a:pt x="1591106" y="95920"/>
                </a:cubicBezTo>
                <a:cubicBezTo>
                  <a:pt x="1588475" y="87494"/>
                  <a:pt x="1587159" y="79237"/>
                  <a:pt x="1587159" y="71148"/>
                </a:cubicBezTo>
                <a:close/>
                <a:moveTo>
                  <a:pt x="1680717" y="88997"/>
                </a:moveTo>
                <a:lnTo>
                  <a:pt x="1696575" y="56545"/>
                </a:lnTo>
                <a:cubicBezTo>
                  <a:pt x="1692652" y="56545"/>
                  <a:pt x="1690141" y="56114"/>
                  <a:pt x="1689040" y="55251"/>
                </a:cubicBezTo>
                <a:cubicBezTo>
                  <a:pt x="1686648" y="53339"/>
                  <a:pt x="1685453" y="51283"/>
                  <a:pt x="1685453" y="49082"/>
                </a:cubicBezTo>
                <a:cubicBezTo>
                  <a:pt x="1685453" y="46882"/>
                  <a:pt x="1686206" y="45112"/>
                  <a:pt x="1687713" y="43772"/>
                </a:cubicBezTo>
                <a:cubicBezTo>
                  <a:pt x="1689220" y="42433"/>
                  <a:pt x="1691743" y="41763"/>
                  <a:pt x="1695283" y="41763"/>
                </a:cubicBezTo>
                <a:lnTo>
                  <a:pt x="1715447" y="41763"/>
                </a:lnTo>
                <a:cubicBezTo>
                  <a:pt x="1718987" y="41763"/>
                  <a:pt x="1721511" y="42445"/>
                  <a:pt x="1723018" y="43808"/>
                </a:cubicBezTo>
                <a:cubicBezTo>
                  <a:pt x="1724524" y="45171"/>
                  <a:pt x="1725278" y="46953"/>
                  <a:pt x="1725278" y="49154"/>
                </a:cubicBezTo>
                <a:cubicBezTo>
                  <a:pt x="1725278" y="51354"/>
                  <a:pt x="1724524" y="53136"/>
                  <a:pt x="1723018" y="54500"/>
                </a:cubicBezTo>
                <a:cubicBezTo>
                  <a:pt x="1721511" y="55863"/>
                  <a:pt x="1718987" y="56545"/>
                  <a:pt x="1715447" y="56545"/>
                </a:cubicBezTo>
                <a:lnTo>
                  <a:pt x="1713007" y="56545"/>
                </a:lnTo>
                <a:lnTo>
                  <a:pt x="1688395" y="106919"/>
                </a:lnTo>
                <a:lnTo>
                  <a:pt x="1673038" y="106919"/>
                </a:lnTo>
                <a:lnTo>
                  <a:pt x="1648426" y="56545"/>
                </a:lnTo>
                <a:lnTo>
                  <a:pt x="1646345" y="56545"/>
                </a:lnTo>
                <a:cubicBezTo>
                  <a:pt x="1642805" y="56545"/>
                  <a:pt x="1640281" y="55851"/>
                  <a:pt x="1638774" y="54464"/>
                </a:cubicBezTo>
                <a:cubicBezTo>
                  <a:pt x="1637267" y="53077"/>
                  <a:pt x="1636514" y="51283"/>
                  <a:pt x="1636514" y="49082"/>
                </a:cubicBezTo>
                <a:cubicBezTo>
                  <a:pt x="1636514" y="46882"/>
                  <a:pt x="1637267" y="45112"/>
                  <a:pt x="1638774" y="43772"/>
                </a:cubicBezTo>
                <a:cubicBezTo>
                  <a:pt x="1640281" y="42433"/>
                  <a:pt x="1642805" y="41763"/>
                  <a:pt x="1646345" y="41763"/>
                </a:cubicBezTo>
                <a:lnTo>
                  <a:pt x="1666078" y="41763"/>
                </a:lnTo>
                <a:cubicBezTo>
                  <a:pt x="1669570" y="41763"/>
                  <a:pt x="1672070" y="42445"/>
                  <a:pt x="1673577" y="43808"/>
                </a:cubicBezTo>
                <a:cubicBezTo>
                  <a:pt x="1675084" y="45171"/>
                  <a:pt x="1675837" y="46953"/>
                  <a:pt x="1675837" y="49154"/>
                </a:cubicBezTo>
                <a:cubicBezTo>
                  <a:pt x="1675837" y="51354"/>
                  <a:pt x="1674689" y="53364"/>
                  <a:pt x="1672393" y="55181"/>
                </a:cubicBezTo>
                <a:cubicBezTo>
                  <a:pt x="1671245" y="56090"/>
                  <a:pt x="1668685" y="56545"/>
                  <a:pt x="1664715" y="56545"/>
                </a:cubicBezTo>
                <a:lnTo>
                  <a:pt x="1680717" y="88997"/>
                </a:lnTo>
                <a:close/>
                <a:moveTo>
                  <a:pt x="1806995" y="75489"/>
                </a:moveTo>
                <a:cubicBezTo>
                  <a:pt x="1806995" y="81134"/>
                  <a:pt x="1805429" y="86599"/>
                  <a:pt x="1802295" y="91885"/>
                </a:cubicBezTo>
                <a:cubicBezTo>
                  <a:pt x="1799162" y="97172"/>
                  <a:pt x="1794497" y="101381"/>
                  <a:pt x="1788302" y="104515"/>
                </a:cubicBezTo>
                <a:cubicBezTo>
                  <a:pt x="1782107" y="107648"/>
                  <a:pt x="1775637" y="109215"/>
                  <a:pt x="1768892" y="109215"/>
                </a:cubicBezTo>
                <a:cubicBezTo>
                  <a:pt x="1762195" y="109215"/>
                  <a:pt x="1755784" y="107672"/>
                  <a:pt x="1749661" y="104586"/>
                </a:cubicBezTo>
                <a:cubicBezTo>
                  <a:pt x="1743538" y="101501"/>
                  <a:pt x="1738874" y="97303"/>
                  <a:pt x="1735668" y="91993"/>
                </a:cubicBezTo>
                <a:cubicBezTo>
                  <a:pt x="1732463" y="86683"/>
                  <a:pt x="1730861" y="81134"/>
                  <a:pt x="1730861" y="75345"/>
                </a:cubicBezTo>
                <a:cubicBezTo>
                  <a:pt x="1730861" y="69461"/>
                  <a:pt x="1732487" y="63685"/>
                  <a:pt x="1735740" y="58016"/>
                </a:cubicBezTo>
                <a:cubicBezTo>
                  <a:pt x="1738993" y="52347"/>
                  <a:pt x="1743669" y="47886"/>
                  <a:pt x="1749769" y="44633"/>
                </a:cubicBezTo>
                <a:cubicBezTo>
                  <a:pt x="1755868" y="41380"/>
                  <a:pt x="1762243" y="39754"/>
                  <a:pt x="1768892" y="39754"/>
                </a:cubicBezTo>
                <a:cubicBezTo>
                  <a:pt x="1775589" y="39754"/>
                  <a:pt x="1782036" y="41416"/>
                  <a:pt x="1788231" y="44741"/>
                </a:cubicBezTo>
                <a:cubicBezTo>
                  <a:pt x="1794426" y="48066"/>
                  <a:pt x="1799102" y="52538"/>
                  <a:pt x="1802259" y="58159"/>
                </a:cubicBezTo>
                <a:cubicBezTo>
                  <a:pt x="1805417" y="63780"/>
                  <a:pt x="1806995" y="69557"/>
                  <a:pt x="1806995" y="75489"/>
                </a:cubicBezTo>
                <a:moveTo>
                  <a:pt x="1792285" y="75556"/>
                </a:moveTo>
                <a:cubicBezTo>
                  <a:pt x="1792285" y="70838"/>
                  <a:pt x="1790587" y="66500"/>
                  <a:pt x="1787190" y="62543"/>
                </a:cubicBezTo>
                <a:cubicBezTo>
                  <a:pt x="1782550" y="57205"/>
                  <a:pt x="1776450" y="54536"/>
                  <a:pt x="1768892" y="54536"/>
                </a:cubicBezTo>
                <a:cubicBezTo>
                  <a:pt x="1762243" y="54536"/>
                  <a:pt x="1756693" y="56657"/>
                  <a:pt x="1752244" y="60900"/>
                </a:cubicBezTo>
                <a:cubicBezTo>
                  <a:pt x="1747795" y="65142"/>
                  <a:pt x="1745571" y="70052"/>
                  <a:pt x="1745571" y="75628"/>
                </a:cubicBezTo>
                <a:cubicBezTo>
                  <a:pt x="1745571" y="80204"/>
                  <a:pt x="1747819" y="84482"/>
                  <a:pt x="1752316" y="88463"/>
                </a:cubicBezTo>
                <a:cubicBezTo>
                  <a:pt x="1756813" y="92443"/>
                  <a:pt x="1762338" y="94433"/>
                  <a:pt x="1768892" y="94433"/>
                </a:cubicBezTo>
                <a:cubicBezTo>
                  <a:pt x="1775494" y="94433"/>
                  <a:pt x="1781043" y="92443"/>
                  <a:pt x="1785540" y="88463"/>
                </a:cubicBezTo>
                <a:cubicBezTo>
                  <a:pt x="1790037" y="84482"/>
                  <a:pt x="1792285" y="80180"/>
                  <a:pt x="1792285" y="75556"/>
                </a:cubicBezTo>
                <a:close/>
                <a:moveTo>
                  <a:pt x="1862234" y="13777"/>
                </a:moveTo>
                <a:lnTo>
                  <a:pt x="1862234" y="29421"/>
                </a:lnTo>
                <a:lnTo>
                  <a:pt x="1844725" y="29421"/>
                </a:lnTo>
                <a:lnTo>
                  <a:pt x="1844725" y="13777"/>
                </a:lnTo>
                <a:lnTo>
                  <a:pt x="1862234" y="13777"/>
                </a:lnTo>
                <a:moveTo>
                  <a:pt x="1864243" y="41763"/>
                </a:moveTo>
                <a:lnTo>
                  <a:pt x="1864243" y="92137"/>
                </a:lnTo>
                <a:lnTo>
                  <a:pt x="1881896" y="92137"/>
                </a:lnTo>
                <a:cubicBezTo>
                  <a:pt x="1885436" y="92137"/>
                  <a:pt x="1887959" y="92818"/>
                  <a:pt x="1889466" y="94182"/>
                </a:cubicBezTo>
                <a:cubicBezTo>
                  <a:pt x="1890973" y="95545"/>
                  <a:pt x="1891726" y="97327"/>
                  <a:pt x="1891726" y="99528"/>
                </a:cubicBezTo>
                <a:cubicBezTo>
                  <a:pt x="1891726" y="101728"/>
                  <a:pt x="1890973" y="103510"/>
                  <a:pt x="1889466" y="104873"/>
                </a:cubicBezTo>
                <a:cubicBezTo>
                  <a:pt x="1887959" y="106237"/>
                  <a:pt x="1885436" y="106919"/>
                  <a:pt x="1881896" y="106919"/>
                </a:cubicBezTo>
                <a:lnTo>
                  <a:pt x="1831881" y="106919"/>
                </a:lnTo>
                <a:cubicBezTo>
                  <a:pt x="1828341" y="106919"/>
                  <a:pt x="1825817" y="106225"/>
                  <a:pt x="1824310" y="104838"/>
                </a:cubicBezTo>
                <a:cubicBezTo>
                  <a:pt x="1822803" y="103450"/>
                  <a:pt x="1822050" y="101656"/>
                  <a:pt x="1822050" y="99456"/>
                </a:cubicBezTo>
                <a:cubicBezTo>
                  <a:pt x="1822050" y="97255"/>
                  <a:pt x="1822803" y="95485"/>
                  <a:pt x="1824310" y="94146"/>
                </a:cubicBezTo>
                <a:cubicBezTo>
                  <a:pt x="1825817" y="92806"/>
                  <a:pt x="1828341" y="92137"/>
                  <a:pt x="1831881" y="92137"/>
                </a:cubicBezTo>
                <a:lnTo>
                  <a:pt x="1849533" y="92137"/>
                </a:lnTo>
                <a:lnTo>
                  <a:pt x="1849533" y="56545"/>
                </a:lnTo>
                <a:lnTo>
                  <a:pt x="1837693" y="56545"/>
                </a:lnTo>
                <a:cubicBezTo>
                  <a:pt x="1834201" y="56545"/>
                  <a:pt x="1831689" y="55851"/>
                  <a:pt x="1830158" y="54464"/>
                </a:cubicBezTo>
                <a:cubicBezTo>
                  <a:pt x="1828628" y="53077"/>
                  <a:pt x="1827862" y="51283"/>
                  <a:pt x="1827862" y="49082"/>
                </a:cubicBezTo>
                <a:cubicBezTo>
                  <a:pt x="1827862" y="46882"/>
                  <a:pt x="1828616" y="45112"/>
                  <a:pt x="1830123" y="43772"/>
                </a:cubicBezTo>
                <a:cubicBezTo>
                  <a:pt x="1831629" y="42433"/>
                  <a:pt x="1834153" y="41763"/>
                  <a:pt x="1837693" y="41763"/>
                </a:cubicBezTo>
                <a:lnTo>
                  <a:pt x="1864243" y="41763"/>
                </a:lnTo>
                <a:close/>
                <a:moveTo>
                  <a:pt x="1978897" y="13777"/>
                </a:moveTo>
                <a:lnTo>
                  <a:pt x="1978897" y="92137"/>
                </a:lnTo>
                <a:lnTo>
                  <a:pt x="1981408" y="92137"/>
                </a:lnTo>
                <a:cubicBezTo>
                  <a:pt x="1984901" y="92137"/>
                  <a:pt x="1987412" y="92818"/>
                  <a:pt x="1988943" y="94182"/>
                </a:cubicBezTo>
                <a:cubicBezTo>
                  <a:pt x="1990474" y="95545"/>
                  <a:pt x="1991239" y="97327"/>
                  <a:pt x="1991239" y="99528"/>
                </a:cubicBezTo>
                <a:cubicBezTo>
                  <a:pt x="1991239" y="101728"/>
                  <a:pt x="1990486" y="103510"/>
                  <a:pt x="1988979" y="104873"/>
                </a:cubicBezTo>
                <a:cubicBezTo>
                  <a:pt x="1987472" y="106237"/>
                  <a:pt x="1984949" y="106919"/>
                  <a:pt x="1981408" y="106919"/>
                </a:cubicBezTo>
                <a:lnTo>
                  <a:pt x="1964187" y="106919"/>
                </a:lnTo>
                <a:lnTo>
                  <a:pt x="1964187" y="103331"/>
                </a:lnTo>
                <a:cubicBezTo>
                  <a:pt x="1960838" y="105268"/>
                  <a:pt x="1957334" y="106733"/>
                  <a:pt x="1953674" y="107726"/>
                </a:cubicBezTo>
                <a:cubicBezTo>
                  <a:pt x="1950015" y="108718"/>
                  <a:pt x="1946223" y="109215"/>
                  <a:pt x="1942301" y="109215"/>
                </a:cubicBezTo>
                <a:cubicBezTo>
                  <a:pt x="1931250" y="109215"/>
                  <a:pt x="1922352" y="106022"/>
                  <a:pt x="1915607" y="99635"/>
                </a:cubicBezTo>
                <a:cubicBezTo>
                  <a:pt x="1908862" y="93249"/>
                  <a:pt x="1905489" y="85296"/>
                  <a:pt x="1905489" y="75776"/>
                </a:cubicBezTo>
                <a:cubicBezTo>
                  <a:pt x="1905489" y="65825"/>
                  <a:pt x="1909029" y="57334"/>
                  <a:pt x="1916109" y="50302"/>
                </a:cubicBezTo>
                <a:cubicBezTo>
                  <a:pt x="1923189" y="43270"/>
                  <a:pt x="1931824" y="39754"/>
                  <a:pt x="1942014" y="39754"/>
                </a:cubicBezTo>
                <a:cubicBezTo>
                  <a:pt x="1945841" y="39754"/>
                  <a:pt x="1949596" y="40343"/>
                  <a:pt x="1953280" y="41521"/>
                </a:cubicBezTo>
                <a:cubicBezTo>
                  <a:pt x="1956963" y="42699"/>
                  <a:pt x="1960599" y="44465"/>
                  <a:pt x="1964187" y="46819"/>
                </a:cubicBezTo>
                <a:lnTo>
                  <a:pt x="1964187" y="28559"/>
                </a:lnTo>
                <a:lnTo>
                  <a:pt x="1961675" y="28559"/>
                </a:lnTo>
                <a:cubicBezTo>
                  <a:pt x="1958135" y="28559"/>
                  <a:pt x="1955612" y="27878"/>
                  <a:pt x="1954105" y="26514"/>
                </a:cubicBezTo>
                <a:cubicBezTo>
                  <a:pt x="1952598" y="25151"/>
                  <a:pt x="1951844" y="23369"/>
                  <a:pt x="1951844" y="21168"/>
                </a:cubicBezTo>
                <a:cubicBezTo>
                  <a:pt x="1951844" y="18968"/>
                  <a:pt x="1952598" y="17186"/>
                  <a:pt x="1954105" y="15823"/>
                </a:cubicBezTo>
                <a:cubicBezTo>
                  <a:pt x="1955612" y="14459"/>
                  <a:pt x="1958135" y="13777"/>
                  <a:pt x="1961675" y="13777"/>
                </a:cubicBezTo>
                <a:lnTo>
                  <a:pt x="1978897" y="13777"/>
                </a:lnTo>
                <a:moveTo>
                  <a:pt x="1964187" y="76200"/>
                </a:moveTo>
                <a:cubicBezTo>
                  <a:pt x="1964187" y="70147"/>
                  <a:pt x="1962058" y="65023"/>
                  <a:pt x="1957800" y="60828"/>
                </a:cubicBezTo>
                <a:cubicBezTo>
                  <a:pt x="1953543" y="56633"/>
                  <a:pt x="1948328" y="54536"/>
                  <a:pt x="1942157" y="54536"/>
                </a:cubicBezTo>
                <a:cubicBezTo>
                  <a:pt x="1936034" y="54536"/>
                  <a:pt x="1930843" y="56633"/>
                  <a:pt x="1926586" y="60828"/>
                </a:cubicBezTo>
                <a:cubicBezTo>
                  <a:pt x="1922328" y="65023"/>
                  <a:pt x="1920199" y="70076"/>
                  <a:pt x="1920199" y="75987"/>
                </a:cubicBezTo>
                <a:cubicBezTo>
                  <a:pt x="1920199" y="81373"/>
                  <a:pt x="1922113" y="85794"/>
                  <a:pt x="1925940" y="89251"/>
                </a:cubicBezTo>
                <a:cubicBezTo>
                  <a:pt x="1929767" y="92705"/>
                  <a:pt x="1935173" y="94433"/>
                  <a:pt x="1942157" y="94433"/>
                </a:cubicBezTo>
                <a:cubicBezTo>
                  <a:pt x="1949094" y="94433"/>
                  <a:pt x="1954499" y="92705"/>
                  <a:pt x="1958374" y="89251"/>
                </a:cubicBezTo>
                <a:cubicBezTo>
                  <a:pt x="1962249" y="85794"/>
                  <a:pt x="1964187" y="81444"/>
                  <a:pt x="1964187" y="76200"/>
                </a:cubicBezTo>
                <a:close/>
                <a:moveTo>
                  <a:pt x="2109467" y="51266"/>
                </a:moveTo>
                <a:lnTo>
                  <a:pt x="2096766" y="47169"/>
                </a:lnTo>
                <a:cubicBezTo>
                  <a:pt x="2093752" y="46211"/>
                  <a:pt x="2091839" y="45181"/>
                  <a:pt x="2091025" y="44079"/>
                </a:cubicBezTo>
                <a:cubicBezTo>
                  <a:pt x="2089877" y="42689"/>
                  <a:pt x="2089303" y="41131"/>
                  <a:pt x="2089303" y="39406"/>
                </a:cubicBezTo>
                <a:cubicBezTo>
                  <a:pt x="2089303" y="37394"/>
                  <a:pt x="2090009" y="35657"/>
                  <a:pt x="2091420" y="34197"/>
                </a:cubicBezTo>
                <a:cubicBezTo>
                  <a:pt x="2092831" y="32735"/>
                  <a:pt x="2094422" y="32004"/>
                  <a:pt x="2096192" y="32004"/>
                </a:cubicBezTo>
                <a:cubicBezTo>
                  <a:pt x="2097340" y="32004"/>
                  <a:pt x="2099038" y="32387"/>
                  <a:pt x="2101287" y="33154"/>
                </a:cubicBezTo>
                <a:lnTo>
                  <a:pt x="2113988" y="37251"/>
                </a:lnTo>
                <a:lnTo>
                  <a:pt x="2113988" y="23900"/>
                </a:lnTo>
                <a:cubicBezTo>
                  <a:pt x="2113988" y="20358"/>
                  <a:pt x="2114669" y="17834"/>
                  <a:pt x="2116033" y="16327"/>
                </a:cubicBezTo>
                <a:cubicBezTo>
                  <a:pt x="2117396" y="14819"/>
                  <a:pt x="2119178" y="14064"/>
                  <a:pt x="2121379" y="14064"/>
                </a:cubicBezTo>
                <a:cubicBezTo>
                  <a:pt x="2123579" y="14064"/>
                  <a:pt x="2125349" y="14819"/>
                  <a:pt x="2126689" y="16327"/>
                </a:cubicBezTo>
                <a:cubicBezTo>
                  <a:pt x="2128028" y="17834"/>
                  <a:pt x="2128698" y="20358"/>
                  <a:pt x="2128698" y="23900"/>
                </a:cubicBezTo>
                <a:lnTo>
                  <a:pt x="2128698" y="37251"/>
                </a:lnTo>
                <a:lnTo>
                  <a:pt x="2141399" y="33154"/>
                </a:lnTo>
                <a:cubicBezTo>
                  <a:pt x="2143695" y="32387"/>
                  <a:pt x="2145370" y="32004"/>
                  <a:pt x="2146422" y="32004"/>
                </a:cubicBezTo>
                <a:cubicBezTo>
                  <a:pt x="2148240" y="32004"/>
                  <a:pt x="2149854" y="32723"/>
                  <a:pt x="2151266" y="34161"/>
                </a:cubicBezTo>
                <a:cubicBezTo>
                  <a:pt x="2152677" y="35598"/>
                  <a:pt x="2153382" y="37322"/>
                  <a:pt x="2153382" y="39334"/>
                </a:cubicBezTo>
                <a:cubicBezTo>
                  <a:pt x="2153382" y="41107"/>
                  <a:pt x="2152892" y="42605"/>
                  <a:pt x="2151911" y="43828"/>
                </a:cubicBezTo>
                <a:cubicBezTo>
                  <a:pt x="2150931" y="45049"/>
                  <a:pt x="2148957" y="46163"/>
                  <a:pt x="2145991" y="47169"/>
                </a:cubicBezTo>
                <a:lnTo>
                  <a:pt x="2133290" y="51266"/>
                </a:lnTo>
                <a:lnTo>
                  <a:pt x="2141112" y="62120"/>
                </a:lnTo>
                <a:cubicBezTo>
                  <a:pt x="2143025" y="64755"/>
                  <a:pt x="2143982" y="66840"/>
                  <a:pt x="2143982" y="68374"/>
                </a:cubicBezTo>
                <a:cubicBezTo>
                  <a:pt x="2143982" y="70434"/>
                  <a:pt x="2143265" y="72183"/>
                  <a:pt x="2141830" y="73621"/>
                </a:cubicBezTo>
                <a:cubicBezTo>
                  <a:pt x="2140394" y="75058"/>
                  <a:pt x="2138672" y="75776"/>
                  <a:pt x="2136663" y="75776"/>
                </a:cubicBezTo>
                <a:cubicBezTo>
                  <a:pt x="2135180" y="75776"/>
                  <a:pt x="2133948" y="75465"/>
                  <a:pt x="2132967" y="74843"/>
                </a:cubicBezTo>
                <a:cubicBezTo>
                  <a:pt x="2131987" y="74220"/>
                  <a:pt x="2130731" y="72853"/>
                  <a:pt x="2129200" y="70744"/>
                </a:cubicBezTo>
                <a:lnTo>
                  <a:pt x="2121379" y="59962"/>
                </a:lnTo>
                <a:lnTo>
                  <a:pt x="2113485" y="70890"/>
                </a:lnTo>
                <a:cubicBezTo>
                  <a:pt x="2112002" y="73027"/>
                  <a:pt x="2110759" y="74424"/>
                  <a:pt x="2109754" y="75081"/>
                </a:cubicBezTo>
                <a:cubicBezTo>
                  <a:pt x="2108749" y="75735"/>
                  <a:pt x="2107529" y="76063"/>
                  <a:pt x="2106094" y="76063"/>
                </a:cubicBezTo>
                <a:cubicBezTo>
                  <a:pt x="2104085" y="76063"/>
                  <a:pt x="2102351" y="75326"/>
                  <a:pt x="2100892" y="73852"/>
                </a:cubicBezTo>
                <a:cubicBezTo>
                  <a:pt x="2099433" y="72378"/>
                  <a:pt x="2098703" y="70577"/>
                  <a:pt x="2098703" y="68450"/>
                </a:cubicBezTo>
                <a:cubicBezTo>
                  <a:pt x="2098703" y="66952"/>
                  <a:pt x="2099660" y="64873"/>
                  <a:pt x="2101574" y="62214"/>
                </a:cubicBezTo>
                <a:lnTo>
                  <a:pt x="2109467" y="51266"/>
                </a:lnTo>
                <a:close/>
                <a:moveTo>
                  <a:pt x="2197642" y="51266"/>
                </a:moveTo>
                <a:lnTo>
                  <a:pt x="2184941" y="47169"/>
                </a:lnTo>
                <a:cubicBezTo>
                  <a:pt x="2181927" y="46211"/>
                  <a:pt x="2180014" y="45181"/>
                  <a:pt x="2179201" y="44079"/>
                </a:cubicBezTo>
                <a:cubicBezTo>
                  <a:pt x="2178052" y="42689"/>
                  <a:pt x="2177478" y="41131"/>
                  <a:pt x="2177478" y="39406"/>
                </a:cubicBezTo>
                <a:cubicBezTo>
                  <a:pt x="2177478" y="37394"/>
                  <a:pt x="2178184" y="35657"/>
                  <a:pt x="2179595" y="34197"/>
                </a:cubicBezTo>
                <a:cubicBezTo>
                  <a:pt x="2181006" y="32735"/>
                  <a:pt x="2182597" y="32004"/>
                  <a:pt x="2184367" y="32004"/>
                </a:cubicBezTo>
                <a:cubicBezTo>
                  <a:pt x="2185515" y="32004"/>
                  <a:pt x="2187213" y="32387"/>
                  <a:pt x="2189462" y="33154"/>
                </a:cubicBezTo>
                <a:lnTo>
                  <a:pt x="2202163" y="37251"/>
                </a:lnTo>
                <a:lnTo>
                  <a:pt x="2202163" y="23900"/>
                </a:lnTo>
                <a:cubicBezTo>
                  <a:pt x="2202163" y="20358"/>
                  <a:pt x="2202845" y="17834"/>
                  <a:pt x="2204208" y="16327"/>
                </a:cubicBezTo>
                <a:cubicBezTo>
                  <a:pt x="2205571" y="14819"/>
                  <a:pt x="2207353" y="14064"/>
                  <a:pt x="2209554" y="14064"/>
                </a:cubicBezTo>
                <a:cubicBezTo>
                  <a:pt x="2211755" y="14064"/>
                  <a:pt x="2213525" y="14819"/>
                  <a:pt x="2214864" y="16327"/>
                </a:cubicBezTo>
                <a:cubicBezTo>
                  <a:pt x="2216203" y="17834"/>
                  <a:pt x="2216873" y="20358"/>
                  <a:pt x="2216873" y="23900"/>
                </a:cubicBezTo>
                <a:lnTo>
                  <a:pt x="2216873" y="37251"/>
                </a:lnTo>
                <a:lnTo>
                  <a:pt x="2229574" y="33154"/>
                </a:lnTo>
                <a:cubicBezTo>
                  <a:pt x="2231871" y="32387"/>
                  <a:pt x="2233545" y="32004"/>
                  <a:pt x="2234597" y="32004"/>
                </a:cubicBezTo>
                <a:cubicBezTo>
                  <a:pt x="2236415" y="32004"/>
                  <a:pt x="2238030" y="32723"/>
                  <a:pt x="2239441" y="34161"/>
                </a:cubicBezTo>
                <a:cubicBezTo>
                  <a:pt x="2240852" y="35598"/>
                  <a:pt x="2241558" y="37322"/>
                  <a:pt x="2241558" y="39334"/>
                </a:cubicBezTo>
                <a:cubicBezTo>
                  <a:pt x="2241558" y="41107"/>
                  <a:pt x="2241067" y="42605"/>
                  <a:pt x="2240087" y="43828"/>
                </a:cubicBezTo>
                <a:cubicBezTo>
                  <a:pt x="2239106" y="45049"/>
                  <a:pt x="2237133" y="46163"/>
                  <a:pt x="2234167" y="47169"/>
                </a:cubicBezTo>
                <a:lnTo>
                  <a:pt x="2221466" y="51266"/>
                </a:lnTo>
                <a:lnTo>
                  <a:pt x="2229287" y="62120"/>
                </a:lnTo>
                <a:cubicBezTo>
                  <a:pt x="2231201" y="64755"/>
                  <a:pt x="2232158" y="66840"/>
                  <a:pt x="2232158" y="68374"/>
                </a:cubicBezTo>
                <a:cubicBezTo>
                  <a:pt x="2232158" y="70434"/>
                  <a:pt x="2231440" y="72183"/>
                  <a:pt x="2230005" y="73621"/>
                </a:cubicBezTo>
                <a:cubicBezTo>
                  <a:pt x="2228570" y="75058"/>
                  <a:pt x="2226848" y="75776"/>
                  <a:pt x="2224838" y="75776"/>
                </a:cubicBezTo>
                <a:cubicBezTo>
                  <a:pt x="2223355" y="75776"/>
                  <a:pt x="2222123" y="75465"/>
                  <a:pt x="2221143" y="74843"/>
                </a:cubicBezTo>
                <a:cubicBezTo>
                  <a:pt x="2220162" y="74220"/>
                  <a:pt x="2218906" y="72853"/>
                  <a:pt x="2217376" y="70744"/>
                </a:cubicBezTo>
                <a:lnTo>
                  <a:pt x="2209554" y="59962"/>
                </a:lnTo>
                <a:lnTo>
                  <a:pt x="2201661" y="70890"/>
                </a:lnTo>
                <a:cubicBezTo>
                  <a:pt x="2200178" y="73027"/>
                  <a:pt x="2198934" y="74424"/>
                  <a:pt x="2197929" y="75081"/>
                </a:cubicBezTo>
                <a:cubicBezTo>
                  <a:pt x="2196925" y="75735"/>
                  <a:pt x="2195705" y="76063"/>
                  <a:pt x="2194270" y="76063"/>
                </a:cubicBezTo>
                <a:cubicBezTo>
                  <a:pt x="2192260" y="76063"/>
                  <a:pt x="2190526" y="75326"/>
                  <a:pt x="2189067" y="73852"/>
                </a:cubicBezTo>
                <a:cubicBezTo>
                  <a:pt x="2187608" y="72378"/>
                  <a:pt x="2186879" y="70577"/>
                  <a:pt x="2186879" y="68450"/>
                </a:cubicBezTo>
                <a:cubicBezTo>
                  <a:pt x="2186879" y="66952"/>
                  <a:pt x="2187835" y="64873"/>
                  <a:pt x="2189749" y="62214"/>
                </a:cubicBezTo>
                <a:lnTo>
                  <a:pt x="2197642" y="51266"/>
                </a:lnTo>
                <a:close/>
                <a:moveTo>
                  <a:pt x="2304116" y="71148"/>
                </a:moveTo>
                <a:cubicBezTo>
                  <a:pt x="2304116" y="79524"/>
                  <a:pt x="2302729" y="88020"/>
                  <a:pt x="2299954" y="96637"/>
                </a:cubicBezTo>
                <a:cubicBezTo>
                  <a:pt x="2297897" y="102956"/>
                  <a:pt x="2294716" y="109969"/>
                  <a:pt x="2290410" y="117675"/>
                </a:cubicBezTo>
                <a:cubicBezTo>
                  <a:pt x="2287301" y="123228"/>
                  <a:pt x="2285005" y="126650"/>
                  <a:pt x="2283522" y="127941"/>
                </a:cubicBezTo>
                <a:cubicBezTo>
                  <a:pt x="2282039" y="129234"/>
                  <a:pt x="2280388" y="129881"/>
                  <a:pt x="2278570" y="129881"/>
                </a:cubicBezTo>
                <a:cubicBezTo>
                  <a:pt x="2276465" y="129881"/>
                  <a:pt x="2274695" y="129163"/>
                  <a:pt x="2273260" y="127726"/>
                </a:cubicBezTo>
                <a:cubicBezTo>
                  <a:pt x="2271825" y="126291"/>
                  <a:pt x="2271108" y="124568"/>
                  <a:pt x="2271108" y="122557"/>
                </a:cubicBezTo>
                <a:cubicBezTo>
                  <a:pt x="2271108" y="121121"/>
                  <a:pt x="2271682" y="119469"/>
                  <a:pt x="2272830" y="117604"/>
                </a:cubicBezTo>
                <a:cubicBezTo>
                  <a:pt x="2277996" y="109130"/>
                  <a:pt x="2281764" y="101184"/>
                  <a:pt x="2284132" y="93765"/>
                </a:cubicBezTo>
                <a:cubicBezTo>
                  <a:pt x="2286500" y="86345"/>
                  <a:pt x="2287684" y="78806"/>
                  <a:pt x="2287684" y="71148"/>
                </a:cubicBezTo>
                <a:cubicBezTo>
                  <a:pt x="2287684" y="63537"/>
                  <a:pt x="2286500" y="56022"/>
                  <a:pt x="2284132" y="48602"/>
                </a:cubicBezTo>
                <a:cubicBezTo>
                  <a:pt x="2281764" y="41183"/>
                  <a:pt x="2277996" y="33236"/>
                  <a:pt x="2272830" y="24763"/>
                </a:cubicBezTo>
                <a:cubicBezTo>
                  <a:pt x="2271682" y="22850"/>
                  <a:pt x="2271108" y="21198"/>
                  <a:pt x="2271108" y="19810"/>
                </a:cubicBezTo>
                <a:cubicBezTo>
                  <a:pt x="2271108" y="17799"/>
                  <a:pt x="2271825" y="16076"/>
                  <a:pt x="2273260" y="14641"/>
                </a:cubicBezTo>
                <a:cubicBezTo>
                  <a:pt x="2274695" y="13204"/>
                  <a:pt x="2276465" y="12486"/>
                  <a:pt x="2278570" y="12486"/>
                </a:cubicBezTo>
                <a:cubicBezTo>
                  <a:pt x="2280340" y="12486"/>
                  <a:pt x="2281895" y="13060"/>
                  <a:pt x="2283235" y="14208"/>
                </a:cubicBezTo>
                <a:cubicBezTo>
                  <a:pt x="2285148" y="15836"/>
                  <a:pt x="2287684" y="19594"/>
                  <a:pt x="2290841" y="25483"/>
                </a:cubicBezTo>
                <a:cubicBezTo>
                  <a:pt x="2295385" y="33955"/>
                  <a:pt x="2298495" y="40919"/>
                  <a:pt x="2300169" y="46375"/>
                </a:cubicBezTo>
                <a:cubicBezTo>
                  <a:pt x="2302800" y="54849"/>
                  <a:pt x="2304116" y="63106"/>
                  <a:pt x="2304116" y="71148"/>
                </a:cubicBezTo>
                <a:close/>
                <a:moveTo>
                  <a:pt x="2380738" y="71148"/>
                </a:moveTo>
                <a:cubicBezTo>
                  <a:pt x="2380738" y="62771"/>
                  <a:pt x="2382126" y="54299"/>
                  <a:pt x="2384900" y="45730"/>
                </a:cubicBezTo>
                <a:cubicBezTo>
                  <a:pt x="2386957" y="39411"/>
                  <a:pt x="2390139" y="32374"/>
                  <a:pt x="2394444" y="24620"/>
                </a:cubicBezTo>
                <a:cubicBezTo>
                  <a:pt x="2397553" y="19067"/>
                  <a:pt x="2399850" y="15657"/>
                  <a:pt x="2401333" y="14390"/>
                </a:cubicBezTo>
                <a:cubicBezTo>
                  <a:pt x="2402816" y="13120"/>
                  <a:pt x="2404466" y="12486"/>
                  <a:pt x="2406284" y="12486"/>
                </a:cubicBezTo>
                <a:cubicBezTo>
                  <a:pt x="2408389" y="12486"/>
                  <a:pt x="2410159" y="13204"/>
                  <a:pt x="2411594" y="14641"/>
                </a:cubicBezTo>
                <a:cubicBezTo>
                  <a:pt x="2413029" y="16076"/>
                  <a:pt x="2413747" y="17799"/>
                  <a:pt x="2413747" y="19810"/>
                </a:cubicBezTo>
                <a:cubicBezTo>
                  <a:pt x="2413747" y="21198"/>
                  <a:pt x="2413173" y="22850"/>
                  <a:pt x="2412025" y="24763"/>
                </a:cubicBezTo>
                <a:cubicBezTo>
                  <a:pt x="2406858" y="33236"/>
                  <a:pt x="2403091" y="41183"/>
                  <a:pt x="2400723" y="48602"/>
                </a:cubicBezTo>
                <a:cubicBezTo>
                  <a:pt x="2398355" y="56022"/>
                  <a:pt x="2397171" y="63537"/>
                  <a:pt x="2397171" y="71148"/>
                </a:cubicBezTo>
                <a:cubicBezTo>
                  <a:pt x="2397171" y="78806"/>
                  <a:pt x="2398355" y="86345"/>
                  <a:pt x="2400723" y="93765"/>
                </a:cubicBezTo>
                <a:cubicBezTo>
                  <a:pt x="2403091" y="101184"/>
                  <a:pt x="2406858" y="109130"/>
                  <a:pt x="2412025" y="117604"/>
                </a:cubicBezTo>
                <a:cubicBezTo>
                  <a:pt x="2413173" y="119469"/>
                  <a:pt x="2413747" y="121121"/>
                  <a:pt x="2413747" y="122557"/>
                </a:cubicBezTo>
                <a:cubicBezTo>
                  <a:pt x="2413747" y="124568"/>
                  <a:pt x="2413029" y="126291"/>
                  <a:pt x="2411594" y="127726"/>
                </a:cubicBezTo>
                <a:cubicBezTo>
                  <a:pt x="2410159" y="129163"/>
                  <a:pt x="2408389" y="129881"/>
                  <a:pt x="2406284" y="129881"/>
                </a:cubicBezTo>
                <a:cubicBezTo>
                  <a:pt x="2404514" y="129881"/>
                  <a:pt x="2402959" y="129307"/>
                  <a:pt x="2401620" y="128159"/>
                </a:cubicBezTo>
                <a:cubicBezTo>
                  <a:pt x="2399706" y="126483"/>
                  <a:pt x="2397171" y="122725"/>
                  <a:pt x="2394013" y="116884"/>
                </a:cubicBezTo>
                <a:cubicBezTo>
                  <a:pt x="2389469" y="108412"/>
                  <a:pt x="2386359" y="101424"/>
                  <a:pt x="2384685" y="95920"/>
                </a:cubicBezTo>
                <a:cubicBezTo>
                  <a:pt x="2382054" y="87494"/>
                  <a:pt x="2380738" y="79237"/>
                  <a:pt x="2380738" y="71148"/>
                </a:cubicBezTo>
                <a:close/>
                <a:moveTo>
                  <a:pt x="2487428" y="106919"/>
                </a:moveTo>
                <a:lnTo>
                  <a:pt x="2487428" y="103474"/>
                </a:lnTo>
                <a:cubicBezTo>
                  <a:pt x="2483744" y="105388"/>
                  <a:pt x="2479678" y="106823"/>
                  <a:pt x="2475229" y="107780"/>
                </a:cubicBezTo>
                <a:cubicBezTo>
                  <a:pt x="2470780" y="108736"/>
                  <a:pt x="2466738" y="109215"/>
                  <a:pt x="2463102" y="109215"/>
                </a:cubicBezTo>
                <a:cubicBezTo>
                  <a:pt x="2455208" y="109215"/>
                  <a:pt x="2448798" y="107126"/>
                  <a:pt x="2443871" y="102947"/>
                </a:cubicBezTo>
                <a:cubicBezTo>
                  <a:pt x="2438943" y="98767"/>
                  <a:pt x="2436480" y="94146"/>
                  <a:pt x="2436480" y="89082"/>
                </a:cubicBezTo>
                <a:cubicBezTo>
                  <a:pt x="2436480" y="82922"/>
                  <a:pt x="2439625" y="77203"/>
                  <a:pt x="2445916" y="71926"/>
                </a:cubicBezTo>
                <a:cubicBezTo>
                  <a:pt x="2452207" y="66647"/>
                  <a:pt x="2460901" y="64008"/>
                  <a:pt x="2472000" y="64008"/>
                </a:cubicBezTo>
                <a:cubicBezTo>
                  <a:pt x="2476449" y="64008"/>
                  <a:pt x="2481591" y="64486"/>
                  <a:pt x="2487428" y="65443"/>
                </a:cubicBezTo>
                <a:lnTo>
                  <a:pt x="2487428" y="61949"/>
                </a:lnTo>
                <a:cubicBezTo>
                  <a:pt x="2487428" y="59763"/>
                  <a:pt x="2486483" y="57982"/>
                  <a:pt x="2484593" y="56603"/>
                </a:cubicBezTo>
                <a:cubicBezTo>
                  <a:pt x="2482704" y="55225"/>
                  <a:pt x="2479104" y="54536"/>
                  <a:pt x="2473794" y="54536"/>
                </a:cubicBezTo>
                <a:cubicBezTo>
                  <a:pt x="2469440" y="54536"/>
                  <a:pt x="2463795" y="55379"/>
                  <a:pt x="2456859" y="57065"/>
                </a:cubicBezTo>
                <a:cubicBezTo>
                  <a:pt x="2454276" y="57675"/>
                  <a:pt x="2452266" y="57980"/>
                  <a:pt x="2450831" y="57980"/>
                </a:cubicBezTo>
                <a:cubicBezTo>
                  <a:pt x="2448870" y="57980"/>
                  <a:pt x="2447208" y="57274"/>
                  <a:pt x="2445844" y="55863"/>
                </a:cubicBezTo>
                <a:cubicBezTo>
                  <a:pt x="2444481" y="54452"/>
                  <a:pt x="2443799" y="52646"/>
                  <a:pt x="2443799" y="50445"/>
                </a:cubicBezTo>
                <a:cubicBezTo>
                  <a:pt x="2443799" y="49202"/>
                  <a:pt x="2444038" y="48125"/>
                  <a:pt x="2444517" y="47216"/>
                </a:cubicBezTo>
                <a:cubicBezTo>
                  <a:pt x="2444995" y="46307"/>
                  <a:pt x="2445665" y="45578"/>
                  <a:pt x="2446526" y="45028"/>
                </a:cubicBezTo>
                <a:cubicBezTo>
                  <a:pt x="2447387" y="44478"/>
                  <a:pt x="2449181" y="43820"/>
                  <a:pt x="2451908" y="43054"/>
                </a:cubicBezTo>
                <a:cubicBezTo>
                  <a:pt x="2455543" y="42050"/>
                  <a:pt x="2459251" y="41249"/>
                  <a:pt x="2463030" y="40651"/>
                </a:cubicBezTo>
                <a:cubicBezTo>
                  <a:pt x="2466809" y="40053"/>
                  <a:pt x="2470230" y="39754"/>
                  <a:pt x="2473291" y="39754"/>
                </a:cubicBezTo>
                <a:cubicBezTo>
                  <a:pt x="2482428" y="39754"/>
                  <a:pt x="2489520" y="41727"/>
                  <a:pt x="2494567" y="45674"/>
                </a:cubicBezTo>
                <a:cubicBezTo>
                  <a:pt x="2499614" y="49620"/>
                  <a:pt x="2502138" y="55014"/>
                  <a:pt x="2502138" y="61855"/>
                </a:cubicBezTo>
                <a:lnTo>
                  <a:pt x="2502138" y="92137"/>
                </a:lnTo>
                <a:lnTo>
                  <a:pt x="2504649" y="92137"/>
                </a:lnTo>
                <a:cubicBezTo>
                  <a:pt x="2508189" y="92137"/>
                  <a:pt x="2510713" y="92818"/>
                  <a:pt x="2512220" y="94182"/>
                </a:cubicBezTo>
                <a:cubicBezTo>
                  <a:pt x="2513727" y="95545"/>
                  <a:pt x="2514480" y="97327"/>
                  <a:pt x="2514480" y="99528"/>
                </a:cubicBezTo>
                <a:cubicBezTo>
                  <a:pt x="2514480" y="101728"/>
                  <a:pt x="2513727" y="103510"/>
                  <a:pt x="2512220" y="104873"/>
                </a:cubicBezTo>
                <a:cubicBezTo>
                  <a:pt x="2510713" y="106237"/>
                  <a:pt x="2508189" y="106919"/>
                  <a:pt x="2504649" y="106919"/>
                </a:cubicBezTo>
                <a:lnTo>
                  <a:pt x="2487428" y="106919"/>
                </a:lnTo>
                <a:moveTo>
                  <a:pt x="2487428" y="80496"/>
                </a:moveTo>
                <a:cubicBezTo>
                  <a:pt x="2481543" y="79358"/>
                  <a:pt x="2476114" y="78790"/>
                  <a:pt x="2471139" y="78790"/>
                </a:cubicBezTo>
                <a:cubicBezTo>
                  <a:pt x="2465159" y="78790"/>
                  <a:pt x="2460016" y="80235"/>
                  <a:pt x="2455711" y="83127"/>
                </a:cubicBezTo>
                <a:cubicBezTo>
                  <a:pt x="2453032" y="84976"/>
                  <a:pt x="2451692" y="86848"/>
                  <a:pt x="2451692" y="88744"/>
                </a:cubicBezTo>
                <a:cubicBezTo>
                  <a:pt x="2451692" y="90119"/>
                  <a:pt x="2452338" y="91234"/>
                  <a:pt x="2453630" y="92087"/>
                </a:cubicBezTo>
                <a:cubicBezTo>
                  <a:pt x="2456022" y="93651"/>
                  <a:pt x="2459299" y="94433"/>
                  <a:pt x="2463461" y="94433"/>
                </a:cubicBezTo>
                <a:cubicBezTo>
                  <a:pt x="2467001" y="94433"/>
                  <a:pt x="2471007" y="93746"/>
                  <a:pt x="2475480" y="92372"/>
                </a:cubicBezTo>
                <a:cubicBezTo>
                  <a:pt x="2479953" y="90997"/>
                  <a:pt x="2483935" y="89123"/>
                  <a:pt x="2487428" y="86752"/>
                </a:cubicBezTo>
                <a:lnTo>
                  <a:pt x="2487428" y="80496"/>
                </a:lnTo>
                <a:close/>
                <a:moveTo>
                  <a:pt x="2569862" y="11625"/>
                </a:moveTo>
                <a:lnTo>
                  <a:pt x="2569862" y="92137"/>
                </a:lnTo>
                <a:lnTo>
                  <a:pt x="2584716" y="92137"/>
                </a:lnTo>
                <a:cubicBezTo>
                  <a:pt x="2588256" y="92137"/>
                  <a:pt x="2590780" y="92818"/>
                  <a:pt x="2592287" y="94182"/>
                </a:cubicBezTo>
                <a:cubicBezTo>
                  <a:pt x="2593793" y="95545"/>
                  <a:pt x="2594547" y="97327"/>
                  <a:pt x="2594547" y="99528"/>
                </a:cubicBezTo>
                <a:cubicBezTo>
                  <a:pt x="2594547" y="101728"/>
                  <a:pt x="2593793" y="103510"/>
                  <a:pt x="2592287" y="104873"/>
                </a:cubicBezTo>
                <a:cubicBezTo>
                  <a:pt x="2590780" y="106237"/>
                  <a:pt x="2588256" y="106919"/>
                  <a:pt x="2584716" y="106919"/>
                </a:cubicBezTo>
                <a:lnTo>
                  <a:pt x="2540298" y="106919"/>
                </a:lnTo>
                <a:cubicBezTo>
                  <a:pt x="2536758" y="106919"/>
                  <a:pt x="2534235" y="106225"/>
                  <a:pt x="2532728" y="104838"/>
                </a:cubicBezTo>
                <a:cubicBezTo>
                  <a:pt x="2531221" y="103450"/>
                  <a:pt x="2530468" y="101656"/>
                  <a:pt x="2530468" y="99456"/>
                </a:cubicBezTo>
                <a:cubicBezTo>
                  <a:pt x="2530468" y="97255"/>
                  <a:pt x="2531221" y="95485"/>
                  <a:pt x="2532728" y="94146"/>
                </a:cubicBezTo>
                <a:cubicBezTo>
                  <a:pt x="2534235" y="92806"/>
                  <a:pt x="2536758" y="92137"/>
                  <a:pt x="2540298" y="92137"/>
                </a:cubicBezTo>
                <a:lnTo>
                  <a:pt x="2555152" y="92137"/>
                </a:lnTo>
                <a:lnTo>
                  <a:pt x="2555152" y="30842"/>
                </a:lnTo>
                <a:lnTo>
                  <a:pt x="2542020" y="34298"/>
                </a:lnTo>
                <a:cubicBezTo>
                  <a:pt x="2539916" y="34873"/>
                  <a:pt x="2538337" y="35161"/>
                  <a:pt x="2537284" y="35161"/>
                </a:cubicBezTo>
                <a:cubicBezTo>
                  <a:pt x="2535419" y="35161"/>
                  <a:pt x="2533804" y="34417"/>
                  <a:pt x="2532441" y="32930"/>
                </a:cubicBezTo>
                <a:cubicBezTo>
                  <a:pt x="2531077" y="31442"/>
                  <a:pt x="2530396" y="29619"/>
                  <a:pt x="2530396" y="27461"/>
                </a:cubicBezTo>
                <a:cubicBezTo>
                  <a:pt x="2530396" y="25493"/>
                  <a:pt x="2530898" y="23946"/>
                  <a:pt x="2531903" y="22819"/>
                </a:cubicBezTo>
                <a:cubicBezTo>
                  <a:pt x="2532907" y="21690"/>
                  <a:pt x="2535012" y="20694"/>
                  <a:pt x="2538217" y="19830"/>
                </a:cubicBezTo>
                <a:lnTo>
                  <a:pt x="2569862" y="11625"/>
                </a:lnTo>
                <a:close/>
                <a:moveTo>
                  <a:pt x="2746070" y="72475"/>
                </a:moveTo>
                <a:lnTo>
                  <a:pt x="2746070" y="97088"/>
                </a:lnTo>
                <a:cubicBezTo>
                  <a:pt x="2746070" y="100628"/>
                  <a:pt x="2745400" y="103151"/>
                  <a:pt x="2744061" y="104658"/>
                </a:cubicBezTo>
                <a:cubicBezTo>
                  <a:pt x="2742721" y="106165"/>
                  <a:pt x="2740951" y="106919"/>
                  <a:pt x="2738750" y="106919"/>
                </a:cubicBezTo>
                <a:cubicBezTo>
                  <a:pt x="2736550" y="106919"/>
                  <a:pt x="2734768" y="106165"/>
                  <a:pt x="2733405" y="104658"/>
                </a:cubicBezTo>
                <a:cubicBezTo>
                  <a:pt x="2732041" y="103151"/>
                  <a:pt x="2731359" y="100628"/>
                  <a:pt x="2731359" y="97088"/>
                </a:cubicBezTo>
                <a:lnTo>
                  <a:pt x="2731359" y="72475"/>
                </a:lnTo>
                <a:lnTo>
                  <a:pt x="2710335" y="72475"/>
                </a:lnTo>
                <a:cubicBezTo>
                  <a:pt x="2706794" y="72475"/>
                  <a:pt x="2704271" y="71790"/>
                  <a:pt x="2702764" y="70421"/>
                </a:cubicBezTo>
                <a:cubicBezTo>
                  <a:pt x="2701257" y="69050"/>
                  <a:pt x="2700504" y="67259"/>
                  <a:pt x="2700504" y="65048"/>
                </a:cubicBezTo>
                <a:cubicBezTo>
                  <a:pt x="2700504" y="62837"/>
                  <a:pt x="2701257" y="61047"/>
                  <a:pt x="2702764" y="59678"/>
                </a:cubicBezTo>
                <a:cubicBezTo>
                  <a:pt x="2704271" y="58307"/>
                  <a:pt x="2706794" y="57645"/>
                  <a:pt x="2710335" y="57693"/>
                </a:cubicBezTo>
                <a:lnTo>
                  <a:pt x="2731359" y="57693"/>
                </a:lnTo>
                <a:lnTo>
                  <a:pt x="2731359" y="33100"/>
                </a:lnTo>
                <a:cubicBezTo>
                  <a:pt x="2731359" y="29601"/>
                  <a:pt x="2732041" y="27084"/>
                  <a:pt x="2733405" y="25550"/>
                </a:cubicBezTo>
                <a:cubicBezTo>
                  <a:pt x="2734768" y="24016"/>
                  <a:pt x="2736550" y="23249"/>
                  <a:pt x="2738750" y="23249"/>
                </a:cubicBezTo>
                <a:cubicBezTo>
                  <a:pt x="2740951" y="23249"/>
                  <a:pt x="2742733" y="24004"/>
                  <a:pt x="2744096" y="25514"/>
                </a:cubicBezTo>
                <a:cubicBezTo>
                  <a:pt x="2745460" y="27024"/>
                  <a:pt x="2746141" y="29553"/>
                  <a:pt x="2746141" y="33100"/>
                </a:cubicBezTo>
                <a:lnTo>
                  <a:pt x="2746070" y="57693"/>
                </a:lnTo>
                <a:lnTo>
                  <a:pt x="2767095" y="57693"/>
                </a:lnTo>
                <a:cubicBezTo>
                  <a:pt x="2770635" y="57693"/>
                  <a:pt x="2773158" y="58366"/>
                  <a:pt x="2774665" y="59713"/>
                </a:cubicBezTo>
                <a:cubicBezTo>
                  <a:pt x="2776172" y="61059"/>
                  <a:pt x="2776925" y="62837"/>
                  <a:pt x="2776925" y="65048"/>
                </a:cubicBezTo>
                <a:cubicBezTo>
                  <a:pt x="2776925" y="67259"/>
                  <a:pt x="2776172" y="69050"/>
                  <a:pt x="2774665" y="70421"/>
                </a:cubicBezTo>
                <a:cubicBezTo>
                  <a:pt x="2773158" y="71790"/>
                  <a:pt x="2770635" y="72475"/>
                  <a:pt x="2767095" y="72475"/>
                </a:cubicBezTo>
                <a:lnTo>
                  <a:pt x="2746070" y="72475"/>
                </a:lnTo>
                <a:close/>
                <a:moveTo>
                  <a:pt x="2935911" y="59812"/>
                </a:moveTo>
                <a:cubicBezTo>
                  <a:pt x="2939690" y="62736"/>
                  <a:pt x="2942525" y="66056"/>
                  <a:pt x="2944414" y="69773"/>
                </a:cubicBezTo>
                <a:cubicBezTo>
                  <a:pt x="2946304" y="73488"/>
                  <a:pt x="2947249" y="77574"/>
                  <a:pt x="2947249" y="82032"/>
                </a:cubicBezTo>
                <a:cubicBezTo>
                  <a:pt x="2947249" y="86970"/>
                  <a:pt x="2946041" y="91512"/>
                  <a:pt x="2943625" y="95659"/>
                </a:cubicBezTo>
                <a:cubicBezTo>
                  <a:pt x="2941209" y="99806"/>
                  <a:pt x="2937418" y="103079"/>
                  <a:pt x="2932252" y="105477"/>
                </a:cubicBezTo>
                <a:cubicBezTo>
                  <a:pt x="2927085" y="107873"/>
                  <a:pt x="2921344" y="109071"/>
                  <a:pt x="2915030" y="109071"/>
                </a:cubicBezTo>
                <a:cubicBezTo>
                  <a:pt x="2908715" y="109071"/>
                  <a:pt x="2903022" y="107873"/>
                  <a:pt x="2897952" y="105477"/>
                </a:cubicBezTo>
                <a:cubicBezTo>
                  <a:pt x="2892881" y="103079"/>
                  <a:pt x="2889137" y="99794"/>
                  <a:pt x="2886721" y="95624"/>
                </a:cubicBezTo>
                <a:cubicBezTo>
                  <a:pt x="2884306" y="91453"/>
                  <a:pt x="2883098" y="86922"/>
                  <a:pt x="2883098" y="82032"/>
                </a:cubicBezTo>
                <a:cubicBezTo>
                  <a:pt x="2883098" y="77574"/>
                  <a:pt x="2884043" y="73488"/>
                  <a:pt x="2885932" y="69773"/>
                </a:cubicBezTo>
                <a:cubicBezTo>
                  <a:pt x="2887822" y="66056"/>
                  <a:pt x="2890656" y="62736"/>
                  <a:pt x="2894435" y="59812"/>
                </a:cubicBezTo>
                <a:cubicBezTo>
                  <a:pt x="2891135" y="56752"/>
                  <a:pt x="2888647" y="53501"/>
                  <a:pt x="2886973" y="50060"/>
                </a:cubicBezTo>
                <a:cubicBezTo>
                  <a:pt x="2885298" y="46618"/>
                  <a:pt x="2884461" y="42985"/>
                  <a:pt x="2884461" y="39159"/>
                </a:cubicBezTo>
                <a:cubicBezTo>
                  <a:pt x="2884461" y="31655"/>
                  <a:pt x="2887331" y="25190"/>
                  <a:pt x="2893072" y="19765"/>
                </a:cubicBezTo>
                <a:cubicBezTo>
                  <a:pt x="2898813" y="14338"/>
                  <a:pt x="2906180" y="11625"/>
                  <a:pt x="2915173" y="11625"/>
                </a:cubicBezTo>
                <a:cubicBezTo>
                  <a:pt x="2924167" y="11625"/>
                  <a:pt x="2931534" y="14338"/>
                  <a:pt x="2937275" y="19765"/>
                </a:cubicBezTo>
                <a:cubicBezTo>
                  <a:pt x="2943015" y="25190"/>
                  <a:pt x="2945885" y="31655"/>
                  <a:pt x="2945885" y="39159"/>
                </a:cubicBezTo>
                <a:cubicBezTo>
                  <a:pt x="2945885" y="43033"/>
                  <a:pt x="2945060" y="46690"/>
                  <a:pt x="2943410" y="50132"/>
                </a:cubicBezTo>
                <a:cubicBezTo>
                  <a:pt x="2941759" y="53573"/>
                  <a:pt x="2939260" y="56800"/>
                  <a:pt x="2935911" y="59812"/>
                </a:cubicBezTo>
                <a:moveTo>
                  <a:pt x="2930816" y="39502"/>
                </a:moveTo>
                <a:cubicBezTo>
                  <a:pt x="2930816" y="35877"/>
                  <a:pt x="2929393" y="32789"/>
                  <a:pt x="2926547" y="30237"/>
                </a:cubicBezTo>
                <a:cubicBezTo>
                  <a:pt x="2923700" y="27683"/>
                  <a:pt x="2919861" y="26407"/>
                  <a:pt x="2915030" y="26407"/>
                </a:cubicBezTo>
                <a:cubicBezTo>
                  <a:pt x="2910150" y="26407"/>
                  <a:pt x="2906287" y="27683"/>
                  <a:pt x="2903441" y="30237"/>
                </a:cubicBezTo>
                <a:cubicBezTo>
                  <a:pt x="2900595" y="32789"/>
                  <a:pt x="2899171" y="35877"/>
                  <a:pt x="2899171" y="39502"/>
                </a:cubicBezTo>
                <a:cubicBezTo>
                  <a:pt x="2899171" y="43176"/>
                  <a:pt x="2900595" y="46289"/>
                  <a:pt x="2903441" y="48842"/>
                </a:cubicBezTo>
                <a:cubicBezTo>
                  <a:pt x="2906287" y="51394"/>
                  <a:pt x="2910150" y="52670"/>
                  <a:pt x="2915030" y="52670"/>
                </a:cubicBezTo>
                <a:cubicBezTo>
                  <a:pt x="2919861" y="52670"/>
                  <a:pt x="2923700" y="51394"/>
                  <a:pt x="2926547" y="48842"/>
                </a:cubicBezTo>
                <a:cubicBezTo>
                  <a:pt x="2929393" y="46289"/>
                  <a:pt x="2930816" y="43176"/>
                  <a:pt x="2930816" y="39502"/>
                </a:cubicBezTo>
                <a:moveTo>
                  <a:pt x="2932539" y="82705"/>
                </a:moveTo>
                <a:cubicBezTo>
                  <a:pt x="2932539" y="78820"/>
                  <a:pt x="2930876" y="75306"/>
                  <a:pt x="2927551" y="72166"/>
                </a:cubicBezTo>
                <a:cubicBezTo>
                  <a:pt x="2924227" y="69023"/>
                  <a:pt x="2920101" y="67452"/>
                  <a:pt x="2915173" y="67452"/>
                </a:cubicBezTo>
                <a:cubicBezTo>
                  <a:pt x="2910246" y="67452"/>
                  <a:pt x="2906120" y="69023"/>
                  <a:pt x="2902795" y="72166"/>
                </a:cubicBezTo>
                <a:cubicBezTo>
                  <a:pt x="2899470" y="75306"/>
                  <a:pt x="2897808" y="78867"/>
                  <a:pt x="2897808" y="82848"/>
                </a:cubicBezTo>
                <a:cubicBezTo>
                  <a:pt x="2897808" y="85919"/>
                  <a:pt x="2899243" y="88594"/>
                  <a:pt x="2902113" y="90872"/>
                </a:cubicBezTo>
                <a:cubicBezTo>
                  <a:pt x="2904984" y="93150"/>
                  <a:pt x="2909337" y="94289"/>
                  <a:pt x="2915173" y="94289"/>
                </a:cubicBezTo>
                <a:cubicBezTo>
                  <a:pt x="2921057" y="94289"/>
                  <a:pt x="2925423" y="93150"/>
                  <a:pt x="2928269" y="90872"/>
                </a:cubicBezTo>
                <a:cubicBezTo>
                  <a:pt x="2931115" y="88594"/>
                  <a:pt x="2932539" y="85871"/>
                  <a:pt x="2932539" y="82705"/>
                </a:cubicBezTo>
                <a:close/>
                <a:moveTo>
                  <a:pt x="3009520" y="71148"/>
                </a:moveTo>
                <a:cubicBezTo>
                  <a:pt x="3009520" y="79524"/>
                  <a:pt x="3008133" y="88020"/>
                  <a:pt x="3005358" y="96637"/>
                </a:cubicBezTo>
                <a:cubicBezTo>
                  <a:pt x="3003301" y="102956"/>
                  <a:pt x="3000120" y="109969"/>
                  <a:pt x="2995814" y="117675"/>
                </a:cubicBezTo>
                <a:cubicBezTo>
                  <a:pt x="2992705" y="123228"/>
                  <a:pt x="2990408" y="126650"/>
                  <a:pt x="2988925" y="127941"/>
                </a:cubicBezTo>
                <a:cubicBezTo>
                  <a:pt x="2987442" y="129234"/>
                  <a:pt x="2985792" y="129881"/>
                  <a:pt x="2983974" y="129881"/>
                </a:cubicBezTo>
                <a:cubicBezTo>
                  <a:pt x="2981869" y="129881"/>
                  <a:pt x="2980099" y="129163"/>
                  <a:pt x="2978664" y="127726"/>
                </a:cubicBezTo>
                <a:cubicBezTo>
                  <a:pt x="2977229" y="126291"/>
                  <a:pt x="2976511" y="124568"/>
                  <a:pt x="2976511" y="122557"/>
                </a:cubicBezTo>
                <a:cubicBezTo>
                  <a:pt x="2976511" y="121121"/>
                  <a:pt x="2977085" y="119469"/>
                  <a:pt x="2978234" y="117604"/>
                </a:cubicBezTo>
                <a:cubicBezTo>
                  <a:pt x="2983400" y="109130"/>
                  <a:pt x="2987167" y="101184"/>
                  <a:pt x="2989535" y="93765"/>
                </a:cubicBezTo>
                <a:cubicBezTo>
                  <a:pt x="2991903" y="86345"/>
                  <a:pt x="2993087" y="78806"/>
                  <a:pt x="2993087" y="71148"/>
                </a:cubicBezTo>
                <a:cubicBezTo>
                  <a:pt x="2993087" y="63537"/>
                  <a:pt x="2991903" y="56022"/>
                  <a:pt x="2989535" y="48602"/>
                </a:cubicBezTo>
                <a:cubicBezTo>
                  <a:pt x="2987167" y="41183"/>
                  <a:pt x="2983400" y="33236"/>
                  <a:pt x="2978234" y="24763"/>
                </a:cubicBezTo>
                <a:cubicBezTo>
                  <a:pt x="2977085" y="22850"/>
                  <a:pt x="2976511" y="21198"/>
                  <a:pt x="2976511" y="19810"/>
                </a:cubicBezTo>
                <a:cubicBezTo>
                  <a:pt x="2976511" y="17799"/>
                  <a:pt x="2977229" y="16076"/>
                  <a:pt x="2978664" y="14641"/>
                </a:cubicBezTo>
                <a:cubicBezTo>
                  <a:pt x="2980099" y="13204"/>
                  <a:pt x="2981869" y="12486"/>
                  <a:pt x="2983974" y="12486"/>
                </a:cubicBezTo>
                <a:cubicBezTo>
                  <a:pt x="2985744" y="12486"/>
                  <a:pt x="2987299" y="13060"/>
                  <a:pt x="2988638" y="14208"/>
                </a:cubicBezTo>
                <a:cubicBezTo>
                  <a:pt x="2990552" y="15836"/>
                  <a:pt x="2993087" y="19594"/>
                  <a:pt x="2996245" y="25483"/>
                </a:cubicBezTo>
                <a:cubicBezTo>
                  <a:pt x="3000789" y="33955"/>
                  <a:pt x="3003899" y="40919"/>
                  <a:pt x="3005573" y="46375"/>
                </a:cubicBezTo>
                <a:cubicBezTo>
                  <a:pt x="3008204" y="54849"/>
                  <a:pt x="3009520" y="63106"/>
                  <a:pt x="3009520" y="71148"/>
                </a:cubicBezTo>
                <a:close/>
                <a:moveTo>
                  <a:pt x="3080719" y="80942"/>
                </a:moveTo>
                <a:cubicBezTo>
                  <a:pt x="3080671" y="79228"/>
                  <a:pt x="3080647" y="77942"/>
                  <a:pt x="3080647" y="77085"/>
                </a:cubicBezTo>
                <a:cubicBezTo>
                  <a:pt x="3080647" y="72037"/>
                  <a:pt x="3081365" y="67678"/>
                  <a:pt x="3082800" y="64010"/>
                </a:cubicBezTo>
                <a:cubicBezTo>
                  <a:pt x="3083853" y="61249"/>
                  <a:pt x="3085551" y="58463"/>
                  <a:pt x="3087895" y="55652"/>
                </a:cubicBezTo>
                <a:cubicBezTo>
                  <a:pt x="3089617" y="53604"/>
                  <a:pt x="3092715" y="50616"/>
                  <a:pt x="3097187" y="46687"/>
                </a:cubicBezTo>
                <a:cubicBezTo>
                  <a:pt x="3101660" y="42757"/>
                  <a:pt x="3104566" y="39618"/>
                  <a:pt x="3105906" y="37271"/>
                </a:cubicBezTo>
                <a:cubicBezTo>
                  <a:pt x="3107245" y="34924"/>
                  <a:pt x="3107915" y="32362"/>
                  <a:pt x="3107915" y="29584"/>
                </a:cubicBezTo>
                <a:cubicBezTo>
                  <a:pt x="3107915" y="24557"/>
                  <a:pt x="3105954" y="20139"/>
                  <a:pt x="3102031" y="16332"/>
                </a:cubicBezTo>
                <a:cubicBezTo>
                  <a:pt x="3098108" y="12524"/>
                  <a:pt x="3093301" y="10620"/>
                  <a:pt x="3087608" y="10620"/>
                </a:cubicBezTo>
                <a:cubicBezTo>
                  <a:pt x="3082106" y="10620"/>
                  <a:pt x="3077514" y="12348"/>
                  <a:pt x="3073830" y="15805"/>
                </a:cubicBezTo>
                <a:cubicBezTo>
                  <a:pt x="3070147" y="19261"/>
                  <a:pt x="3067731" y="24661"/>
                  <a:pt x="3066583" y="32004"/>
                </a:cubicBezTo>
                <a:lnTo>
                  <a:pt x="3053308" y="30282"/>
                </a:lnTo>
                <a:cubicBezTo>
                  <a:pt x="3054504" y="20499"/>
                  <a:pt x="3058056" y="13006"/>
                  <a:pt x="3063964" y="7804"/>
                </a:cubicBezTo>
                <a:cubicBezTo>
                  <a:pt x="3069872" y="2601"/>
                  <a:pt x="3077681" y="0"/>
                  <a:pt x="3087393" y="0"/>
                </a:cubicBezTo>
                <a:cubicBezTo>
                  <a:pt x="3097678" y="0"/>
                  <a:pt x="3105882" y="2799"/>
                  <a:pt x="3112005" y="8398"/>
                </a:cubicBezTo>
                <a:cubicBezTo>
                  <a:pt x="3118129" y="13995"/>
                  <a:pt x="3121190" y="20764"/>
                  <a:pt x="3121190" y="28705"/>
                </a:cubicBezTo>
                <a:cubicBezTo>
                  <a:pt x="3121190" y="33299"/>
                  <a:pt x="3120114" y="37534"/>
                  <a:pt x="3117961" y="41409"/>
                </a:cubicBezTo>
                <a:cubicBezTo>
                  <a:pt x="3115808" y="45283"/>
                  <a:pt x="3111599" y="49984"/>
                  <a:pt x="3105332" y="55509"/>
                </a:cubicBezTo>
                <a:cubicBezTo>
                  <a:pt x="3101122" y="59224"/>
                  <a:pt x="3098371" y="61963"/>
                  <a:pt x="3097080" y="63725"/>
                </a:cubicBezTo>
                <a:cubicBezTo>
                  <a:pt x="3095788" y="65488"/>
                  <a:pt x="3094831" y="67512"/>
                  <a:pt x="3094210" y="69798"/>
                </a:cubicBezTo>
                <a:cubicBezTo>
                  <a:pt x="3093588" y="72083"/>
                  <a:pt x="3093229" y="75798"/>
                  <a:pt x="3093133" y="80942"/>
                </a:cubicBezTo>
                <a:lnTo>
                  <a:pt x="3080719" y="80942"/>
                </a:lnTo>
                <a:moveTo>
                  <a:pt x="3079930" y="106919"/>
                </a:moveTo>
                <a:lnTo>
                  <a:pt x="3079930" y="92137"/>
                </a:lnTo>
                <a:lnTo>
                  <a:pt x="3094640" y="92137"/>
                </a:lnTo>
                <a:lnTo>
                  <a:pt x="3094640" y="106919"/>
                </a:lnTo>
                <a:lnTo>
                  <a:pt x="3079930" y="1069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FC6D13-3D64-4B03-8CD3-30B4D330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13" y="4486175"/>
            <a:ext cx="3084809" cy="397351"/>
          </a:xfrm>
          <a:custGeom xmlns:a="http://schemas.openxmlformats.org/drawingml/2006/main">
            <a:pathLst>
              <a:path w="3084809" h="397351">
                <a:moveTo>
                  <a:pt x="0" y="0"/>
                </a:moveTo>
                <a:lnTo>
                  <a:pt x="3084809" y="0"/>
                </a:lnTo>
                <a:lnTo>
                  <a:pt x="3084809" y="397351"/>
                </a:lnTo>
                <a:lnTo>
                  <a:pt x="0" y="397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D19CC6-0C1D-4264-A3B7-8F68EC0C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45" y="4575797"/>
            <a:ext cx="2740544" cy="220884"/>
          </a:xfrm>
          <a:custGeom xmlns:a="http://schemas.openxmlformats.org/drawingml/2006/main">
            <a:pathLst>
              <a:path w="2740544" h="220884">
                <a:moveTo>
                  <a:pt x="0" y="0"/>
                </a:moveTo>
                <a:lnTo>
                  <a:pt x="2740544" y="0"/>
                </a:lnTo>
                <a:lnTo>
                  <a:pt x="2740544" y="220884"/>
                </a:lnTo>
                <a:lnTo>
                  <a:pt x="0" y="2208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Text RecoverFieldAccessExpressions">
            <a:extLst xmlns:a="http://schemas.openxmlformats.org/drawingml/2006/main">
              <a:ext uri="{FF2B5EF4-FFF2-40B4-BE49-F238E27FC236}">
                <a16:creationId xmlns:a16="http://schemas.microsoft.com/office/drawing/2014/main" id="{8B19D701-AA84-4B5E-BE3A-1D1F850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11" y="4616913"/>
            <a:ext cx="2728720" cy="171158"/>
          </a:xfrm>
          <a:custGeom xmlns:a="http://schemas.openxmlformats.org/drawingml/2006/main">
            <a:pathLst>
              <a:path w="2728720" h="171158">
                <a:moveTo>
                  <a:pt x="47481" y="72067"/>
                </a:moveTo>
                <a:lnTo>
                  <a:pt x="47481" y="107912"/>
                </a:lnTo>
                <a:cubicBezTo>
                  <a:pt x="47481" y="114758"/>
                  <a:pt x="47904" y="119069"/>
                  <a:pt x="48748" y="120844"/>
                </a:cubicBezTo>
                <a:cubicBezTo>
                  <a:pt x="49593" y="122617"/>
                  <a:pt x="51078" y="124033"/>
                  <a:pt x="53205" y="125093"/>
                </a:cubicBezTo>
                <a:cubicBezTo>
                  <a:pt x="55332" y="126151"/>
                  <a:pt x="59305" y="126679"/>
                  <a:pt x="65123" y="126679"/>
                </a:cubicBezTo>
                <a:lnTo>
                  <a:pt x="65123" y="130058"/>
                </a:lnTo>
                <a:lnTo>
                  <a:pt x="0" y="130058"/>
                </a:lnTo>
                <a:lnTo>
                  <a:pt x="0" y="126679"/>
                </a:lnTo>
                <a:cubicBezTo>
                  <a:pt x="5880" y="126679"/>
                  <a:pt x="9868" y="126135"/>
                  <a:pt x="11964" y="125046"/>
                </a:cubicBezTo>
                <a:cubicBezTo>
                  <a:pt x="14060" y="123957"/>
                  <a:pt x="15530" y="122541"/>
                  <a:pt x="16374" y="120797"/>
                </a:cubicBezTo>
                <a:cubicBezTo>
                  <a:pt x="17219" y="119053"/>
                  <a:pt x="17641" y="114758"/>
                  <a:pt x="17641" y="107912"/>
                </a:cubicBezTo>
                <a:lnTo>
                  <a:pt x="17641" y="24961"/>
                </a:lnTo>
                <a:cubicBezTo>
                  <a:pt x="17641" y="18114"/>
                  <a:pt x="17219" y="13805"/>
                  <a:pt x="16374" y="12032"/>
                </a:cubicBezTo>
                <a:cubicBezTo>
                  <a:pt x="15530" y="10257"/>
                  <a:pt x="14044" y="8840"/>
                  <a:pt x="11917" y="7783"/>
                </a:cubicBezTo>
                <a:cubicBezTo>
                  <a:pt x="9790" y="6723"/>
                  <a:pt x="5818" y="6193"/>
                  <a:pt x="0" y="6193"/>
                </a:cubicBezTo>
                <a:lnTo>
                  <a:pt x="0" y="2815"/>
                </a:lnTo>
                <a:lnTo>
                  <a:pt x="59117" y="2815"/>
                </a:lnTo>
                <a:cubicBezTo>
                  <a:pt x="74506" y="2815"/>
                  <a:pt x="85767" y="3878"/>
                  <a:pt x="92898" y="6003"/>
                </a:cubicBezTo>
                <a:cubicBezTo>
                  <a:pt x="100030" y="8128"/>
                  <a:pt x="105848" y="12049"/>
                  <a:pt x="110352" y="17767"/>
                </a:cubicBezTo>
                <a:cubicBezTo>
                  <a:pt x="114856" y="23486"/>
                  <a:pt x="117108" y="30188"/>
                  <a:pt x="117108" y="37875"/>
                </a:cubicBezTo>
                <a:cubicBezTo>
                  <a:pt x="117108" y="47251"/>
                  <a:pt x="113730" y="55001"/>
                  <a:pt x="106974" y="61126"/>
                </a:cubicBezTo>
                <a:cubicBezTo>
                  <a:pt x="102657" y="65000"/>
                  <a:pt x="96620" y="67906"/>
                  <a:pt x="88863" y="69844"/>
                </a:cubicBezTo>
                <a:lnTo>
                  <a:pt x="119454" y="113020"/>
                </a:lnTo>
                <a:cubicBezTo>
                  <a:pt x="123458" y="118533"/>
                  <a:pt x="126304" y="121971"/>
                  <a:pt x="127993" y="123334"/>
                </a:cubicBezTo>
                <a:cubicBezTo>
                  <a:pt x="130558" y="125253"/>
                  <a:pt x="133530" y="126306"/>
                  <a:pt x="136908" y="126492"/>
                </a:cubicBezTo>
                <a:lnTo>
                  <a:pt x="136908" y="130058"/>
                </a:lnTo>
                <a:lnTo>
                  <a:pt x="96839" y="130058"/>
                </a:lnTo>
                <a:lnTo>
                  <a:pt x="55833" y="72067"/>
                </a:lnTo>
                <a:lnTo>
                  <a:pt x="47481" y="72067"/>
                </a:lnTo>
                <a:moveTo>
                  <a:pt x="47481" y="9947"/>
                </a:moveTo>
                <a:lnTo>
                  <a:pt x="47481" y="65310"/>
                </a:lnTo>
                <a:lnTo>
                  <a:pt x="52830" y="65310"/>
                </a:lnTo>
                <a:cubicBezTo>
                  <a:pt x="61526" y="65310"/>
                  <a:pt x="68032" y="64519"/>
                  <a:pt x="72348" y="62935"/>
                </a:cubicBezTo>
                <a:cubicBezTo>
                  <a:pt x="76665" y="61350"/>
                  <a:pt x="80058" y="58491"/>
                  <a:pt x="82529" y="54361"/>
                </a:cubicBezTo>
                <a:cubicBezTo>
                  <a:pt x="85000" y="50228"/>
                  <a:pt x="86236" y="44837"/>
                  <a:pt x="86236" y="38189"/>
                </a:cubicBezTo>
                <a:cubicBezTo>
                  <a:pt x="86236" y="28557"/>
                  <a:pt x="83968" y="21442"/>
                  <a:pt x="79433" y="16844"/>
                </a:cubicBezTo>
                <a:cubicBezTo>
                  <a:pt x="74897" y="12246"/>
                  <a:pt x="67594" y="9947"/>
                  <a:pt x="57522" y="9947"/>
                </a:cubicBezTo>
                <a:lnTo>
                  <a:pt x="47481" y="9947"/>
                </a:lnTo>
                <a:close/>
                <a:moveTo>
                  <a:pt x="215980" y="82952"/>
                </a:moveTo>
                <a:lnTo>
                  <a:pt x="167841" y="82952"/>
                </a:lnTo>
                <a:cubicBezTo>
                  <a:pt x="168404" y="94619"/>
                  <a:pt x="171501" y="103839"/>
                  <a:pt x="177131" y="110613"/>
                </a:cubicBezTo>
                <a:cubicBezTo>
                  <a:pt x="181448" y="115819"/>
                  <a:pt x="186640" y="118422"/>
                  <a:pt x="192708" y="118422"/>
                </a:cubicBezTo>
                <a:cubicBezTo>
                  <a:pt x="196462" y="118422"/>
                  <a:pt x="199871" y="117374"/>
                  <a:pt x="202936" y="115278"/>
                </a:cubicBezTo>
                <a:cubicBezTo>
                  <a:pt x="206002" y="113183"/>
                  <a:pt x="209286" y="109414"/>
                  <a:pt x="212789" y="103971"/>
                </a:cubicBezTo>
                <a:lnTo>
                  <a:pt x="215980" y="106035"/>
                </a:lnTo>
                <a:cubicBezTo>
                  <a:pt x="211225" y="115732"/>
                  <a:pt x="205970" y="122598"/>
                  <a:pt x="200215" y="126633"/>
                </a:cubicBezTo>
                <a:cubicBezTo>
                  <a:pt x="194460" y="130668"/>
                  <a:pt x="187797" y="132685"/>
                  <a:pt x="180228" y="132685"/>
                </a:cubicBezTo>
                <a:cubicBezTo>
                  <a:pt x="167216" y="132685"/>
                  <a:pt x="157363" y="127675"/>
                  <a:pt x="150669" y="117656"/>
                </a:cubicBezTo>
                <a:cubicBezTo>
                  <a:pt x="145289" y="109579"/>
                  <a:pt x="142599" y="99560"/>
                  <a:pt x="142599" y="87599"/>
                </a:cubicBezTo>
                <a:cubicBezTo>
                  <a:pt x="142599" y="72945"/>
                  <a:pt x="146556" y="61282"/>
                  <a:pt x="154470" y="52610"/>
                </a:cubicBezTo>
                <a:cubicBezTo>
                  <a:pt x="162383" y="43936"/>
                  <a:pt x="171657" y="39599"/>
                  <a:pt x="182292" y="39599"/>
                </a:cubicBezTo>
                <a:cubicBezTo>
                  <a:pt x="191175" y="39599"/>
                  <a:pt x="198886" y="43243"/>
                  <a:pt x="205423" y="50531"/>
                </a:cubicBezTo>
                <a:cubicBezTo>
                  <a:pt x="211960" y="57819"/>
                  <a:pt x="215479" y="68626"/>
                  <a:pt x="215980" y="82952"/>
                </a:cubicBezTo>
                <a:moveTo>
                  <a:pt x="192896" y="76758"/>
                </a:moveTo>
                <a:cubicBezTo>
                  <a:pt x="192896" y="66687"/>
                  <a:pt x="192348" y="59774"/>
                  <a:pt x="191254" y="56020"/>
                </a:cubicBezTo>
                <a:cubicBezTo>
                  <a:pt x="190159" y="52267"/>
                  <a:pt x="188454" y="49421"/>
                  <a:pt x="186140" y="47481"/>
                </a:cubicBezTo>
                <a:cubicBezTo>
                  <a:pt x="184826" y="46355"/>
                  <a:pt x="183074" y="45792"/>
                  <a:pt x="180885" y="45792"/>
                </a:cubicBezTo>
                <a:cubicBezTo>
                  <a:pt x="177632" y="45792"/>
                  <a:pt x="174973" y="47387"/>
                  <a:pt x="172909" y="50578"/>
                </a:cubicBezTo>
                <a:cubicBezTo>
                  <a:pt x="169218" y="56146"/>
                  <a:pt x="167372" y="63778"/>
                  <a:pt x="167372" y="73474"/>
                </a:cubicBezTo>
                <a:lnTo>
                  <a:pt x="167372" y="76758"/>
                </a:lnTo>
                <a:lnTo>
                  <a:pt x="192896" y="76758"/>
                </a:lnTo>
                <a:close/>
                <a:moveTo>
                  <a:pt x="298393" y="107370"/>
                </a:moveTo>
                <a:lnTo>
                  <a:pt x="301302" y="109619"/>
                </a:lnTo>
                <a:cubicBezTo>
                  <a:pt x="297173" y="117401"/>
                  <a:pt x="292028" y="123192"/>
                  <a:pt x="285866" y="126990"/>
                </a:cubicBezTo>
                <a:cubicBezTo>
                  <a:pt x="279704" y="130787"/>
                  <a:pt x="273151" y="132685"/>
                  <a:pt x="266207" y="132685"/>
                </a:cubicBezTo>
                <a:cubicBezTo>
                  <a:pt x="254509" y="132685"/>
                  <a:pt x="245156" y="128271"/>
                  <a:pt x="238150" y="119442"/>
                </a:cubicBezTo>
                <a:cubicBezTo>
                  <a:pt x="231143" y="110612"/>
                  <a:pt x="227640" y="99998"/>
                  <a:pt x="227640" y="87599"/>
                </a:cubicBezTo>
                <a:cubicBezTo>
                  <a:pt x="227640" y="75637"/>
                  <a:pt x="230831" y="65117"/>
                  <a:pt x="237211" y="56038"/>
                </a:cubicBezTo>
                <a:cubicBezTo>
                  <a:pt x="244906" y="45079"/>
                  <a:pt x="255510" y="39599"/>
                  <a:pt x="269022" y="39599"/>
                </a:cubicBezTo>
                <a:cubicBezTo>
                  <a:pt x="278093" y="39599"/>
                  <a:pt x="285303" y="41889"/>
                  <a:pt x="290651" y="46470"/>
                </a:cubicBezTo>
                <a:cubicBezTo>
                  <a:pt x="296000" y="51048"/>
                  <a:pt x="298674" y="56160"/>
                  <a:pt x="298674" y="61806"/>
                </a:cubicBezTo>
                <a:cubicBezTo>
                  <a:pt x="298674" y="65382"/>
                  <a:pt x="297595" y="68236"/>
                  <a:pt x="295437" y="70369"/>
                </a:cubicBezTo>
                <a:cubicBezTo>
                  <a:pt x="293279" y="72502"/>
                  <a:pt x="290448" y="73568"/>
                  <a:pt x="286945" y="73568"/>
                </a:cubicBezTo>
                <a:cubicBezTo>
                  <a:pt x="283254" y="73568"/>
                  <a:pt x="280204" y="72344"/>
                  <a:pt x="277796" y="69897"/>
                </a:cubicBezTo>
                <a:cubicBezTo>
                  <a:pt x="275387" y="67447"/>
                  <a:pt x="273902" y="63084"/>
                  <a:pt x="273339" y="56806"/>
                </a:cubicBezTo>
                <a:cubicBezTo>
                  <a:pt x="272963" y="52852"/>
                  <a:pt x="272056" y="50089"/>
                  <a:pt x="270617" y="48519"/>
                </a:cubicBezTo>
                <a:cubicBezTo>
                  <a:pt x="269178" y="46952"/>
                  <a:pt x="267489" y="46168"/>
                  <a:pt x="265550" y="46168"/>
                </a:cubicBezTo>
                <a:cubicBezTo>
                  <a:pt x="262547" y="46168"/>
                  <a:pt x="259982" y="47763"/>
                  <a:pt x="257856" y="50953"/>
                </a:cubicBezTo>
                <a:cubicBezTo>
                  <a:pt x="254603" y="55770"/>
                  <a:pt x="252976" y="63152"/>
                  <a:pt x="252976" y="73099"/>
                </a:cubicBezTo>
                <a:cubicBezTo>
                  <a:pt x="252976" y="81356"/>
                  <a:pt x="254290" y="89254"/>
                  <a:pt x="256917" y="96792"/>
                </a:cubicBezTo>
                <a:cubicBezTo>
                  <a:pt x="259545" y="104331"/>
                  <a:pt x="263142" y="109945"/>
                  <a:pt x="267708" y="113636"/>
                </a:cubicBezTo>
                <a:cubicBezTo>
                  <a:pt x="271149" y="116326"/>
                  <a:pt x="275215" y="117671"/>
                  <a:pt x="279907" y="117671"/>
                </a:cubicBezTo>
                <a:cubicBezTo>
                  <a:pt x="282972" y="117671"/>
                  <a:pt x="285881" y="116954"/>
                  <a:pt x="288634" y="115519"/>
                </a:cubicBezTo>
                <a:cubicBezTo>
                  <a:pt x="291386" y="114082"/>
                  <a:pt x="294639" y="111366"/>
                  <a:pt x="298393" y="107370"/>
                </a:cubicBezTo>
                <a:close/>
                <a:moveTo>
                  <a:pt x="353312" y="39599"/>
                </a:moveTo>
                <a:cubicBezTo>
                  <a:pt x="360944" y="39599"/>
                  <a:pt x="368044" y="41572"/>
                  <a:pt x="374613" y="45517"/>
                </a:cubicBezTo>
                <a:cubicBezTo>
                  <a:pt x="381182" y="49462"/>
                  <a:pt x="386171" y="55066"/>
                  <a:pt x="389580" y="62331"/>
                </a:cubicBezTo>
                <a:cubicBezTo>
                  <a:pt x="392989" y="69596"/>
                  <a:pt x="394694" y="77548"/>
                  <a:pt x="394694" y="86189"/>
                </a:cubicBezTo>
                <a:cubicBezTo>
                  <a:pt x="394694" y="98650"/>
                  <a:pt x="391535" y="109076"/>
                  <a:pt x="385217" y="117469"/>
                </a:cubicBezTo>
                <a:cubicBezTo>
                  <a:pt x="377585" y="127613"/>
                  <a:pt x="367044" y="132685"/>
                  <a:pt x="353594" y="132685"/>
                </a:cubicBezTo>
                <a:cubicBezTo>
                  <a:pt x="340394" y="132685"/>
                  <a:pt x="330228" y="128051"/>
                  <a:pt x="323097" y="118783"/>
                </a:cubicBezTo>
                <a:cubicBezTo>
                  <a:pt x="315965" y="109514"/>
                  <a:pt x="312399" y="98775"/>
                  <a:pt x="312399" y="86564"/>
                </a:cubicBezTo>
                <a:cubicBezTo>
                  <a:pt x="312399" y="73978"/>
                  <a:pt x="316043" y="63004"/>
                  <a:pt x="323331" y="53642"/>
                </a:cubicBezTo>
                <a:cubicBezTo>
                  <a:pt x="330619" y="44280"/>
                  <a:pt x="340613" y="39599"/>
                  <a:pt x="353312" y="39599"/>
                </a:cubicBezTo>
                <a:moveTo>
                  <a:pt x="353687" y="46168"/>
                </a:moveTo>
                <a:cubicBezTo>
                  <a:pt x="350497" y="46168"/>
                  <a:pt x="347760" y="47374"/>
                  <a:pt x="345477" y="49786"/>
                </a:cubicBezTo>
                <a:cubicBezTo>
                  <a:pt x="343193" y="52197"/>
                  <a:pt x="341692" y="56956"/>
                  <a:pt x="340973" y="64064"/>
                </a:cubicBezTo>
                <a:cubicBezTo>
                  <a:pt x="340253" y="71172"/>
                  <a:pt x="339894" y="81052"/>
                  <a:pt x="339894" y="93705"/>
                </a:cubicBezTo>
                <a:cubicBezTo>
                  <a:pt x="339894" y="100406"/>
                  <a:pt x="340331" y="106670"/>
                  <a:pt x="341207" y="112495"/>
                </a:cubicBezTo>
                <a:cubicBezTo>
                  <a:pt x="341895" y="116941"/>
                  <a:pt x="343365" y="120323"/>
                  <a:pt x="345618" y="122642"/>
                </a:cubicBezTo>
                <a:cubicBezTo>
                  <a:pt x="347870" y="124958"/>
                  <a:pt x="350434" y="126116"/>
                  <a:pt x="353312" y="126116"/>
                </a:cubicBezTo>
                <a:cubicBezTo>
                  <a:pt x="356127" y="126116"/>
                  <a:pt x="358473" y="125333"/>
                  <a:pt x="360350" y="123768"/>
                </a:cubicBezTo>
                <a:cubicBezTo>
                  <a:pt x="362790" y="121639"/>
                  <a:pt x="364416" y="118663"/>
                  <a:pt x="365229" y="114841"/>
                </a:cubicBezTo>
                <a:cubicBezTo>
                  <a:pt x="366481" y="108893"/>
                  <a:pt x="367106" y="96868"/>
                  <a:pt x="367106" y="78767"/>
                </a:cubicBezTo>
                <a:cubicBezTo>
                  <a:pt x="367106" y="68121"/>
                  <a:pt x="366512" y="60809"/>
                  <a:pt x="365323" y="56833"/>
                </a:cubicBezTo>
                <a:cubicBezTo>
                  <a:pt x="364135" y="52854"/>
                  <a:pt x="362383" y="49957"/>
                  <a:pt x="360068" y="48141"/>
                </a:cubicBezTo>
                <a:cubicBezTo>
                  <a:pt x="358442" y="46825"/>
                  <a:pt x="356315" y="46168"/>
                  <a:pt x="353687" y="46168"/>
                </a:cubicBezTo>
                <a:close/>
                <a:moveTo>
                  <a:pt x="447618" y="132685"/>
                </a:moveTo>
                <a:lnTo>
                  <a:pt x="418059" y="64612"/>
                </a:lnTo>
                <a:cubicBezTo>
                  <a:pt x="414494" y="56353"/>
                  <a:pt x="411710" y="51120"/>
                  <a:pt x="409708" y="48915"/>
                </a:cubicBezTo>
                <a:cubicBezTo>
                  <a:pt x="408269" y="47275"/>
                  <a:pt x="406142" y="46172"/>
                  <a:pt x="403327" y="45605"/>
                </a:cubicBezTo>
                <a:lnTo>
                  <a:pt x="403327" y="42226"/>
                </a:lnTo>
                <a:lnTo>
                  <a:pt x="449964" y="42226"/>
                </a:lnTo>
                <a:lnTo>
                  <a:pt x="449964" y="45605"/>
                </a:lnTo>
                <a:cubicBezTo>
                  <a:pt x="447024" y="45605"/>
                  <a:pt x="445022" y="46139"/>
                  <a:pt x="443958" y="47209"/>
                </a:cubicBezTo>
                <a:cubicBezTo>
                  <a:pt x="442457" y="48595"/>
                  <a:pt x="441706" y="50231"/>
                  <a:pt x="441706" y="52117"/>
                </a:cubicBezTo>
                <a:cubicBezTo>
                  <a:pt x="441706" y="54446"/>
                  <a:pt x="443083" y="58820"/>
                  <a:pt x="445835" y="65240"/>
                </a:cubicBezTo>
                <a:lnTo>
                  <a:pt x="460286" y="98212"/>
                </a:lnTo>
                <a:lnTo>
                  <a:pt x="471828" y="69750"/>
                </a:lnTo>
                <a:cubicBezTo>
                  <a:pt x="475143" y="61576"/>
                  <a:pt x="476801" y="55792"/>
                  <a:pt x="476801" y="52396"/>
                </a:cubicBezTo>
                <a:cubicBezTo>
                  <a:pt x="476801" y="50447"/>
                  <a:pt x="476097" y="48860"/>
                  <a:pt x="474690" y="47634"/>
                </a:cubicBezTo>
                <a:cubicBezTo>
                  <a:pt x="473282" y="46406"/>
                  <a:pt x="470796" y="45730"/>
                  <a:pt x="467230" y="45605"/>
                </a:cubicBezTo>
                <a:lnTo>
                  <a:pt x="467230" y="42226"/>
                </a:lnTo>
                <a:lnTo>
                  <a:pt x="495944" y="42226"/>
                </a:lnTo>
                <a:lnTo>
                  <a:pt x="495944" y="45605"/>
                </a:lnTo>
                <a:cubicBezTo>
                  <a:pt x="493191" y="45982"/>
                  <a:pt x="490939" y="47019"/>
                  <a:pt x="489188" y="48716"/>
                </a:cubicBezTo>
                <a:cubicBezTo>
                  <a:pt x="487436" y="50413"/>
                  <a:pt x="484809" y="55409"/>
                  <a:pt x="481305" y="63703"/>
                </a:cubicBezTo>
                <a:lnTo>
                  <a:pt x="452028" y="132685"/>
                </a:lnTo>
                <a:lnTo>
                  <a:pt x="447618" y="132685"/>
                </a:lnTo>
                <a:close/>
                <a:moveTo>
                  <a:pt x="578426" y="82952"/>
                </a:moveTo>
                <a:lnTo>
                  <a:pt x="530288" y="82952"/>
                </a:lnTo>
                <a:cubicBezTo>
                  <a:pt x="530851" y="94619"/>
                  <a:pt x="533948" y="103839"/>
                  <a:pt x="539578" y="110613"/>
                </a:cubicBezTo>
                <a:cubicBezTo>
                  <a:pt x="543895" y="115819"/>
                  <a:pt x="549087" y="118422"/>
                  <a:pt x="555155" y="118422"/>
                </a:cubicBezTo>
                <a:cubicBezTo>
                  <a:pt x="558908" y="118422"/>
                  <a:pt x="562318" y="117374"/>
                  <a:pt x="565383" y="115278"/>
                </a:cubicBezTo>
                <a:cubicBezTo>
                  <a:pt x="568448" y="113183"/>
                  <a:pt x="571733" y="109414"/>
                  <a:pt x="575236" y="103971"/>
                </a:cubicBezTo>
                <a:lnTo>
                  <a:pt x="578426" y="106035"/>
                </a:lnTo>
                <a:cubicBezTo>
                  <a:pt x="573672" y="115732"/>
                  <a:pt x="568417" y="122598"/>
                  <a:pt x="562662" y="126633"/>
                </a:cubicBezTo>
                <a:cubicBezTo>
                  <a:pt x="556907" y="130668"/>
                  <a:pt x="550244" y="132685"/>
                  <a:pt x="542675" y="132685"/>
                </a:cubicBezTo>
                <a:cubicBezTo>
                  <a:pt x="529663" y="132685"/>
                  <a:pt x="519810" y="127675"/>
                  <a:pt x="513116" y="117656"/>
                </a:cubicBezTo>
                <a:cubicBezTo>
                  <a:pt x="507736" y="109579"/>
                  <a:pt x="505046" y="99560"/>
                  <a:pt x="505046" y="87599"/>
                </a:cubicBezTo>
                <a:cubicBezTo>
                  <a:pt x="505046" y="72945"/>
                  <a:pt x="509003" y="61282"/>
                  <a:pt x="516916" y="52610"/>
                </a:cubicBezTo>
                <a:cubicBezTo>
                  <a:pt x="524830" y="43936"/>
                  <a:pt x="534104" y="39599"/>
                  <a:pt x="544739" y="39599"/>
                </a:cubicBezTo>
                <a:cubicBezTo>
                  <a:pt x="553622" y="39599"/>
                  <a:pt x="561332" y="43243"/>
                  <a:pt x="567870" y="50531"/>
                </a:cubicBezTo>
                <a:cubicBezTo>
                  <a:pt x="574407" y="57819"/>
                  <a:pt x="577926" y="68626"/>
                  <a:pt x="578426" y="82952"/>
                </a:cubicBezTo>
                <a:moveTo>
                  <a:pt x="555343" y="76758"/>
                </a:moveTo>
                <a:cubicBezTo>
                  <a:pt x="555343" y="66687"/>
                  <a:pt x="554795" y="59774"/>
                  <a:pt x="553700" y="56020"/>
                </a:cubicBezTo>
                <a:cubicBezTo>
                  <a:pt x="552606" y="52267"/>
                  <a:pt x="550901" y="49421"/>
                  <a:pt x="548586" y="47481"/>
                </a:cubicBezTo>
                <a:cubicBezTo>
                  <a:pt x="547273" y="46355"/>
                  <a:pt x="545521" y="45792"/>
                  <a:pt x="543331" y="45792"/>
                </a:cubicBezTo>
                <a:cubicBezTo>
                  <a:pt x="540078" y="45792"/>
                  <a:pt x="537420" y="47387"/>
                  <a:pt x="535355" y="50578"/>
                </a:cubicBezTo>
                <a:cubicBezTo>
                  <a:pt x="531664" y="56146"/>
                  <a:pt x="529819" y="63778"/>
                  <a:pt x="529819" y="73474"/>
                </a:cubicBezTo>
                <a:lnTo>
                  <a:pt x="529819" y="76758"/>
                </a:lnTo>
                <a:lnTo>
                  <a:pt x="555343" y="76758"/>
                </a:lnTo>
                <a:close/>
                <a:moveTo>
                  <a:pt x="625651" y="42226"/>
                </a:moveTo>
                <a:lnTo>
                  <a:pt x="625651" y="62120"/>
                </a:lnTo>
                <a:cubicBezTo>
                  <a:pt x="631469" y="53049"/>
                  <a:pt x="636567" y="47028"/>
                  <a:pt x="640946" y="44056"/>
                </a:cubicBezTo>
                <a:cubicBezTo>
                  <a:pt x="645325" y="41085"/>
                  <a:pt x="649548" y="39599"/>
                  <a:pt x="653614" y="39599"/>
                </a:cubicBezTo>
                <a:cubicBezTo>
                  <a:pt x="657117" y="39599"/>
                  <a:pt x="659917" y="40682"/>
                  <a:pt x="662013" y="42848"/>
                </a:cubicBezTo>
                <a:cubicBezTo>
                  <a:pt x="664108" y="45014"/>
                  <a:pt x="665156" y="48075"/>
                  <a:pt x="665156" y="52029"/>
                </a:cubicBezTo>
                <a:cubicBezTo>
                  <a:pt x="665156" y="56236"/>
                  <a:pt x="664140" y="59502"/>
                  <a:pt x="662106" y="61827"/>
                </a:cubicBezTo>
                <a:cubicBezTo>
                  <a:pt x="660073" y="64149"/>
                  <a:pt x="657618" y="65310"/>
                  <a:pt x="654740" y="65310"/>
                </a:cubicBezTo>
                <a:cubicBezTo>
                  <a:pt x="651425" y="65310"/>
                  <a:pt x="648547" y="64247"/>
                  <a:pt x="646107" y="62120"/>
                </a:cubicBezTo>
                <a:cubicBezTo>
                  <a:pt x="643668" y="59993"/>
                  <a:pt x="642229" y="58804"/>
                  <a:pt x="641791" y="58554"/>
                </a:cubicBezTo>
                <a:cubicBezTo>
                  <a:pt x="641165" y="58179"/>
                  <a:pt x="640446" y="57991"/>
                  <a:pt x="639633" y="57991"/>
                </a:cubicBezTo>
                <a:cubicBezTo>
                  <a:pt x="637818" y="57991"/>
                  <a:pt x="636098" y="58679"/>
                  <a:pt x="634472" y="60055"/>
                </a:cubicBezTo>
                <a:cubicBezTo>
                  <a:pt x="631907" y="62182"/>
                  <a:pt x="629967" y="65216"/>
                  <a:pt x="628654" y="69158"/>
                </a:cubicBezTo>
                <a:cubicBezTo>
                  <a:pt x="626652" y="75226"/>
                  <a:pt x="625651" y="81919"/>
                  <a:pt x="625651" y="89239"/>
                </a:cubicBezTo>
                <a:lnTo>
                  <a:pt x="625651" y="109414"/>
                </a:lnTo>
                <a:lnTo>
                  <a:pt x="625745" y="114668"/>
                </a:lnTo>
                <a:cubicBezTo>
                  <a:pt x="625745" y="118234"/>
                  <a:pt x="625964" y="120518"/>
                  <a:pt x="626402" y="121518"/>
                </a:cubicBezTo>
                <a:cubicBezTo>
                  <a:pt x="627152" y="123208"/>
                  <a:pt x="628263" y="124443"/>
                  <a:pt x="629733" y="125225"/>
                </a:cubicBezTo>
                <a:cubicBezTo>
                  <a:pt x="631203" y="126007"/>
                  <a:pt x="633690" y="126492"/>
                  <a:pt x="637193" y="126679"/>
                </a:cubicBezTo>
                <a:lnTo>
                  <a:pt x="637193" y="130058"/>
                </a:lnTo>
                <a:lnTo>
                  <a:pt x="589805" y="130058"/>
                </a:lnTo>
                <a:lnTo>
                  <a:pt x="589805" y="126679"/>
                </a:lnTo>
                <a:cubicBezTo>
                  <a:pt x="593621" y="126367"/>
                  <a:pt x="596202" y="125319"/>
                  <a:pt x="597547" y="123536"/>
                </a:cubicBezTo>
                <a:cubicBezTo>
                  <a:pt x="598892" y="121753"/>
                  <a:pt x="599564" y="117046"/>
                  <a:pt x="599564" y="109414"/>
                </a:cubicBezTo>
                <a:lnTo>
                  <a:pt x="599564" y="60806"/>
                </a:lnTo>
                <a:cubicBezTo>
                  <a:pt x="599564" y="55770"/>
                  <a:pt x="599314" y="52560"/>
                  <a:pt x="598814" y="51176"/>
                </a:cubicBezTo>
                <a:cubicBezTo>
                  <a:pt x="598188" y="49413"/>
                  <a:pt x="597281" y="48123"/>
                  <a:pt x="596092" y="47305"/>
                </a:cubicBezTo>
                <a:cubicBezTo>
                  <a:pt x="594904" y="46486"/>
                  <a:pt x="592808" y="45919"/>
                  <a:pt x="589805" y="45605"/>
                </a:cubicBezTo>
                <a:lnTo>
                  <a:pt x="589805" y="42226"/>
                </a:lnTo>
                <a:lnTo>
                  <a:pt x="625651" y="42226"/>
                </a:lnTo>
                <a:close/>
                <a:moveTo>
                  <a:pt x="765317" y="10134"/>
                </a:moveTo>
                <a:lnTo>
                  <a:pt x="765317" y="62308"/>
                </a:lnTo>
                <a:lnTo>
                  <a:pt x="768977" y="62308"/>
                </a:lnTo>
                <a:cubicBezTo>
                  <a:pt x="774607" y="62308"/>
                  <a:pt x="779205" y="61460"/>
                  <a:pt x="782771" y="59765"/>
                </a:cubicBezTo>
                <a:cubicBezTo>
                  <a:pt x="786337" y="58070"/>
                  <a:pt x="789355" y="55214"/>
                  <a:pt x="791826" y="51197"/>
                </a:cubicBezTo>
                <a:cubicBezTo>
                  <a:pt x="794297" y="47179"/>
                  <a:pt x="795908" y="41749"/>
                  <a:pt x="796659" y="34907"/>
                </a:cubicBezTo>
                <a:lnTo>
                  <a:pt x="799943" y="34907"/>
                </a:lnTo>
                <a:lnTo>
                  <a:pt x="799943" y="98904"/>
                </a:lnTo>
                <a:lnTo>
                  <a:pt x="796659" y="98904"/>
                </a:lnTo>
                <a:cubicBezTo>
                  <a:pt x="795470" y="86830"/>
                  <a:pt x="792233" y="78870"/>
                  <a:pt x="786947" y="75022"/>
                </a:cubicBezTo>
                <a:cubicBezTo>
                  <a:pt x="781661" y="71175"/>
                  <a:pt x="775671" y="69251"/>
                  <a:pt x="768977" y="69251"/>
                </a:cubicBezTo>
                <a:lnTo>
                  <a:pt x="765317" y="69251"/>
                </a:lnTo>
                <a:lnTo>
                  <a:pt x="765317" y="108287"/>
                </a:lnTo>
                <a:cubicBezTo>
                  <a:pt x="765317" y="114827"/>
                  <a:pt x="765677" y="118914"/>
                  <a:pt x="766397" y="120551"/>
                </a:cubicBezTo>
                <a:cubicBezTo>
                  <a:pt x="767116" y="122185"/>
                  <a:pt x="768524" y="123615"/>
                  <a:pt x="770619" y="124841"/>
                </a:cubicBezTo>
                <a:cubicBezTo>
                  <a:pt x="772715" y="126067"/>
                  <a:pt x="775546" y="126679"/>
                  <a:pt x="779111" y="126679"/>
                </a:cubicBezTo>
                <a:lnTo>
                  <a:pt x="783334" y="126679"/>
                </a:lnTo>
                <a:lnTo>
                  <a:pt x="783334" y="130058"/>
                </a:lnTo>
                <a:lnTo>
                  <a:pt x="716804" y="130058"/>
                </a:lnTo>
                <a:lnTo>
                  <a:pt x="716804" y="126679"/>
                </a:lnTo>
                <a:lnTo>
                  <a:pt x="721027" y="126679"/>
                </a:lnTo>
                <a:cubicBezTo>
                  <a:pt x="724717" y="126679"/>
                  <a:pt x="727689" y="126020"/>
                  <a:pt x="729941" y="124700"/>
                </a:cubicBezTo>
                <a:cubicBezTo>
                  <a:pt x="731568" y="123818"/>
                  <a:pt x="732819" y="122309"/>
                  <a:pt x="733694" y="120172"/>
                </a:cubicBezTo>
                <a:cubicBezTo>
                  <a:pt x="734383" y="118663"/>
                  <a:pt x="734727" y="114702"/>
                  <a:pt x="734727" y="108287"/>
                </a:cubicBezTo>
                <a:lnTo>
                  <a:pt x="734727" y="24585"/>
                </a:lnTo>
                <a:cubicBezTo>
                  <a:pt x="734727" y="18046"/>
                  <a:pt x="734383" y="13959"/>
                  <a:pt x="733694" y="12325"/>
                </a:cubicBezTo>
                <a:cubicBezTo>
                  <a:pt x="733006" y="10689"/>
                  <a:pt x="731614" y="9258"/>
                  <a:pt x="729519" y="8032"/>
                </a:cubicBezTo>
                <a:cubicBezTo>
                  <a:pt x="727423" y="6806"/>
                  <a:pt x="724592" y="6193"/>
                  <a:pt x="721027" y="6193"/>
                </a:cubicBezTo>
                <a:lnTo>
                  <a:pt x="716804" y="6193"/>
                </a:lnTo>
                <a:lnTo>
                  <a:pt x="716804" y="2815"/>
                </a:lnTo>
                <a:lnTo>
                  <a:pt x="824153" y="2815"/>
                </a:lnTo>
                <a:lnTo>
                  <a:pt x="824153" y="39411"/>
                </a:lnTo>
                <a:lnTo>
                  <a:pt x="820306" y="39411"/>
                </a:lnTo>
                <a:cubicBezTo>
                  <a:pt x="819430" y="30814"/>
                  <a:pt x="817193" y="24443"/>
                  <a:pt x="813596" y="20301"/>
                </a:cubicBezTo>
                <a:cubicBezTo>
                  <a:pt x="809999" y="16158"/>
                  <a:pt x="804791" y="13241"/>
                  <a:pt x="797973" y="11548"/>
                </a:cubicBezTo>
                <a:cubicBezTo>
                  <a:pt x="794219" y="10605"/>
                  <a:pt x="787275" y="10134"/>
                  <a:pt x="777141" y="10134"/>
                </a:cubicBezTo>
                <a:lnTo>
                  <a:pt x="765317" y="10134"/>
                </a:lnTo>
                <a:close/>
                <a:moveTo>
                  <a:pt x="857304" y="0"/>
                </a:moveTo>
                <a:cubicBezTo>
                  <a:pt x="861370" y="0"/>
                  <a:pt x="864811" y="1428"/>
                  <a:pt x="867626" y="4284"/>
                </a:cubicBezTo>
                <a:cubicBezTo>
                  <a:pt x="870441" y="7138"/>
                  <a:pt x="871848" y="10574"/>
                  <a:pt x="871848" y="14592"/>
                </a:cubicBezTo>
                <a:cubicBezTo>
                  <a:pt x="871848" y="18609"/>
                  <a:pt x="870425" y="22030"/>
                  <a:pt x="867579" y="24855"/>
                </a:cubicBezTo>
                <a:cubicBezTo>
                  <a:pt x="864732" y="27678"/>
                  <a:pt x="861307" y="29089"/>
                  <a:pt x="857304" y="29089"/>
                </a:cubicBezTo>
                <a:cubicBezTo>
                  <a:pt x="853300" y="29089"/>
                  <a:pt x="849890" y="27678"/>
                  <a:pt x="847075" y="24855"/>
                </a:cubicBezTo>
                <a:cubicBezTo>
                  <a:pt x="844260" y="22030"/>
                  <a:pt x="842853" y="18609"/>
                  <a:pt x="842853" y="14592"/>
                </a:cubicBezTo>
                <a:cubicBezTo>
                  <a:pt x="842853" y="10574"/>
                  <a:pt x="844260" y="7138"/>
                  <a:pt x="847075" y="4284"/>
                </a:cubicBezTo>
                <a:cubicBezTo>
                  <a:pt x="849890" y="1428"/>
                  <a:pt x="853300" y="0"/>
                  <a:pt x="857304" y="0"/>
                </a:cubicBezTo>
                <a:moveTo>
                  <a:pt x="870441" y="42226"/>
                </a:moveTo>
                <a:lnTo>
                  <a:pt x="870441" y="111853"/>
                </a:lnTo>
                <a:cubicBezTo>
                  <a:pt x="870441" y="118046"/>
                  <a:pt x="871160" y="122003"/>
                  <a:pt x="872599" y="123724"/>
                </a:cubicBezTo>
                <a:cubicBezTo>
                  <a:pt x="874038" y="125444"/>
                  <a:pt x="876853" y="126429"/>
                  <a:pt x="881044" y="126679"/>
                </a:cubicBezTo>
                <a:lnTo>
                  <a:pt x="881044" y="130058"/>
                </a:lnTo>
                <a:lnTo>
                  <a:pt x="833657" y="130058"/>
                </a:lnTo>
                <a:lnTo>
                  <a:pt x="833657" y="126679"/>
                </a:lnTo>
                <a:cubicBezTo>
                  <a:pt x="837535" y="126554"/>
                  <a:pt x="840413" y="125428"/>
                  <a:pt x="842290" y="123301"/>
                </a:cubicBezTo>
                <a:cubicBezTo>
                  <a:pt x="843541" y="121863"/>
                  <a:pt x="844166" y="118046"/>
                  <a:pt x="844166" y="111853"/>
                </a:cubicBezTo>
                <a:lnTo>
                  <a:pt x="844166" y="60618"/>
                </a:lnTo>
                <a:cubicBezTo>
                  <a:pt x="844166" y="54347"/>
                  <a:pt x="843447" y="50340"/>
                  <a:pt x="842008" y="48599"/>
                </a:cubicBezTo>
                <a:cubicBezTo>
                  <a:pt x="840569" y="46857"/>
                  <a:pt x="837786" y="45859"/>
                  <a:pt x="833657" y="45605"/>
                </a:cubicBezTo>
                <a:lnTo>
                  <a:pt x="833657" y="42226"/>
                </a:lnTo>
                <a:lnTo>
                  <a:pt x="870441" y="42226"/>
                </a:lnTo>
                <a:close/>
                <a:moveTo>
                  <a:pt x="963742" y="82952"/>
                </a:moveTo>
                <a:lnTo>
                  <a:pt x="915604" y="82952"/>
                </a:lnTo>
                <a:cubicBezTo>
                  <a:pt x="916167" y="94619"/>
                  <a:pt x="919264" y="103839"/>
                  <a:pt x="924894" y="110613"/>
                </a:cubicBezTo>
                <a:cubicBezTo>
                  <a:pt x="929210" y="115819"/>
                  <a:pt x="934403" y="118422"/>
                  <a:pt x="940471" y="118422"/>
                </a:cubicBezTo>
                <a:cubicBezTo>
                  <a:pt x="944224" y="118422"/>
                  <a:pt x="947633" y="117374"/>
                  <a:pt x="950699" y="115278"/>
                </a:cubicBezTo>
                <a:cubicBezTo>
                  <a:pt x="953764" y="113183"/>
                  <a:pt x="957048" y="109414"/>
                  <a:pt x="960552" y="103971"/>
                </a:cubicBezTo>
                <a:lnTo>
                  <a:pt x="963742" y="106035"/>
                </a:lnTo>
                <a:cubicBezTo>
                  <a:pt x="958988" y="115732"/>
                  <a:pt x="953733" y="122598"/>
                  <a:pt x="947978" y="126633"/>
                </a:cubicBezTo>
                <a:cubicBezTo>
                  <a:pt x="942222" y="130668"/>
                  <a:pt x="935560" y="132685"/>
                  <a:pt x="927990" y="132685"/>
                </a:cubicBezTo>
                <a:cubicBezTo>
                  <a:pt x="914978" y="132685"/>
                  <a:pt x="905125" y="127675"/>
                  <a:pt x="898432" y="117656"/>
                </a:cubicBezTo>
                <a:cubicBezTo>
                  <a:pt x="893052" y="109579"/>
                  <a:pt x="890362" y="99560"/>
                  <a:pt x="890362" y="87599"/>
                </a:cubicBezTo>
                <a:cubicBezTo>
                  <a:pt x="890362" y="72945"/>
                  <a:pt x="894319" y="61282"/>
                  <a:pt x="902232" y="52610"/>
                </a:cubicBezTo>
                <a:cubicBezTo>
                  <a:pt x="910146" y="43936"/>
                  <a:pt x="919420" y="39599"/>
                  <a:pt x="930055" y="39599"/>
                </a:cubicBezTo>
                <a:cubicBezTo>
                  <a:pt x="938938" y="39599"/>
                  <a:pt x="946648" y="43243"/>
                  <a:pt x="953185" y="50531"/>
                </a:cubicBezTo>
                <a:cubicBezTo>
                  <a:pt x="959723" y="57819"/>
                  <a:pt x="963242" y="68626"/>
                  <a:pt x="963742" y="82952"/>
                </a:cubicBezTo>
                <a:moveTo>
                  <a:pt x="940658" y="76758"/>
                </a:moveTo>
                <a:cubicBezTo>
                  <a:pt x="940658" y="66687"/>
                  <a:pt x="940111" y="59774"/>
                  <a:pt x="939016" y="56020"/>
                </a:cubicBezTo>
                <a:cubicBezTo>
                  <a:pt x="937921" y="52267"/>
                  <a:pt x="936217" y="49421"/>
                  <a:pt x="933902" y="47481"/>
                </a:cubicBezTo>
                <a:cubicBezTo>
                  <a:pt x="932588" y="46355"/>
                  <a:pt x="930837" y="45792"/>
                  <a:pt x="928647" y="45792"/>
                </a:cubicBezTo>
                <a:cubicBezTo>
                  <a:pt x="925394" y="45792"/>
                  <a:pt x="922735" y="47387"/>
                  <a:pt x="920671" y="50578"/>
                </a:cubicBezTo>
                <a:cubicBezTo>
                  <a:pt x="916980" y="56146"/>
                  <a:pt x="915135" y="63778"/>
                  <a:pt x="915135" y="73474"/>
                </a:cubicBezTo>
                <a:lnTo>
                  <a:pt x="915135" y="76758"/>
                </a:lnTo>
                <a:lnTo>
                  <a:pt x="940658" y="76758"/>
                </a:lnTo>
                <a:close/>
                <a:moveTo>
                  <a:pt x="1008902" y="2815"/>
                </a:moveTo>
                <a:lnTo>
                  <a:pt x="1008902" y="111853"/>
                </a:lnTo>
                <a:cubicBezTo>
                  <a:pt x="1008902" y="118046"/>
                  <a:pt x="1009622" y="122003"/>
                  <a:pt x="1011061" y="123724"/>
                </a:cubicBezTo>
                <a:cubicBezTo>
                  <a:pt x="1012499" y="125444"/>
                  <a:pt x="1015315" y="126429"/>
                  <a:pt x="1019506" y="126679"/>
                </a:cubicBezTo>
                <a:lnTo>
                  <a:pt x="1019506" y="130058"/>
                </a:lnTo>
                <a:lnTo>
                  <a:pt x="972118" y="130058"/>
                </a:lnTo>
                <a:lnTo>
                  <a:pt x="972118" y="126679"/>
                </a:lnTo>
                <a:cubicBezTo>
                  <a:pt x="975997" y="126554"/>
                  <a:pt x="978875" y="125428"/>
                  <a:pt x="980751" y="123301"/>
                </a:cubicBezTo>
                <a:cubicBezTo>
                  <a:pt x="982002" y="121863"/>
                  <a:pt x="982628" y="118046"/>
                  <a:pt x="982628" y="111853"/>
                </a:cubicBezTo>
                <a:lnTo>
                  <a:pt x="982628" y="21019"/>
                </a:lnTo>
                <a:cubicBezTo>
                  <a:pt x="982628" y="14850"/>
                  <a:pt x="981909" y="10900"/>
                  <a:pt x="980470" y="9170"/>
                </a:cubicBezTo>
                <a:cubicBezTo>
                  <a:pt x="979031" y="7438"/>
                  <a:pt x="976247" y="6445"/>
                  <a:pt x="972118" y="6193"/>
                </a:cubicBezTo>
                <a:lnTo>
                  <a:pt x="972118" y="2815"/>
                </a:lnTo>
                <a:lnTo>
                  <a:pt x="1008902" y="2815"/>
                </a:lnTo>
                <a:close/>
                <a:moveTo>
                  <a:pt x="1113089" y="2815"/>
                </a:moveTo>
                <a:lnTo>
                  <a:pt x="1113089" y="103783"/>
                </a:lnTo>
                <a:cubicBezTo>
                  <a:pt x="1113089" y="110534"/>
                  <a:pt x="1113277" y="114528"/>
                  <a:pt x="1113652" y="115765"/>
                </a:cubicBezTo>
                <a:cubicBezTo>
                  <a:pt x="1114152" y="117810"/>
                  <a:pt x="1115106" y="119328"/>
                  <a:pt x="1116514" y="120319"/>
                </a:cubicBezTo>
                <a:cubicBezTo>
                  <a:pt x="1117921" y="121308"/>
                  <a:pt x="1120377" y="121927"/>
                  <a:pt x="1123880" y="122175"/>
                </a:cubicBezTo>
                <a:lnTo>
                  <a:pt x="1123880" y="125553"/>
                </a:lnTo>
                <a:lnTo>
                  <a:pt x="1086815" y="132685"/>
                </a:lnTo>
                <a:lnTo>
                  <a:pt x="1086815" y="118797"/>
                </a:lnTo>
                <a:cubicBezTo>
                  <a:pt x="1082373" y="124177"/>
                  <a:pt x="1078416" y="127837"/>
                  <a:pt x="1074944" y="129776"/>
                </a:cubicBezTo>
                <a:cubicBezTo>
                  <a:pt x="1071472" y="131715"/>
                  <a:pt x="1067547" y="132685"/>
                  <a:pt x="1063168" y="132685"/>
                </a:cubicBezTo>
                <a:cubicBezTo>
                  <a:pt x="1051970" y="132685"/>
                  <a:pt x="1043118" y="127675"/>
                  <a:pt x="1036612" y="117656"/>
                </a:cubicBezTo>
                <a:cubicBezTo>
                  <a:pt x="1031357" y="109516"/>
                  <a:pt x="1028730" y="99528"/>
                  <a:pt x="1028730" y="87693"/>
                </a:cubicBezTo>
                <a:cubicBezTo>
                  <a:pt x="1028730" y="78237"/>
                  <a:pt x="1030356" y="69768"/>
                  <a:pt x="1033609" y="62284"/>
                </a:cubicBezTo>
                <a:cubicBezTo>
                  <a:pt x="1036862" y="54801"/>
                  <a:pt x="1041319" y="49149"/>
                  <a:pt x="1046981" y="45329"/>
                </a:cubicBezTo>
                <a:cubicBezTo>
                  <a:pt x="1052642" y="41509"/>
                  <a:pt x="1058726" y="39599"/>
                  <a:pt x="1065232" y="39599"/>
                </a:cubicBezTo>
                <a:cubicBezTo>
                  <a:pt x="1069424" y="39599"/>
                  <a:pt x="1073146" y="40419"/>
                  <a:pt x="1076399" y="42059"/>
                </a:cubicBezTo>
                <a:cubicBezTo>
                  <a:pt x="1079652" y="43700"/>
                  <a:pt x="1083124" y="46570"/>
                  <a:pt x="1086815" y="50672"/>
                </a:cubicBezTo>
                <a:lnTo>
                  <a:pt x="1086815" y="24210"/>
                </a:lnTo>
                <a:cubicBezTo>
                  <a:pt x="1086815" y="17516"/>
                  <a:pt x="1086533" y="13481"/>
                  <a:pt x="1085970" y="12105"/>
                </a:cubicBezTo>
                <a:cubicBezTo>
                  <a:pt x="1085219" y="10291"/>
                  <a:pt x="1084093" y="8946"/>
                  <a:pt x="1082592" y="8070"/>
                </a:cubicBezTo>
                <a:cubicBezTo>
                  <a:pt x="1081091" y="7194"/>
                  <a:pt x="1078275" y="6756"/>
                  <a:pt x="1074147" y="6756"/>
                </a:cubicBezTo>
                <a:lnTo>
                  <a:pt x="1074147" y="2815"/>
                </a:lnTo>
                <a:lnTo>
                  <a:pt x="1113089" y="2815"/>
                </a:lnTo>
                <a:moveTo>
                  <a:pt x="1086815" y="62120"/>
                </a:moveTo>
                <a:cubicBezTo>
                  <a:pt x="1082185" y="53362"/>
                  <a:pt x="1076524" y="48983"/>
                  <a:pt x="1069830" y="48983"/>
                </a:cubicBezTo>
                <a:cubicBezTo>
                  <a:pt x="1067516" y="48983"/>
                  <a:pt x="1065608" y="49608"/>
                  <a:pt x="1064106" y="50859"/>
                </a:cubicBezTo>
                <a:cubicBezTo>
                  <a:pt x="1061791" y="52799"/>
                  <a:pt x="1059899" y="56208"/>
                  <a:pt x="1058429" y="61088"/>
                </a:cubicBezTo>
                <a:cubicBezTo>
                  <a:pt x="1056959" y="65967"/>
                  <a:pt x="1056224" y="73443"/>
                  <a:pt x="1056224" y="83515"/>
                </a:cubicBezTo>
                <a:cubicBezTo>
                  <a:pt x="1056224" y="94587"/>
                  <a:pt x="1057037" y="102782"/>
                  <a:pt x="1058664" y="108100"/>
                </a:cubicBezTo>
                <a:cubicBezTo>
                  <a:pt x="1060290" y="113417"/>
                  <a:pt x="1062511" y="117265"/>
                  <a:pt x="1065326" y="119642"/>
                </a:cubicBezTo>
                <a:cubicBezTo>
                  <a:pt x="1066765" y="120830"/>
                  <a:pt x="1068735" y="121425"/>
                  <a:pt x="1071238" y="121425"/>
                </a:cubicBezTo>
                <a:cubicBezTo>
                  <a:pt x="1076743" y="121425"/>
                  <a:pt x="1081935" y="117094"/>
                  <a:pt x="1086815" y="108434"/>
                </a:cubicBezTo>
                <a:lnTo>
                  <a:pt x="1086815" y="62120"/>
                </a:lnTo>
                <a:close/>
                <a:moveTo>
                  <a:pt x="1245591" y="93649"/>
                </a:moveTo>
                <a:lnTo>
                  <a:pt x="1200643" y="93649"/>
                </a:lnTo>
                <a:lnTo>
                  <a:pt x="1195294" y="106097"/>
                </a:lnTo>
                <a:cubicBezTo>
                  <a:pt x="1193543" y="110271"/>
                  <a:pt x="1192667" y="113717"/>
                  <a:pt x="1192667" y="116437"/>
                </a:cubicBezTo>
                <a:cubicBezTo>
                  <a:pt x="1192667" y="120040"/>
                  <a:pt x="1194106" y="122695"/>
                  <a:pt x="1196983" y="124404"/>
                </a:cubicBezTo>
                <a:cubicBezTo>
                  <a:pt x="1198672" y="125415"/>
                  <a:pt x="1202832" y="126173"/>
                  <a:pt x="1209464" y="126679"/>
                </a:cubicBezTo>
                <a:lnTo>
                  <a:pt x="1209464" y="130058"/>
                </a:lnTo>
                <a:lnTo>
                  <a:pt x="1167143" y="130058"/>
                </a:lnTo>
                <a:lnTo>
                  <a:pt x="1167143" y="126679"/>
                </a:lnTo>
                <a:cubicBezTo>
                  <a:pt x="1171710" y="125985"/>
                  <a:pt x="1175463" y="124075"/>
                  <a:pt x="1178404" y="120950"/>
                </a:cubicBezTo>
                <a:cubicBezTo>
                  <a:pt x="1181344" y="117822"/>
                  <a:pt x="1184972" y="111363"/>
                  <a:pt x="1189289" y="101572"/>
                </a:cubicBezTo>
                <a:lnTo>
                  <a:pt x="1234799" y="0"/>
                </a:lnTo>
                <a:lnTo>
                  <a:pt x="1236582" y="0"/>
                </a:lnTo>
                <a:lnTo>
                  <a:pt x="1282468" y="104402"/>
                </a:lnTo>
                <a:cubicBezTo>
                  <a:pt x="1286847" y="114388"/>
                  <a:pt x="1290445" y="120676"/>
                  <a:pt x="1293260" y="123266"/>
                </a:cubicBezTo>
                <a:cubicBezTo>
                  <a:pt x="1295387" y="125225"/>
                  <a:pt x="1298389" y="126363"/>
                  <a:pt x="1302268" y="126679"/>
                </a:cubicBezTo>
                <a:lnTo>
                  <a:pt x="1302268" y="130058"/>
                </a:lnTo>
                <a:lnTo>
                  <a:pt x="1240711" y="130058"/>
                </a:lnTo>
                <a:lnTo>
                  <a:pt x="1240711" y="126679"/>
                </a:lnTo>
                <a:lnTo>
                  <a:pt x="1243245" y="126679"/>
                </a:lnTo>
                <a:cubicBezTo>
                  <a:pt x="1248187" y="126679"/>
                  <a:pt x="1251659" y="125980"/>
                  <a:pt x="1253661" y="124580"/>
                </a:cubicBezTo>
                <a:cubicBezTo>
                  <a:pt x="1255037" y="123563"/>
                  <a:pt x="1255725" y="122100"/>
                  <a:pt x="1255725" y="120190"/>
                </a:cubicBezTo>
                <a:cubicBezTo>
                  <a:pt x="1255725" y="119046"/>
                  <a:pt x="1255537" y="117870"/>
                  <a:pt x="1255162" y="116659"/>
                </a:cubicBezTo>
                <a:cubicBezTo>
                  <a:pt x="1255037" y="116089"/>
                  <a:pt x="1254099" y="113704"/>
                  <a:pt x="1252347" y="109504"/>
                </a:cubicBezTo>
                <a:lnTo>
                  <a:pt x="1245591" y="93649"/>
                </a:lnTo>
                <a:moveTo>
                  <a:pt x="1242400" y="86705"/>
                </a:moveTo>
                <a:lnTo>
                  <a:pt x="1223445" y="42831"/>
                </a:lnTo>
                <a:lnTo>
                  <a:pt x="1203927" y="86705"/>
                </a:lnTo>
                <a:lnTo>
                  <a:pt x="1242400" y="86705"/>
                </a:lnTo>
                <a:close/>
                <a:moveTo>
                  <a:pt x="1382466" y="107370"/>
                </a:moveTo>
                <a:lnTo>
                  <a:pt x="1385375" y="109619"/>
                </a:lnTo>
                <a:cubicBezTo>
                  <a:pt x="1381246" y="117401"/>
                  <a:pt x="1376101" y="123192"/>
                  <a:pt x="1369939" y="126990"/>
                </a:cubicBezTo>
                <a:cubicBezTo>
                  <a:pt x="1363777" y="130787"/>
                  <a:pt x="1357224" y="132685"/>
                  <a:pt x="1350280" y="132685"/>
                </a:cubicBezTo>
                <a:cubicBezTo>
                  <a:pt x="1338582" y="132685"/>
                  <a:pt x="1329229" y="128271"/>
                  <a:pt x="1322223" y="119442"/>
                </a:cubicBezTo>
                <a:cubicBezTo>
                  <a:pt x="1315216" y="110612"/>
                  <a:pt x="1311713" y="99998"/>
                  <a:pt x="1311713" y="87599"/>
                </a:cubicBezTo>
                <a:cubicBezTo>
                  <a:pt x="1311713" y="75637"/>
                  <a:pt x="1314904" y="65117"/>
                  <a:pt x="1321285" y="56038"/>
                </a:cubicBezTo>
                <a:cubicBezTo>
                  <a:pt x="1328979" y="45079"/>
                  <a:pt x="1339583" y="39599"/>
                  <a:pt x="1353095" y="39599"/>
                </a:cubicBezTo>
                <a:cubicBezTo>
                  <a:pt x="1362166" y="39599"/>
                  <a:pt x="1369376" y="41889"/>
                  <a:pt x="1374724" y="46470"/>
                </a:cubicBezTo>
                <a:cubicBezTo>
                  <a:pt x="1380073" y="51048"/>
                  <a:pt x="1382748" y="56160"/>
                  <a:pt x="1382748" y="61806"/>
                </a:cubicBezTo>
                <a:cubicBezTo>
                  <a:pt x="1382748" y="65382"/>
                  <a:pt x="1381668" y="68236"/>
                  <a:pt x="1379510" y="70369"/>
                </a:cubicBezTo>
                <a:cubicBezTo>
                  <a:pt x="1377352" y="72502"/>
                  <a:pt x="1374521" y="73568"/>
                  <a:pt x="1371018" y="73568"/>
                </a:cubicBezTo>
                <a:cubicBezTo>
                  <a:pt x="1367327" y="73568"/>
                  <a:pt x="1364277" y="72344"/>
                  <a:pt x="1361869" y="69897"/>
                </a:cubicBezTo>
                <a:cubicBezTo>
                  <a:pt x="1359460" y="67447"/>
                  <a:pt x="1357975" y="63084"/>
                  <a:pt x="1357412" y="56806"/>
                </a:cubicBezTo>
                <a:cubicBezTo>
                  <a:pt x="1357036" y="52852"/>
                  <a:pt x="1356129" y="50089"/>
                  <a:pt x="1354690" y="48519"/>
                </a:cubicBezTo>
                <a:cubicBezTo>
                  <a:pt x="1353252" y="46952"/>
                  <a:pt x="1351562" y="46168"/>
                  <a:pt x="1349623" y="46168"/>
                </a:cubicBezTo>
                <a:cubicBezTo>
                  <a:pt x="1346620" y="46168"/>
                  <a:pt x="1344056" y="47763"/>
                  <a:pt x="1341929" y="50953"/>
                </a:cubicBezTo>
                <a:cubicBezTo>
                  <a:pt x="1338676" y="55770"/>
                  <a:pt x="1337049" y="63152"/>
                  <a:pt x="1337049" y="73099"/>
                </a:cubicBezTo>
                <a:cubicBezTo>
                  <a:pt x="1337049" y="81356"/>
                  <a:pt x="1338363" y="89254"/>
                  <a:pt x="1340990" y="96792"/>
                </a:cubicBezTo>
                <a:cubicBezTo>
                  <a:pt x="1343618" y="104331"/>
                  <a:pt x="1347215" y="109945"/>
                  <a:pt x="1351781" y="113636"/>
                </a:cubicBezTo>
                <a:cubicBezTo>
                  <a:pt x="1355222" y="116326"/>
                  <a:pt x="1359288" y="117671"/>
                  <a:pt x="1363980" y="117671"/>
                </a:cubicBezTo>
                <a:cubicBezTo>
                  <a:pt x="1367046" y="117671"/>
                  <a:pt x="1369954" y="116954"/>
                  <a:pt x="1372707" y="115519"/>
                </a:cubicBezTo>
                <a:cubicBezTo>
                  <a:pt x="1375460" y="114082"/>
                  <a:pt x="1378713" y="111366"/>
                  <a:pt x="1382466" y="107370"/>
                </a:cubicBezTo>
                <a:close/>
                <a:moveTo>
                  <a:pt x="1467601" y="107370"/>
                </a:moveTo>
                <a:lnTo>
                  <a:pt x="1470509" y="109619"/>
                </a:lnTo>
                <a:cubicBezTo>
                  <a:pt x="1466381" y="117401"/>
                  <a:pt x="1461235" y="123192"/>
                  <a:pt x="1455073" y="126990"/>
                </a:cubicBezTo>
                <a:cubicBezTo>
                  <a:pt x="1448911" y="130787"/>
                  <a:pt x="1442358" y="132685"/>
                  <a:pt x="1435415" y="132685"/>
                </a:cubicBezTo>
                <a:cubicBezTo>
                  <a:pt x="1423716" y="132685"/>
                  <a:pt x="1414364" y="128271"/>
                  <a:pt x="1407357" y="119442"/>
                </a:cubicBezTo>
                <a:cubicBezTo>
                  <a:pt x="1400351" y="110612"/>
                  <a:pt x="1396848" y="99998"/>
                  <a:pt x="1396848" y="87599"/>
                </a:cubicBezTo>
                <a:cubicBezTo>
                  <a:pt x="1396848" y="75637"/>
                  <a:pt x="1400038" y="65117"/>
                  <a:pt x="1406419" y="56038"/>
                </a:cubicBezTo>
                <a:cubicBezTo>
                  <a:pt x="1414114" y="45079"/>
                  <a:pt x="1424717" y="39599"/>
                  <a:pt x="1438230" y="39599"/>
                </a:cubicBezTo>
                <a:cubicBezTo>
                  <a:pt x="1447301" y="39599"/>
                  <a:pt x="1454510" y="41889"/>
                  <a:pt x="1459859" y="46470"/>
                </a:cubicBezTo>
                <a:cubicBezTo>
                  <a:pt x="1465208" y="51048"/>
                  <a:pt x="1467882" y="56160"/>
                  <a:pt x="1467882" y="61806"/>
                </a:cubicBezTo>
                <a:cubicBezTo>
                  <a:pt x="1467882" y="65382"/>
                  <a:pt x="1466803" y="68236"/>
                  <a:pt x="1464645" y="70369"/>
                </a:cubicBezTo>
                <a:cubicBezTo>
                  <a:pt x="1462486" y="72502"/>
                  <a:pt x="1459656" y="73568"/>
                  <a:pt x="1456152" y="73568"/>
                </a:cubicBezTo>
                <a:cubicBezTo>
                  <a:pt x="1452462" y="73568"/>
                  <a:pt x="1449412" y="72344"/>
                  <a:pt x="1447003" y="69897"/>
                </a:cubicBezTo>
                <a:cubicBezTo>
                  <a:pt x="1444595" y="67447"/>
                  <a:pt x="1443109" y="63084"/>
                  <a:pt x="1442546" y="56806"/>
                </a:cubicBezTo>
                <a:cubicBezTo>
                  <a:pt x="1442171" y="52852"/>
                  <a:pt x="1441264" y="50089"/>
                  <a:pt x="1439825" y="48519"/>
                </a:cubicBezTo>
                <a:cubicBezTo>
                  <a:pt x="1438386" y="46952"/>
                  <a:pt x="1436697" y="46168"/>
                  <a:pt x="1434758" y="46168"/>
                </a:cubicBezTo>
                <a:cubicBezTo>
                  <a:pt x="1431755" y="46168"/>
                  <a:pt x="1429190" y="47763"/>
                  <a:pt x="1427063" y="50953"/>
                </a:cubicBezTo>
                <a:cubicBezTo>
                  <a:pt x="1423810" y="55770"/>
                  <a:pt x="1422184" y="63152"/>
                  <a:pt x="1422184" y="73099"/>
                </a:cubicBezTo>
                <a:cubicBezTo>
                  <a:pt x="1422184" y="81356"/>
                  <a:pt x="1423497" y="89254"/>
                  <a:pt x="1426125" y="96792"/>
                </a:cubicBezTo>
                <a:cubicBezTo>
                  <a:pt x="1428752" y="104331"/>
                  <a:pt x="1432349" y="109945"/>
                  <a:pt x="1436916" y="113636"/>
                </a:cubicBezTo>
                <a:cubicBezTo>
                  <a:pt x="1440357" y="116326"/>
                  <a:pt x="1444423" y="117671"/>
                  <a:pt x="1449115" y="117671"/>
                </a:cubicBezTo>
                <a:cubicBezTo>
                  <a:pt x="1452180" y="117671"/>
                  <a:pt x="1455089" y="116954"/>
                  <a:pt x="1457842" y="115519"/>
                </a:cubicBezTo>
                <a:cubicBezTo>
                  <a:pt x="1460594" y="114082"/>
                  <a:pt x="1463847" y="111366"/>
                  <a:pt x="1467601" y="107370"/>
                </a:cubicBezTo>
                <a:close/>
                <a:moveTo>
                  <a:pt x="1555456" y="82952"/>
                </a:moveTo>
                <a:lnTo>
                  <a:pt x="1507318" y="82952"/>
                </a:lnTo>
                <a:cubicBezTo>
                  <a:pt x="1507881" y="94619"/>
                  <a:pt x="1510978" y="103839"/>
                  <a:pt x="1516608" y="110613"/>
                </a:cubicBezTo>
                <a:cubicBezTo>
                  <a:pt x="1520925" y="115819"/>
                  <a:pt x="1526117" y="118422"/>
                  <a:pt x="1532185" y="118422"/>
                </a:cubicBezTo>
                <a:cubicBezTo>
                  <a:pt x="1535938" y="118422"/>
                  <a:pt x="1539348" y="117374"/>
                  <a:pt x="1542413" y="115278"/>
                </a:cubicBezTo>
                <a:cubicBezTo>
                  <a:pt x="1545478" y="113183"/>
                  <a:pt x="1548763" y="109414"/>
                  <a:pt x="1552266" y="103971"/>
                </a:cubicBezTo>
                <a:lnTo>
                  <a:pt x="1555456" y="106035"/>
                </a:lnTo>
                <a:cubicBezTo>
                  <a:pt x="1550702" y="115732"/>
                  <a:pt x="1545447" y="122598"/>
                  <a:pt x="1539692" y="126633"/>
                </a:cubicBezTo>
                <a:cubicBezTo>
                  <a:pt x="1533937" y="130668"/>
                  <a:pt x="1527274" y="132685"/>
                  <a:pt x="1519705" y="132685"/>
                </a:cubicBezTo>
                <a:cubicBezTo>
                  <a:pt x="1506693" y="132685"/>
                  <a:pt x="1496840" y="127675"/>
                  <a:pt x="1490146" y="117656"/>
                </a:cubicBezTo>
                <a:cubicBezTo>
                  <a:pt x="1484766" y="109579"/>
                  <a:pt x="1482076" y="99560"/>
                  <a:pt x="1482076" y="87599"/>
                </a:cubicBezTo>
                <a:cubicBezTo>
                  <a:pt x="1482076" y="72945"/>
                  <a:pt x="1486033" y="61282"/>
                  <a:pt x="1493947" y="52610"/>
                </a:cubicBezTo>
                <a:cubicBezTo>
                  <a:pt x="1501860" y="43936"/>
                  <a:pt x="1511134" y="39599"/>
                  <a:pt x="1521769" y="39599"/>
                </a:cubicBezTo>
                <a:cubicBezTo>
                  <a:pt x="1530652" y="39599"/>
                  <a:pt x="1538363" y="43243"/>
                  <a:pt x="1544900" y="50531"/>
                </a:cubicBezTo>
                <a:cubicBezTo>
                  <a:pt x="1551437" y="57819"/>
                  <a:pt x="1554956" y="68626"/>
                  <a:pt x="1555456" y="82952"/>
                </a:cubicBezTo>
                <a:moveTo>
                  <a:pt x="1532373" y="76758"/>
                </a:moveTo>
                <a:cubicBezTo>
                  <a:pt x="1532373" y="66687"/>
                  <a:pt x="1531825" y="59774"/>
                  <a:pt x="1530730" y="56020"/>
                </a:cubicBezTo>
                <a:cubicBezTo>
                  <a:pt x="1529636" y="52267"/>
                  <a:pt x="1527931" y="49421"/>
                  <a:pt x="1525616" y="47481"/>
                </a:cubicBezTo>
                <a:cubicBezTo>
                  <a:pt x="1524303" y="46355"/>
                  <a:pt x="1522551" y="45792"/>
                  <a:pt x="1520362" y="45792"/>
                </a:cubicBezTo>
                <a:cubicBezTo>
                  <a:pt x="1517109" y="45792"/>
                  <a:pt x="1514450" y="47387"/>
                  <a:pt x="1512385" y="50578"/>
                </a:cubicBezTo>
                <a:cubicBezTo>
                  <a:pt x="1508694" y="56146"/>
                  <a:pt x="1506849" y="63778"/>
                  <a:pt x="1506849" y="73474"/>
                </a:cubicBezTo>
                <a:lnTo>
                  <a:pt x="1506849" y="76758"/>
                </a:lnTo>
                <a:lnTo>
                  <a:pt x="1532373" y="76758"/>
                </a:lnTo>
                <a:close/>
                <a:moveTo>
                  <a:pt x="1621730" y="39974"/>
                </a:moveTo>
                <a:lnTo>
                  <a:pt x="1623137" y="70002"/>
                </a:lnTo>
                <a:lnTo>
                  <a:pt x="1619947" y="70002"/>
                </a:lnTo>
                <a:cubicBezTo>
                  <a:pt x="1616131" y="61047"/>
                  <a:pt x="1612174" y="54930"/>
                  <a:pt x="1608077" y="51651"/>
                </a:cubicBezTo>
                <a:cubicBezTo>
                  <a:pt x="1603979" y="48371"/>
                  <a:pt x="1599897" y="46731"/>
                  <a:pt x="1595831" y="46731"/>
                </a:cubicBezTo>
                <a:cubicBezTo>
                  <a:pt x="1593266" y="46731"/>
                  <a:pt x="1591077" y="47591"/>
                  <a:pt x="1589262" y="49311"/>
                </a:cubicBezTo>
                <a:cubicBezTo>
                  <a:pt x="1587448" y="51031"/>
                  <a:pt x="1586541" y="53018"/>
                  <a:pt x="1586541" y="55270"/>
                </a:cubicBezTo>
                <a:cubicBezTo>
                  <a:pt x="1586541" y="56959"/>
                  <a:pt x="1587167" y="58585"/>
                  <a:pt x="1588418" y="60149"/>
                </a:cubicBezTo>
                <a:cubicBezTo>
                  <a:pt x="1590420" y="62714"/>
                  <a:pt x="1596019" y="67109"/>
                  <a:pt x="1605215" y="73333"/>
                </a:cubicBezTo>
                <a:cubicBezTo>
                  <a:pt x="1614411" y="79558"/>
                  <a:pt x="1620463" y="84844"/>
                  <a:pt x="1623372" y="89192"/>
                </a:cubicBezTo>
                <a:cubicBezTo>
                  <a:pt x="1626281" y="93539"/>
                  <a:pt x="1627735" y="98403"/>
                  <a:pt x="1627735" y="103783"/>
                </a:cubicBezTo>
                <a:cubicBezTo>
                  <a:pt x="1627735" y="108663"/>
                  <a:pt x="1626516" y="113448"/>
                  <a:pt x="1624076" y="118140"/>
                </a:cubicBezTo>
                <a:cubicBezTo>
                  <a:pt x="1621636" y="122832"/>
                  <a:pt x="1618195" y="126429"/>
                  <a:pt x="1613754" y="128932"/>
                </a:cubicBezTo>
                <a:cubicBezTo>
                  <a:pt x="1609312" y="131434"/>
                  <a:pt x="1604401" y="132685"/>
                  <a:pt x="1599021" y="132685"/>
                </a:cubicBezTo>
                <a:cubicBezTo>
                  <a:pt x="1594830" y="132685"/>
                  <a:pt x="1589231" y="131347"/>
                  <a:pt x="1582225" y="128671"/>
                </a:cubicBezTo>
                <a:cubicBezTo>
                  <a:pt x="1580348" y="127969"/>
                  <a:pt x="1579066" y="127618"/>
                  <a:pt x="1578377" y="127618"/>
                </a:cubicBezTo>
                <a:cubicBezTo>
                  <a:pt x="1576313" y="127618"/>
                  <a:pt x="1574593" y="129182"/>
                  <a:pt x="1573216" y="132310"/>
                </a:cubicBezTo>
                <a:lnTo>
                  <a:pt x="1570120" y="132310"/>
                </a:lnTo>
                <a:lnTo>
                  <a:pt x="1568618" y="100781"/>
                </a:lnTo>
                <a:lnTo>
                  <a:pt x="1571809" y="100781"/>
                </a:lnTo>
                <a:cubicBezTo>
                  <a:pt x="1574624" y="109038"/>
                  <a:pt x="1578487" y="115231"/>
                  <a:pt x="1583398" y="119360"/>
                </a:cubicBezTo>
                <a:cubicBezTo>
                  <a:pt x="1588308" y="123489"/>
                  <a:pt x="1592953" y="125553"/>
                  <a:pt x="1597332" y="125553"/>
                </a:cubicBezTo>
                <a:cubicBezTo>
                  <a:pt x="1600335" y="125553"/>
                  <a:pt x="1602791" y="124631"/>
                  <a:pt x="1604699" y="122785"/>
                </a:cubicBezTo>
                <a:cubicBezTo>
                  <a:pt x="1606607" y="120940"/>
                  <a:pt x="1607561" y="118703"/>
                  <a:pt x="1607561" y="116076"/>
                </a:cubicBezTo>
                <a:cubicBezTo>
                  <a:pt x="1607561" y="113073"/>
                  <a:pt x="1606622" y="110477"/>
                  <a:pt x="1604745" y="108287"/>
                </a:cubicBezTo>
                <a:cubicBezTo>
                  <a:pt x="1602869" y="106098"/>
                  <a:pt x="1598677" y="102782"/>
                  <a:pt x="1592171" y="98341"/>
                </a:cubicBezTo>
                <a:cubicBezTo>
                  <a:pt x="1582600" y="91710"/>
                  <a:pt x="1576407" y="86642"/>
                  <a:pt x="1573592" y="83139"/>
                </a:cubicBezTo>
                <a:cubicBezTo>
                  <a:pt x="1569463" y="78010"/>
                  <a:pt x="1567398" y="72348"/>
                  <a:pt x="1567398" y="66155"/>
                </a:cubicBezTo>
                <a:cubicBezTo>
                  <a:pt x="1567398" y="59399"/>
                  <a:pt x="1569729" y="53284"/>
                  <a:pt x="1574389" y="47810"/>
                </a:cubicBezTo>
                <a:cubicBezTo>
                  <a:pt x="1579050" y="42336"/>
                  <a:pt x="1585790" y="39599"/>
                  <a:pt x="1594611" y="39599"/>
                </a:cubicBezTo>
                <a:cubicBezTo>
                  <a:pt x="1599365" y="39599"/>
                  <a:pt x="1603963" y="40801"/>
                  <a:pt x="1608405" y="43206"/>
                </a:cubicBezTo>
                <a:cubicBezTo>
                  <a:pt x="1610094" y="44179"/>
                  <a:pt x="1611470" y="44666"/>
                  <a:pt x="1612534" y="44666"/>
                </a:cubicBezTo>
                <a:cubicBezTo>
                  <a:pt x="1613660" y="44666"/>
                  <a:pt x="1614567" y="44432"/>
                  <a:pt x="1615255" y="43962"/>
                </a:cubicBezTo>
                <a:cubicBezTo>
                  <a:pt x="1615943" y="43493"/>
                  <a:pt x="1617038" y="42164"/>
                  <a:pt x="1618539" y="39974"/>
                </a:cubicBezTo>
                <a:lnTo>
                  <a:pt x="1621730" y="39974"/>
                </a:lnTo>
                <a:close/>
                <a:moveTo>
                  <a:pt x="1696487" y="39974"/>
                </a:moveTo>
                <a:lnTo>
                  <a:pt x="1697895" y="70002"/>
                </a:lnTo>
                <a:lnTo>
                  <a:pt x="1694704" y="70002"/>
                </a:lnTo>
                <a:cubicBezTo>
                  <a:pt x="1690888" y="61047"/>
                  <a:pt x="1686931" y="54930"/>
                  <a:pt x="1682834" y="51651"/>
                </a:cubicBezTo>
                <a:cubicBezTo>
                  <a:pt x="1678736" y="48371"/>
                  <a:pt x="1674655" y="46731"/>
                  <a:pt x="1670588" y="46731"/>
                </a:cubicBezTo>
                <a:cubicBezTo>
                  <a:pt x="1668023" y="46731"/>
                  <a:pt x="1665834" y="47591"/>
                  <a:pt x="1664020" y="49311"/>
                </a:cubicBezTo>
                <a:cubicBezTo>
                  <a:pt x="1662206" y="51031"/>
                  <a:pt x="1661298" y="53018"/>
                  <a:pt x="1661298" y="55270"/>
                </a:cubicBezTo>
                <a:cubicBezTo>
                  <a:pt x="1661298" y="56959"/>
                  <a:pt x="1661924" y="58585"/>
                  <a:pt x="1663175" y="60149"/>
                </a:cubicBezTo>
                <a:cubicBezTo>
                  <a:pt x="1665177" y="62714"/>
                  <a:pt x="1670776" y="67109"/>
                  <a:pt x="1679972" y="73333"/>
                </a:cubicBezTo>
                <a:cubicBezTo>
                  <a:pt x="1689168" y="79558"/>
                  <a:pt x="1695220" y="84844"/>
                  <a:pt x="1698129" y="89192"/>
                </a:cubicBezTo>
                <a:cubicBezTo>
                  <a:pt x="1701038" y="93539"/>
                  <a:pt x="1702493" y="98403"/>
                  <a:pt x="1702493" y="103783"/>
                </a:cubicBezTo>
                <a:cubicBezTo>
                  <a:pt x="1702493" y="108663"/>
                  <a:pt x="1701273" y="113448"/>
                  <a:pt x="1698833" y="118140"/>
                </a:cubicBezTo>
                <a:cubicBezTo>
                  <a:pt x="1696393" y="122832"/>
                  <a:pt x="1692953" y="126429"/>
                  <a:pt x="1688511" y="128932"/>
                </a:cubicBezTo>
                <a:cubicBezTo>
                  <a:pt x="1684069" y="131434"/>
                  <a:pt x="1679159" y="132685"/>
                  <a:pt x="1673779" y="132685"/>
                </a:cubicBezTo>
                <a:cubicBezTo>
                  <a:pt x="1669587" y="132685"/>
                  <a:pt x="1663988" y="131347"/>
                  <a:pt x="1656982" y="128671"/>
                </a:cubicBezTo>
                <a:cubicBezTo>
                  <a:pt x="1655105" y="127969"/>
                  <a:pt x="1653823" y="127618"/>
                  <a:pt x="1653135" y="127618"/>
                </a:cubicBezTo>
                <a:cubicBezTo>
                  <a:pt x="1651070" y="127618"/>
                  <a:pt x="1649350" y="129182"/>
                  <a:pt x="1647974" y="132310"/>
                </a:cubicBezTo>
                <a:lnTo>
                  <a:pt x="1644877" y="132310"/>
                </a:lnTo>
                <a:lnTo>
                  <a:pt x="1643376" y="100781"/>
                </a:lnTo>
                <a:lnTo>
                  <a:pt x="1646566" y="100781"/>
                </a:lnTo>
                <a:cubicBezTo>
                  <a:pt x="1649381" y="109038"/>
                  <a:pt x="1653244" y="115231"/>
                  <a:pt x="1658155" y="119360"/>
                </a:cubicBezTo>
                <a:cubicBezTo>
                  <a:pt x="1663066" y="123489"/>
                  <a:pt x="1667711" y="125553"/>
                  <a:pt x="1672090" y="125553"/>
                </a:cubicBezTo>
                <a:cubicBezTo>
                  <a:pt x="1675092" y="125553"/>
                  <a:pt x="1677548" y="124631"/>
                  <a:pt x="1679456" y="122785"/>
                </a:cubicBezTo>
                <a:cubicBezTo>
                  <a:pt x="1681364" y="120940"/>
                  <a:pt x="1682318" y="118703"/>
                  <a:pt x="1682318" y="116076"/>
                </a:cubicBezTo>
                <a:cubicBezTo>
                  <a:pt x="1682318" y="113073"/>
                  <a:pt x="1681379" y="110477"/>
                  <a:pt x="1679503" y="108287"/>
                </a:cubicBezTo>
                <a:cubicBezTo>
                  <a:pt x="1677626" y="106098"/>
                  <a:pt x="1673435" y="102782"/>
                  <a:pt x="1666929" y="98341"/>
                </a:cubicBezTo>
                <a:cubicBezTo>
                  <a:pt x="1657357" y="91710"/>
                  <a:pt x="1651164" y="86642"/>
                  <a:pt x="1648349" y="83139"/>
                </a:cubicBezTo>
                <a:cubicBezTo>
                  <a:pt x="1644220" y="78010"/>
                  <a:pt x="1642156" y="72348"/>
                  <a:pt x="1642156" y="66155"/>
                </a:cubicBezTo>
                <a:cubicBezTo>
                  <a:pt x="1642156" y="59399"/>
                  <a:pt x="1644486" y="53284"/>
                  <a:pt x="1649147" y="47810"/>
                </a:cubicBezTo>
                <a:cubicBezTo>
                  <a:pt x="1653807" y="42336"/>
                  <a:pt x="1660548" y="39599"/>
                  <a:pt x="1669368" y="39599"/>
                </a:cubicBezTo>
                <a:cubicBezTo>
                  <a:pt x="1674123" y="39599"/>
                  <a:pt x="1678721" y="40801"/>
                  <a:pt x="1683162" y="43206"/>
                </a:cubicBezTo>
                <a:cubicBezTo>
                  <a:pt x="1684851" y="44179"/>
                  <a:pt x="1686228" y="44666"/>
                  <a:pt x="1687291" y="44666"/>
                </a:cubicBezTo>
                <a:cubicBezTo>
                  <a:pt x="1688417" y="44666"/>
                  <a:pt x="1689324" y="44432"/>
                  <a:pt x="1690012" y="43962"/>
                </a:cubicBezTo>
                <a:cubicBezTo>
                  <a:pt x="1690701" y="43493"/>
                  <a:pt x="1691795" y="42164"/>
                  <a:pt x="1693297" y="39974"/>
                </a:cubicBezTo>
                <a:lnTo>
                  <a:pt x="1696487" y="39974"/>
                </a:lnTo>
                <a:close/>
                <a:moveTo>
                  <a:pt x="1809717" y="10134"/>
                </a:moveTo>
                <a:lnTo>
                  <a:pt x="1809717" y="61745"/>
                </a:lnTo>
                <a:lnTo>
                  <a:pt x="1812251" y="61745"/>
                </a:lnTo>
                <a:cubicBezTo>
                  <a:pt x="1820321" y="61745"/>
                  <a:pt x="1826170" y="59211"/>
                  <a:pt x="1829798" y="54144"/>
                </a:cubicBezTo>
                <a:cubicBezTo>
                  <a:pt x="1833427" y="49077"/>
                  <a:pt x="1835741" y="41601"/>
                  <a:pt x="1836742" y="31717"/>
                </a:cubicBezTo>
                <a:lnTo>
                  <a:pt x="1840308" y="31717"/>
                </a:lnTo>
                <a:lnTo>
                  <a:pt x="1840308" y="98528"/>
                </a:lnTo>
                <a:lnTo>
                  <a:pt x="1836742" y="98528"/>
                </a:lnTo>
                <a:cubicBezTo>
                  <a:pt x="1835992" y="91248"/>
                  <a:pt x="1834412" y="85287"/>
                  <a:pt x="1832003" y="80644"/>
                </a:cubicBezTo>
                <a:cubicBezTo>
                  <a:pt x="1829595" y="75999"/>
                  <a:pt x="1826796" y="72877"/>
                  <a:pt x="1823605" y="71278"/>
                </a:cubicBezTo>
                <a:cubicBezTo>
                  <a:pt x="1820415" y="69677"/>
                  <a:pt x="1815785" y="68876"/>
                  <a:pt x="1809717" y="68876"/>
                </a:cubicBezTo>
                <a:lnTo>
                  <a:pt x="1809717" y="104722"/>
                </a:lnTo>
                <a:cubicBezTo>
                  <a:pt x="1809717" y="111728"/>
                  <a:pt x="1810014" y="116013"/>
                  <a:pt x="1810609" y="117577"/>
                </a:cubicBezTo>
                <a:cubicBezTo>
                  <a:pt x="1811203" y="119141"/>
                  <a:pt x="1812313" y="120424"/>
                  <a:pt x="1813940" y="121425"/>
                </a:cubicBezTo>
                <a:cubicBezTo>
                  <a:pt x="1815566" y="122426"/>
                  <a:pt x="1818194" y="122926"/>
                  <a:pt x="1821822" y="122926"/>
                </a:cubicBezTo>
                <a:lnTo>
                  <a:pt x="1829423" y="122926"/>
                </a:lnTo>
                <a:cubicBezTo>
                  <a:pt x="1841309" y="122926"/>
                  <a:pt x="1850833" y="120189"/>
                  <a:pt x="1857996" y="114715"/>
                </a:cubicBezTo>
                <a:cubicBezTo>
                  <a:pt x="1865159" y="109241"/>
                  <a:pt x="1870304" y="100874"/>
                  <a:pt x="1873432" y="89614"/>
                </a:cubicBezTo>
                <a:lnTo>
                  <a:pt x="1876904" y="89614"/>
                </a:lnTo>
                <a:lnTo>
                  <a:pt x="1871180" y="130058"/>
                </a:lnTo>
                <a:lnTo>
                  <a:pt x="1761204" y="130058"/>
                </a:lnTo>
                <a:lnTo>
                  <a:pt x="1761204" y="126679"/>
                </a:lnTo>
                <a:lnTo>
                  <a:pt x="1765426" y="126679"/>
                </a:lnTo>
                <a:cubicBezTo>
                  <a:pt x="1769117" y="126679"/>
                  <a:pt x="1772089" y="126020"/>
                  <a:pt x="1774341" y="124700"/>
                </a:cubicBezTo>
                <a:cubicBezTo>
                  <a:pt x="1775967" y="123818"/>
                  <a:pt x="1777218" y="122309"/>
                  <a:pt x="1778094" y="120172"/>
                </a:cubicBezTo>
                <a:cubicBezTo>
                  <a:pt x="1778782" y="118663"/>
                  <a:pt x="1779127" y="114702"/>
                  <a:pt x="1779127" y="108287"/>
                </a:cubicBezTo>
                <a:lnTo>
                  <a:pt x="1779127" y="24585"/>
                </a:lnTo>
                <a:cubicBezTo>
                  <a:pt x="1779127" y="18801"/>
                  <a:pt x="1778970" y="15247"/>
                  <a:pt x="1778657" y="13926"/>
                </a:cubicBezTo>
                <a:cubicBezTo>
                  <a:pt x="1778032" y="11727"/>
                  <a:pt x="1776874" y="10030"/>
                  <a:pt x="1775185" y="8835"/>
                </a:cubicBezTo>
                <a:cubicBezTo>
                  <a:pt x="1772808" y="7074"/>
                  <a:pt x="1769555" y="6193"/>
                  <a:pt x="1765426" y="6193"/>
                </a:cubicBezTo>
                <a:lnTo>
                  <a:pt x="1761204" y="6193"/>
                </a:lnTo>
                <a:lnTo>
                  <a:pt x="1761204" y="2815"/>
                </a:lnTo>
                <a:lnTo>
                  <a:pt x="1867708" y="2815"/>
                </a:lnTo>
                <a:lnTo>
                  <a:pt x="1867708" y="40537"/>
                </a:lnTo>
                <a:lnTo>
                  <a:pt x="1864143" y="40537"/>
                </a:lnTo>
                <a:cubicBezTo>
                  <a:pt x="1862328" y="31312"/>
                  <a:pt x="1859779" y="24692"/>
                  <a:pt x="1856495" y="20676"/>
                </a:cubicBezTo>
                <a:cubicBezTo>
                  <a:pt x="1853211" y="16661"/>
                  <a:pt x="1848566" y="13712"/>
                  <a:pt x="1842560" y="11829"/>
                </a:cubicBezTo>
                <a:cubicBezTo>
                  <a:pt x="1839057" y="10699"/>
                  <a:pt x="1832488" y="10134"/>
                  <a:pt x="1822854" y="10134"/>
                </a:cubicBezTo>
                <a:lnTo>
                  <a:pt x="1809717" y="10134"/>
                </a:lnTo>
                <a:close/>
                <a:moveTo>
                  <a:pt x="1943317" y="76236"/>
                </a:moveTo>
                <a:lnTo>
                  <a:pt x="1958915" y="105197"/>
                </a:lnTo>
                <a:cubicBezTo>
                  <a:pt x="1964169" y="115267"/>
                  <a:pt x="1968330" y="121646"/>
                  <a:pt x="1971395" y="124334"/>
                </a:cubicBezTo>
                <a:cubicBezTo>
                  <a:pt x="1973084" y="125772"/>
                  <a:pt x="1975399" y="126554"/>
                  <a:pt x="1978339" y="126679"/>
                </a:cubicBezTo>
                <a:lnTo>
                  <a:pt x="1978339" y="130058"/>
                </a:lnTo>
                <a:lnTo>
                  <a:pt x="1929450" y="130058"/>
                </a:lnTo>
                <a:lnTo>
                  <a:pt x="1929450" y="126679"/>
                </a:lnTo>
                <a:cubicBezTo>
                  <a:pt x="1933266" y="126367"/>
                  <a:pt x="1935627" y="125866"/>
                  <a:pt x="1936535" y="125178"/>
                </a:cubicBezTo>
                <a:cubicBezTo>
                  <a:pt x="1937442" y="124488"/>
                  <a:pt x="1937895" y="123548"/>
                  <a:pt x="1937895" y="122357"/>
                </a:cubicBezTo>
                <a:cubicBezTo>
                  <a:pt x="1937895" y="120604"/>
                  <a:pt x="1936894" y="117847"/>
                  <a:pt x="1934892" y="114088"/>
                </a:cubicBezTo>
                <a:lnTo>
                  <a:pt x="1927233" y="99866"/>
                </a:lnTo>
                <a:lnTo>
                  <a:pt x="1920817" y="109296"/>
                </a:lnTo>
                <a:cubicBezTo>
                  <a:pt x="1917877" y="113619"/>
                  <a:pt x="1916219" y="116187"/>
                  <a:pt x="1915844" y="117003"/>
                </a:cubicBezTo>
                <a:cubicBezTo>
                  <a:pt x="1915343" y="118191"/>
                  <a:pt x="1915093" y="119256"/>
                  <a:pt x="1915093" y="120196"/>
                </a:cubicBezTo>
                <a:cubicBezTo>
                  <a:pt x="1915093" y="121637"/>
                  <a:pt x="1915390" y="122843"/>
                  <a:pt x="1915984" y="123815"/>
                </a:cubicBezTo>
                <a:cubicBezTo>
                  <a:pt x="1916579" y="124784"/>
                  <a:pt x="1917392" y="125505"/>
                  <a:pt x="1918424" y="125976"/>
                </a:cubicBezTo>
                <a:cubicBezTo>
                  <a:pt x="1919456" y="126445"/>
                  <a:pt x="1921349" y="126679"/>
                  <a:pt x="1924101" y="126679"/>
                </a:cubicBezTo>
                <a:lnTo>
                  <a:pt x="1924101" y="130058"/>
                </a:lnTo>
                <a:lnTo>
                  <a:pt x="1889757" y="130058"/>
                </a:lnTo>
                <a:lnTo>
                  <a:pt x="1889757" y="126679"/>
                </a:lnTo>
                <a:cubicBezTo>
                  <a:pt x="1894011" y="126679"/>
                  <a:pt x="1897905" y="125506"/>
                  <a:pt x="1901440" y="123158"/>
                </a:cubicBezTo>
                <a:cubicBezTo>
                  <a:pt x="1904974" y="120808"/>
                  <a:pt x="1910120" y="114655"/>
                  <a:pt x="1916876" y="104698"/>
                </a:cubicBezTo>
                <a:lnTo>
                  <a:pt x="1924116" y="94074"/>
                </a:lnTo>
                <a:lnTo>
                  <a:pt x="1908993" y="65994"/>
                </a:lnTo>
                <a:cubicBezTo>
                  <a:pt x="1904051" y="56805"/>
                  <a:pt x="1900361" y="51173"/>
                  <a:pt x="1897921" y="49097"/>
                </a:cubicBezTo>
                <a:cubicBezTo>
                  <a:pt x="1895481" y="47021"/>
                  <a:pt x="1892760" y="45857"/>
                  <a:pt x="1889757" y="45605"/>
                </a:cubicBezTo>
                <a:lnTo>
                  <a:pt x="1889757" y="42226"/>
                </a:lnTo>
                <a:lnTo>
                  <a:pt x="1938364" y="42226"/>
                </a:lnTo>
                <a:lnTo>
                  <a:pt x="1938364" y="45605"/>
                </a:lnTo>
                <a:lnTo>
                  <a:pt x="1935831" y="45698"/>
                </a:lnTo>
                <a:lnTo>
                  <a:pt x="1930951" y="47405"/>
                </a:lnTo>
                <a:cubicBezTo>
                  <a:pt x="1930451" y="47847"/>
                  <a:pt x="1930201" y="48573"/>
                  <a:pt x="1930201" y="49584"/>
                </a:cubicBezTo>
                <a:cubicBezTo>
                  <a:pt x="1930201" y="50530"/>
                  <a:pt x="1930357" y="51508"/>
                  <a:pt x="1930670" y="52519"/>
                </a:cubicBezTo>
                <a:cubicBezTo>
                  <a:pt x="1930857" y="52961"/>
                  <a:pt x="1931733" y="54666"/>
                  <a:pt x="1933297" y="57633"/>
                </a:cubicBezTo>
                <a:lnTo>
                  <a:pt x="1940206" y="70460"/>
                </a:lnTo>
                <a:lnTo>
                  <a:pt x="1943713" y="65310"/>
                </a:lnTo>
                <a:cubicBezTo>
                  <a:pt x="1948718" y="58396"/>
                  <a:pt x="1951220" y="53555"/>
                  <a:pt x="1951220" y="50789"/>
                </a:cubicBezTo>
                <a:cubicBezTo>
                  <a:pt x="1951220" y="49469"/>
                  <a:pt x="1950673" y="48354"/>
                  <a:pt x="1949578" y="47443"/>
                </a:cubicBezTo>
                <a:cubicBezTo>
                  <a:pt x="1948483" y="46532"/>
                  <a:pt x="1946528" y="45919"/>
                  <a:pt x="1943713" y="45605"/>
                </a:cubicBezTo>
                <a:lnTo>
                  <a:pt x="1943713" y="42226"/>
                </a:lnTo>
                <a:lnTo>
                  <a:pt x="1974773" y="42226"/>
                </a:lnTo>
                <a:lnTo>
                  <a:pt x="1974773" y="45605"/>
                </a:lnTo>
                <a:cubicBezTo>
                  <a:pt x="1970957" y="45730"/>
                  <a:pt x="1967391" y="46910"/>
                  <a:pt x="1964076" y="49147"/>
                </a:cubicBezTo>
                <a:cubicBezTo>
                  <a:pt x="1960760" y="51383"/>
                  <a:pt x="1957038" y="55715"/>
                  <a:pt x="1952909" y="62140"/>
                </a:cubicBezTo>
                <a:lnTo>
                  <a:pt x="1943317" y="76236"/>
                </a:lnTo>
                <a:close/>
                <a:moveTo>
                  <a:pt x="2021879" y="121143"/>
                </a:moveTo>
                <a:lnTo>
                  <a:pt x="2021879" y="153704"/>
                </a:lnTo>
                <a:cubicBezTo>
                  <a:pt x="2021879" y="158269"/>
                  <a:pt x="2022238" y="161376"/>
                  <a:pt x="2022958" y="163024"/>
                </a:cubicBezTo>
                <a:cubicBezTo>
                  <a:pt x="2023677" y="164674"/>
                  <a:pt x="2024788" y="165879"/>
                  <a:pt x="2026289" y="166639"/>
                </a:cubicBezTo>
                <a:cubicBezTo>
                  <a:pt x="2027790" y="167400"/>
                  <a:pt x="2030730" y="167780"/>
                  <a:pt x="2035110" y="167780"/>
                </a:cubicBezTo>
                <a:lnTo>
                  <a:pt x="2035110" y="171158"/>
                </a:lnTo>
                <a:lnTo>
                  <a:pt x="1985095" y="171158"/>
                </a:lnTo>
                <a:lnTo>
                  <a:pt x="1985095" y="167780"/>
                </a:lnTo>
                <a:cubicBezTo>
                  <a:pt x="1988973" y="167653"/>
                  <a:pt x="1991851" y="166543"/>
                  <a:pt x="1993728" y="164452"/>
                </a:cubicBezTo>
                <a:cubicBezTo>
                  <a:pt x="1994979" y="162995"/>
                  <a:pt x="1995604" y="159225"/>
                  <a:pt x="1995604" y="153141"/>
                </a:cubicBezTo>
                <a:lnTo>
                  <a:pt x="1995604" y="60618"/>
                </a:lnTo>
                <a:cubicBezTo>
                  <a:pt x="1995604" y="54347"/>
                  <a:pt x="1994885" y="50340"/>
                  <a:pt x="1993446" y="48599"/>
                </a:cubicBezTo>
                <a:cubicBezTo>
                  <a:pt x="1992007" y="46857"/>
                  <a:pt x="1989223" y="45859"/>
                  <a:pt x="1985095" y="45605"/>
                </a:cubicBezTo>
                <a:lnTo>
                  <a:pt x="1985095" y="42226"/>
                </a:lnTo>
                <a:lnTo>
                  <a:pt x="2021879" y="42226"/>
                </a:lnTo>
                <a:lnTo>
                  <a:pt x="2021879" y="53768"/>
                </a:lnTo>
                <a:cubicBezTo>
                  <a:pt x="2024944" y="49264"/>
                  <a:pt x="2028072" y="46011"/>
                  <a:pt x="2031262" y="44009"/>
                </a:cubicBezTo>
                <a:cubicBezTo>
                  <a:pt x="2035829" y="41069"/>
                  <a:pt x="2040802" y="39599"/>
                  <a:pt x="2046182" y="39599"/>
                </a:cubicBezTo>
                <a:cubicBezTo>
                  <a:pt x="2052626" y="39599"/>
                  <a:pt x="2058491" y="41634"/>
                  <a:pt x="2063777" y="45704"/>
                </a:cubicBezTo>
                <a:cubicBezTo>
                  <a:pt x="2069063" y="49774"/>
                  <a:pt x="2073082" y="55395"/>
                  <a:pt x="2075835" y="62566"/>
                </a:cubicBezTo>
                <a:cubicBezTo>
                  <a:pt x="2078587" y="69736"/>
                  <a:pt x="2079963" y="77454"/>
                  <a:pt x="2079963" y="85720"/>
                </a:cubicBezTo>
                <a:cubicBezTo>
                  <a:pt x="2079963" y="94611"/>
                  <a:pt x="2078540" y="102735"/>
                  <a:pt x="2075694" y="110094"/>
                </a:cubicBezTo>
                <a:cubicBezTo>
                  <a:pt x="2072848" y="117452"/>
                  <a:pt x="2068719" y="123057"/>
                  <a:pt x="2063307" y="126908"/>
                </a:cubicBezTo>
                <a:cubicBezTo>
                  <a:pt x="2057896" y="130759"/>
                  <a:pt x="2051875" y="132685"/>
                  <a:pt x="2045244" y="132685"/>
                </a:cubicBezTo>
                <a:cubicBezTo>
                  <a:pt x="2040427" y="132685"/>
                  <a:pt x="2035923" y="131622"/>
                  <a:pt x="2031731" y="129495"/>
                </a:cubicBezTo>
                <a:cubicBezTo>
                  <a:pt x="2028604" y="127868"/>
                  <a:pt x="2025319" y="125084"/>
                  <a:pt x="2021879" y="121143"/>
                </a:cubicBezTo>
                <a:moveTo>
                  <a:pt x="2021879" y="111651"/>
                </a:moveTo>
                <a:cubicBezTo>
                  <a:pt x="2027259" y="119293"/>
                  <a:pt x="2033014" y="123114"/>
                  <a:pt x="2039145" y="123114"/>
                </a:cubicBezTo>
                <a:cubicBezTo>
                  <a:pt x="2042523" y="123114"/>
                  <a:pt x="2045306" y="121329"/>
                  <a:pt x="2047496" y="117759"/>
                </a:cubicBezTo>
                <a:cubicBezTo>
                  <a:pt x="2050749" y="112496"/>
                  <a:pt x="2052375" y="102474"/>
                  <a:pt x="2052375" y="87690"/>
                </a:cubicBezTo>
                <a:cubicBezTo>
                  <a:pt x="2052375" y="72532"/>
                  <a:pt x="2050593" y="62165"/>
                  <a:pt x="2047027" y="56589"/>
                </a:cubicBezTo>
                <a:cubicBezTo>
                  <a:pt x="2044650" y="52895"/>
                  <a:pt x="2041459" y="51047"/>
                  <a:pt x="2037455" y="51047"/>
                </a:cubicBezTo>
                <a:cubicBezTo>
                  <a:pt x="2031137" y="51047"/>
                  <a:pt x="2025945" y="55620"/>
                  <a:pt x="2021879" y="64765"/>
                </a:cubicBezTo>
                <a:lnTo>
                  <a:pt x="2021879" y="111651"/>
                </a:lnTo>
                <a:close/>
                <a:moveTo>
                  <a:pt x="2131169" y="42226"/>
                </a:moveTo>
                <a:lnTo>
                  <a:pt x="2131169" y="62120"/>
                </a:lnTo>
                <a:cubicBezTo>
                  <a:pt x="2136987" y="53049"/>
                  <a:pt x="2142086" y="47028"/>
                  <a:pt x="2146465" y="44056"/>
                </a:cubicBezTo>
                <a:cubicBezTo>
                  <a:pt x="2150844" y="41085"/>
                  <a:pt x="2155066" y="39599"/>
                  <a:pt x="2159133" y="39599"/>
                </a:cubicBezTo>
                <a:cubicBezTo>
                  <a:pt x="2162636" y="39599"/>
                  <a:pt x="2165435" y="40682"/>
                  <a:pt x="2167531" y="42848"/>
                </a:cubicBezTo>
                <a:cubicBezTo>
                  <a:pt x="2169627" y="45014"/>
                  <a:pt x="2170675" y="48075"/>
                  <a:pt x="2170675" y="52029"/>
                </a:cubicBezTo>
                <a:cubicBezTo>
                  <a:pt x="2170675" y="56236"/>
                  <a:pt x="2169658" y="59502"/>
                  <a:pt x="2167625" y="61827"/>
                </a:cubicBezTo>
                <a:cubicBezTo>
                  <a:pt x="2165592" y="64149"/>
                  <a:pt x="2163136" y="65310"/>
                  <a:pt x="2160259" y="65310"/>
                </a:cubicBezTo>
                <a:cubicBezTo>
                  <a:pt x="2156943" y="65310"/>
                  <a:pt x="2154066" y="64247"/>
                  <a:pt x="2151626" y="62120"/>
                </a:cubicBezTo>
                <a:cubicBezTo>
                  <a:pt x="2149186" y="59993"/>
                  <a:pt x="2147747" y="58804"/>
                  <a:pt x="2147309" y="58554"/>
                </a:cubicBezTo>
                <a:cubicBezTo>
                  <a:pt x="2146684" y="58179"/>
                  <a:pt x="2145964" y="57991"/>
                  <a:pt x="2145151" y="57991"/>
                </a:cubicBezTo>
                <a:cubicBezTo>
                  <a:pt x="2143337" y="57991"/>
                  <a:pt x="2141617" y="58679"/>
                  <a:pt x="2139990" y="60055"/>
                </a:cubicBezTo>
                <a:cubicBezTo>
                  <a:pt x="2137425" y="62182"/>
                  <a:pt x="2135486" y="65216"/>
                  <a:pt x="2134172" y="69158"/>
                </a:cubicBezTo>
                <a:cubicBezTo>
                  <a:pt x="2132170" y="75226"/>
                  <a:pt x="2131169" y="81919"/>
                  <a:pt x="2131169" y="89239"/>
                </a:cubicBezTo>
                <a:lnTo>
                  <a:pt x="2131169" y="109414"/>
                </a:lnTo>
                <a:lnTo>
                  <a:pt x="2131263" y="114668"/>
                </a:lnTo>
                <a:cubicBezTo>
                  <a:pt x="2131263" y="118234"/>
                  <a:pt x="2131482" y="120518"/>
                  <a:pt x="2131920" y="121518"/>
                </a:cubicBezTo>
                <a:cubicBezTo>
                  <a:pt x="2132671" y="123208"/>
                  <a:pt x="2133781" y="124443"/>
                  <a:pt x="2135251" y="125225"/>
                </a:cubicBezTo>
                <a:cubicBezTo>
                  <a:pt x="2136721" y="126007"/>
                  <a:pt x="2139208" y="126492"/>
                  <a:pt x="2142711" y="126679"/>
                </a:cubicBezTo>
                <a:lnTo>
                  <a:pt x="2142711" y="130058"/>
                </a:lnTo>
                <a:lnTo>
                  <a:pt x="2095324" y="130058"/>
                </a:lnTo>
                <a:lnTo>
                  <a:pt x="2095324" y="126679"/>
                </a:lnTo>
                <a:cubicBezTo>
                  <a:pt x="2099140" y="126367"/>
                  <a:pt x="2101720" y="125319"/>
                  <a:pt x="2103065" y="123536"/>
                </a:cubicBezTo>
                <a:cubicBezTo>
                  <a:pt x="2104410" y="121753"/>
                  <a:pt x="2105083" y="117046"/>
                  <a:pt x="2105083" y="109414"/>
                </a:cubicBezTo>
                <a:lnTo>
                  <a:pt x="2105083" y="60806"/>
                </a:lnTo>
                <a:cubicBezTo>
                  <a:pt x="2105083" y="55770"/>
                  <a:pt x="2104833" y="52560"/>
                  <a:pt x="2104332" y="51176"/>
                </a:cubicBezTo>
                <a:cubicBezTo>
                  <a:pt x="2103707" y="49413"/>
                  <a:pt x="2102799" y="48123"/>
                  <a:pt x="2101611" y="47305"/>
                </a:cubicBezTo>
                <a:cubicBezTo>
                  <a:pt x="2100422" y="46486"/>
                  <a:pt x="2098327" y="45919"/>
                  <a:pt x="2095324" y="45605"/>
                </a:cubicBezTo>
                <a:lnTo>
                  <a:pt x="2095324" y="42226"/>
                </a:lnTo>
                <a:lnTo>
                  <a:pt x="2131169" y="42226"/>
                </a:lnTo>
                <a:close/>
                <a:moveTo>
                  <a:pt x="2250754" y="82952"/>
                </a:moveTo>
                <a:lnTo>
                  <a:pt x="2202616" y="82952"/>
                </a:lnTo>
                <a:cubicBezTo>
                  <a:pt x="2203179" y="94619"/>
                  <a:pt x="2206276" y="103839"/>
                  <a:pt x="2211906" y="110613"/>
                </a:cubicBezTo>
                <a:cubicBezTo>
                  <a:pt x="2216223" y="115819"/>
                  <a:pt x="2221415" y="118422"/>
                  <a:pt x="2227483" y="118422"/>
                </a:cubicBezTo>
                <a:cubicBezTo>
                  <a:pt x="2231236" y="118422"/>
                  <a:pt x="2234646" y="117374"/>
                  <a:pt x="2237711" y="115278"/>
                </a:cubicBezTo>
                <a:cubicBezTo>
                  <a:pt x="2240777" y="113183"/>
                  <a:pt x="2244061" y="109414"/>
                  <a:pt x="2247564" y="103971"/>
                </a:cubicBezTo>
                <a:lnTo>
                  <a:pt x="2250754" y="106035"/>
                </a:lnTo>
                <a:cubicBezTo>
                  <a:pt x="2246000" y="115732"/>
                  <a:pt x="2240745" y="122598"/>
                  <a:pt x="2234990" y="126633"/>
                </a:cubicBezTo>
                <a:cubicBezTo>
                  <a:pt x="2229235" y="130668"/>
                  <a:pt x="2222572" y="132685"/>
                  <a:pt x="2215003" y="132685"/>
                </a:cubicBezTo>
                <a:cubicBezTo>
                  <a:pt x="2201991" y="132685"/>
                  <a:pt x="2192138" y="127675"/>
                  <a:pt x="2185444" y="117656"/>
                </a:cubicBezTo>
                <a:cubicBezTo>
                  <a:pt x="2180064" y="109579"/>
                  <a:pt x="2177374" y="99560"/>
                  <a:pt x="2177374" y="87599"/>
                </a:cubicBezTo>
                <a:cubicBezTo>
                  <a:pt x="2177374" y="72945"/>
                  <a:pt x="2181331" y="61282"/>
                  <a:pt x="2189245" y="52610"/>
                </a:cubicBezTo>
                <a:cubicBezTo>
                  <a:pt x="2197158" y="43936"/>
                  <a:pt x="2206432" y="39599"/>
                  <a:pt x="2217067" y="39599"/>
                </a:cubicBezTo>
                <a:cubicBezTo>
                  <a:pt x="2225950" y="39599"/>
                  <a:pt x="2233661" y="43243"/>
                  <a:pt x="2240198" y="50531"/>
                </a:cubicBezTo>
                <a:cubicBezTo>
                  <a:pt x="2246735" y="57819"/>
                  <a:pt x="2250254" y="68626"/>
                  <a:pt x="2250754" y="82952"/>
                </a:cubicBezTo>
                <a:moveTo>
                  <a:pt x="2227671" y="76758"/>
                </a:moveTo>
                <a:cubicBezTo>
                  <a:pt x="2227671" y="66687"/>
                  <a:pt x="2227123" y="59774"/>
                  <a:pt x="2226029" y="56020"/>
                </a:cubicBezTo>
                <a:cubicBezTo>
                  <a:pt x="2224934" y="52267"/>
                  <a:pt x="2223229" y="49421"/>
                  <a:pt x="2220914" y="47481"/>
                </a:cubicBezTo>
                <a:cubicBezTo>
                  <a:pt x="2219601" y="46355"/>
                  <a:pt x="2217849" y="45792"/>
                  <a:pt x="2215660" y="45792"/>
                </a:cubicBezTo>
                <a:cubicBezTo>
                  <a:pt x="2212407" y="45792"/>
                  <a:pt x="2209748" y="47387"/>
                  <a:pt x="2207683" y="50578"/>
                </a:cubicBezTo>
                <a:cubicBezTo>
                  <a:pt x="2203993" y="56146"/>
                  <a:pt x="2202147" y="63778"/>
                  <a:pt x="2202147" y="73474"/>
                </a:cubicBezTo>
                <a:lnTo>
                  <a:pt x="2202147" y="76758"/>
                </a:lnTo>
                <a:lnTo>
                  <a:pt x="2227671" y="76758"/>
                </a:lnTo>
                <a:close/>
                <a:moveTo>
                  <a:pt x="2317028" y="39974"/>
                </a:moveTo>
                <a:lnTo>
                  <a:pt x="2318435" y="70002"/>
                </a:lnTo>
                <a:lnTo>
                  <a:pt x="2315245" y="70002"/>
                </a:lnTo>
                <a:cubicBezTo>
                  <a:pt x="2311429" y="61047"/>
                  <a:pt x="2307472" y="54930"/>
                  <a:pt x="2303375" y="51651"/>
                </a:cubicBezTo>
                <a:cubicBezTo>
                  <a:pt x="2299277" y="48371"/>
                  <a:pt x="2295195" y="46731"/>
                  <a:pt x="2291129" y="46731"/>
                </a:cubicBezTo>
                <a:cubicBezTo>
                  <a:pt x="2288564" y="46731"/>
                  <a:pt x="2286375" y="47591"/>
                  <a:pt x="2284560" y="49311"/>
                </a:cubicBezTo>
                <a:cubicBezTo>
                  <a:pt x="2282746" y="51031"/>
                  <a:pt x="2281839" y="53018"/>
                  <a:pt x="2281839" y="55270"/>
                </a:cubicBezTo>
                <a:cubicBezTo>
                  <a:pt x="2281839" y="56959"/>
                  <a:pt x="2282465" y="58585"/>
                  <a:pt x="2283716" y="60149"/>
                </a:cubicBezTo>
                <a:cubicBezTo>
                  <a:pt x="2285718" y="62714"/>
                  <a:pt x="2291317" y="67109"/>
                  <a:pt x="2300513" y="73333"/>
                </a:cubicBezTo>
                <a:cubicBezTo>
                  <a:pt x="2309709" y="79558"/>
                  <a:pt x="2315761" y="84844"/>
                  <a:pt x="2318670" y="89192"/>
                </a:cubicBezTo>
                <a:cubicBezTo>
                  <a:pt x="2321579" y="93539"/>
                  <a:pt x="2323033" y="98403"/>
                  <a:pt x="2323033" y="103783"/>
                </a:cubicBezTo>
                <a:cubicBezTo>
                  <a:pt x="2323033" y="108663"/>
                  <a:pt x="2321814" y="113448"/>
                  <a:pt x="2319374" y="118140"/>
                </a:cubicBezTo>
                <a:cubicBezTo>
                  <a:pt x="2316934" y="122832"/>
                  <a:pt x="2313493" y="126429"/>
                  <a:pt x="2309052" y="128932"/>
                </a:cubicBezTo>
                <a:cubicBezTo>
                  <a:pt x="2304610" y="131434"/>
                  <a:pt x="2299699" y="132685"/>
                  <a:pt x="2294319" y="132685"/>
                </a:cubicBezTo>
                <a:cubicBezTo>
                  <a:pt x="2290128" y="132685"/>
                  <a:pt x="2284529" y="131347"/>
                  <a:pt x="2277523" y="128671"/>
                </a:cubicBezTo>
                <a:cubicBezTo>
                  <a:pt x="2275646" y="127969"/>
                  <a:pt x="2274364" y="127618"/>
                  <a:pt x="2273675" y="127618"/>
                </a:cubicBezTo>
                <a:cubicBezTo>
                  <a:pt x="2271611" y="127618"/>
                  <a:pt x="2269891" y="129182"/>
                  <a:pt x="2268514" y="132310"/>
                </a:cubicBezTo>
                <a:lnTo>
                  <a:pt x="2265418" y="132310"/>
                </a:lnTo>
                <a:lnTo>
                  <a:pt x="2263916" y="100781"/>
                </a:lnTo>
                <a:lnTo>
                  <a:pt x="2267107" y="100781"/>
                </a:lnTo>
                <a:cubicBezTo>
                  <a:pt x="2269922" y="109038"/>
                  <a:pt x="2273785" y="115231"/>
                  <a:pt x="2278696" y="119360"/>
                </a:cubicBezTo>
                <a:cubicBezTo>
                  <a:pt x="2283606" y="123489"/>
                  <a:pt x="2288251" y="125553"/>
                  <a:pt x="2292630" y="125553"/>
                </a:cubicBezTo>
                <a:cubicBezTo>
                  <a:pt x="2295633" y="125553"/>
                  <a:pt x="2298089" y="124631"/>
                  <a:pt x="2299997" y="122785"/>
                </a:cubicBezTo>
                <a:cubicBezTo>
                  <a:pt x="2301905" y="120940"/>
                  <a:pt x="2302859" y="118703"/>
                  <a:pt x="2302859" y="116076"/>
                </a:cubicBezTo>
                <a:cubicBezTo>
                  <a:pt x="2302859" y="113073"/>
                  <a:pt x="2301920" y="110477"/>
                  <a:pt x="2300044" y="108287"/>
                </a:cubicBezTo>
                <a:cubicBezTo>
                  <a:pt x="2298167" y="106098"/>
                  <a:pt x="2293975" y="102782"/>
                  <a:pt x="2287469" y="98341"/>
                </a:cubicBezTo>
                <a:cubicBezTo>
                  <a:pt x="2277898" y="91710"/>
                  <a:pt x="2271705" y="86642"/>
                  <a:pt x="2268890" y="83139"/>
                </a:cubicBezTo>
                <a:cubicBezTo>
                  <a:pt x="2264761" y="78010"/>
                  <a:pt x="2262697" y="72348"/>
                  <a:pt x="2262697" y="66155"/>
                </a:cubicBezTo>
                <a:cubicBezTo>
                  <a:pt x="2262697" y="59399"/>
                  <a:pt x="2265027" y="53284"/>
                  <a:pt x="2269687" y="47810"/>
                </a:cubicBezTo>
                <a:cubicBezTo>
                  <a:pt x="2274348" y="42336"/>
                  <a:pt x="2281089" y="39599"/>
                  <a:pt x="2289909" y="39599"/>
                </a:cubicBezTo>
                <a:cubicBezTo>
                  <a:pt x="2294664" y="39599"/>
                  <a:pt x="2299262" y="40801"/>
                  <a:pt x="2303703" y="43206"/>
                </a:cubicBezTo>
                <a:cubicBezTo>
                  <a:pt x="2305392" y="44179"/>
                  <a:pt x="2306768" y="44666"/>
                  <a:pt x="2307832" y="44666"/>
                </a:cubicBezTo>
                <a:cubicBezTo>
                  <a:pt x="2308958" y="44666"/>
                  <a:pt x="2309865" y="44432"/>
                  <a:pt x="2310553" y="43962"/>
                </a:cubicBezTo>
                <a:cubicBezTo>
                  <a:pt x="2311241" y="43493"/>
                  <a:pt x="2312336" y="42164"/>
                  <a:pt x="2313837" y="39974"/>
                </a:cubicBezTo>
                <a:lnTo>
                  <a:pt x="2317028" y="39974"/>
                </a:lnTo>
                <a:close/>
                <a:moveTo>
                  <a:pt x="2391785" y="39974"/>
                </a:moveTo>
                <a:lnTo>
                  <a:pt x="2393193" y="70002"/>
                </a:lnTo>
                <a:lnTo>
                  <a:pt x="2390002" y="70002"/>
                </a:lnTo>
                <a:cubicBezTo>
                  <a:pt x="2386186" y="61047"/>
                  <a:pt x="2382229" y="54930"/>
                  <a:pt x="2378132" y="51651"/>
                </a:cubicBezTo>
                <a:cubicBezTo>
                  <a:pt x="2374034" y="48371"/>
                  <a:pt x="2369952" y="46731"/>
                  <a:pt x="2365886" y="46731"/>
                </a:cubicBezTo>
                <a:cubicBezTo>
                  <a:pt x="2363321" y="46731"/>
                  <a:pt x="2361132" y="47591"/>
                  <a:pt x="2359318" y="49311"/>
                </a:cubicBezTo>
                <a:cubicBezTo>
                  <a:pt x="2357503" y="51031"/>
                  <a:pt x="2356596" y="53018"/>
                  <a:pt x="2356596" y="55270"/>
                </a:cubicBezTo>
                <a:cubicBezTo>
                  <a:pt x="2356596" y="56959"/>
                  <a:pt x="2357222" y="58585"/>
                  <a:pt x="2358473" y="60149"/>
                </a:cubicBezTo>
                <a:cubicBezTo>
                  <a:pt x="2360475" y="62714"/>
                  <a:pt x="2366074" y="67109"/>
                  <a:pt x="2375270" y="73333"/>
                </a:cubicBezTo>
                <a:cubicBezTo>
                  <a:pt x="2384466" y="79558"/>
                  <a:pt x="2390518" y="84844"/>
                  <a:pt x="2393427" y="89192"/>
                </a:cubicBezTo>
                <a:cubicBezTo>
                  <a:pt x="2396336" y="93539"/>
                  <a:pt x="2397791" y="98403"/>
                  <a:pt x="2397791" y="103783"/>
                </a:cubicBezTo>
                <a:cubicBezTo>
                  <a:pt x="2397791" y="108663"/>
                  <a:pt x="2396571" y="113448"/>
                  <a:pt x="2394131" y="118140"/>
                </a:cubicBezTo>
                <a:cubicBezTo>
                  <a:pt x="2391691" y="122832"/>
                  <a:pt x="2388250" y="126429"/>
                  <a:pt x="2383809" y="128932"/>
                </a:cubicBezTo>
                <a:cubicBezTo>
                  <a:pt x="2379367" y="131434"/>
                  <a:pt x="2374457" y="132685"/>
                  <a:pt x="2369077" y="132685"/>
                </a:cubicBezTo>
                <a:cubicBezTo>
                  <a:pt x="2364885" y="132685"/>
                  <a:pt x="2359286" y="131347"/>
                  <a:pt x="2352280" y="128671"/>
                </a:cubicBezTo>
                <a:cubicBezTo>
                  <a:pt x="2350403" y="127969"/>
                  <a:pt x="2349121" y="127618"/>
                  <a:pt x="2348432" y="127618"/>
                </a:cubicBezTo>
                <a:cubicBezTo>
                  <a:pt x="2346368" y="127618"/>
                  <a:pt x="2344648" y="129182"/>
                  <a:pt x="2343271" y="132310"/>
                </a:cubicBezTo>
                <a:lnTo>
                  <a:pt x="2340175" y="132310"/>
                </a:lnTo>
                <a:lnTo>
                  <a:pt x="2338673" y="100781"/>
                </a:lnTo>
                <a:lnTo>
                  <a:pt x="2341864" y="100781"/>
                </a:lnTo>
                <a:cubicBezTo>
                  <a:pt x="2344679" y="109038"/>
                  <a:pt x="2348542" y="115231"/>
                  <a:pt x="2353453" y="119360"/>
                </a:cubicBezTo>
                <a:cubicBezTo>
                  <a:pt x="2358364" y="123489"/>
                  <a:pt x="2363008" y="125553"/>
                  <a:pt x="2367387" y="125553"/>
                </a:cubicBezTo>
                <a:cubicBezTo>
                  <a:pt x="2370390" y="125553"/>
                  <a:pt x="2372846" y="124631"/>
                  <a:pt x="2374754" y="122785"/>
                </a:cubicBezTo>
                <a:cubicBezTo>
                  <a:pt x="2376662" y="120940"/>
                  <a:pt x="2377616" y="118703"/>
                  <a:pt x="2377616" y="116076"/>
                </a:cubicBezTo>
                <a:cubicBezTo>
                  <a:pt x="2377616" y="113073"/>
                  <a:pt x="2376677" y="110477"/>
                  <a:pt x="2374801" y="108287"/>
                </a:cubicBezTo>
                <a:cubicBezTo>
                  <a:pt x="2372924" y="106098"/>
                  <a:pt x="2368732" y="102782"/>
                  <a:pt x="2362226" y="98341"/>
                </a:cubicBezTo>
                <a:cubicBezTo>
                  <a:pt x="2352655" y="91710"/>
                  <a:pt x="2346462" y="86642"/>
                  <a:pt x="2343647" y="83139"/>
                </a:cubicBezTo>
                <a:cubicBezTo>
                  <a:pt x="2339518" y="78010"/>
                  <a:pt x="2337454" y="72348"/>
                  <a:pt x="2337454" y="66155"/>
                </a:cubicBezTo>
                <a:cubicBezTo>
                  <a:pt x="2337454" y="59399"/>
                  <a:pt x="2339784" y="53284"/>
                  <a:pt x="2344444" y="47810"/>
                </a:cubicBezTo>
                <a:cubicBezTo>
                  <a:pt x="2349105" y="42336"/>
                  <a:pt x="2355846" y="39599"/>
                  <a:pt x="2364666" y="39599"/>
                </a:cubicBezTo>
                <a:cubicBezTo>
                  <a:pt x="2369421" y="39599"/>
                  <a:pt x="2374019" y="40801"/>
                  <a:pt x="2378460" y="43206"/>
                </a:cubicBezTo>
                <a:cubicBezTo>
                  <a:pt x="2380149" y="44179"/>
                  <a:pt x="2381526" y="44666"/>
                  <a:pt x="2382589" y="44666"/>
                </a:cubicBezTo>
                <a:cubicBezTo>
                  <a:pt x="2383715" y="44666"/>
                  <a:pt x="2384622" y="44432"/>
                  <a:pt x="2385310" y="43962"/>
                </a:cubicBezTo>
                <a:cubicBezTo>
                  <a:pt x="2385998" y="43493"/>
                  <a:pt x="2387093" y="42164"/>
                  <a:pt x="2388595" y="39974"/>
                </a:cubicBezTo>
                <a:lnTo>
                  <a:pt x="2391785" y="39974"/>
                </a:lnTo>
                <a:close/>
                <a:moveTo>
                  <a:pt x="2432198" y="0"/>
                </a:moveTo>
                <a:cubicBezTo>
                  <a:pt x="2436264" y="0"/>
                  <a:pt x="2439704" y="1428"/>
                  <a:pt x="2442520" y="4284"/>
                </a:cubicBezTo>
                <a:cubicBezTo>
                  <a:pt x="2445335" y="7138"/>
                  <a:pt x="2446742" y="10574"/>
                  <a:pt x="2446742" y="14592"/>
                </a:cubicBezTo>
                <a:cubicBezTo>
                  <a:pt x="2446742" y="18609"/>
                  <a:pt x="2445319" y="22030"/>
                  <a:pt x="2442473" y="24855"/>
                </a:cubicBezTo>
                <a:cubicBezTo>
                  <a:pt x="2439626" y="27678"/>
                  <a:pt x="2436201" y="29089"/>
                  <a:pt x="2432198" y="29089"/>
                </a:cubicBezTo>
                <a:cubicBezTo>
                  <a:pt x="2428194" y="29089"/>
                  <a:pt x="2424784" y="27678"/>
                  <a:pt x="2421969" y="24855"/>
                </a:cubicBezTo>
                <a:cubicBezTo>
                  <a:pt x="2419154" y="22030"/>
                  <a:pt x="2417747" y="18609"/>
                  <a:pt x="2417747" y="14592"/>
                </a:cubicBezTo>
                <a:cubicBezTo>
                  <a:pt x="2417747" y="10574"/>
                  <a:pt x="2419154" y="7138"/>
                  <a:pt x="2421969" y="4284"/>
                </a:cubicBezTo>
                <a:cubicBezTo>
                  <a:pt x="2424784" y="1428"/>
                  <a:pt x="2428194" y="0"/>
                  <a:pt x="2432198" y="0"/>
                </a:cubicBezTo>
                <a:moveTo>
                  <a:pt x="2445335" y="42226"/>
                </a:moveTo>
                <a:lnTo>
                  <a:pt x="2445335" y="111853"/>
                </a:lnTo>
                <a:cubicBezTo>
                  <a:pt x="2445335" y="118046"/>
                  <a:pt x="2446054" y="122003"/>
                  <a:pt x="2447493" y="123724"/>
                </a:cubicBezTo>
                <a:cubicBezTo>
                  <a:pt x="2448932" y="125444"/>
                  <a:pt x="2451747" y="126429"/>
                  <a:pt x="2455938" y="126679"/>
                </a:cubicBezTo>
                <a:lnTo>
                  <a:pt x="2455938" y="130058"/>
                </a:lnTo>
                <a:lnTo>
                  <a:pt x="2408551" y="130058"/>
                </a:lnTo>
                <a:lnTo>
                  <a:pt x="2408551" y="126679"/>
                </a:lnTo>
                <a:cubicBezTo>
                  <a:pt x="2412429" y="126554"/>
                  <a:pt x="2415307" y="125428"/>
                  <a:pt x="2417184" y="123301"/>
                </a:cubicBezTo>
                <a:cubicBezTo>
                  <a:pt x="2418435" y="121863"/>
                  <a:pt x="2419060" y="118046"/>
                  <a:pt x="2419060" y="111853"/>
                </a:cubicBezTo>
                <a:lnTo>
                  <a:pt x="2419060" y="60618"/>
                </a:lnTo>
                <a:cubicBezTo>
                  <a:pt x="2419060" y="54347"/>
                  <a:pt x="2418341" y="50340"/>
                  <a:pt x="2416902" y="48599"/>
                </a:cubicBezTo>
                <a:cubicBezTo>
                  <a:pt x="2415463" y="46857"/>
                  <a:pt x="2412680" y="45859"/>
                  <a:pt x="2408551" y="45605"/>
                </a:cubicBezTo>
                <a:lnTo>
                  <a:pt x="2408551" y="42226"/>
                </a:lnTo>
                <a:lnTo>
                  <a:pt x="2445335" y="42226"/>
                </a:lnTo>
                <a:close/>
                <a:moveTo>
                  <a:pt x="2505699" y="39599"/>
                </a:moveTo>
                <a:cubicBezTo>
                  <a:pt x="2513331" y="39599"/>
                  <a:pt x="2520432" y="41572"/>
                  <a:pt x="2527000" y="45517"/>
                </a:cubicBezTo>
                <a:cubicBezTo>
                  <a:pt x="2533569" y="49462"/>
                  <a:pt x="2538558" y="55066"/>
                  <a:pt x="2541967" y="62331"/>
                </a:cubicBezTo>
                <a:cubicBezTo>
                  <a:pt x="2545376" y="69596"/>
                  <a:pt x="2547081" y="77548"/>
                  <a:pt x="2547081" y="86189"/>
                </a:cubicBezTo>
                <a:cubicBezTo>
                  <a:pt x="2547081" y="98650"/>
                  <a:pt x="2543922" y="109076"/>
                  <a:pt x="2537604" y="117469"/>
                </a:cubicBezTo>
                <a:cubicBezTo>
                  <a:pt x="2529972" y="127613"/>
                  <a:pt x="2519431" y="132685"/>
                  <a:pt x="2505981" y="132685"/>
                </a:cubicBezTo>
                <a:cubicBezTo>
                  <a:pt x="2492781" y="132685"/>
                  <a:pt x="2482615" y="128051"/>
                  <a:pt x="2475484" y="118783"/>
                </a:cubicBezTo>
                <a:cubicBezTo>
                  <a:pt x="2468352" y="109514"/>
                  <a:pt x="2464786" y="98775"/>
                  <a:pt x="2464786" y="86564"/>
                </a:cubicBezTo>
                <a:cubicBezTo>
                  <a:pt x="2464786" y="73978"/>
                  <a:pt x="2468430" y="63004"/>
                  <a:pt x="2475718" y="53642"/>
                </a:cubicBezTo>
                <a:cubicBezTo>
                  <a:pt x="2483006" y="44280"/>
                  <a:pt x="2493000" y="39599"/>
                  <a:pt x="2505699" y="39599"/>
                </a:cubicBezTo>
                <a:moveTo>
                  <a:pt x="2506075" y="46168"/>
                </a:moveTo>
                <a:cubicBezTo>
                  <a:pt x="2502884" y="46168"/>
                  <a:pt x="2500147" y="47374"/>
                  <a:pt x="2497864" y="49786"/>
                </a:cubicBezTo>
                <a:cubicBezTo>
                  <a:pt x="2495580" y="52197"/>
                  <a:pt x="2494079" y="56956"/>
                  <a:pt x="2493360" y="64064"/>
                </a:cubicBezTo>
                <a:cubicBezTo>
                  <a:pt x="2492640" y="71172"/>
                  <a:pt x="2492281" y="81052"/>
                  <a:pt x="2492281" y="93705"/>
                </a:cubicBezTo>
                <a:cubicBezTo>
                  <a:pt x="2492281" y="100406"/>
                  <a:pt x="2492718" y="106670"/>
                  <a:pt x="2493594" y="112495"/>
                </a:cubicBezTo>
                <a:cubicBezTo>
                  <a:pt x="2494282" y="116941"/>
                  <a:pt x="2495753" y="120323"/>
                  <a:pt x="2498005" y="122642"/>
                </a:cubicBezTo>
                <a:cubicBezTo>
                  <a:pt x="2500257" y="124958"/>
                  <a:pt x="2502822" y="126116"/>
                  <a:pt x="2505699" y="126116"/>
                </a:cubicBezTo>
                <a:cubicBezTo>
                  <a:pt x="2508514" y="126116"/>
                  <a:pt x="2510860" y="125333"/>
                  <a:pt x="2512737" y="123768"/>
                </a:cubicBezTo>
                <a:cubicBezTo>
                  <a:pt x="2515177" y="121639"/>
                  <a:pt x="2516803" y="118663"/>
                  <a:pt x="2517616" y="114841"/>
                </a:cubicBezTo>
                <a:cubicBezTo>
                  <a:pt x="2518868" y="108893"/>
                  <a:pt x="2519493" y="96868"/>
                  <a:pt x="2519493" y="78767"/>
                </a:cubicBezTo>
                <a:cubicBezTo>
                  <a:pt x="2519493" y="68121"/>
                  <a:pt x="2518899" y="60809"/>
                  <a:pt x="2517710" y="56833"/>
                </a:cubicBezTo>
                <a:cubicBezTo>
                  <a:pt x="2516522" y="52854"/>
                  <a:pt x="2514770" y="49957"/>
                  <a:pt x="2512455" y="48141"/>
                </a:cubicBezTo>
                <a:cubicBezTo>
                  <a:pt x="2510829" y="46825"/>
                  <a:pt x="2508702" y="46168"/>
                  <a:pt x="2506075" y="46168"/>
                </a:cubicBezTo>
                <a:close/>
                <a:moveTo>
                  <a:pt x="2596251" y="42226"/>
                </a:moveTo>
                <a:lnTo>
                  <a:pt x="2596251" y="53675"/>
                </a:lnTo>
                <a:cubicBezTo>
                  <a:pt x="2600756" y="48762"/>
                  <a:pt x="2605072" y="45188"/>
                  <a:pt x="2609201" y="42954"/>
                </a:cubicBezTo>
                <a:cubicBezTo>
                  <a:pt x="2613330" y="40717"/>
                  <a:pt x="2617771" y="39599"/>
                  <a:pt x="2622526" y="39599"/>
                </a:cubicBezTo>
                <a:cubicBezTo>
                  <a:pt x="2628218" y="39599"/>
                  <a:pt x="2632942" y="41181"/>
                  <a:pt x="2636695" y="44344"/>
                </a:cubicBezTo>
                <a:cubicBezTo>
                  <a:pt x="2640448" y="47507"/>
                  <a:pt x="2642951" y="51437"/>
                  <a:pt x="2644202" y="56135"/>
                </a:cubicBezTo>
                <a:cubicBezTo>
                  <a:pt x="2645203" y="59706"/>
                  <a:pt x="2645703" y="66566"/>
                  <a:pt x="2645703" y="76714"/>
                </a:cubicBezTo>
                <a:lnTo>
                  <a:pt x="2645703" y="110915"/>
                </a:lnTo>
                <a:cubicBezTo>
                  <a:pt x="2645703" y="117671"/>
                  <a:pt x="2646313" y="121878"/>
                  <a:pt x="2647533" y="123536"/>
                </a:cubicBezTo>
                <a:cubicBezTo>
                  <a:pt x="2648753" y="125194"/>
                  <a:pt x="2651302" y="126242"/>
                  <a:pt x="2655181" y="126679"/>
                </a:cubicBezTo>
                <a:lnTo>
                  <a:pt x="2655181" y="130058"/>
                </a:lnTo>
                <a:lnTo>
                  <a:pt x="2610796" y="130058"/>
                </a:lnTo>
                <a:lnTo>
                  <a:pt x="2610796" y="126679"/>
                </a:lnTo>
                <a:cubicBezTo>
                  <a:pt x="2614112" y="126242"/>
                  <a:pt x="2616489" y="124865"/>
                  <a:pt x="2617928" y="122551"/>
                </a:cubicBezTo>
                <a:cubicBezTo>
                  <a:pt x="2618929" y="120987"/>
                  <a:pt x="2619429" y="117108"/>
                  <a:pt x="2619429" y="110915"/>
                </a:cubicBezTo>
                <a:lnTo>
                  <a:pt x="2619429" y="71879"/>
                </a:lnTo>
                <a:cubicBezTo>
                  <a:pt x="2619429" y="64685"/>
                  <a:pt x="2619148" y="60149"/>
                  <a:pt x="2618585" y="58273"/>
                </a:cubicBezTo>
                <a:cubicBezTo>
                  <a:pt x="2618022" y="56396"/>
                  <a:pt x="2617068" y="54941"/>
                  <a:pt x="2615723" y="53909"/>
                </a:cubicBezTo>
                <a:cubicBezTo>
                  <a:pt x="2614378" y="52877"/>
                  <a:pt x="2612892" y="52361"/>
                  <a:pt x="2611265" y="52361"/>
                </a:cubicBezTo>
                <a:cubicBezTo>
                  <a:pt x="2605885" y="52361"/>
                  <a:pt x="2600881" y="56239"/>
                  <a:pt x="2596251" y="63997"/>
                </a:cubicBezTo>
                <a:lnTo>
                  <a:pt x="2596251" y="110915"/>
                </a:lnTo>
                <a:cubicBezTo>
                  <a:pt x="2596251" y="117483"/>
                  <a:pt x="2596861" y="121644"/>
                  <a:pt x="2598081" y="123395"/>
                </a:cubicBezTo>
                <a:cubicBezTo>
                  <a:pt x="2599301" y="125147"/>
                  <a:pt x="2601569" y="126242"/>
                  <a:pt x="2604884" y="126679"/>
                </a:cubicBezTo>
                <a:lnTo>
                  <a:pt x="2604884" y="130058"/>
                </a:lnTo>
                <a:lnTo>
                  <a:pt x="2560500" y="130058"/>
                </a:lnTo>
                <a:lnTo>
                  <a:pt x="2560500" y="126679"/>
                </a:lnTo>
                <a:cubicBezTo>
                  <a:pt x="2564191" y="126304"/>
                  <a:pt x="2566818" y="125116"/>
                  <a:pt x="2568382" y="123114"/>
                </a:cubicBezTo>
                <a:cubicBezTo>
                  <a:pt x="2569445" y="121737"/>
                  <a:pt x="2569977" y="117671"/>
                  <a:pt x="2569977" y="110915"/>
                </a:cubicBezTo>
                <a:lnTo>
                  <a:pt x="2569977" y="61369"/>
                </a:lnTo>
                <a:cubicBezTo>
                  <a:pt x="2569977" y="54658"/>
                  <a:pt x="2569367" y="50479"/>
                  <a:pt x="2568147" y="48833"/>
                </a:cubicBezTo>
                <a:cubicBezTo>
                  <a:pt x="2566927" y="47187"/>
                  <a:pt x="2564378" y="46111"/>
                  <a:pt x="2560500" y="45605"/>
                </a:cubicBezTo>
                <a:lnTo>
                  <a:pt x="2560500" y="42226"/>
                </a:lnTo>
                <a:lnTo>
                  <a:pt x="2596251" y="42226"/>
                </a:lnTo>
                <a:close/>
                <a:moveTo>
                  <a:pt x="2722714" y="39974"/>
                </a:moveTo>
                <a:lnTo>
                  <a:pt x="2724122" y="70002"/>
                </a:lnTo>
                <a:lnTo>
                  <a:pt x="2720931" y="70002"/>
                </a:lnTo>
                <a:cubicBezTo>
                  <a:pt x="2717115" y="61047"/>
                  <a:pt x="2713158" y="54930"/>
                  <a:pt x="2709061" y="51651"/>
                </a:cubicBezTo>
                <a:cubicBezTo>
                  <a:pt x="2704963" y="48371"/>
                  <a:pt x="2700881" y="46731"/>
                  <a:pt x="2696815" y="46731"/>
                </a:cubicBezTo>
                <a:cubicBezTo>
                  <a:pt x="2694250" y="46731"/>
                  <a:pt x="2692061" y="47591"/>
                  <a:pt x="2690247" y="49311"/>
                </a:cubicBezTo>
                <a:cubicBezTo>
                  <a:pt x="2688432" y="51031"/>
                  <a:pt x="2687525" y="53018"/>
                  <a:pt x="2687525" y="55270"/>
                </a:cubicBezTo>
                <a:cubicBezTo>
                  <a:pt x="2687525" y="56959"/>
                  <a:pt x="2688151" y="58585"/>
                  <a:pt x="2689402" y="60149"/>
                </a:cubicBezTo>
                <a:cubicBezTo>
                  <a:pt x="2691404" y="62714"/>
                  <a:pt x="2697003" y="67109"/>
                  <a:pt x="2706199" y="73333"/>
                </a:cubicBezTo>
                <a:cubicBezTo>
                  <a:pt x="2715395" y="79558"/>
                  <a:pt x="2721447" y="84844"/>
                  <a:pt x="2724356" y="89192"/>
                </a:cubicBezTo>
                <a:cubicBezTo>
                  <a:pt x="2727265" y="93539"/>
                  <a:pt x="2728720" y="98403"/>
                  <a:pt x="2728720" y="103783"/>
                </a:cubicBezTo>
                <a:cubicBezTo>
                  <a:pt x="2728720" y="108663"/>
                  <a:pt x="2727500" y="113448"/>
                  <a:pt x="2725060" y="118140"/>
                </a:cubicBezTo>
                <a:cubicBezTo>
                  <a:pt x="2722620" y="122832"/>
                  <a:pt x="2719180" y="126429"/>
                  <a:pt x="2714738" y="128932"/>
                </a:cubicBezTo>
                <a:cubicBezTo>
                  <a:pt x="2710296" y="131434"/>
                  <a:pt x="2705386" y="132685"/>
                  <a:pt x="2700006" y="132685"/>
                </a:cubicBezTo>
                <a:cubicBezTo>
                  <a:pt x="2695814" y="132685"/>
                  <a:pt x="2690215" y="131347"/>
                  <a:pt x="2683209" y="128671"/>
                </a:cubicBezTo>
                <a:cubicBezTo>
                  <a:pt x="2681332" y="127969"/>
                  <a:pt x="2680050" y="127618"/>
                  <a:pt x="2679362" y="127618"/>
                </a:cubicBezTo>
                <a:cubicBezTo>
                  <a:pt x="2677297" y="127618"/>
                  <a:pt x="2675577" y="129182"/>
                  <a:pt x="2674201" y="132310"/>
                </a:cubicBezTo>
                <a:lnTo>
                  <a:pt x="2671104" y="132310"/>
                </a:lnTo>
                <a:lnTo>
                  <a:pt x="2669603" y="100781"/>
                </a:lnTo>
                <a:lnTo>
                  <a:pt x="2672793" y="100781"/>
                </a:lnTo>
                <a:cubicBezTo>
                  <a:pt x="2675608" y="109038"/>
                  <a:pt x="2679471" y="115231"/>
                  <a:pt x="2684382" y="119360"/>
                </a:cubicBezTo>
                <a:cubicBezTo>
                  <a:pt x="2689293" y="123489"/>
                  <a:pt x="2693938" y="125553"/>
                  <a:pt x="2698317" y="125553"/>
                </a:cubicBezTo>
                <a:cubicBezTo>
                  <a:pt x="2701319" y="125553"/>
                  <a:pt x="2703775" y="124631"/>
                  <a:pt x="2705683" y="122785"/>
                </a:cubicBezTo>
                <a:cubicBezTo>
                  <a:pt x="2707591" y="120940"/>
                  <a:pt x="2708545" y="118703"/>
                  <a:pt x="2708545" y="116076"/>
                </a:cubicBezTo>
                <a:cubicBezTo>
                  <a:pt x="2708545" y="113073"/>
                  <a:pt x="2707606" y="110477"/>
                  <a:pt x="2705730" y="108287"/>
                </a:cubicBezTo>
                <a:cubicBezTo>
                  <a:pt x="2703853" y="106098"/>
                  <a:pt x="2699662" y="102782"/>
                  <a:pt x="2693156" y="98341"/>
                </a:cubicBezTo>
                <a:cubicBezTo>
                  <a:pt x="2683584" y="91710"/>
                  <a:pt x="2677391" y="86642"/>
                  <a:pt x="2674576" y="83139"/>
                </a:cubicBezTo>
                <a:cubicBezTo>
                  <a:pt x="2670447" y="78010"/>
                  <a:pt x="2668383" y="72348"/>
                  <a:pt x="2668383" y="66155"/>
                </a:cubicBezTo>
                <a:cubicBezTo>
                  <a:pt x="2668383" y="59399"/>
                  <a:pt x="2670713" y="53284"/>
                  <a:pt x="2675373" y="47810"/>
                </a:cubicBezTo>
                <a:cubicBezTo>
                  <a:pt x="2680034" y="42336"/>
                  <a:pt x="2686775" y="39599"/>
                  <a:pt x="2695595" y="39599"/>
                </a:cubicBezTo>
                <a:cubicBezTo>
                  <a:pt x="2700350" y="39599"/>
                  <a:pt x="2704948" y="40801"/>
                  <a:pt x="2709389" y="43206"/>
                </a:cubicBezTo>
                <a:cubicBezTo>
                  <a:pt x="2711078" y="44179"/>
                  <a:pt x="2712455" y="44666"/>
                  <a:pt x="2713518" y="44666"/>
                </a:cubicBezTo>
                <a:cubicBezTo>
                  <a:pt x="2714644" y="44666"/>
                  <a:pt x="2715551" y="44432"/>
                  <a:pt x="2716239" y="43962"/>
                </a:cubicBezTo>
                <a:cubicBezTo>
                  <a:pt x="2716927" y="43493"/>
                  <a:pt x="2718022" y="42164"/>
                  <a:pt x="2719524" y="39974"/>
                </a:cubicBezTo>
                <a:lnTo>
                  <a:pt x="2722714" y="39974"/>
                </a:lnTo>
                <a:close/>
              </a:path>
            </a:pathLst>
          </a:custGeom>
          <a:solidFill xmlns:a="http://schemas.openxmlformats.org/drawingml/2006/main">
            <a:srgbClr val="1C45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43893D-DA04-4737-A189-1E5BFB9E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689" y="4575797"/>
            <a:ext cx="10" cy="220884"/>
          </a:xfrm>
          <a:custGeom xmlns:a="http://schemas.openxmlformats.org/drawingml/2006/main">
            <a:pathLst>
              <a:path w="1" h="220884">
                <a:moveTo>
                  <a:pt x="0" y="0"/>
                </a:moveTo>
                <a:lnTo>
                  <a:pt x="0" y="0"/>
                </a:lnTo>
                <a:lnTo>
                  <a:pt x="0" y="2208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DCF8D1-9C6B-40BA-80B6-AFBDBC16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45" y="4759462"/>
            <a:ext cx="2740544" cy="17296"/>
          </a:xfrm>
          <a:custGeom xmlns:a="http://schemas.openxmlformats.org/drawingml/2006/main">
            <a:pathLst>
              <a:path w="2740544" h="17296">
                <a:moveTo>
                  <a:pt x="0" y="0"/>
                </a:moveTo>
                <a:lnTo>
                  <a:pt x="2740544" y="0"/>
                </a:lnTo>
                <a:lnTo>
                  <a:pt x="2740544" y="17296"/>
                </a:lnTo>
                <a:lnTo>
                  <a:pt x="0" y="172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C45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2F7D0B-5854-4FB1-9FF9-95B8471B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48" y="4597149"/>
            <a:ext cx="234725" cy="234725"/>
          </a:xfrm>
          <a:custGeom xmlns:a="http://schemas.openxmlformats.org/drawingml/2006/main">
            <a:pathLst>
              <a:path w="234725" h="234725">
                <a:moveTo>
                  <a:pt x="0" y="117363"/>
                </a:moveTo>
                <a:lnTo>
                  <a:pt x="0" y="117363"/>
                </a:lnTo>
                <a:cubicBezTo>
                  <a:pt x="0" y="52545"/>
                  <a:pt x="52545" y="0"/>
                  <a:pt x="117363" y="0"/>
                </a:cubicBezTo>
                <a:cubicBezTo>
                  <a:pt x="148489" y="0"/>
                  <a:pt x="178341" y="12365"/>
                  <a:pt x="200351" y="34375"/>
                </a:cubicBezTo>
                <a:cubicBezTo>
                  <a:pt x="222360" y="56384"/>
                  <a:pt x="234725" y="86236"/>
                  <a:pt x="234725" y="117363"/>
                </a:cubicBezTo>
                <a:cubicBezTo>
                  <a:pt x="234725" y="182180"/>
                  <a:pt x="182180" y="234725"/>
                  <a:pt x="117363" y="234725"/>
                </a:cubicBezTo>
                <a:cubicBezTo>
                  <a:pt x="52545" y="234725"/>
                  <a:pt x="0" y="182180"/>
                  <a:pt x="0" y="11736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C04A9F-4E26-4388-A94E-74217C28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48" y="4597149"/>
            <a:ext cx="234725" cy="234725"/>
          </a:xfrm>
          <a:custGeom xmlns:a="http://schemas.openxmlformats.org/drawingml/2006/main">
            <a:pathLst>
              <a:path w="234725" h="234725" fill="none">
                <a:moveTo>
                  <a:pt x="0" y="117363"/>
                </a:moveTo>
                <a:lnTo>
                  <a:pt x="0" y="117363"/>
                </a:lnTo>
                <a:cubicBezTo>
                  <a:pt x="0" y="52545"/>
                  <a:pt x="52545" y="0"/>
                  <a:pt x="117363" y="0"/>
                </a:cubicBezTo>
                <a:cubicBezTo>
                  <a:pt x="148489" y="0"/>
                  <a:pt x="178341" y="12365"/>
                  <a:pt x="200351" y="34375"/>
                </a:cubicBezTo>
                <a:cubicBezTo>
                  <a:pt x="222360" y="56384"/>
                  <a:pt x="234725" y="86236"/>
                  <a:pt x="234725" y="117363"/>
                </a:cubicBezTo>
                <a:cubicBezTo>
                  <a:pt x="234725" y="182180"/>
                  <a:pt x="182180" y="234725"/>
                  <a:pt x="117363" y="234725"/>
                </a:cubicBezTo>
                <a:cubicBezTo>
                  <a:pt x="52545" y="234725"/>
                  <a:pt x="0" y="182180"/>
                  <a:pt x="0" y="11736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435" cap="flat">
            <a:solidFill>
              <a:srgbClr val="434343"/>
            </a:solidFill>
            <a:round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BDA555-F95F-4386-9659-E2979467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20" y="4550149"/>
            <a:ext cx="234725" cy="328722"/>
          </a:xfrm>
          <a:custGeom xmlns:a="http://schemas.openxmlformats.org/drawingml/2006/main">
            <a:pathLst>
              <a:path w="234725" h="328722">
                <a:moveTo>
                  <a:pt x="0" y="0"/>
                </a:moveTo>
                <a:lnTo>
                  <a:pt x="234725" y="0"/>
                </a:lnTo>
                <a:lnTo>
                  <a:pt x="234725" y="328722"/>
                </a:lnTo>
                <a:lnTo>
                  <a:pt x="0" y="3287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Text D">
            <a:extLst xmlns:a="http://schemas.openxmlformats.org/drawingml/2006/main">
              <a:ext uri="{FF2B5EF4-FFF2-40B4-BE49-F238E27FC236}">
                <a16:creationId xmlns:a16="http://schemas.microsoft.com/office/drawing/2014/main" id="{A5330C27-B772-456B-AB54-8274FB78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29" y="4659579"/>
            <a:ext cx="81406" cy="97104"/>
          </a:xfrm>
          <a:custGeom xmlns:a="http://schemas.openxmlformats.org/drawingml/2006/main">
            <a:pathLst>
              <a:path w="81406" h="97104">
                <a:moveTo>
                  <a:pt x="0" y="0"/>
                </a:moveTo>
                <a:lnTo>
                  <a:pt x="35835" y="0"/>
                </a:lnTo>
                <a:cubicBezTo>
                  <a:pt x="43916" y="0"/>
                  <a:pt x="50076" y="618"/>
                  <a:pt x="54315" y="1855"/>
                </a:cubicBezTo>
                <a:cubicBezTo>
                  <a:pt x="60011" y="3533"/>
                  <a:pt x="64891" y="6513"/>
                  <a:pt x="68953" y="10797"/>
                </a:cubicBezTo>
                <a:cubicBezTo>
                  <a:pt x="73016" y="15080"/>
                  <a:pt x="76107" y="20324"/>
                  <a:pt x="78227" y="26528"/>
                </a:cubicBezTo>
                <a:cubicBezTo>
                  <a:pt x="80346" y="32732"/>
                  <a:pt x="81406" y="40383"/>
                  <a:pt x="81406" y="49480"/>
                </a:cubicBezTo>
                <a:cubicBezTo>
                  <a:pt x="81406" y="57472"/>
                  <a:pt x="80412" y="64361"/>
                  <a:pt x="78425" y="70146"/>
                </a:cubicBezTo>
                <a:cubicBezTo>
                  <a:pt x="75997" y="77211"/>
                  <a:pt x="72530" y="82930"/>
                  <a:pt x="68026" y="87301"/>
                </a:cubicBezTo>
                <a:cubicBezTo>
                  <a:pt x="64626" y="90613"/>
                  <a:pt x="60033" y="93196"/>
                  <a:pt x="54249" y="95051"/>
                </a:cubicBezTo>
                <a:cubicBezTo>
                  <a:pt x="49921" y="96420"/>
                  <a:pt x="44136" y="97104"/>
                  <a:pt x="36894" y="97104"/>
                </a:cubicBezTo>
                <a:lnTo>
                  <a:pt x="0" y="97104"/>
                </a:lnTo>
                <a:lnTo>
                  <a:pt x="0" y="0"/>
                </a:lnTo>
                <a:moveTo>
                  <a:pt x="19606" y="16427"/>
                </a:moveTo>
                <a:lnTo>
                  <a:pt x="19606" y="80677"/>
                </a:lnTo>
                <a:lnTo>
                  <a:pt x="34245" y="80677"/>
                </a:lnTo>
                <a:cubicBezTo>
                  <a:pt x="39721" y="80677"/>
                  <a:pt x="43673" y="80368"/>
                  <a:pt x="46101" y="79750"/>
                </a:cubicBezTo>
                <a:cubicBezTo>
                  <a:pt x="49281" y="78957"/>
                  <a:pt x="51919" y="77612"/>
                  <a:pt x="54017" y="75716"/>
                </a:cubicBezTo>
                <a:cubicBezTo>
                  <a:pt x="56114" y="73818"/>
                  <a:pt x="57825" y="70697"/>
                  <a:pt x="59150" y="66351"/>
                </a:cubicBezTo>
                <a:cubicBezTo>
                  <a:pt x="60475" y="62006"/>
                  <a:pt x="61137" y="56084"/>
                  <a:pt x="61137" y="48585"/>
                </a:cubicBezTo>
                <a:cubicBezTo>
                  <a:pt x="61137" y="41087"/>
                  <a:pt x="60475" y="35330"/>
                  <a:pt x="59150" y="31316"/>
                </a:cubicBezTo>
                <a:cubicBezTo>
                  <a:pt x="57825" y="27302"/>
                  <a:pt x="55971" y="24170"/>
                  <a:pt x="53586" y="21921"/>
                </a:cubicBezTo>
                <a:cubicBezTo>
                  <a:pt x="51202" y="19670"/>
                  <a:pt x="48177" y="18148"/>
                  <a:pt x="44512" y="17354"/>
                </a:cubicBezTo>
                <a:cubicBezTo>
                  <a:pt x="41774" y="16736"/>
                  <a:pt x="36409" y="16427"/>
                  <a:pt x="28416" y="16427"/>
                </a:cubicBezTo>
                <a:lnTo>
                  <a:pt x="19606" y="16427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F9C55-A07D-4F5D-B0BD-E4CADC3F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361" y="5171687"/>
            <a:ext cx="296678" cy="286263"/>
          </a:xfrm>
          <a:custGeom xmlns:a="http://schemas.openxmlformats.org/drawingml/2006/main">
            <a:pathLst>
              <a:path w="296678" h="286263">
                <a:moveTo>
                  <a:pt x="0" y="0"/>
                </a:moveTo>
                <a:lnTo>
                  <a:pt x="296678" y="0"/>
                </a:lnTo>
                <a:lnTo>
                  <a:pt x="296678" y="286263"/>
                </a:lnTo>
                <a:lnTo>
                  <a:pt x="0" y="2862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D98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DF5223-74D0-4DDC-A14B-6D362BA6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593" y="5047648"/>
            <a:ext cx="250213" cy="524477"/>
          </a:xfrm>
          <a:custGeom xmlns:a="http://schemas.openxmlformats.org/drawingml/2006/main">
            <a:pathLst>
              <a:path w="250213" h="524477">
                <a:moveTo>
                  <a:pt x="250213" y="0"/>
                </a:moveTo>
                <a:lnTo>
                  <a:pt x="250213" y="524477"/>
                </a:lnTo>
                <a:lnTo>
                  <a:pt x="0" y="524477"/>
                </a:lnTo>
                <a:lnTo>
                  <a:pt x="0" y="0"/>
                </a:lnTo>
                <a:lnTo>
                  <a:pt x="250213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Text ?">
            <a:extLst xmlns:a="http://schemas.openxmlformats.org/drawingml/2006/main">
              <a:ext uri="{FF2B5EF4-FFF2-40B4-BE49-F238E27FC236}">
                <a16:creationId xmlns:a16="http://schemas.microsoft.com/office/drawing/2014/main" id="{B62D647A-543A-42D6-9712-D7EC9DFD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381" y="5215216"/>
            <a:ext cx="89123" cy="206026"/>
          </a:xfrm>
          <a:custGeom xmlns:a="http://schemas.openxmlformats.org/drawingml/2006/main">
            <a:pathLst>
              <a:path w="89123" h="206026">
                <a:moveTo>
                  <a:pt x="28079" y="148946"/>
                </a:moveTo>
                <a:cubicBezTo>
                  <a:pt x="26657" y="148946"/>
                  <a:pt x="25030" y="148133"/>
                  <a:pt x="23198" y="146506"/>
                </a:cubicBezTo>
                <a:cubicBezTo>
                  <a:pt x="21366" y="144879"/>
                  <a:pt x="19637" y="142640"/>
                  <a:pt x="18010" y="139790"/>
                </a:cubicBezTo>
                <a:cubicBezTo>
                  <a:pt x="16380" y="136536"/>
                  <a:pt x="14801" y="132670"/>
                  <a:pt x="13273" y="128193"/>
                </a:cubicBezTo>
                <a:cubicBezTo>
                  <a:pt x="11749" y="123716"/>
                  <a:pt x="10987" y="118526"/>
                  <a:pt x="10987" y="112624"/>
                </a:cubicBezTo>
                <a:cubicBezTo>
                  <a:pt x="10987" y="105504"/>
                  <a:pt x="13988" y="99350"/>
                  <a:pt x="19989" y="94162"/>
                </a:cubicBezTo>
                <a:cubicBezTo>
                  <a:pt x="25994" y="88971"/>
                  <a:pt x="34897" y="83629"/>
                  <a:pt x="46699" y="78136"/>
                </a:cubicBezTo>
                <a:cubicBezTo>
                  <a:pt x="52803" y="75286"/>
                  <a:pt x="57585" y="72082"/>
                  <a:pt x="61044" y="68523"/>
                </a:cubicBezTo>
                <a:cubicBezTo>
                  <a:pt x="64503" y="64962"/>
                  <a:pt x="66232" y="60434"/>
                  <a:pt x="66232" y="54938"/>
                </a:cubicBezTo>
                <a:cubicBezTo>
                  <a:pt x="66232" y="48834"/>
                  <a:pt x="63942" y="44204"/>
                  <a:pt x="59362" y="41050"/>
                </a:cubicBezTo>
                <a:cubicBezTo>
                  <a:pt x="54786" y="37895"/>
                  <a:pt x="49445" y="36217"/>
                  <a:pt x="43341" y="36015"/>
                </a:cubicBezTo>
                <a:cubicBezTo>
                  <a:pt x="39069" y="36015"/>
                  <a:pt x="35813" y="36422"/>
                  <a:pt x="33575" y="37235"/>
                </a:cubicBezTo>
                <a:cubicBezTo>
                  <a:pt x="31336" y="38049"/>
                  <a:pt x="29607" y="38761"/>
                  <a:pt x="28386" y="39373"/>
                </a:cubicBezTo>
                <a:cubicBezTo>
                  <a:pt x="26961" y="39780"/>
                  <a:pt x="25434" y="40187"/>
                  <a:pt x="23804" y="40593"/>
                </a:cubicBezTo>
                <a:cubicBezTo>
                  <a:pt x="22177" y="41000"/>
                  <a:pt x="20346" y="41203"/>
                  <a:pt x="18313" y="41203"/>
                </a:cubicBezTo>
                <a:cubicBezTo>
                  <a:pt x="15465" y="41203"/>
                  <a:pt x="12617" y="39729"/>
                  <a:pt x="9766" y="36779"/>
                </a:cubicBezTo>
                <a:cubicBezTo>
                  <a:pt x="6919" y="33829"/>
                  <a:pt x="4580" y="30319"/>
                  <a:pt x="2748" y="26249"/>
                </a:cubicBezTo>
                <a:cubicBezTo>
                  <a:pt x="916" y="22178"/>
                  <a:pt x="0" y="18414"/>
                  <a:pt x="0" y="14955"/>
                </a:cubicBezTo>
                <a:cubicBezTo>
                  <a:pt x="0" y="11291"/>
                  <a:pt x="2136" y="7883"/>
                  <a:pt x="6408" y="4732"/>
                </a:cubicBezTo>
                <a:cubicBezTo>
                  <a:pt x="10681" y="1577"/>
                  <a:pt x="15565" y="0"/>
                  <a:pt x="21060" y="0"/>
                </a:cubicBezTo>
                <a:cubicBezTo>
                  <a:pt x="29198" y="0"/>
                  <a:pt x="37032" y="2035"/>
                  <a:pt x="44561" y="6106"/>
                </a:cubicBezTo>
                <a:cubicBezTo>
                  <a:pt x="52091" y="10173"/>
                  <a:pt x="59213" y="15666"/>
                  <a:pt x="65929" y="22583"/>
                </a:cubicBezTo>
                <a:cubicBezTo>
                  <a:pt x="70813" y="27672"/>
                  <a:pt x="74933" y="33168"/>
                  <a:pt x="78290" y="39070"/>
                </a:cubicBezTo>
                <a:cubicBezTo>
                  <a:pt x="81646" y="44970"/>
                  <a:pt x="84290" y="51074"/>
                  <a:pt x="86221" y="57383"/>
                </a:cubicBezTo>
                <a:cubicBezTo>
                  <a:pt x="88156" y="63689"/>
                  <a:pt x="89123" y="69793"/>
                  <a:pt x="89123" y="75696"/>
                </a:cubicBezTo>
                <a:cubicBezTo>
                  <a:pt x="89123" y="83834"/>
                  <a:pt x="87597" y="90293"/>
                  <a:pt x="84545" y="95075"/>
                </a:cubicBezTo>
                <a:cubicBezTo>
                  <a:pt x="81492" y="99856"/>
                  <a:pt x="78136" y="103062"/>
                  <a:pt x="74475" y="104692"/>
                </a:cubicBezTo>
                <a:cubicBezTo>
                  <a:pt x="71218" y="106319"/>
                  <a:pt x="68165" y="107997"/>
                  <a:pt x="65314" y="109727"/>
                </a:cubicBezTo>
                <a:cubicBezTo>
                  <a:pt x="62467" y="111456"/>
                  <a:pt x="59518" y="113186"/>
                  <a:pt x="56466" y="114915"/>
                </a:cubicBezTo>
                <a:cubicBezTo>
                  <a:pt x="53413" y="116644"/>
                  <a:pt x="50259" y="118425"/>
                  <a:pt x="47002" y="120257"/>
                </a:cubicBezTo>
                <a:cubicBezTo>
                  <a:pt x="42528" y="122697"/>
                  <a:pt x="39527" y="125394"/>
                  <a:pt x="37999" y="128347"/>
                </a:cubicBezTo>
                <a:cubicBezTo>
                  <a:pt x="36475" y="131296"/>
                  <a:pt x="35306" y="135721"/>
                  <a:pt x="34492" y="141620"/>
                </a:cubicBezTo>
                <a:cubicBezTo>
                  <a:pt x="34492" y="143859"/>
                  <a:pt x="33881" y="145639"/>
                  <a:pt x="32657" y="146962"/>
                </a:cubicBezTo>
                <a:cubicBezTo>
                  <a:pt x="31437" y="148285"/>
                  <a:pt x="29911" y="148946"/>
                  <a:pt x="28079" y="148946"/>
                </a:cubicBezTo>
                <a:moveTo>
                  <a:pt x="27776" y="206026"/>
                </a:moveTo>
                <a:cubicBezTo>
                  <a:pt x="21672" y="206026"/>
                  <a:pt x="16482" y="203890"/>
                  <a:pt x="12207" y="199618"/>
                </a:cubicBezTo>
                <a:cubicBezTo>
                  <a:pt x="7935" y="195343"/>
                  <a:pt x="5798" y="190153"/>
                  <a:pt x="5798" y="184048"/>
                </a:cubicBezTo>
                <a:cubicBezTo>
                  <a:pt x="5798" y="177944"/>
                  <a:pt x="7935" y="172705"/>
                  <a:pt x="12207" y="168330"/>
                </a:cubicBezTo>
                <a:cubicBezTo>
                  <a:pt x="16482" y="163955"/>
                  <a:pt x="21672" y="161768"/>
                  <a:pt x="27776" y="161768"/>
                </a:cubicBezTo>
                <a:cubicBezTo>
                  <a:pt x="33881" y="161768"/>
                  <a:pt x="39069" y="163955"/>
                  <a:pt x="43341" y="168330"/>
                </a:cubicBezTo>
                <a:cubicBezTo>
                  <a:pt x="47613" y="172705"/>
                  <a:pt x="49750" y="177944"/>
                  <a:pt x="49750" y="184048"/>
                </a:cubicBezTo>
                <a:cubicBezTo>
                  <a:pt x="49750" y="190153"/>
                  <a:pt x="47613" y="195343"/>
                  <a:pt x="43341" y="199618"/>
                </a:cubicBezTo>
                <a:cubicBezTo>
                  <a:pt x="39069" y="203890"/>
                  <a:pt x="33881" y="206026"/>
                  <a:pt x="27776" y="20602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8ECD25-C4CB-4F13-993D-D9F07DED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573" y="5018209"/>
            <a:ext cx="311365" cy="311365"/>
          </a:xfrm>
          <a:custGeom xmlns:a="http://schemas.openxmlformats.org/drawingml/2006/main">
            <a:pathLst>
              <a:path w="311365" h="311365">
                <a:moveTo>
                  <a:pt x="0" y="0"/>
                </a:moveTo>
                <a:lnTo>
                  <a:pt x="311365" y="0"/>
                </a:lnTo>
                <a:lnTo>
                  <a:pt x="311365" y="311365"/>
                </a:lnTo>
                <a:lnTo>
                  <a:pt x="0" y="311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fef58f9374d09"/>
          <a:stretch xmlns:a="http://schemas.openxmlformats.org/drawingml/2006/main"/>
        </p:blipFill>
        <p:spPr>
          <a:xfrm xmlns:a="http://schemas.openxmlformats.org/drawingml/2006/main">
            <a:off x="4115574" y="5018209"/>
            <a:ext cx="311364" cy="311364"/>
          </a:xfrm>
          <a:prstGeom xmlns:a="http://schemas.openxmlformats.org/drawingml/2006/main" prst="rect">
            <a:avLst/>
          </a:prstGeom>
        </p:spPr>
      </p:pic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513823-5088-4620-AF56-89FAFDF4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105" y="3508933"/>
            <a:ext cx="1061204" cy="369846"/>
          </a:xfrm>
          <a:custGeom xmlns:a="http://schemas.openxmlformats.org/drawingml/2006/main">
            <a:pathLst>
              <a:path w="1061204" h="369846">
                <a:moveTo>
                  <a:pt x="0" y="0"/>
                </a:moveTo>
                <a:lnTo>
                  <a:pt x="1061204" y="0"/>
                </a:lnTo>
                <a:lnTo>
                  <a:pt x="1061204" y="369846"/>
                </a:lnTo>
                <a:lnTo>
                  <a:pt x="0" y="3698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Text V">
            <a:extLst xmlns:a="http://schemas.openxmlformats.org/drawingml/2006/main">
              <a:ext uri="{FF2B5EF4-FFF2-40B4-BE49-F238E27FC236}">
                <a16:creationId xmlns:a16="http://schemas.microsoft.com/office/drawing/2014/main" id="{1DF7644A-4B2D-4BD9-9386-E6DE29BB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735" y="3635751"/>
            <a:ext cx="119393" cy="114757"/>
          </a:xfrm>
          <a:custGeom xmlns:a="http://schemas.openxmlformats.org/drawingml/2006/main">
            <a:pathLst>
              <a:path w="119393" h="114757">
                <a:moveTo>
                  <a:pt x="119393" y="0"/>
                </a:moveTo>
                <a:lnTo>
                  <a:pt x="119393" y="2981"/>
                </a:lnTo>
                <a:cubicBezTo>
                  <a:pt x="115309" y="3643"/>
                  <a:pt x="111666" y="5825"/>
                  <a:pt x="108464" y="9527"/>
                </a:cubicBezTo>
                <a:cubicBezTo>
                  <a:pt x="106146" y="12287"/>
                  <a:pt x="102696" y="18776"/>
                  <a:pt x="98114" y="28994"/>
                </a:cubicBezTo>
                <a:lnTo>
                  <a:pt x="59448" y="114757"/>
                </a:lnTo>
                <a:lnTo>
                  <a:pt x="56716" y="114757"/>
                </a:lnTo>
                <a:lnTo>
                  <a:pt x="18215" y="25535"/>
                </a:lnTo>
                <a:cubicBezTo>
                  <a:pt x="13579" y="14756"/>
                  <a:pt x="10474" y="8426"/>
                  <a:pt x="8901" y="6546"/>
                </a:cubicBezTo>
                <a:cubicBezTo>
                  <a:pt x="7328" y="4666"/>
                  <a:pt x="4361" y="3477"/>
                  <a:pt x="0" y="2981"/>
                </a:cubicBezTo>
                <a:lnTo>
                  <a:pt x="0" y="0"/>
                </a:lnTo>
                <a:lnTo>
                  <a:pt x="53818" y="0"/>
                </a:lnTo>
                <a:lnTo>
                  <a:pt x="53818" y="2981"/>
                </a:lnTo>
                <a:lnTo>
                  <a:pt x="51997" y="2981"/>
                </a:lnTo>
                <a:cubicBezTo>
                  <a:pt x="47139" y="2981"/>
                  <a:pt x="43827" y="3592"/>
                  <a:pt x="42061" y="4815"/>
                </a:cubicBezTo>
                <a:cubicBezTo>
                  <a:pt x="40791" y="5648"/>
                  <a:pt x="40157" y="6870"/>
                  <a:pt x="40157" y="8482"/>
                </a:cubicBezTo>
                <a:cubicBezTo>
                  <a:pt x="40157" y="9482"/>
                  <a:pt x="40377" y="10663"/>
                  <a:pt x="40819" y="12024"/>
                </a:cubicBezTo>
                <a:cubicBezTo>
                  <a:pt x="41261" y="13385"/>
                  <a:pt x="42751" y="17023"/>
                  <a:pt x="45290" y="22937"/>
                </a:cubicBezTo>
                <a:lnTo>
                  <a:pt x="69218" y="78766"/>
                </a:lnTo>
                <a:lnTo>
                  <a:pt x="91408" y="29041"/>
                </a:lnTo>
                <a:cubicBezTo>
                  <a:pt x="94057" y="23028"/>
                  <a:pt x="95686" y="18997"/>
                  <a:pt x="96293" y="16948"/>
                </a:cubicBezTo>
                <a:cubicBezTo>
                  <a:pt x="96900" y="14897"/>
                  <a:pt x="97204" y="13150"/>
                  <a:pt x="97204" y="11708"/>
                </a:cubicBezTo>
                <a:cubicBezTo>
                  <a:pt x="97204" y="10047"/>
                  <a:pt x="96762" y="8579"/>
                  <a:pt x="95879" y="7304"/>
                </a:cubicBezTo>
                <a:cubicBezTo>
                  <a:pt x="94996" y="6030"/>
                  <a:pt x="93699" y="5059"/>
                  <a:pt x="91988" y="4393"/>
                </a:cubicBezTo>
                <a:cubicBezTo>
                  <a:pt x="89614" y="3452"/>
                  <a:pt x="86468" y="2981"/>
                  <a:pt x="82549" y="2981"/>
                </a:cubicBezTo>
                <a:lnTo>
                  <a:pt x="82549" y="0"/>
                </a:lnTo>
                <a:lnTo>
                  <a:pt x="119393" y="0"/>
                </a:lnTo>
                <a:close/>
              </a:path>
            </a:pathLst>
          </a:custGeom>
          <a:solidFill xmlns:a="http://schemas.openxmlformats.org/drawingml/2006/main">
            <a:srgbClr val="783F0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Text arDecoder">
            <a:extLst xmlns:a="http://schemas.openxmlformats.org/drawingml/2006/main">
              <a:ext uri="{FF2B5EF4-FFF2-40B4-BE49-F238E27FC236}">
                <a16:creationId xmlns:a16="http://schemas.microsoft.com/office/drawing/2014/main" id="{CCDF2F81-ABD8-4528-BCFD-81234E43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025" y="3635751"/>
            <a:ext cx="751830" cy="114591"/>
          </a:xfrm>
          <a:custGeom xmlns:a="http://schemas.openxmlformats.org/drawingml/2006/main">
            <a:pathLst>
              <a:path w="751830" h="114591">
                <a:moveTo>
                  <a:pt x="40819" y="100847"/>
                </a:moveTo>
                <a:cubicBezTo>
                  <a:pt x="31380" y="109237"/>
                  <a:pt x="22907" y="113432"/>
                  <a:pt x="15400" y="113432"/>
                </a:cubicBezTo>
                <a:cubicBezTo>
                  <a:pt x="10984" y="113432"/>
                  <a:pt x="7314" y="111979"/>
                  <a:pt x="4388" y="109072"/>
                </a:cubicBezTo>
                <a:cubicBezTo>
                  <a:pt x="1463" y="106164"/>
                  <a:pt x="0" y="102523"/>
                  <a:pt x="0" y="98148"/>
                </a:cubicBezTo>
                <a:cubicBezTo>
                  <a:pt x="0" y="92221"/>
                  <a:pt x="2539" y="86890"/>
                  <a:pt x="7617" y="82155"/>
                </a:cubicBezTo>
                <a:cubicBezTo>
                  <a:pt x="12696" y="77420"/>
                  <a:pt x="23763" y="71121"/>
                  <a:pt x="40819" y="63257"/>
                </a:cubicBezTo>
                <a:lnTo>
                  <a:pt x="40819" y="55474"/>
                </a:lnTo>
                <a:cubicBezTo>
                  <a:pt x="40819" y="49623"/>
                  <a:pt x="40502" y="45939"/>
                  <a:pt x="39867" y="44421"/>
                </a:cubicBezTo>
                <a:cubicBezTo>
                  <a:pt x="39232" y="42903"/>
                  <a:pt x="38031" y="41578"/>
                  <a:pt x="36265" y="40446"/>
                </a:cubicBezTo>
                <a:cubicBezTo>
                  <a:pt x="34499" y="39315"/>
                  <a:pt x="32512" y="38749"/>
                  <a:pt x="30304" y="38749"/>
                </a:cubicBezTo>
                <a:cubicBezTo>
                  <a:pt x="26716" y="38749"/>
                  <a:pt x="23763" y="39549"/>
                  <a:pt x="21444" y="41150"/>
                </a:cubicBezTo>
                <a:cubicBezTo>
                  <a:pt x="20009" y="42144"/>
                  <a:pt x="19292" y="43303"/>
                  <a:pt x="19292" y="44628"/>
                </a:cubicBezTo>
                <a:cubicBezTo>
                  <a:pt x="19292" y="45787"/>
                  <a:pt x="20064" y="47222"/>
                  <a:pt x="21610" y="48933"/>
                </a:cubicBezTo>
                <a:cubicBezTo>
                  <a:pt x="23708" y="51307"/>
                  <a:pt x="24756" y="53597"/>
                  <a:pt x="24756" y="55805"/>
                </a:cubicBezTo>
                <a:cubicBezTo>
                  <a:pt x="24756" y="58510"/>
                  <a:pt x="23749" y="60814"/>
                  <a:pt x="21734" y="62719"/>
                </a:cubicBezTo>
                <a:cubicBezTo>
                  <a:pt x="19719" y="64623"/>
                  <a:pt x="17084" y="65575"/>
                  <a:pt x="13827" y="65575"/>
                </a:cubicBezTo>
                <a:cubicBezTo>
                  <a:pt x="10350" y="65575"/>
                  <a:pt x="7438" y="64526"/>
                  <a:pt x="5092" y="62429"/>
                </a:cubicBezTo>
                <a:cubicBezTo>
                  <a:pt x="2746" y="60331"/>
                  <a:pt x="1573" y="57875"/>
                  <a:pt x="1573" y="55060"/>
                </a:cubicBezTo>
                <a:cubicBezTo>
                  <a:pt x="1573" y="51086"/>
                  <a:pt x="3146" y="47291"/>
                  <a:pt x="6293" y="43675"/>
                </a:cubicBezTo>
                <a:cubicBezTo>
                  <a:pt x="9439" y="40060"/>
                  <a:pt x="13827" y="37286"/>
                  <a:pt x="19457" y="35354"/>
                </a:cubicBezTo>
                <a:cubicBezTo>
                  <a:pt x="25088" y="33422"/>
                  <a:pt x="30938" y="32456"/>
                  <a:pt x="37010" y="32456"/>
                </a:cubicBezTo>
                <a:cubicBezTo>
                  <a:pt x="44352" y="32456"/>
                  <a:pt x="50161" y="34020"/>
                  <a:pt x="54439" y="37147"/>
                </a:cubicBezTo>
                <a:cubicBezTo>
                  <a:pt x="58717" y="40273"/>
                  <a:pt x="61491" y="43662"/>
                  <a:pt x="62760" y="47313"/>
                </a:cubicBezTo>
                <a:cubicBezTo>
                  <a:pt x="63533" y="49637"/>
                  <a:pt x="63919" y="54976"/>
                  <a:pt x="63919" y="63329"/>
                </a:cubicBezTo>
                <a:lnTo>
                  <a:pt x="63919" y="93455"/>
                </a:lnTo>
                <a:cubicBezTo>
                  <a:pt x="63919" y="96996"/>
                  <a:pt x="64057" y="99224"/>
                  <a:pt x="64333" y="100138"/>
                </a:cubicBezTo>
                <a:cubicBezTo>
                  <a:pt x="64609" y="101050"/>
                  <a:pt x="65023" y="101728"/>
                  <a:pt x="65575" y="102172"/>
                </a:cubicBezTo>
                <a:cubicBezTo>
                  <a:pt x="66127" y="102613"/>
                  <a:pt x="66762" y="102834"/>
                  <a:pt x="67480" y="102834"/>
                </a:cubicBezTo>
                <a:cubicBezTo>
                  <a:pt x="68915" y="102834"/>
                  <a:pt x="70377" y="101813"/>
                  <a:pt x="71868" y="99770"/>
                </a:cubicBezTo>
                <a:lnTo>
                  <a:pt x="74352" y="101758"/>
                </a:lnTo>
                <a:cubicBezTo>
                  <a:pt x="71592" y="105842"/>
                  <a:pt x="68735" y="108809"/>
                  <a:pt x="65782" y="110658"/>
                </a:cubicBezTo>
                <a:cubicBezTo>
                  <a:pt x="62829" y="112507"/>
                  <a:pt x="59476" y="113432"/>
                  <a:pt x="55722" y="113432"/>
                </a:cubicBezTo>
                <a:cubicBezTo>
                  <a:pt x="51307" y="113432"/>
                  <a:pt x="47857" y="112390"/>
                  <a:pt x="45373" y="110306"/>
                </a:cubicBezTo>
                <a:cubicBezTo>
                  <a:pt x="42889" y="108223"/>
                  <a:pt x="41371" y="105069"/>
                  <a:pt x="40819" y="100847"/>
                </a:cubicBezTo>
                <a:moveTo>
                  <a:pt x="40819" y="94720"/>
                </a:moveTo>
                <a:lnTo>
                  <a:pt x="40819" y="68820"/>
                </a:lnTo>
                <a:cubicBezTo>
                  <a:pt x="34140" y="72758"/>
                  <a:pt x="29172" y="76974"/>
                  <a:pt x="25915" y="81467"/>
                </a:cubicBezTo>
                <a:cubicBezTo>
                  <a:pt x="23763" y="84462"/>
                  <a:pt x="22686" y="87485"/>
                  <a:pt x="22686" y="90536"/>
                </a:cubicBezTo>
                <a:cubicBezTo>
                  <a:pt x="22686" y="93087"/>
                  <a:pt x="23597" y="95334"/>
                  <a:pt x="25419" y="97276"/>
                </a:cubicBezTo>
                <a:cubicBezTo>
                  <a:pt x="26799" y="98773"/>
                  <a:pt x="28731" y="99522"/>
                  <a:pt x="31214" y="99522"/>
                </a:cubicBezTo>
                <a:cubicBezTo>
                  <a:pt x="33974" y="99522"/>
                  <a:pt x="37176" y="97921"/>
                  <a:pt x="40819" y="94720"/>
                </a:cubicBezTo>
                <a:close/>
                <a:moveTo>
                  <a:pt x="115005" y="34775"/>
                </a:moveTo>
                <a:lnTo>
                  <a:pt x="115005" y="52328"/>
                </a:lnTo>
                <a:cubicBezTo>
                  <a:pt x="120139" y="44324"/>
                  <a:pt x="124637" y="39011"/>
                  <a:pt x="128501" y="36389"/>
                </a:cubicBezTo>
                <a:cubicBezTo>
                  <a:pt x="132365" y="33767"/>
                  <a:pt x="136091" y="32456"/>
                  <a:pt x="139679" y="32456"/>
                </a:cubicBezTo>
                <a:cubicBezTo>
                  <a:pt x="142770" y="32456"/>
                  <a:pt x="145240" y="33412"/>
                  <a:pt x="147089" y="35323"/>
                </a:cubicBezTo>
                <a:cubicBezTo>
                  <a:pt x="148938" y="37235"/>
                  <a:pt x="149863" y="39935"/>
                  <a:pt x="149863" y="43424"/>
                </a:cubicBezTo>
                <a:cubicBezTo>
                  <a:pt x="149863" y="47137"/>
                  <a:pt x="148966" y="50018"/>
                  <a:pt x="147172" y="52069"/>
                </a:cubicBezTo>
                <a:cubicBezTo>
                  <a:pt x="145378" y="54118"/>
                  <a:pt x="143211" y="55143"/>
                  <a:pt x="140672" y="55143"/>
                </a:cubicBezTo>
                <a:cubicBezTo>
                  <a:pt x="137747" y="55143"/>
                  <a:pt x="135208" y="54204"/>
                  <a:pt x="133055" y="52328"/>
                </a:cubicBezTo>
                <a:cubicBezTo>
                  <a:pt x="130902" y="50451"/>
                  <a:pt x="129633" y="49402"/>
                  <a:pt x="129246" y="49181"/>
                </a:cubicBezTo>
                <a:cubicBezTo>
                  <a:pt x="128694" y="48850"/>
                  <a:pt x="128060" y="48685"/>
                  <a:pt x="127342" y="48685"/>
                </a:cubicBezTo>
                <a:cubicBezTo>
                  <a:pt x="125741" y="48685"/>
                  <a:pt x="124223" y="49292"/>
                  <a:pt x="122788" y="50506"/>
                </a:cubicBezTo>
                <a:cubicBezTo>
                  <a:pt x="120525" y="52383"/>
                  <a:pt x="118814" y="55060"/>
                  <a:pt x="117655" y="58538"/>
                </a:cubicBezTo>
                <a:cubicBezTo>
                  <a:pt x="115888" y="63892"/>
                  <a:pt x="115005" y="69798"/>
                  <a:pt x="115005" y="76256"/>
                </a:cubicBezTo>
                <a:lnTo>
                  <a:pt x="115005" y="94057"/>
                </a:lnTo>
                <a:lnTo>
                  <a:pt x="115088" y="98694"/>
                </a:lnTo>
                <a:cubicBezTo>
                  <a:pt x="115088" y="101840"/>
                  <a:pt x="115281" y="103855"/>
                  <a:pt x="115668" y="104738"/>
                </a:cubicBezTo>
                <a:cubicBezTo>
                  <a:pt x="116330" y="106229"/>
                  <a:pt x="117310" y="107319"/>
                  <a:pt x="118607" y="108009"/>
                </a:cubicBezTo>
                <a:cubicBezTo>
                  <a:pt x="119904" y="108699"/>
                  <a:pt x="122098" y="109126"/>
                  <a:pt x="125189" y="109292"/>
                </a:cubicBezTo>
                <a:lnTo>
                  <a:pt x="125189" y="112273"/>
                </a:lnTo>
                <a:lnTo>
                  <a:pt x="83377" y="112273"/>
                </a:lnTo>
                <a:lnTo>
                  <a:pt x="83377" y="109292"/>
                </a:lnTo>
                <a:cubicBezTo>
                  <a:pt x="86744" y="109016"/>
                  <a:pt x="89021" y="108092"/>
                  <a:pt x="90208" y="106518"/>
                </a:cubicBezTo>
                <a:cubicBezTo>
                  <a:pt x="91394" y="104945"/>
                  <a:pt x="91988" y="100792"/>
                  <a:pt x="91988" y="94057"/>
                </a:cubicBezTo>
                <a:lnTo>
                  <a:pt x="91988" y="51169"/>
                </a:lnTo>
                <a:cubicBezTo>
                  <a:pt x="91988" y="46725"/>
                  <a:pt x="91767" y="43893"/>
                  <a:pt x="91325" y="42672"/>
                </a:cubicBezTo>
                <a:cubicBezTo>
                  <a:pt x="90773" y="41116"/>
                  <a:pt x="89973" y="39977"/>
                  <a:pt x="88924" y="39256"/>
                </a:cubicBezTo>
                <a:cubicBezTo>
                  <a:pt x="87875" y="38533"/>
                  <a:pt x="86026" y="38033"/>
                  <a:pt x="83377" y="37755"/>
                </a:cubicBezTo>
                <a:lnTo>
                  <a:pt x="83377" y="34775"/>
                </a:lnTo>
                <a:lnTo>
                  <a:pt x="115005" y="34775"/>
                </a:lnTo>
                <a:close/>
                <a:moveTo>
                  <a:pt x="154521" y="112273"/>
                </a:moveTo>
                <a:lnTo>
                  <a:pt x="154521" y="109292"/>
                </a:lnTo>
                <a:lnTo>
                  <a:pt x="158247" y="109292"/>
                </a:lnTo>
                <a:cubicBezTo>
                  <a:pt x="161504" y="109292"/>
                  <a:pt x="164002" y="108779"/>
                  <a:pt x="165740" y="107753"/>
                </a:cubicBezTo>
                <a:cubicBezTo>
                  <a:pt x="167479" y="106726"/>
                  <a:pt x="168762" y="105326"/>
                  <a:pt x="169590" y="103551"/>
                </a:cubicBezTo>
                <a:cubicBezTo>
                  <a:pt x="170087" y="102385"/>
                  <a:pt x="170336" y="98889"/>
                  <a:pt x="170336" y="93064"/>
                </a:cubicBezTo>
                <a:lnTo>
                  <a:pt x="170336" y="19209"/>
                </a:lnTo>
                <a:cubicBezTo>
                  <a:pt x="170336" y="13439"/>
                  <a:pt x="170032" y="9833"/>
                  <a:pt x="169425" y="8391"/>
                </a:cubicBezTo>
                <a:cubicBezTo>
                  <a:pt x="168818" y="6947"/>
                  <a:pt x="167589" y="5685"/>
                  <a:pt x="165740" y="4603"/>
                </a:cubicBezTo>
                <a:cubicBezTo>
                  <a:pt x="163891" y="3521"/>
                  <a:pt x="161393" y="2981"/>
                  <a:pt x="158247" y="2981"/>
                </a:cubicBezTo>
                <a:lnTo>
                  <a:pt x="154521" y="2981"/>
                </a:lnTo>
                <a:lnTo>
                  <a:pt x="154521" y="0"/>
                </a:lnTo>
                <a:lnTo>
                  <a:pt x="204779" y="0"/>
                </a:lnTo>
                <a:cubicBezTo>
                  <a:pt x="218192" y="0"/>
                  <a:pt x="228983" y="1822"/>
                  <a:pt x="237153" y="5465"/>
                </a:cubicBezTo>
                <a:cubicBezTo>
                  <a:pt x="247144" y="9936"/>
                  <a:pt x="254720" y="16697"/>
                  <a:pt x="259881" y="25750"/>
                </a:cubicBezTo>
                <a:cubicBezTo>
                  <a:pt x="265042" y="34802"/>
                  <a:pt x="267622" y="45042"/>
                  <a:pt x="267622" y="56468"/>
                </a:cubicBezTo>
                <a:cubicBezTo>
                  <a:pt x="267622" y="64361"/>
                  <a:pt x="266353" y="71633"/>
                  <a:pt x="263813" y="78285"/>
                </a:cubicBezTo>
                <a:cubicBezTo>
                  <a:pt x="261274" y="84936"/>
                  <a:pt x="257990" y="90428"/>
                  <a:pt x="253961" y="94761"/>
                </a:cubicBezTo>
                <a:cubicBezTo>
                  <a:pt x="249931" y="99094"/>
                  <a:pt x="245281" y="102572"/>
                  <a:pt x="240009" y="105194"/>
                </a:cubicBezTo>
                <a:cubicBezTo>
                  <a:pt x="234738" y="107816"/>
                  <a:pt x="228293" y="109844"/>
                  <a:pt x="220676" y="111279"/>
                </a:cubicBezTo>
                <a:cubicBezTo>
                  <a:pt x="217309" y="111942"/>
                  <a:pt x="212010" y="112273"/>
                  <a:pt x="204779" y="112273"/>
                </a:cubicBezTo>
                <a:lnTo>
                  <a:pt x="154521" y="112273"/>
                </a:lnTo>
                <a:moveTo>
                  <a:pt x="197327" y="6293"/>
                </a:moveTo>
                <a:lnTo>
                  <a:pt x="197327" y="93819"/>
                </a:lnTo>
                <a:cubicBezTo>
                  <a:pt x="197327" y="98453"/>
                  <a:pt x="197548" y="101294"/>
                  <a:pt x="197990" y="102342"/>
                </a:cubicBezTo>
                <a:cubicBezTo>
                  <a:pt x="198431" y="103389"/>
                  <a:pt x="199177" y="104188"/>
                  <a:pt x="200225" y="104738"/>
                </a:cubicBezTo>
                <a:cubicBezTo>
                  <a:pt x="201716" y="105566"/>
                  <a:pt x="203868" y="105980"/>
                  <a:pt x="206683" y="105980"/>
                </a:cubicBezTo>
                <a:cubicBezTo>
                  <a:pt x="215902" y="105980"/>
                  <a:pt x="222939" y="102837"/>
                  <a:pt x="227797" y="96549"/>
                </a:cubicBezTo>
                <a:cubicBezTo>
                  <a:pt x="234420" y="88056"/>
                  <a:pt x="237732" y="74874"/>
                  <a:pt x="237732" y="57006"/>
                </a:cubicBezTo>
                <a:cubicBezTo>
                  <a:pt x="237732" y="42611"/>
                  <a:pt x="235469" y="31112"/>
                  <a:pt x="230943" y="22508"/>
                </a:cubicBezTo>
                <a:cubicBezTo>
                  <a:pt x="227355" y="15779"/>
                  <a:pt x="222746" y="11201"/>
                  <a:pt x="217116" y="8774"/>
                </a:cubicBezTo>
                <a:cubicBezTo>
                  <a:pt x="213142" y="7064"/>
                  <a:pt x="206545" y="6237"/>
                  <a:pt x="197327" y="6293"/>
                </a:cubicBezTo>
                <a:close/>
                <a:moveTo>
                  <a:pt x="346002" y="70709"/>
                </a:moveTo>
                <a:lnTo>
                  <a:pt x="303528" y="70709"/>
                </a:lnTo>
                <a:cubicBezTo>
                  <a:pt x="304024" y="81003"/>
                  <a:pt x="306757" y="89139"/>
                  <a:pt x="311725" y="95116"/>
                </a:cubicBezTo>
                <a:cubicBezTo>
                  <a:pt x="315533" y="99709"/>
                  <a:pt x="320115" y="102006"/>
                  <a:pt x="325469" y="102006"/>
                </a:cubicBezTo>
                <a:cubicBezTo>
                  <a:pt x="328781" y="102006"/>
                  <a:pt x="331789" y="101081"/>
                  <a:pt x="334494" y="99232"/>
                </a:cubicBezTo>
                <a:cubicBezTo>
                  <a:pt x="337198" y="97383"/>
                  <a:pt x="340096" y="94057"/>
                  <a:pt x="343187" y="89255"/>
                </a:cubicBezTo>
                <a:lnTo>
                  <a:pt x="346002" y="91077"/>
                </a:lnTo>
                <a:cubicBezTo>
                  <a:pt x="341807" y="99632"/>
                  <a:pt x="337171" y="105690"/>
                  <a:pt x="332093" y="109251"/>
                </a:cubicBezTo>
                <a:cubicBezTo>
                  <a:pt x="327014" y="112811"/>
                  <a:pt x="321136" y="114591"/>
                  <a:pt x="314457" y="114591"/>
                </a:cubicBezTo>
                <a:cubicBezTo>
                  <a:pt x="302976" y="114591"/>
                  <a:pt x="294282" y="110171"/>
                  <a:pt x="288376" y="101331"/>
                </a:cubicBezTo>
                <a:cubicBezTo>
                  <a:pt x="283629" y="94203"/>
                  <a:pt x="281255" y="85363"/>
                  <a:pt x="281255" y="74810"/>
                </a:cubicBezTo>
                <a:cubicBezTo>
                  <a:pt x="281255" y="61880"/>
                  <a:pt x="284746" y="51589"/>
                  <a:pt x="291729" y="43937"/>
                </a:cubicBezTo>
                <a:cubicBezTo>
                  <a:pt x="298712" y="36283"/>
                  <a:pt x="306895" y="32456"/>
                  <a:pt x="316278" y="32456"/>
                </a:cubicBezTo>
                <a:cubicBezTo>
                  <a:pt x="324116" y="32456"/>
                  <a:pt x="330920" y="35672"/>
                  <a:pt x="336688" y="42102"/>
                </a:cubicBezTo>
                <a:cubicBezTo>
                  <a:pt x="342456" y="48533"/>
                  <a:pt x="345561" y="58068"/>
                  <a:pt x="346002" y="70709"/>
                </a:cubicBezTo>
                <a:moveTo>
                  <a:pt x="325634" y="65244"/>
                </a:moveTo>
                <a:cubicBezTo>
                  <a:pt x="325634" y="56357"/>
                  <a:pt x="325151" y="50258"/>
                  <a:pt x="324185" y="46946"/>
                </a:cubicBezTo>
                <a:cubicBezTo>
                  <a:pt x="323220" y="43634"/>
                  <a:pt x="321715" y="41123"/>
                  <a:pt x="319673" y="39411"/>
                </a:cubicBezTo>
                <a:cubicBezTo>
                  <a:pt x="318514" y="38418"/>
                  <a:pt x="316968" y="37921"/>
                  <a:pt x="315036" y="37921"/>
                </a:cubicBezTo>
                <a:cubicBezTo>
                  <a:pt x="312166" y="37921"/>
                  <a:pt x="309820" y="39329"/>
                  <a:pt x="307999" y="42144"/>
                </a:cubicBezTo>
                <a:cubicBezTo>
                  <a:pt x="304742" y="47056"/>
                  <a:pt x="303114" y="53790"/>
                  <a:pt x="303114" y="62346"/>
                </a:cubicBezTo>
                <a:lnTo>
                  <a:pt x="303114" y="65244"/>
                </a:lnTo>
                <a:lnTo>
                  <a:pt x="325634" y="65244"/>
                </a:lnTo>
                <a:close/>
                <a:moveTo>
                  <a:pt x="418720" y="92254"/>
                </a:moveTo>
                <a:lnTo>
                  <a:pt x="421287" y="94239"/>
                </a:lnTo>
                <a:cubicBezTo>
                  <a:pt x="417644" y="101106"/>
                  <a:pt x="413104" y="106215"/>
                  <a:pt x="407667" y="109566"/>
                </a:cubicBezTo>
                <a:cubicBezTo>
                  <a:pt x="402230" y="112916"/>
                  <a:pt x="396448" y="114591"/>
                  <a:pt x="390321" y="114591"/>
                </a:cubicBezTo>
                <a:cubicBezTo>
                  <a:pt x="379999" y="114591"/>
                  <a:pt x="371747" y="110696"/>
                  <a:pt x="365564" y="102906"/>
                </a:cubicBezTo>
                <a:cubicBezTo>
                  <a:pt x="359382" y="95115"/>
                  <a:pt x="356291" y="85749"/>
                  <a:pt x="356291" y="74810"/>
                </a:cubicBezTo>
                <a:cubicBezTo>
                  <a:pt x="356291" y="64255"/>
                  <a:pt x="359106" y="54972"/>
                  <a:pt x="364737" y="46961"/>
                </a:cubicBezTo>
                <a:cubicBezTo>
                  <a:pt x="371526" y="37291"/>
                  <a:pt x="380882" y="32456"/>
                  <a:pt x="392805" y="32456"/>
                </a:cubicBezTo>
                <a:cubicBezTo>
                  <a:pt x="400808" y="32456"/>
                  <a:pt x="407170" y="34477"/>
                  <a:pt x="411889" y="38519"/>
                </a:cubicBezTo>
                <a:cubicBezTo>
                  <a:pt x="416609" y="42559"/>
                  <a:pt x="418969" y="47069"/>
                  <a:pt x="418969" y="52051"/>
                </a:cubicBezTo>
                <a:cubicBezTo>
                  <a:pt x="418969" y="55206"/>
                  <a:pt x="418016" y="57724"/>
                  <a:pt x="416112" y="59606"/>
                </a:cubicBezTo>
                <a:cubicBezTo>
                  <a:pt x="414208" y="61488"/>
                  <a:pt x="411710" y="62429"/>
                  <a:pt x="408619" y="62429"/>
                </a:cubicBezTo>
                <a:cubicBezTo>
                  <a:pt x="405362" y="62429"/>
                  <a:pt x="402671" y="61349"/>
                  <a:pt x="400546" y="59190"/>
                </a:cubicBezTo>
                <a:cubicBezTo>
                  <a:pt x="398421" y="57028"/>
                  <a:pt x="397110" y="53178"/>
                  <a:pt x="396613" y="47639"/>
                </a:cubicBezTo>
                <a:cubicBezTo>
                  <a:pt x="396282" y="44150"/>
                  <a:pt x="395482" y="41712"/>
                  <a:pt x="394212" y="40327"/>
                </a:cubicBezTo>
                <a:cubicBezTo>
                  <a:pt x="392943" y="38944"/>
                  <a:pt x="391452" y="38252"/>
                  <a:pt x="389741" y="38252"/>
                </a:cubicBezTo>
                <a:cubicBezTo>
                  <a:pt x="387092" y="38252"/>
                  <a:pt x="384829" y="39660"/>
                  <a:pt x="382952" y="42475"/>
                </a:cubicBezTo>
                <a:cubicBezTo>
                  <a:pt x="380082" y="46725"/>
                  <a:pt x="378646" y="53238"/>
                  <a:pt x="378646" y="62015"/>
                </a:cubicBezTo>
                <a:cubicBezTo>
                  <a:pt x="378646" y="69301"/>
                  <a:pt x="379806" y="76270"/>
                  <a:pt x="382124" y="82921"/>
                </a:cubicBezTo>
                <a:cubicBezTo>
                  <a:pt x="384442" y="89573"/>
                  <a:pt x="387616" y="94527"/>
                  <a:pt x="391646" y="97783"/>
                </a:cubicBezTo>
                <a:cubicBezTo>
                  <a:pt x="394681" y="100157"/>
                  <a:pt x="398269" y="101344"/>
                  <a:pt x="402409" y="101344"/>
                </a:cubicBezTo>
                <a:cubicBezTo>
                  <a:pt x="405114" y="101344"/>
                  <a:pt x="407681" y="100711"/>
                  <a:pt x="410109" y="99444"/>
                </a:cubicBezTo>
                <a:cubicBezTo>
                  <a:pt x="412538" y="98177"/>
                  <a:pt x="415408" y="95780"/>
                  <a:pt x="418720" y="92254"/>
                </a:cubicBezTo>
                <a:close/>
                <a:moveTo>
                  <a:pt x="467178" y="32456"/>
                </a:moveTo>
                <a:cubicBezTo>
                  <a:pt x="473912" y="32456"/>
                  <a:pt x="480177" y="34197"/>
                  <a:pt x="485973" y="37678"/>
                </a:cubicBezTo>
                <a:cubicBezTo>
                  <a:pt x="491769" y="41159"/>
                  <a:pt x="496171" y="46104"/>
                  <a:pt x="499179" y="52514"/>
                </a:cubicBezTo>
                <a:cubicBezTo>
                  <a:pt x="502187" y="58924"/>
                  <a:pt x="503691" y="65941"/>
                  <a:pt x="503691" y="73565"/>
                </a:cubicBezTo>
                <a:cubicBezTo>
                  <a:pt x="503691" y="84560"/>
                  <a:pt x="500904" y="93760"/>
                  <a:pt x="495329" y="101165"/>
                </a:cubicBezTo>
                <a:cubicBezTo>
                  <a:pt x="488595" y="110116"/>
                  <a:pt x="479294" y="114591"/>
                  <a:pt x="467426" y="114591"/>
                </a:cubicBezTo>
                <a:cubicBezTo>
                  <a:pt x="455779" y="114591"/>
                  <a:pt x="446810" y="110502"/>
                  <a:pt x="440517" y="102324"/>
                </a:cubicBezTo>
                <a:cubicBezTo>
                  <a:pt x="434225" y="94146"/>
                  <a:pt x="431078" y="84670"/>
                  <a:pt x="431078" y="73896"/>
                </a:cubicBezTo>
                <a:cubicBezTo>
                  <a:pt x="431078" y="62791"/>
                  <a:pt x="434294" y="53108"/>
                  <a:pt x="440724" y="44848"/>
                </a:cubicBezTo>
                <a:cubicBezTo>
                  <a:pt x="447155" y="36587"/>
                  <a:pt x="455973" y="32456"/>
                  <a:pt x="467178" y="32456"/>
                </a:cubicBezTo>
                <a:moveTo>
                  <a:pt x="467509" y="38252"/>
                </a:moveTo>
                <a:cubicBezTo>
                  <a:pt x="464694" y="38252"/>
                  <a:pt x="462279" y="39317"/>
                  <a:pt x="460264" y="41445"/>
                </a:cubicBezTo>
                <a:cubicBezTo>
                  <a:pt x="458250" y="43572"/>
                  <a:pt x="456925" y="47771"/>
                  <a:pt x="456290" y="54043"/>
                </a:cubicBezTo>
                <a:cubicBezTo>
                  <a:pt x="455655" y="60315"/>
                  <a:pt x="455338" y="69033"/>
                  <a:pt x="455338" y="80197"/>
                </a:cubicBezTo>
                <a:cubicBezTo>
                  <a:pt x="455338" y="86110"/>
                  <a:pt x="455724" y="91636"/>
                  <a:pt x="456497" y="96777"/>
                </a:cubicBezTo>
                <a:cubicBezTo>
                  <a:pt x="457104" y="100699"/>
                  <a:pt x="458401" y="103683"/>
                  <a:pt x="460388" y="105729"/>
                </a:cubicBezTo>
                <a:cubicBezTo>
                  <a:pt x="462376" y="107773"/>
                  <a:pt x="464639" y="108795"/>
                  <a:pt x="467178" y="108795"/>
                </a:cubicBezTo>
                <a:cubicBezTo>
                  <a:pt x="469662" y="108795"/>
                  <a:pt x="471732" y="108104"/>
                  <a:pt x="473388" y="106723"/>
                </a:cubicBezTo>
                <a:cubicBezTo>
                  <a:pt x="475540" y="104844"/>
                  <a:pt x="476975" y="102219"/>
                  <a:pt x="477693" y="98847"/>
                </a:cubicBezTo>
                <a:cubicBezTo>
                  <a:pt x="478797" y="93598"/>
                  <a:pt x="479349" y="82988"/>
                  <a:pt x="479349" y="67016"/>
                </a:cubicBezTo>
                <a:cubicBezTo>
                  <a:pt x="479349" y="57622"/>
                  <a:pt x="478825" y="51171"/>
                  <a:pt x="477776" y="47663"/>
                </a:cubicBezTo>
                <a:cubicBezTo>
                  <a:pt x="476727" y="44152"/>
                  <a:pt x="475182" y="41596"/>
                  <a:pt x="473139" y="39994"/>
                </a:cubicBezTo>
                <a:cubicBezTo>
                  <a:pt x="471704" y="38833"/>
                  <a:pt x="469827" y="38252"/>
                  <a:pt x="467509" y="38252"/>
                </a:cubicBezTo>
                <a:close/>
                <a:moveTo>
                  <a:pt x="590711" y="0"/>
                </a:moveTo>
                <a:lnTo>
                  <a:pt x="590711" y="89090"/>
                </a:lnTo>
                <a:cubicBezTo>
                  <a:pt x="590711" y="95046"/>
                  <a:pt x="590877" y="98570"/>
                  <a:pt x="591208" y="99662"/>
                </a:cubicBezTo>
                <a:cubicBezTo>
                  <a:pt x="591650" y="101466"/>
                  <a:pt x="592492" y="102805"/>
                  <a:pt x="593734" y="103680"/>
                </a:cubicBezTo>
                <a:cubicBezTo>
                  <a:pt x="594975" y="104553"/>
                  <a:pt x="597142" y="105099"/>
                  <a:pt x="600233" y="105318"/>
                </a:cubicBezTo>
                <a:lnTo>
                  <a:pt x="600233" y="108299"/>
                </a:lnTo>
                <a:lnTo>
                  <a:pt x="567528" y="114591"/>
                </a:lnTo>
                <a:lnTo>
                  <a:pt x="567528" y="102337"/>
                </a:lnTo>
                <a:cubicBezTo>
                  <a:pt x="563609" y="107084"/>
                  <a:pt x="560118" y="110313"/>
                  <a:pt x="557054" y="112024"/>
                </a:cubicBezTo>
                <a:cubicBezTo>
                  <a:pt x="553991" y="113736"/>
                  <a:pt x="550527" y="114591"/>
                  <a:pt x="546663" y="114591"/>
                </a:cubicBezTo>
                <a:cubicBezTo>
                  <a:pt x="536783" y="114591"/>
                  <a:pt x="528972" y="110171"/>
                  <a:pt x="523232" y="101331"/>
                </a:cubicBezTo>
                <a:cubicBezTo>
                  <a:pt x="518595" y="94148"/>
                  <a:pt x="516277" y="85335"/>
                  <a:pt x="516277" y="74893"/>
                </a:cubicBezTo>
                <a:cubicBezTo>
                  <a:pt x="516277" y="66549"/>
                  <a:pt x="517712" y="59076"/>
                  <a:pt x="520582" y="52473"/>
                </a:cubicBezTo>
                <a:cubicBezTo>
                  <a:pt x="523453" y="45870"/>
                  <a:pt x="527385" y="40883"/>
                  <a:pt x="532381" y="37512"/>
                </a:cubicBezTo>
                <a:cubicBezTo>
                  <a:pt x="537376" y="34142"/>
                  <a:pt x="542744" y="32456"/>
                  <a:pt x="548485" y="32456"/>
                </a:cubicBezTo>
                <a:cubicBezTo>
                  <a:pt x="552183" y="32456"/>
                  <a:pt x="555467" y="33180"/>
                  <a:pt x="558338" y="34627"/>
                </a:cubicBezTo>
                <a:cubicBezTo>
                  <a:pt x="561208" y="36075"/>
                  <a:pt x="564272" y="38608"/>
                  <a:pt x="567528" y="42226"/>
                </a:cubicBezTo>
                <a:lnTo>
                  <a:pt x="567528" y="18878"/>
                </a:lnTo>
                <a:cubicBezTo>
                  <a:pt x="567528" y="12972"/>
                  <a:pt x="567280" y="9411"/>
                  <a:pt x="566783" y="8197"/>
                </a:cubicBezTo>
                <a:cubicBezTo>
                  <a:pt x="566121" y="6596"/>
                  <a:pt x="565127" y="5409"/>
                  <a:pt x="563802" y="4637"/>
                </a:cubicBezTo>
                <a:cubicBezTo>
                  <a:pt x="562478" y="3864"/>
                  <a:pt x="559994" y="3477"/>
                  <a:pt x="556351" y="3477"/>
                </a:cubicBezTo>
                <a:lnTo>
                  <a:pt x="556351" y="0"/>
                </a:lnTo>
                <a:lnTo>
                  <a:pt x="590711" y="0"/>
                </a:lnTo>
                <a:moveTo>
                  <a:pt x="567528" y="52328"/>
                </a:moveTo>
                <a:cubicBezTo>
                  <a:pt x="563444" y="44600"/>
                  <a:pt x="558448" y="40736"/>
                  <a:pt x="552542" y="40736"/>
                </a:cubicBezTo>
                <a:cubicBezTo>
                  <a:pt x="550500" y="40736"/>
                  <a:pt x="548816" y="41288"/>
                  <a:pt x="547491" y="42392"/>
                </a:cubicBezTo>
                <a:cubicBezTo>
                  <a:pt x="545449" y="44103"/>
                  <a:pt x="543779" y="47112"/>
                  <a:pt x="542482" y="51417"/>
                </a:cubicBezTo>
                <a:cubicBezTo>
                  <a:pt x="541185" y="55722"/>
                  <a:pt x="540536" y="62319"/>
                  <a:pt x="540536" y="71205"/>
                </a:cubicBezTo>
                <a:cubicBezTo>
                  <a:pt x="540536" y="80976"/>
                  <a:pt x="541254" y="88206"/>
                  <a:pt x="542689" y="92898"/>
                </a:cubicBezTo>
                <a:cubicBezTo>
                  <a:pt x="544124" y="97590"/>
                  <a:pt x="546084" y="100985"/>
                  <a:pt x="548568" y="103082"/>
                </a:cubicBezTo>
                <a:cubicBezTo>
                  <a:pt x="549837" y="104131"/>
                  <a:pt x="551576" y="104655"/>
                  <a:pt x="553784" y="104655"/>
                </a:cubicBezTo>
                <a:cubicBezTo>
                  <a:pt x="558641" y="104655"/>
                  <a:pt x="563223" y="100835"/>
                  <a:pt x="567528" y="93193"/>
                </a:cubicBezTo>
                <a:lnTo>
                  <a:pt x="567528" y="52328"/>
                </a:lnTo>
                <a:close/>
                <a:moveTo>
                  <a:pt x="675304" y="70709"/>
                </a:moveTo>
                <a:lnTo>
                  <a:pt x="632829" y="70709"/>
                </a:lnTo>
                <a:cubicBezTo>
                  <a:pt x="633326" y="81003"/>
                  <a:pt x="636058" y="89139"/>
                  <a:pt x="641026" y="95116"/>
                </a:cubicBezTo>
                <a:cubicBezTo>
                  <a:pt x="644835" y="99709"/>
                  <a:pt x="649416" y="102006"/>
                  <a:pt x="654770" y="102006"/>
                </a:cubicBezTo>
                <a:cubicBezTo>
                  <a:pt x="658082" y="102006"/>
                  <a:pt x="661090" y="101081"/>
                  <a:pt x="663795" y="99232"/>
                </a:cubicBezTo>
                <a:cubicBezTo>
                  <a:pt x="666500" y="97383"/>
                  <a:pt x="669398" y="94057"/>
                  <a:pt x="672489" y="89255"/>
                </a:cubicBezTo>
                <a:lnTo>
                  <a:pt x="675304" y="91077"/>
                </a:lnTo>
                <a:cubicBezTo>
                  <a:pt x="671109" y="99632"/>
                  <a:pt x="666472" y="105690"/>
                  <a:pt x="661394" y="109251"/>
                </a:cubicBezTo>
                <a:cubicBezTo>
                  <a:pt x="656316" y="112811"/>
                  <a:pt x="650437" y="114591"/>
                  <a:pt x="643758" y="114591"/>
                </a:cubicBezTo>
                <a:cubicBezTo>
                  <a:pt x="632277" y="114591"/>
                  <a:pt x="623583" y="110171"/>
                  <a:pt x="617677" y="101331"/>
                </a:cubicBezTo>
                <a:cubicBezTo>
                  <a:pt x="612930" y="94203"/>
                  <a:pt x="610557" y="85363"/>
                  <a:pt x="610557" y="74810"/>
                </a:cubicBezTo>
                <a:cubicBezTo>
                  <a:pt x="610557" y="61880"/>
                  <a:pt x="614048" y="51589"/>
                  <a:pt x="621030" y="43937"/>
                </a:cubicBezTo>
                <a:cubicBezTo>
                  <a:pt x="628013" y="36283"/>
                  <a:pt x="636196" y="32456"/>
                  <a:pt x="645580" y="32456"/>
                </a:cubicBezTo>
                <a:cubicBezTo>
                  <a:pt x="653418" y="32456"/>
                  <a:pt x="660221" y="35672"/>
                  <a:pt x="665989" y="42102"/>
                </a:cubicBezTo>
                <a:cubicBezTo>
                  <a:pt x="671757" y="48533"/>
                  <a:pt x="674862" y="58068"/>
                  <a:pt x="675304" y="70709"/>
                </a:cubicBezTo>
                <a:moveTo>
                  <a:pt x="654936" y="65244"/>
                </a:moveTo>
                <a:cubicBezTo>
                  <a:pt x="654936" y="56357"/>
                  <a:pt x="654453" y="50258"/>
                  <a:pt x="653487" y="46946"/>
                </a:cubicBezTo>
                <a:cubicBezTo>
                  <a:pt x="652521" y="43634"/>
                  <a:pt x="651017" y="41123"/>
                  <a:pt x="648974" y="39411"/>
                </a:cubicBezTo>
                <a:cubicBezTo>
                  <a:pt x="647815" y="38418"/>
                  <a:pt x="646270" y="37921"/>
                  <a:pt x="644338" y="37921"/>
                </a:cubicBezTo>
                <a:cubicBezTo>
                  <a:pt x="641468" y="37921"/>
                  <a:pt x="639122" y="39329"/>
                  <a:pt x="637300" y="42144"/>
                </a:cubicBezTo>
                <a:cubicBezTo>
                  <a:pt x="634043" y="47056"/>
                  <a:pt x="632415" y="53790"/>
                  <a:pt x="632415" y="62346"/>
                </a:cubicBezTo>
                <a:lnTo>
                  <a:pt x="632415" y="65244"/>
                </a:lnTo>
                <a:lnTo>
                  <a:pt x="654936" y="65244"/>
                </a:lnTo>
                <a:close/>
                <a:moveTo>
                  <a:pt x="716973" y="34775"/>
                </a:moveTo>
                <a:lnTo>
                  <a:pt x="716973" y="52328"/>
                </a:lnTo>
                <a:cubicBezTo>
                  <a:pt x="722106" y="44324"/>
                  <a:pt x="726605" y="39011"/>
                  <a:pt x="730469" y="36389"/>
                </a:cubicBezTo>
                <a:cubicBezTo>
                  <a:pt x="734333" y="33767"/>
                  <a:pt x="738058" y="32456"/>
                  <a:pt x="741646" y="32456"/>
                </a:cubicBezTo>
                <a:cubicBezTo>
                  <a:pt x="744737" y="32456"/>
                  <a:pt x="747207" y="33412"/>
                  <a:pt x="749057" y="35323"/>
                </a:cubicBezTo>
                <a:cubicBezTo>
                  <a:pt x="750906" y="37235"/>
                  <a:pt x="751830" y="39935"/>
                  <a:pt x="751830" y="43424"/>
                </a:cubicBezTo>
                <a:cubicBezTo>
                  <a:pt x="751830" y="47137"/>
                  <a:pt x="750933" y="50018"/>
                  <a:pt x="749139" y="52069"/>
                </a:cubicBezTo>
                <a:cubicBezTo>
                  <a:pt x="747345" y="54118"/>
                  <a:pt x="745179" y="55143"/>
                  <a:pt x="742640" y="55143"/>
                </a:cubicBezTo>
                <a:cubicBezTo>
                  <a:pt x="739714" y="55143"/>
                  <a:pt x="737175" y="54204"/>
                  <a:pt x="735023" y="52328"/>
                </a:cubicBezTo>
                <a:cubicBezTo>
                  <a:pt x="732870" y="50451"/>
                  <a:pt x="731600" y="49402"/>
                  <a:pt x="731214" y="49181"/>
                </a:cubicBezTo>
                <a:cubicBezTo>
                  <a:pt x="730662" y="48850"/>
                  <a:pt x="730027" y="48685"/>
                  <a:pt x="729310" y="48685"/>
                </a:cubicBezTo>
                <a:cubicBezTo>
                  <a:pt x="727709" y="48685"/>
                  <a:pt x="726191" y="49292"/>
                  <a:pt x="724756" y="50506"/>
                </a:cubicBezTo>
                <a:cubicBezTo>
                  <a:pt x="722493" y="52383"/>
                  <a:pt x="720781" y="55060"/>
                  <a:pt x="719622" y="58538"/>
                </a:cubicBezTo>
                <a:cubicBezTo>
                  <a:pt x="717856" y="63892"/>
                  <a:pt x="716973" y="69798"/>
                  <a:pt x="716973" y="76256"/>
                </a:cubicBezTo>
                <a:lnTo>
                  <a:pt x="716973" y="94057"/>
                </a:lnTo>
                <a:lnTo>
                  <a:pt x="717056" y="98694"/>
                </a:lnTo>
                <a:cubicBezTo>
                  <a:pt x="717056" y="101840"/>
                  <a:pt x="717249" y="103855"/>
                  <a:pt x="717635" y="104738"/>
                </a:cubicBezTo>
                <a:cubicBezTo>
                  <a:pt x="718298" y="106229"/>
                  <a:pt x="719277" y="107319"/>
                  <a:pt x="720574" y="108009"/>
                </a:cubicBezTo>
                <a:cubicBezTo>
                  <a:pt x="721872" y="108699"/>
                  <a:pt x="724066" y="109126"/>
                  <a:pt x="727157" y="109292"/>
                </a:cubicBezTo>
                <a:lnTo>
                  <a:pt x="727157" y="112273"/>
                </a:lnTo>
                <a:lnTo>
                  <a:pt x="685344" y="112273"/>
                </a:lnTo>
                <a:lnTo>
                  <a:pt x="685344" y="109292"/>
                </a:lnTo>
                <a:cubicBezTo>
                  <a:pt x="688711" y="109016"/>
                  <a:pt x="690988" y="108092"/>
                  <a:pt x="692175" y="106518"/>
                </a:cubicBezTo>
                <a:cubicBezTo>
                  <a:pt x="693362" y="104945"/>
                  <a:pt x="693955" y="100792"/>
                  <a:pt x="693955" y="94057"/>
                </a:cubicBezTo>
                <a:lnTo>
                  <a:pt x="693955" y="51169"/>
                </a:lnTo>
                <a:cubicBezTo>
                  <a:pt x="693955" y="46725"/>
                  <a:pt x="693734" y="43893"/>
                  <a:pt x="693293" y="42672"/>
                </a:cubicBezTo>
                <a:cubicBezTo>
                  <a:pt x="692741" y="41116"/>
                  <a:pt x="691940" y="39977"/>
                  <a:pt x="690892" y="39256"/>
                </a:cubicBezTo>
                <a:cubicBezTo>
                  <a:pt x="689843" y="38533"/>
                  <a:pt x="687994" y="38033"/>
                  <a:pt x="685344" y="37755"/>
                </a:cubicBezTo>
                <a:lnTo>
                  <a:pt x="685344" y="34775"/>
                </a:lnTo>
                <a:lnTo>
                  <a:pt x="716973" y="34775"/>
                </a:lnTo>
                <a:close/>
              </a:path>
            </a:pathLst>
          </a:custGeom>
          <a:solidFill xmlns:a="http://schemas.openxmlformats.org/drawingml/2006/main">
            <a:srgbClr val="783F0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627AD-9BEF-4E8F-8633-903F8A25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0045" y="2575671"/>
            <a:ext cx="182386" cy="595225"/>
          </a:xfrm>
          <a:custGeom xmlns:a="http://schemas.openxmlformats.org/drawingml/2006/main">
            <a:pathLst>
              <a:path w="182386" h="595225">
                <a:moveTo>
                  <a:pt x="0" y="91193"/>
                </a:moveTo>
                <a:lnTo>
                  <a:pt x="91193" y="0"/>
                </a:lnTo>
                <a:lnTo>
                  <a:pt x="182386" y="91193"/>
                </a:lnTo>
                <a:lnTo>
                  <a:pt x="129811" y="91193"/>
                </a:lnTo>
                <a:lnTo>
                  <a:pt x="129811" y="595225"/>
                </a:lnTo>
                <a:lnTo>
                  <a:pt x="52574" y="595225"/>
                </a:lnTo>
                <a:lnTo>
                  <a:pt x="52574" y="91193"/>
                </a:lnTo>
                <a:lnTo>
                  <a:pt x="0" y="91193"/>
                </a:lnTo>
                <a:close/>
              </a:path>
            </a:pathLst>
          </a:custGeom>
          <a:solidFill xmlns:a="http://schemas.openxmlformats.org/drawingml/2006/main">
            <a:srgbClr val="FF99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4006FE-4E32-405E-A97D-F3F28DAE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767" y="4744499"/>
            <a:ext cx="1186978" cy="369846"/>
          </a:xfrm>
          <a:custGeom xmlns:a="http://schemas.openxmlformats.org/drawingml/2006/main">
            <a:pathLst>
              <a:path w="1186978" h="369846">
                <a:moveTo>
                  <a:pt x="0" y="0"/>
                </a:moveTo>
                <a:lnTo>
                  <a:pt x="1186978" y="0"/>
                </a:lnTo>
                <a:lnTo>
                  <a:pt x="1186978" y="369846"/>
                </a:lnTo>
                <a:lnTo>
                  <a:pt x="0" y="3698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Text FieldDecoder">
            <a:extLst xmlns:a="http://schemas.openxmlformats.org/drawingml/2006/main">
              <a:ext uri="{FF2B5EF4-FFF2-40B4-BE49-F238E27FC236}">
                <a16:creationId xmlns:a16="http://schemas.microsoft.com/office/drawing/2014/main" id="{9C4BD6E1-4F6F-4636-A28A-E1263E49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881" y="4868833"/>
            <a:ext cx="962513" cy="117075"/>
          </a:xfrm>
          <a:custGeom xmlns:a="http://schemas.openxmlformats.org/drawingml/2006/main">
            <a:pathLst>
              <a:path w="962513" h="117075">
                <a:moveTo>
                  <a:pt x="42806" y="8942"/>
                </a:moveTo>
                <a:lnTo>
                  <a:pt x="42806" y="54977"/>
                </a:lnTo>
                <a:lnTo>
                  <a:pt x="46035" y="54977"/>
                </a:lnTo>
                <a:cubicBezTo>
                  <a:pt x="51003" y="54977"/>
                  <a:pt x="55060" y="54229"/>
                  <a:pt x="58206" y="52734"/>
                </a:cubicBezTo>
                <a:cubicBezTo>
                  <a:pt x="61353" y="51238"/>
                  <a:pt x="64016" y="48718"/>
                  <a:pt x="66196" y="45174"/>
                </a:cubicBezTo>
                <a:cubicBezTo>
                  <a:pt x="68377" y="41629"/>
                  <a:pt x="69798" y="36838"/>
                  <a:pt x="70460" y="30800"/>
                </a:cubicBezTo>
                <a:lnTo>
                  <a:pt x="73358" y="30800"/>
                </a:lnTo>
                <a:lnTo>
                  <a:pt x="73358" y="87268"/>
                </a:lnTo>
                <a:lnTo>
                  <a:pt x="70460" y="87268"/>
                </a:lnTo>
                <a:cubicBezTo>
                  <a:pt x="69412" y="76615"/>
                  <a:pt x="66555" y="69591"/>
                  <a:pt x="61891" y="66196"/>
                </a:cubicBezTo>
                <a:cubicBezTo>
                  <a:pt x="57227" y="62802"/>
                  <a:pt x="51941" y="61104"/>
                  <a:pt x="46035" y="61104"/>
                </a:cubicBezTo>
                <a:lnTo>
                  <a:pt x="42806" y="61104"/>
                </a:lnTo>
                <a:lnTo>
                  <a:pt x="42806" y="95548"/>
                </a:lnTo>
                <a:cubicBezTo>
                  <a:pt x="42806" y="101318"/>
                  <a:pt x="43123" y="104925"/>
                  <a:pt x="43758" y="106368"/>
                </a:cubicBezTo>
                <a:cubicBezTo>
                  <a:pt x="44393" y="107810"/>
                  <a:pt x="45635" y="109072"/>
                  <a:pt x="47484" y="110154"/>
                </a:cubicBezTo>
                <a:cubicBezTo>
                  <a:pt x="49333" y="111235"/>
                  <a:pt x="51831" y="111776"/>
                  <a:pt x="54977" y="111776"/>
                </a:cubicBezTo>
                <a:lnTo>
                  <a:pt x="58703" y="111776"/>
                </a:lnTo>
                <a:lnTo>
                  <a:pt x="58703" y="114757"/>
                </a:lnTo>
                <a:lnTo>
                  <a:pt x="0" y="114757"/>
                </a:lnTo>
                <a:lnTo>
                  <a:pt x="0" y="111776"/>
                </a:lnTo>
                <a:lnTo>
                  <a:pt x="3726" y="111776"/>
                </a:lnTo>
                <a:cubicBezTo>
                  <a:pt x="6983" y="111776"/>
                  <a:pt x="9604" y="111194"/>
                  <a:pt x="11592" y="110029"/>
                </a:cubicBezTo>
                <a:cubicBezTo>
                  <a:pt x="13027" y="109252"/>
                  <a:pt x="14131" y="107920"/>
                  <a:pt x="14903" y="106035"/>
                </a:cubicBezTo>
                <a:cubicBezTo>
                  <a:pt x="15511" y="104703"/>
                  <a:pt x="15814" y="101207"/>
                  <a:pt x="15814" y="95548"/>
                </a:cubicBezTo>
                <a:lnTo>
                  <a:pt x="15814" y="21693"/>
                </a:lnTo>
                <a:cubicBezTo>
                  <a:pt x="15814" y="15923"/>
                  <a:pt x="15511" y="12317"/>
                  <a:pt x="14903" y="10875"/>
                </a:cubicBezTo>
                <a:cubicBezTo>
                  <a:pt x="14296" y="9431"/>
                  <a:pt x="13068" y="8168"/>
                  <a:pt x="11219" y="7087"/>
                </a:cubicBezTo>
                <a:cubicBezTo>
                  <a:pt x="9370" y="6005"/>
                  <a:pt x="6872" y="5465"/>
                  <a:pt x="3726" y="5465"/>
                </a:cubicBezTo>
                <a:lnTo>
                  <a:pt x="0" y="5465"/>
                </a:lnTo>
                <a:lnTo>
                  <a:pt x="0" y="2484"/>
                </a:lnTo>
                <a:lnTo>
                  <a:pt x="94720" y="2484"/>
                </a:lnTo>
                <a:lnTo>
                  <a:pt x="94720" y="34775"/>
                </a:lnTo>
                <a:lnTo>
                  <a:pt x="91325" y="34775"/>
                </a:lnTo>
                <a:cubicBezTo>
                  <a:pt x="90552" y="27188"/>
                  <a:pt x="88579" y="21568"/>
                  <a:pt x="85405" y="17913"/>
                </a:cubicBezTo>
                <a:cubicBezTo>
                  <a:pt x="82231" y="14257"/>
                  <a:pt x="77636" y="11683"/>
                  <a:pt x="71619" y="10189"/>
                </a:cubicBezTo>
                <a:cubicBezTo>
                  <a:pt x="68308" y="9358"/>
                  <a:pt x="62181" y="8942"/>
                  <a:pt x="53238" y="8942"/>
                </a:cubicBezTo>
                <a:lnTo>
                  <a:pt x="42806" y="8942"/>
                </a:lnTo>
                <a:close/>
                <a:moveTo>
                  <a:pt x="123970" y="0"/>
                </a:moveTo>
                <a:cubicBezTo>
                  <a:pt x="127558" y="0"/>
                  <a:pt x="130594" y="1260"/>
                  <a:pt x="133078" y="3780"/>
                </a:cubicBezTo>
                <a:cubicBezTo>
                  <a:pt x="135562" y="6299"/>
                  <a:pt x="136804" y="9330"/>
                  <a:pt x="136804" y="12875"/>
                </a:cubicBezTo>
                <a:cubicBezTo>
                  <a:pt x="136804" y="16420"/>
                  <a:pt x="135548" y="19438"/>
                  <a:pt x="133036" y="21931"/>
                </a:cubicBezTo>
                <a:cubicBezTo>
                  <a:pt x="130525" y="24422"/>
                  <a:pt x="127503" y="25667"/>
                  <a:pt x="123970" y="25667"/>
                </a:cubicBezTo>
                <a:cubicBezTo>
                  <a:pt x="120437" y="25667"/>
                  <a:pt x="117429" y="24422"/>
                  <a:pt x="114945" y="21931"/>
                </a:cubicBezTo>
                <a:cubicBezTo>
                  <a:pt x="112461" y="19438"/>
                  <a:pt x="111219" y="16420"/>
                  <a:pt x="111219" y="12875"/>
                </a:cubicBezTo>
                <a:cubicBezTo>
                  <a:pt x="111219" y="9330"/>
                  <a:pt x="112461" y="6299"/>
                  <a:pt x="114945" y="3780"/>
                </a:cubicBezTo>
                <a:cubicBezTo>
                  <a:pt x="117429" y="1260"/>
                  <a:pt x="120437" y="0"/>
                  <a:pt x="123970" y="0"/>
                </a:cubicBezTo>
                <a:moveTo>
                  <a:pt x="135562" y="37259"/>
                </a:moveTo>
                <a:lnTo>
                  <a:pt x="135562" y="98694"/>
                </a:lnTo>
                <a:cubicBezTo>
                  <a:pt x="135562" y="104159"/>
                  <a:pt x="136196" y="107650"/>
                  <a:pt x="137466" y="109168"/>
                </a:cubicBezTo>
                <a:cubicBezTo>
                  <a:pt x="138735" y="110686"/>
                  <a:pt x="141219" y="111555"/>
                  <a:pt x="144918" y="111776"/>
                </a:cubicBezTo>
                <a:lnTo>
                  <a:pt x="144918" y="114757"/>
                </a:lnTo>
                <a:lnTo>
                  <a:pt x="103105" y="114757"/>
                </a:lnTo>
                <a:lnTo>
                  <a:pt x="103105" y="111776"/>
                </a:lnTo>
                <a:cubicBezTo>
                  <a:pt x="106527" y="111666"/>
                  <a:pt x="109067" y="110672"/>
                  <a:pt x="110722" y="108795"/>
                </a:cubicBezTo>
                <a:cubicBezTo>
                  <a:pt x="111826" y="107526"/>
                  <a:pt x="112378" y="104159"/>
                  <a:pt x="112378" y="98694"/>
                </a:cubicBezTo>
                <a:lnTo>
                  <a:pt x="112378" y="53487"/>
                </a:lnTo>
                <a:cubicBezTo>
                  <a:pt x="112378" y="47953"/>
                  <a:pt x="111744" y="44418"/>
                  <a:pt x="110474" y="42881"/>
                </a:cubicBezTo>
                <a:cubicBezTo>
                  <a:pt x="109205" y="41344"/>
                  <a:pt x="106748" y="40464"/>
                  <a:pt x="103105" y="40239"/>
                </a:cubicBezTo>
                <a:lnTo>
                  <a:pt x="103105" y="37259"/>
                </a:lnTo>
                <a:lnTo>
                  <a:pt x="135562" y="37259"/>
                </a:lnTo>
                <a:close/>
                <a:moveTo>
                  <a:pt x="217887" y="73193"/>
                </a:moveTo>
                <a:lnTo>
                  <a:pt x="175412" y="73193"/>
                </a:lnTo>
                <a:cubicBezTo>
                  <a:pt x="175909" y="83487"/>
                  <a:pt x="178641" y="91623"/>
                  <a:pt x="183609" y="97600"/>
                </a:cubicBezTo>
                <a:cubicBezTo>
                  <a:pt x="187417" y="102193"/>
                  <a:pt x="191999" y="104490"/>
                  <a:pt x="197353" y="104490"/>
                </a:cubicBezTo>
                <a:cubicBezTo>
                  <a:pt x="200665" y="104490"/>
                  <a:pt x="203673" y="103565"/>
                  <a:pt x="206378" y="101716"/>
                </a:cubicBezTo>
                <a:cubicBezTo>
                  <a:pt x="209083" y="99867"/>
                  <a:pt x="211980" y="96541"/>
                  <a:pt x="215072" y="91739"/>
                </a:cubicBezTo>
                <a:lnTo>
                  <a:pt x="217887" y="93561"/>
                </a:lnTo>
                <a:cubicBezTo>
                  <a:pt x="213692" y="102116"/>
                  <a:pt x="209055" y="108174"/>
                  <a:pt x="203977" y="111735"/>
                </a:cubicBezTo>
                <a:cubicBezTo>
                  <a:pt x="198899" y="115295"/>
                  <a:pt x="193020" y="117075"/>
                  <a:pt x="186341" y="117075"/>
                </a:cubicBezTo>
                <a:cubicBezTo>
                  <a:pt x="174860" y="117075"/>
                  <a:pt x="166166" y="112655"/>
                  <a:pt x="160260" y="103815"/>
                </a:cubicBezTo>
                <a:cubicBezTo>
                  <a:pt x="155513" y="96687"/>
                  <a:pt x="153139" y="87847"/>
                  <a:pt x="153139" y="77294"/>
                </a:cubicBezTo>
                <a:cubicBezTo>
                  <a:pt x="153139" y="64363"/>
                  <a:pt x="156631" y="54073"/>
                  <a:pt x="163613" y="46421"/>
                </a:cubicBezTo>
                <a:cubicBezTo>
                  <a:pt x="170596" y="38767"/>
                  <a:pt x="178779" y="34940"/>
                  <a:pt x="188163" y="34940"/>
                </a:cubicBezTo>
                <a:cubicBezTo>
                  <a:pt x="196001" y="34940"/>
                  <a:pt x="202804" y="38156"/>
                  <a:pt x="208572" y="44586"/>
                </a:cubicBezTo>
                <a:cubicBezTo>
                  <a:pt x="214340" y="51017"/>
                  <a:pt x="217445" y="60552"/>
                  <a:pt x="217887" y="73193"/>
                </a:cubicBezTo>
                <a:moveTo>
                  <a:pt x="197519" y="67728"/>
                </a:moveTo>
                <a:cubicBezTo>
                  <a:pt x="197519" y="58841"/>
                  <a:pt x="197036" y="52742"/>
                  <a:pt x="196070" y="49430"/>
                </a:cubicBezTo>
                <a:cubicBezTo>
                  <a:pt x="195104" y="46118"/>
                  <a:pt x="193600" y="43606"/>
                  <a:pt x="191557" y="41895"/>
                </a:cubicBezTo>
                <a:cubicBezTo>
                  <a:pt x="190398" y="40902"/>
                  <a:pt x="188853" y="40405"/>
                  <a:pt x="186921" y="40405"/>
                </a:cubicBezTo>
                <a:cubicBezTo>
                  <a:pt x="184050" y="40405"/>
                  <a:pt x="181704" y="41813"/>
                  <a:pt x="179883" y="44628"/>
                </a:cubicBezTo>
                <a:cubicBezTo>
                  <a:pt x="176626" y="49540"/>
                  <a:pt x="174998" y="56274"/>
                  <a:pt x="174998" y="64830"/>
                </a:cubicBezTo>
                <a:lnTo>
                  <a:pt x="174998" y="67728"/>
                </a:lnTo>
                <a:lnTo>
                  <a:pt x="197519" y="67728"/>
                </a:lnTo>
                <a:close/>
                <a:moveTo>
                  <a:pt x="257734" y="2484"/>
                </a:moveTo>
                <a:lnTo>
                  <a:pt x="257734" y="98694"/>
                </a:lnTo>
                <a:cubicBezTo>
                  <a:pt x="257734" y="104159"/>
                  <a:pt x="258369" y="107650"/>
                  <a:pt x="259638" y="109168"/>
                </a:cubicBezTo>
                <a:cubicBezTo>
                  <a:pt x="260908" y="110686"/>
                  <a:pt x="263392" y="111555"/>
                  <a:pt x="267090" y="111776"/>
                </a:cubicBezTo>
                <a:lnTo>
                  <a:pt x="267090" y="114757"/>
                </a:lnTo>
                <a:lnTo>
                  <a:pt x="225278" y="114757"/>
                </a:lnTo>
                <a:lnTo>
                  <a:pt x="225278" y="111776"/>
                </a:lnTo>
                <a:cubicBezTo>
                  <a:pt x="228700" y="111666"/>
                  <a:pt x="231239" y="110672"/>
                  <a:pt x="232895" y="108795"/>
                </a:cubicBezTo>
                <a:cubicBezTo>
                  <a:pt x="233999" y="107526"/>
                  <a:pt x="234551" y="104159"/>
                  <a:pt x="234551" y="98694"/>
                </a:cubicBezTo>
                <a:lnTo>
                  <a:pt x="234551" y="18547"/>
                </a:lnTo>
                <a:cubicBezTo>
                  <a:pt x="234551" y="13103"/>
                  <a:pt x="233916" y="9617"/>
                  <a:pt x="232646" y="8091"/>
                </a:cubicBezTo>
                <a:cubicBezTo>
                  <a:pt x="231377" y="6563"/>
                  <a:pt x="228921" y="5687"/>
                  <a:pt x="225278" y="5465"/>
                </a:cubicBezTo>
                <a:lnTo>
                  <a:pt x="225278" y="2484"/>
                </a:lnTo>
                <a:lnTo>
                  <a:pt x="257734" y="2484"/>
                </a:lnTo>
                <a:close/>
                <a:moveTo>
                  <a:pt x="349663" y="2484"/>
                </a:moveTo>
                <a:lnTo>
                  <a:pt x="349663" y="91574"/>
                </a:lnTo>
                <a:cubicBezTo>
                  <a:pt x="349663" y="97530"/>
                  <a:pt x="349829" y="101054"/>
                  <a:pt x="350160" y="102146"/>
                </a:cubicBezTo>
                <a:cubicBezTo>
                  <a:pt x="350602" y="103950"/>
                  <a:pt x="351443" y="105289"/>
                  <a:pt x="352685" y="106164"/>
                </a:cubicBezTo>
                <a:cubicBezTo>
                  <a:pt x="353927" y="107037"/>
                  <a:pt x="356094" y="107583"/>
                  <a:pt x="359185" y="107802"/>
                </a:cubicBezTo>
                <a:lnTo>
                  <a:pt x="359185" y="110782"/>
                </a:lnTo>
                <a:lnTo>
                  <a:pt x="326480" y="117075"/>
                </a:lnTo>
                <a:lnTo>
                  <a:pt x="326480" y="104821"/>
                </a:lnTo>
                <a:cubicBezTo>
                  <a:pt x="322561" y="109568"/>
                  <a:pt x="319070" y="112797"/>
                  <a:pt x="316006" y="114508"/>
                </a:cubicBezTo>
                <a:cubicBezTo>
                  <a:pt x="312943" y="116219"/>
                  <a:pt x="309479" y="117075"/>
                  <a:pt x="305615" y="117075"/>
                </a:cubicBezTo>
                <a:cubicBezTo>
                  <a:pt x="295735" y="117075"/>
                  <a:pt x="287924" y="112655"/>
                  <a:pt x="282184" y="103815"/>
                </a:cubicBezTo>
                <a:cubicBezTo>
                  <a:pt x="277547" y="96632"/>
                  <a:pt x="275229" y="87819"/>
                  <a:pt x="275229" y="77376"/>
                </a:cubicBezTo>
                <a:cubicBezTo>
                  <a:pt x="275229" y="69033"/>
                  <a:pt x="276664" y="61560"/>
                  <a:pt x="279534" y="54957"/>
                </a:cubicBezTo>
                <a:cubicBezTo>
                  <a:pt x="282404" y="48353"/>
                  <a:pt x="286337" y="43367"/>
                  <a:pt x="291333" y="39996"/>
                </a:cubicBezTo>
                <a:cubicBezTo>
                  <a:pt x="296328" y="36626"/>
                  <a:pt x="301696" y="34940"/>
                  <a:pt x="307437" y="34940"/>
                </a:cubicBezTo>
                <a:cubicBezTo>
                  <a:pt x="311135" y="34940"/>
                  <a:pt x="314419" y="35664"/>
                  <a:pt x="317290" y="37111"/>
                </a:cubicBezTo>
                <a:cubicBezTo>
                  <a:pt x="320160" y="38558"/>
                  <a:pt x="323223" y="41091"/>
                  <a:pt x="326480" y="44710"/>
                </a:cubicBezTo>
                <a:lnTo>
                  <a:pt x="326480" y="21362"/>
                </a:lnTo>
                <a:cubicBezTo>
                  <a:pt x="326480" y="15455"/>
                  <a:pt x="326232" y="11895"/>
                  <a:pt x="325735" y="10681"/>
                </a:cubicBezTo>
                <a:cubicBezTo>
                  <a:pt x="325072" y="9080"/>
                  <a:pt x="324079" y="7893"/>
                  <a:pt x="322754" y="7121"/>
                </a:cubicBezTo>
                <a:cubicBezTo>
                  <a:pt x="321429" y="6348"/>
                  <a:pt x="318945" y="5961"/>
                  <a:pt x="315302" y="5961"/>
                </a:cubicBezTo>
                <a:lnTo>
                  <a:pt x="315302" y="2484"/>
                </a:lnTo>
                <a:lnTo>
                  <a:pt x="349663" y="2484"/>
                </a:lnTo>
                <a:moveTo>
                  <a:pt x="326480" y="54812"/>
                </a:moveTo>
                <a:cubicBezTo>
                  <a:pt x="322395" y="47084"/>
                  <a:pt x="317400" y="43220"/>
                  <a:pt x="311494" y="43220"/>
                </a:cubicBezTo>
                <a:cubicBezTo>
                  <a:pt x="309451" y="43220"/>
                  <a:pt x="307768" y="43772"/>
                  <a:pt x="306443" y="44876"/>
                </a:cubicBezTo>
                <a:cubicBezTo>
                  <a:pt x="304401" y="46587"/>
                  <a:pt x="302731" y="49595"/>
                  <a:pt x="301434" y="53901"/>
                </a:cubicBezTo>
                <a:cubicBezTo>
                  <a:pt x="300137" y="58206"/>
                  <a:pt x="299488" y="64802"/>
                  <a:pt x="299488" y="73689"/>
                </a:cubicBezTo>
                <a:cubicBezTo>
                  <a:pt x="299488" y="83459"/>
                  <a:pt x="300206" y="90690"/>
                  <a:pt x="301641" y="95382"/>
                </a:cubicBezTo>
                <a:cubicBezTo>
                  <a:pt x="303076" y="100074"/>
                  <a:pt x="305036" y="103469"/>
                  <a:pt x="307519" y="105566"/>
                </a:cubicBezTo>
                <a:cubicBezTo>
                  <a:pt x="308789" y="106615"/>
                  <a:pt x="310528" y="107139"/>
                  <a:pt x="312736" y="107139"/>
                </a:cubicBezTo>
                <a:cubicBezTo>
                  <a:pt x="317593" y="107139"/>
                  <a:pt x="322175" y="103319"/>
                  <a:pt x="326480" y="95677"/>
                </a:cubicBezTo>
                <a:lnTo>
                  <a:pt x="326480" y="54812"/>
                </a:lnTo>
                <a:close/>
                <a:moveTo>
                  <a:pt x="365203" y="114757"/>
                </a:moveTo>
                <a:lnTo>
                  <a:pt x="365203" y="111776"/>
                </a:lnTo>
                <a:lnTo>
                  <a:pt x="368929" y="111776"/>
                </a:lnTo>
                <a:cubicBezTo>
                  <a:pt x="372186" y="111776"/>
                  <a:pt x="374684" y="111263"/>
                  <a:pt x="376422" y="110236"/>
                </a:cubicBezTo>
                <a:cubicBezTo>
                  <a:pt x="378161" y="109210"/>
                  <a:pt x="379444" y="107810"/>
                  <a:pt x="380272" y="106035"/>
                </a:cubicBezTo>
                <a:cubicBezTo>
                  <a:pt x="380769" y="104868"/>
                  <a:pt x="381018" y="101373"/>
                  <a:pt x="381018" y="95548"/>
                </a:cubicBezTo>
                <a:lnTo>
                  <a:pt x="381018" y="21693"/>
                </a:lnTo>
                <a:cubicBezTo>
                  <a:pt x="381018" y="15923"/>
                  <a:pt x="380714" y="12317"/>
                  <a:pt x="380107" y="10875"/>
                </a:cubicBezTo>
                <a:cubicBezTo>
                  <a:pt x="379500" y="9431"/>
                  <a:pt x="378271" y="8168"/>
                  <a:pt x="376422" y="7087"/>
                </a:cubicBezTo>
                <a:cubicBezTo>
                  <a:pt x="374573" y="6005"/>
                  <a:pt x="372075" y="5465"/>
                  <a:pt x="368929" y="5465"/>
                </a:cubicBezTo>
                <a:lnTo>
                  <a:pt x="365203" y="5465"/>
                </a:lnTo>
                <a:lnTo>
                  <a:pt x="365203" y="2484"/>
                </a:lnTo>
                <a:lnTo>
                  <a:pt x="415461" y="2484"/>
                </a:lnTo>
                <a:cubicBezTo>
                  <a:pt x="428874" y="2484"/>
                  <a:pt x="439665" y="4305"/>
                  <a:pt x="447835" y="7949"/>
                </a:cubicBezTo>
                <a:cubicBezTo>
                  <a:pt x="457826" y="12420"/>
                  <a:pt x="465401" y="19181"/>
                  <a:pt x="470563" y="28234"/>
                </a:cubicBezTo>
                <a:cubicBezTo>
                  <a:pt x="475724" y="37286"/>
                  <a:pt x="478304" y="47525"/>
                  <a:pt x="478304" y="58951"/>
                </a:cubicBezTo>
                <a:cubicBezTo>
                  <a:pt x="478304" y="66845"/>
                  <a:pt x="477034" y="74117"/>
                  <a:pt x="474495" y="80769"/>
                </a:cubicBezTo>
                <a:cubicBezTo>
                  <a:pt x="471956" y="87420"/>
                  <a:pt x="468672" y="92912"/>
                  <a:pt x="464643" y="97245"/>
                </a:cubicBezTo>
                <a:cubicBezTo>
                  <a:pt x="460613" y="101578"/>
                  <a:pt x="455963" y="105056"/>
                  <a:pt x="450691" y="107678"/>
                </a:cubicBezTo>
                <a:cubicBezTo>
                  <a:pt x="445420" y="110299"/>
                  <a:pt x="438975" y="112328"/>
                  <a:pt x="431358" y="113763"/>
                </a:cubicBezTo>
                <a:cubicBezTo>
                  <a:pt x="427991" y="114426"/>
                  <a:pt x="422692" y="114757"/>
                  <a:pt x="415461" y="114757"/>
                </a:cubicBezTo>
                <a:lnTo>
                  <a:pt x="365203" y="114757"/>
                </a:lnTo>
                <a:moveTo>
                  <a:pt x="408009" y="8776"/>
                </a:moveTo>
                <a:lnTo>
                  <a:pt x="408009" y="96303"/>
                </a:lnTo>
                <a:cubicBezTo>
                  <a:pt x="408009" y="100936"/>
                  <a:pt x="408230" y="103777"/>
                  <a:pt x="408672" y="104826"/>
                </a:cubicBezTo>
                <a:cubicBezTo>
                  <a:pt x="409113" y="105873"/>
                  <a:pt x="409858" y="106672"/>
                  <a:pt x="410907" y="107222"/>
                </a:cubicBezTo>
                <a:cubicBezTo>
                  <a:pt x="412398" y="108050"/>
                  <a:pt x="414550" y="108464"/>
                  <a:pt x="417365" y="108464"/>
                </a:cubicBezTo>
                <a:cubicBezTo>
                  <a:pt x="426583" y="108464"/>
                  <a:pt x="433621" y="105320"/>
                  <a:pt x="438479" y="99033"/>
                </a:cubicBezTo>
                <a:cubicBezTo>
                  <a:pt x="445102" y="90539"/>
                  <a:pt x="448414" y="77358"/>
                  <a:pt x="448414" y="59490"/>
                </a:cubicBezTo>
                <a:cubicBezTo>
                  <a:pt x="448414" y="45095"/>
                  <a:pt x="446151" y="33596"/>
                  <a:pt x="441625" y="24992"/>
                </a:cubicBezTo>
                <a:cubicBezTo>
                  <a:pt x="438037" y="18263"/>
                  <a:pt x="433428" y="13685"/>
                  <a:pt x="427798" y="11258"/>
                </a:cubicBezTo>
                <a:cubicBezTo>
                  <a:pt x="423824" y="9548"/>
                  <a:pt x="417227" y="8721"/>
                  <a:pt x="408009" y="8776"/>
                </a:cubicBezTo>
                <a:close/>
                <a:moveTo>
                  <a:pt x="556684" y="73193"/>
                </a:moveTo>
                <a:lnTo>
                  <a:pt x="514209" y="73193"/>
                </a:lnTo>
                <a:cubicBezTo>
                  <a:pt x="514706" y="83487"/>
                  <a:pt x="517438" y="91623"/>
                  <a:pt x="522406" y="97600"/>
                </a:cubicBezTo>
                <a:cubicBezTo>
                  <a:pt x="526215" y="102193"/>
                  <a:pt x="530796" y="104490"/>
                  <a:pt x="536150" y="104490"/>
                </a:cubicBezTo>
                <a:cubicBezTo>
                  <a:pt x="539462" y="104490"/>
                  <a:pt x="542471" y="103565"/>
                  <a:pt x="545175" y="101716"/>
                </a:cubicBezTo>
                <a:cubicBezTo>
                  <a:pt x="547880" y="99867"/>
                  <a:pt x="550778" y="96541"/>
                  <a:pt x="553869" y="91739"/>
                </a:cubicBezTo>
                <a:lnTo>
                  <a:pt x="556684" y="93561"/>
                </a:lnTo>
                <a:cubicBezTo>
                  <a:pt x="552489" y="102116"/>
                  <a:pt x="547852" y="108174"/>
                  <a:pt x="542774" y="111735"/>
                </a:cubicBezTo>
                <a:cubicBezTo>
                  <a:pt x="537696" y="115295"/>
                  <a:pt x="531817" y="117075"/>
                  <a:pt x="525138" y="117075"/>
                </a:cubicBezTo>
                <a:cubicBezTo>
                  <a:pt x="513657" y="117075"/>
                  <a:pt x="504964" y="112655"/>
                  <a:pt x="499057" y="103815"/>
                </a:cubicBezTo>
                <a:cubicBezTo>
                  <a:pt x="494310" y="96687"/>
                  <a:pt x="491937" y="87847"/>
                  <a:pt x="491937" y="77294"/>
                </a:cubicBezTo>
                <a:cubicBezTo>
                  <a:pt x="491937" y="64363"/>
                  <a:pt x="495428" y="54073"/>
                  <a:pt x="502411" y="46421"/>
                </a:cubicBezTo>
                <a:cubicBezTo>
                  <a:pt x="509393" y="38767"/>
                  <a:pt x="517576" y="34940"/>
                  <a:pt x="526960" y="34940"/>
                </a:cubicBezTo>
                <a:cubicBezTo>
                  <a:pt x="534798" y="34940"/>
                  <a:pt x="541601" y="38156"/>
                  <a:pt x="547369" y="44586"/>
                </a:cubicBezTo>
                <a:cubicBezTo>
                  <a:pt x="553138" y="51017"/>
                  <a:pt x="556243" y="60552"/>
                  <a:pt x="556684" y="73193"/>
                </a:cubicBezTo>
                <a:moveTo>
                  <a:pt x="536316" y="67728"/>
                </a:moveTo>
                <a:cubicBezTo>
                  <a:pt x="536316" y="58841"/>
                  <a:pt x="535833" y="52742"/>
                  <a:pt x="534867" y="49430"/>
                </a:cubicBezTo>
                <a:cubicBezTo>
                  <a:pt x="533901" y="46118"/>
                  <a:pt x="532397" y="43606"/>
                  <a:pt x="530355" y="41895"/>
                </a:cubicBezTo>
                <a:cubicBezTo>
                  <a:pt x="529196" y="40902"/>
                  <a:pt x="527650" y="40405"/>
                  <a:pt x="525718" y="40405"/>
                </a:cubicBezTo>
                <a:cubicBezTo>
                  <a:pt x="522848" y="40405"/>
                  <a:pt x="520502" y="41813"/>
                  <a:pt x="518680" y="44628"/>
                </a:cubicBezTo>
                <a:cubicBezTo>
                  <a:pt x="515424" y="49540"/>
                  <a:pt x="513795" y="56274"/>
                  <a:pt x="513795" y="64830"/>
                </a:cubicBezTo>
                <a:lnTo>
                  <a:pt x="513795" y="67728"/>
                </a:lnTo>
                <a:lnTo>
                  <a:pt x="536316" y="67728"/>
                </a:lnTo>
                <a:close/>
                <a:moveTo>
                  <a:pt x="629402" y="94738"/>
                </a:moveTo>
                <a:lnTo>
                  <a:pt x="631969" y="96722"/>
                </a:lnTo>
                <a:cubicBezTo>
                  <a:pt x="628325" y="103589"/>
                  <a:pt x="623785" y="108699"/>
                  <a:pt x="618348" y="112050"/>
                </a:cubicBezTo>
                <a:cubicBezTo>
                  <a:pt x="612911" y="115400"/>
                  <a:pt x="607129" y="117075"/>
                  <a:pt x="601002" y="117075"/>
                </a:cubicBezTo>
                <a:cubicBezTo>
                  <a:pt x="590680" y="117075"/>
                  <a:pt x="582428" y="113180"/>
                  <a:pt x="576246" y="105390"/>
                </a:cubicBezTo>
                <a:cubicBezTo>
                  <a:pt x="570064" y="97599"/>
                  <a:pt x="566973" y="88233"/>
                  <a:pt x="566973" y="77294"/>
                </a:cubicBezTo>
                <a:cubicBezTo>
                  <a:pt x="566973" y="66739"/>
                  <a:pt x="569788" y="57456"/>
                  <a:pt x="575418" y="49445"/>
                </a:cubicBezTo>
                <a:cubicBezTo>
                  <a:pt x="582208" y="39775"/>
                  <a:pt x="591564" y="34940"/>
                  <a:pt x="603486" y="34940"/>
                </a:cubicBezTo>
                <a:cubicBezTo>
                  <a:pt x="611490" y="34940"/>
                  <a:pt x="617852" y="36961"/>
                  <a:pt x="622571" y="41003"/>
                </a:cubicBezTo>
                <a:cubicBezTo>
                  <a:pt x="627291" y="45042"/>
                  <a:pt x="629650" y="49553"/>
                  <a:pt x="629650" y="54535"/>
                </a:cubicBezTo>
                <a:cubicBezTo>
                  <a:pt x="629650" y="57690"/>
                  <a:pt x="628698" y="60208"/>
                  <a:pt x="626794" y="62090"/>
                </a:cubicBezTo>
                <a:cubicBezTo>
                  <a:pt x="624889" y="63972"/>
                  <a:pt x="622392" y="64913"/>
                  <a:pt x="619301" y="64913"/>
                </a:cubicBezTo>
                <a:cubicBezTo>
                  <a:pt x="616044" y="64913"/>
                  <a:pt x="613353" y="63833"/>
                  <a:pt x="611228" y="61673"/>
                </a:cubicBezTo>
                <a:cubicBezTo>
                  <a:pt x="609103" y="59512"/>
                  <a:pt x="607792" y="55662"/>
                  <a:pt x="607295" y="50123"/>
                </a:cubicBezTo>
                <a:cubicBezTo>
                  <a:pt x="606964" y="46634"/>
                  <a:pt x="606163" y="44196"/>
                  <a:pt x="604894" y="42811"/>
                </a:cubicBezTo>
                <a:cubicBezTo>
                  <a:pt x="603624" y="41428"/>
                  <a:pt x="602134" y="40736"/>
                  <a:pt x="600423" y="40736"/>
                </a:cubicBezTo>
                <a:cubicBezTo>
                  <a:pt x="597773" y="40736"/>
                  <a:pt x="595510" y="42144"/>
                  <a:pt x="593634" y="44959"/>
                </a:cubicBezTo>
                <a:cubicBezTo>
                  <a:pt x="590763" y="49209"/>
                  <a:pt x="589328" y="55722"/>
                  <a:pt x="589328" y="64499"/>
                </a:cubicBezTo>
                <a:cubicBezTo>
                  <a:pt x="589328" y="71785"/>
                  <a:pt x="590487" y="78754"/>
                  <a:pt x="592806" y="85405"/>
                </a:cubicBezTo>
                <a:cubicBezTo>
                  <a:pt x="595124" y="92057"/>
                  <a:pt x="598298" y="97011"/>
                  <a:pt x="602327" y="100267"/>
                </a:cubicBezTo>
                <a:cubicBezTo>
                  <a:pt x="605363" y="102641"/>
                  <a:pt x="608951" y="103827"/>
                  <a:pt x="613091" y="103827"/>
                </a:cubicBezTo>
                <a:cubicBezTo>
                  <a:pt x="615796" y="103827"/>
                  <a:pt x="618362" y="103194"/>
                  <a:pt x="620791" y="101928"/>
                </a:cubicBezTo>
                <a:cubicBezTo>
                  <a:pt x="623220" y="100660"/>
                  <a:pt x="626090" y="98264"/>
                  <a:pt x="629402" y="94738"/>
                </a:cubicBezTo>
                <a:close/>
                <a:moveTo>
                  <a:pt x="677860" y="34940"/>
                </a:moveTo>
                <a:cubicBezTo>
                  <a:pt x="684594" y="34940"/>
                  <a:pt x="690859" y="36681"/>
                  <a:pt x="696655" y="40162"/>
                </a:cubicBezTo>
                <a:cubicBezTo>
                  <a:pt x="702451" y="43643"/>
                  <a:pt x="706853" y="48588"/>
                  <a:pt x="709861" y="54998"/>
                </a:cubicBezTo>
                <a:cubicBezTo>
                  <a:pt x="712869" y="61408"/>
                  <a:pt x="714374" y="68425"/>
                  <a:pt x="714374" y="76049"/>
                </a:cubicBezTo>
                <a:cubicBezTo>
                  <a:pt x="714374" y="87044"/>
                  <a:pt x="711586" y="96244"/>
                  <a:pt x="706011" y="103649"/>
                </a:cubicBezTo>
                <a:cubicBezTo>
                  <a:pt x="699277" y="112600"/>
                  <a:pt x="689976" y="117075"/>
                  <a:pt x="678108" y="117075"/>
                </a:cubicBezTo>
                <a:cubicBezTo>
                  <a:pt x="666462" y="117075"/>
                  <a:pt x="657492" y="112986"/>
                  <a:pt x="651199" y="104808"/>
                </a:cubicBezTo>
                <a:cubicBezTo>
                  <a:pt x="644907" y="96630"/>
                  <a:pt x="641761" y="87154"/>
                  <a:pt x="641761" y="76380"/>
                </a:cubicBezTo>
                <a:cubicBezTo>
                  <a:pt x="641761" y="65275"/>
                  <a:pt x="644976" y="55592"/>
                  <a:pt x="651406" y="47331"/>
                </a:cubicBezTo>
                <a:cubicBezTo>
                  <a:pt x="657837" y="39071"/>
                  <a:pt x="666655" y="34940"/>
                  <a:pt x="677860" y="34940"/>
                </a:cubicBezTo>
                <a:moveTo>
                  <a:pt x="678191" y="40736"/>
                </a:moveTo>
                <a:cubicBezTo>
                  <a:pt x="675376" y="40736"/>
                  <a:pt x="672961" y="41800"/>
                  <a:pt x="670946" y="43929"/>
                </a:cubicBezTo>
                <a:cubicBezTo>
                  <a:pt x="668932" y="46056"/>
                  <a:pt x="667607" y="50255"/>
                  <a:pt x="666972" y="56527"/>
                </a:cubicBezTo>
                <a:cubicBezTo>
                  <a:pt x="666337" y="62799"/>
                  <a:pt x="666020" y="71517"/>
                  <a:pt x="666020" y="82681"/>
                </a:cubicBezTo>
                <a:cubicBezTo>
                  <a:pt x="666020" y="88594"/>
                  <a:pt x="666406" y="94120"/>
                  <a:pt x="667179" y="99261"/>
                </a:cubicBezTo>
                <a:cubicBezTo>
                  <a:pt x="667786" y="103183"/>
                  <a:pt x="669084" y="106167"/>
                  <a:pt x="671071" y="108213"/>
                </a:cubicBezTo>
                <a:cubicBezTo>
                  <a:pt x="673058" y="110257"/>
                  <a:pt x="675321" y="111279"/>
                  <a:pt x="677860" y="111279"/>
                </a:cubicBezTo>
                <a:cubicBezTo>
                  <a:pt x="680344" y="111279"/>
                  <a:pt x="682414" y="110588"/>
                  <a:pt x="684070" y="109207"/>
                </a:cubicBezTo>
                <a:cubicBezTo>
                  <a:pt x="686223" y="107328"/>
                  <a:pt x="687658" y="104703"/>
                  <a:pt x="688375" y="101331"/>
                </a:cubicBezTo>
                <a:cubicBezTo>
                  <a:pt x="689479" y="96082"/>
                  <a:pt x="690031" y="85472"/>
                  <a:pt x="690031" y="69500"/>
                </a:cubicBezTo>
                <a:cubicBezTo>
                  <a:pt x="690031" y="60106"/>
                  <a:pt x="689507" y="53655"/>
                  <a:pt x="688458" y="50147"/>
                </a:cubicBezTo>
                <a:cubicBezTo>
                  <a:pt x="687409" y="46636"/>
                  <a:pt x="685864" y="44080"/>
                  <a:pt x="683821" y="42477"/>
                </a:cubicBezTo>
                <a:cubicBezTo>
                  <a:pt x="682386" y="41317"/>
                  <a:pt x="680510" y="40736"/>
                  <a:pt x="678191" y="40736"/>
                </a:cubicBezTo>
                <a:close/>
                <a:moveTo>
                  <a:pt x="801393" y="2484"/>
                </a:moveTo>
                <a:lnTo>
                  <a:pt x="801393" y="91574"/>
                </a:lnTo>
                <a:cubicBezTo>
                  <a:pt x="801393" y="97530"/>
                  <a:pt x="801559" y="101054"/>
                  <a:pt x="801890" y="102146"/>
                </a:cubicBezTo>
                <a:cubicBezTo>
                  <a:pt x="802331" y="103950"/>
                  <a:pt x="803173" y="105289"/>
                  <a:pt x="804415" y="106164"/>
                </a:cubicBezTo>
                <a:cubicBezTo>
                  <a:pt x="805657" y="107037"/>
                  <a:pt x="807824" y="107583"/>
                  <a:pt x="810915" y="107802"/>
                </a:cubicBezTo>
                <a:lnTo>
                  <a:pt x="810915" y="110782"/>
                </a:lnTo>
                <a:lnTo>
                  <a:pt x="778210" y="117075"/>
                </a:lnTo>
                <a:lnTo>
                  <a:pt x="778210" y="104821"/>
                </a:lnTo>
                <a:cubicBezTo>
                  <a:pt x="774291" y="109568"/>
                  <a:pt x="770800" y="112797"/>
                  <a:pt x="767736" y="114508"/>
                </a:cubicBezTo>
                <a:cubicBezTo>
                  <a:pt x="764673" y="116219"/>
                  <a:pt x="761209" y="117075"/>
                  <a:pt x="757345" y="117075"/>
                </a:cubicBezTo>
                <a:cubicBezTo>
                  <a:pt x="747465" y="117075"/>
                  <a:pt x="739654" y="112655"/>
                  <a:pt x="733913" y="103815"/>
                </a:cubicBezTo>
                <a:cubicBezTo>
                  <a:pt x="729277" y="96632"/>
                  <a:pt x="726959" y="87819"/>
                  <a:pt x="726959" y="77376"/>
                </a:cubicBezTo>
                <a:cubicBezTo>
                  <a:pt x="726959" y="69033"/>
                  <a:pt x="728394" y="61560"/>
                  <a:pt x="731264" y="54957"/>
                </a:cubicBezTo>
                <a:cubicBezTo>
                  <a:pt x="734134" y="48353"/>
                  <a:pt x="738067" y="43367"/>
                  <a:pt x="743063" y="39996"/>
                </a:cubicBezTo>
                <a:cubicBezTo>
                  <a:pt x="748058" y="36626"/>
                  <a:pt x="753426" y="34940"/>
                  <a:pt x="759167" y="34940"/>
                </a:cubicBezTo>
                <a:cubicBezTo>
                  <a:pt x="762865" y="34940"/>
                  <a:pt x="766149" y="35664"/>
                  <a:pt x="769019" y="37111"/>
                </a:cubicBezTo>
                <a:cubicBezTo>
                  <a:pt x="771890" y="38558"/>
                  <a:pt x="774953" y="41091"/>
                  <a:pt x="778210" y="44710"/>
                </a:cubicBezTo>
                <a:lnTo>
                  <a:pt x="778210" y="21362"/>
                </a:lnTo>
                <a:cubicBezTo>
                  <a:pt x="778210" y="15455"/>
                  <a:pt x="777962" y="11895"/>
                  <a:pt x="777465" y="10681"/>
                </a:cubicBezTo>
                <a:cubicBezTo>
                  <a:pt x="776802" y="9080"/>
                  <a:pt x="775809" y="7893"/>
                  <a:pt x="774484" y="7121"/>
                </a:cubicBezTo>
                <a:cubicBezTo>
                  <a:pt x="773159" y="6348"/>
                  <a:pt x="770675" y="5961"/>
                  <a:pt x="767032" y="5961"/>
                </a:cubicBezTo>
                <a:lnTo>
                  <a:pt x="767032" y="2484"/>
                </a:lnTo>
                <a:lnTo>
                  <a:pt x="801393" y="2484"/>
                </a:lnTo>
                <a:moveTo>
                  <a:pt x="778210" y="54812"/>
                </a:moveTo>
                <a:cubicBezTo>
                  <a:pt x="774125" y="47084"/>
                  <a:pt x="769130" y="43220"/>
                  <a:pt x="763224" y="43220"/>
                </a:cubicBezTo>
                <a:cubicBezTo>
                  <a:pt x="761181" y="43220"/>
                  <a:pt x="759498" y="43772"/>
                  <a:pt x="758173" y="44876"/>
                </a:cubicBezTo>
                <a:cubicBezTo>
                  <a:pt x="756131" y="46587"/>
                  <a:pt x="754461" y="49595"/>
                  <a:pt x="753164" y="53901"/>
                </a:cubicBezTo>
                <a:cubicBezTo>
                  <a:pt x="751867" y="58206"/>
                  <a:pt x="751218" y="64802"/>
                  <a:pt x="751218" y="73689"/>
                </a:cubicBezTo>
                <a:cubicBezTo>
                  <a:pt x="751218" y="83459"/>
                  <a:pt x="751936" y="90690"/>
                  <a:pt x="753371" y="95382"/>
                </a:cubicBezTo>
                <a:cubicBezTo>
                  <a:pt x="754806" y="100074"/>
                  <a:pt x="756765" y="103469"/>
                  <a:pt x="759249" y="105566"/>
                </a:cubicBezTo>
                <a:cubicBezTo>
                  <a:pt x="760519" y="106615"/>
                  <a:pt x="762258" y="107139"/>
                  <a:pt x="764466" y="107139"/>
                </a:cubicBezTo>
                <a:cubicBezTo>
                  <a:pt x="769323" y="107139"/>
                  <a:pt x="773904" y="103319"/>
                  <a:pt x="778210" y="95677"/>
                </a:cubicBezTo>
                <a:lnTo>
                  <a:pt x="778210" y="54812"/>
                </a:lnTo>
                <a:close/>
                <a:moveTo>
                  <a:pt x="885986" y="73193"/>
                </a:moveTo>
                <a:lnTo>
                  <a:pt x="843511" y="73193"/>
                </a:lnTo>
                <a:cubicBezTo>
                  <a:pt x="844008" y="83487"/>
                  <a:pt x="846740" y="91623"/>
                  <a:pt x="851708" y="97600"/>
                </a:cubicBezTo>
                <a:cubicBezTo>
                  <a:pt x="855517" y="102193"/>
                  <a:pt x="860098" y="104490"/>
                  <a:pt x="865453" y="104490"/>
                </a:cubicBezTo>
                <a:cubicBezTo>
                  <a:pt x="868764" y="104490"/>
                  <a:pt x="871773" y="103565"/>
                  <a:pt x="874477" y="101716"/>
                </a:cubicBezTo>
                <a:cubicBezTo>
                  <a:pt x="877182" y="99867"/>
                  <a:pt x="880080" y="96541"/>
                  <a:pt x="883171" y="91739"/>
                </a:cubicBezTo>
                <a:lnTo>
                  <a:pt x="885986" y="93561"/>
                </a:lnTo>
                <a:cubicBezTo>
                  <a:pt x="881791" y="102116"/>
                  <a:pt x="877154" y="108174"/>
                  <a:pt x="872076" y="111735"/>
                </a:cubicBezTo>
                <a:cubicBezTo>
                  <a:pt x="866998" y="115295"/>
                  <a:pt x="861119" y="117075"/>
                  <a:pt x="854441" y="117075"/>
                </a:cubicBezTo>
                <a:cubicBezTo>
                  <a:pt x="842959" y="117075"/>
                  <a:pt x="834266" y="112655"/>
                  <a:pt x="828359" y="103815"/>
                </a:cubicBezTo>
                <a:cubicBezTo>
                  <a:pt x="823612" y="96687"/>
                  <a:pt x="821239" y="87847"/>
                  <a:pt x="821239" y="77294"/>
                </a:cubicBezTo>
                <a:cubicBezTo>
                  <a:pt x="821239" y="64363"/>
                  <a:pt x="824730" y="54073"/>
                  <a:pt x="831713" y="46421"/>
                </a:cubicBezTo>
                <a:cubicBezTo>
                  <a:pt x="838695" y="38767"/>
                  <a:pt x="846878" y="34940"/>
                  <a:pt x="856262" y="34940"/>
                </a:cubicBezTo>
                <a:cubicBezTo>
                  <a:pt x="864100" y="34940"/>
                  <a:pt x="870903" y="38156"/>
                  <a:pt x="876672" y="44586"/>
                </a:cubicBezTo>
                <a:cubicBezTo>
                  <a:pt x="882440" y="51017"/>
                  <a:pt x="885545" y="60552"/>
                  <a:pt x="885986" y="73193"/>
                </a:cubicBezTo>
                <a:moveTo>
                  <a:pt x="865618" y="67728"/>
                </a:moveTo>
                <a:cubicBezTo>
                  <a:pt x="865618" y="58841"/>
                  <a:pt x="865135" y="52742"/>
                  <a:pt x="864169" y="49430"/>
                </a:cubicBezTo>
                <a:cubicBezTo>
                  <a:pt x="863203" y="46118"/>
                  <a:pt x="861699" y="43606"/>
                  <a:pt x="859657" y="41895"/>
                </a:cubicBezTo>
                <a:cubicBezTo>
                  <a:pt x="858498" y="40902"/>
                  <a:pt x="856952" y="40405"/>
                  <a:pt x="855020" y="40405"/>
                </a:cubicBezTo>
                <a:cubicBezTo>
                  <a:pt x="852150" y="40405"/>
                  <a:pt x="849804" y="41813"/>
                  <a:pt x="847982" y="44628"/>
                </a:cubicBezTo>
                <a:cubicBezTo>
                  <a:pt x="844726" y="49540"/>
                  <a:pt x="843097" y="56274"/>
                  <a:pt x="843097" y="64830"/>
                </a:cubicBezTo>
                <a:lnTo>
                  <a:pt x="843097" y="67728"/>
                </a:lnTo>
                <a:lnTo>
                  <a:pt x="865618" y="67728"/>
                </a:lnTo>
                <a:close/>
                <a:moveTo>
                  <a:pt x="927655" y="37259"/>
                </a:moveTo>
                <a:lnTo>
                  <a:pt x="927655" y="54812"/>
                </a:lnTo>
                <a:cubicBezTo>
                  <a:pt x="932788" y="46808"/>
                  <a:pt x="937287" y="41495"/>
                  <a:pt x="941151" y="38873"/>
                </a:cubicBezTo>
                <a:cubicBezTo>
                  <a:pt x="945015" y="36251"/>
                  <a:pt x="948741" y="34940"/>
                  <a:pt x="952329" y="34940"/>
                </a:cubicBezTo>
                <a:cubicBezTo>
                  <a:pt x="955420" y="34940"/>
                  <a:pt x="957890" y="35896"/>
                  <a:pt x="959739" y="37807"/>
                </a:cubicBezTo>
                <a:cubicBezTo>
                  <a:pt x="961588" y="39718"/>
                  <a:pt x="962513" y="42419"/>
                  <a:pt x="962513" y="45908"/>
                </a:cubicBezTo>
                <a:cubicBezTo>
                  <a:pt x="962513" y="49620"/>
                  <a:pt x="961616" y="52502"/>
                  <a:pt x="959822" y="54553"/>
                </a:cubicBezTo>
                <a:cubicBezTo>
                  <a:pt x="958028" y="56602"/>
                  <a:pt x="955861" y="57627"/>
                  <a:pt x="953322" y="57627"/>
                </a:cubicBezTo>
                <a:cubicBezTo>
                  <a:pt x="950397" y="57627"/>
                  <a:pt x="947857" y="56688"/>
                  <a:pt x="945705" y="54812"/>
                </a:cubicBezTo>
                <a:cubicBezTo>
                  <a:pt x="943552" y="52935"/>
                  <a:pt x="942282" y="51886"/>
                  <a:pt x="941896" y="51665"/>
                </a:cubicBezTo>
                <a:cubicBezTo>
                  <a:pt x="941344" y="51334"/>
                  <a:pt x="940709" y="51169"/>
                  <a:pt x="939992" y="51169"/>
                </a:cubicBezTo>
                <a:cubicBezTo>
                  <a:pt x="938391" y="51169"/>
                  <a:pt x="936873" y="51776"/>
                  <a:pt x="935438" y="52990"/>
                </a:cubicBezTo>
                <a:cubicBezTo>
                  <a:pt x="933175" y="54867"/>
                  <a:pt x="931464" y="57544"/>
                  <a:pt x="930304" y="61021"/>
                </a:cubicBezTo>
                <a:cubicBezTo>
                  <a:pt x="928538" y="66376"/>
                  <a:pt x="927655" y="72282"/>
                  <a:pt x="927655" y="78740"/>
                </a:cubicBezTo>
                <a:lnTo>
                  <a:pt x="927655" y="96541"/>
                </a:lnTo>
                <a:lnTo>
                  <a:pt x="927738" y="101178"/>
                </a:lnTo>
                <a:cubicBezTo>
                  <a:pt x="927738" y="104324"/>
                  <a:pt x="927931" y="106339"/>
                  <a:pt x="928317" y="107222"/>
                </a:cubicBezTo>
                <a:cubicBezTo>
                  <a:pt x="928980" y="108713"/>
                  <a:pt x="929960" y="109803"/>
                  <a:pt x="931257" y="110493"/>
                </a:cubicBezTo>
                <a:cubicBezTo>
                  <a:pt x="932554" y="111183"/>
                  <a:pt x="934748" y="111610"/>
                  <a:pt x="937839" y="111776"/>
                </a:cubicBezTo>
                <a:lnTo>
                  <a:pt x="937839" y="114757"/>
                </a:lnTo>
                <a:lnTo>
                  <a:pt x="896027" y="114757"/>
                </a:lnTo>
                <a:lnTo>
                  <a:pt x="896027" y="111776"/>
                </a:lnTo>
                <a:cubicBezTo>
                  <a:pt x="899394" y="111500"/>
                  <a:pt x="901671" y="110575"/>
                  <a:pt x="902857" y="109002"/>
                </a:cubicBezTo>
                <a:cubicBezTo>
                  <a:pt x="904044" y="107429"/>
                  <a:pt x="904637" y="103276"/>
                  <a:pt x="904637" y="96541"/>
                </a:cubicBezTo>
                <a:lnTo>
                  <a:pt x="904637" y="53652"/>
                </a:lnTo>
                <a:cubicBezTo>
                  <a:pt x="904637" y="49209"/>
                  <a:pt x="904417" y="46377"/>
                  <a:pt x="903975" y="45155"/>
                </a:cubicBezTo>
                <a:cubicBezTo>
                  <a:pt x="903423" y="43600"/>
                  <a:pt x="902623" y="42461"/>
                  <a:pt x="901574" y="41740"/>
                </a:cubicBezTo>
                <a:cubicBezTo>
                  <a:pt x="900525" y="41017"/>
                  <a:pt x="898676" y="40517"/>
                  <a:pt x="896027" y="40239"/>
                </a:cubicBezTo>
                <a:lnTo>
                  <a:pt x="896027" y="37259"/>
                </a:lnTo>
                <a:lnTo>
                  <a:pt x="927655" y="37259"/>
                </a:lnTo>
                <a:close/>
              </a:path>
            </a:pathLst>
          </a:custGeom>
          <a:solidFill xmlns:a="http://schemas.openxmlformats.org/drawingml/2006/main">
            <a:srgbClr val="783F0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86017F-F03C-4785-A58F-F840F0CB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620" y="422665"/>
            <a:ext cx="380260" cy="2123743"/>
          </a:xfrm>
          <a:custGeom xmlns:a="http://schemas.openxmlformats.org/drawingml/2006/main">
            <a:pathLst>
              <a:path w="380260" h="2123743">
                <a:moveTo>
                  <a:pt x="0" y="0"/>
                </a:moveTo>
                <a:lnTo>
                  <a:pt x="380260" y="0"/>
                </a:lnTo>
                <a:lnTo>
                  <a:pt x="380260" y="2123743"/>
                </a:lnTo>
                <a:lnTo>
                  <a:pt x="0" y="21237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Text 1">
            <a:extLst xmlns:a="http://schemas.openxmlformats.org/drawingml/2006/main">
              <a:ext uri="{FF2B5EF4-FFF2-40B4-BE49-F238E27FC236}">
                <a16:creationId xmlns:a16="http://schemas.microsoft.com/office/drawing/2014/main" id="{EAE17489-10DE-49DC-960F-7B4141BB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37" y="544757"/>
            <a:ext cx="64151" cy="95294"/>
          </a:xfrm>
          <a:custGeom xmlns:a="http://schemas.openxmlformats.org/drawingml/2006/main">
            <a:pathLst>
              <a:path w="64151" h="95294">
                <a:moveTo>
                  <a:pt x="39467" y="0"/>
                </a:moveTo>
                <a:lnTo>
                  <a:pt x="39467" y="80512"/>
                </a:lnTo>
                <a:lnTo>
                  <a:pt x="54320" y="80512"/>
                </a:lnTo>
                <a:cubicBezTo>
                  <a:pt x="57860" y="80512"/>
                  <a:pt x="60384" y="81194"/>
                  <a:pt x="61891" y="82557"/>
                </a:cubicBezTo>
                <a:cubicBezTo>
                  <a:pt x="63398" y="83920"/>
                  <a:pt x="64151" y="85702"/>
                  <a:pt x="64151" y="87903"/>
                </a:cubicBezTo>
                <a:cubicBezTo>
                  <a:pt x="64151" y="90103"/>
                  <a:pt x="63398" y="91885"/>
                  <a:pt x="61891" y="93249"/>
                </a:cubicBezTo>
                <a:cubicBezTo>
                  <a:pt x="60384" y="94612"/>
                  <a:pt x="57860" y="95294"/>
                  <a:pt x="54320" y="95294"/>
                </a:cubicBezTo>
                <a:lnTo>
                  <a:pt x="9903" y="95294"/>
                </a:lnTo>
                <a:cubicBezTo>
                  <a:pt x="6362" y="95294"/>
                  <a:pt x="3839" y="94600"/>
                  <a:pt x="2332" y="93213"/>
                </a:cubicBezTo>
                <a:cubicBezTo>
                  <a:pt x="825" y="91826"/>
                  <a:pt x="72" y="90032"/>
                  <a:pt x="72" y="87831"/>
                </a:cubicBezTo>
                <a:cubicBezTo>
                  <a:pt x="72" y="85631"/>
                  <a:pt x="825" y="83861"/>
                  <a:pt x="2332" y="82521"/>
                </a:cubicBezTo>
                <a:cubicBezTo>
                  <a:pt x="3839" y="81182"/>
                  <a:pt x="6362" y="80512"/>
                  <a:pt x="9903" y="80512"/>
                </a:cubicBezTo>
                <a:lnTo>
                  <a:pt x="24756" y="80512"/>
                </a:lnTo>
                <a:lnTo>
                  <a:pt x="24756" y="19218"/>
                </a:lnTo>
                <a:lnTo>
                  <a:pt x="11625" y="22673"/>
                </a:lnTo>
                <a:cubicBezTo>
                  <a:pt x="9520" y="23249"/>
                  <a:pt x="7941" y="23536"/>
                  <a:pt x="6889" y="23536"/>
                </a:cubicBezTo>
                <a:cubicBezTo>
                  <a:pt x="5023" y="23536"/>
                  <a:pt x="3408" y="22793"/>
                  <a:pt x="2045" y="21305"/>
                </a:cubicBezTo>
                <a:cubicBezTo>
                  <a:pt x="682" y="19818"/>
                  <a:pt x="0" y="17995"/>
                  <a:pt x="0" y="15836"/>
                </a:cubicBezTo>
                <a:cubicBezTo>
                  <a:pt x="0" y="13869"/>
                  <a:pt x="502" y="12321"/>
                  <a:pt x="1507" y="11194"/>
                </a:cubicBezTo>
                <a:cubicBezTo>
                  <a:pt x="2512" y="10065"/>
                  <a:pt x="4616" y="9069"/>
                  <a:pt x="7822" y="8205"/>
                </a:cubicBezTo>
                <a:lnTo>
                  <a:pt x="39467" y="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Text 2">
            <a:extLst xmlns:a="http://schemas.openxmlformats.org/drawingml/2006/main">
              <a:ext uri="{FF2B5EF4-FFF2-40B4-BE49-F238E27FC236}">
                <a16:creationId xmlns:a16="http://schemas.microsoft.com/office/drawing/2014/main" id="{44882D53-AFD6-4021-B770-D4A8E566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304" y="721108"/>
            <a:ext cx="67021" cy="95294"/>
          </a:xfrm>
          <a:custGeom xmlns:a="http://schemas.openxmlformats.org/drawingml/2006/main">
            <a:pathLst>
              <a:path w="67021" h="95294">
                <a:moveTo>
                  <a:pt x="22460" y="80512"/>
                </a:moveTo>
                <a:lnTo>
                  <a:pt x="54679" y="80512"/>
                </a:lnTo>
                <a:cubicBezTo>
                  <a:pt x="56449" y="79077"/>
                  <a:pt x="58124" y="78359"/>
                  <a:pt x="59702" y="78359"/>
                </a:cubicBezTo>
                <a:cubicBezTo>
                  <a:pt x="61951" y="78359"/>
                  <a:pt x="63733" y="79106"/>
                  <a:pt x="65048" y="80599"/>
                </a:cubicBezTo>
                <a:cubicBezTo>
                  <a:pt x="66364" y="82093"/>
                  <a:pt x="67021" y="84647"/>
                  <a:pt x="67021" y="88262"/>
                </a:cubicBezTo>
                <a:lnTo>
                  <a:pt x="67021" y="95294"/>
                </a:lnTo>
                <a:lnTo>
                  <a:pt x="0" y="95294"/>
                </a:lnTo>
                <a:lnTo>
                  <a:pt x="0" y="79651"/>
                </a:lnTo>
                <a:cubicBezTo>
                  <a:pt x="26502" y="57813"/>
                  <a:pt x="42504" y="43764"/>
                  <a:pt x="48006" y="37504"/>
                </a:cubicBezTo>
                <a:cubicBezTo>
                  <a:pt x="50780" y="34302"/>
                  <a:pt x="52168" y="31268"/>
                  <a:pt x="52168" y="28400"/>
                </a:cubicBezTo>
                <a:cubicBezTo>
                  <a:pt x="52168" y="24817"/>
                  <a:pt x="50601" y="21651"/>
                  <a:pt x="47468" y="18904"/>
                </a:cubicBezTo>
                <a:cubicBezTo>
                  <a:pt x="44334" y="16156"/>
                  <a:pt x="40160" y="14782"/>
                  <a:pt x="34946" y="14782"/>
                </a:cubicBezTo>
                <a:cubicBezTo>
                  <a:pt x="29684" y="14782"/>
                  <a:pt x="25306" y="16307"/>
                  <a:pt x="21814" y="19357"/>
                </a:cubicBezTo>
                <a:cubicBezTo>
                  <a:pt x="19996" y="20976"/>
                  <a:pt x="18537" y="23381"/>
                  <a:pt x="17437" y="26573"/>
                </a:cubicBezTo>
                <a:cubicBezTo>
                  <a:pt x="16767" y="28574"/>
                  <a:pt x="15846" y="30004"/>
                  <a:pt x="14674" y="30862"/>
                </a:cubicBezTo>
                <a:cubicBezTo>
                  <a:pt x="13502" y="31719"/>
                  <a:pt x="12055" y="32147"/>
                  <a:pt x="10333" y="32147"/>
                </a:cubicBezTo>
                <a:cubicBezTo>
                  <a:pt x="8324" y="32147"/>
                  <a:pt x="6590" y="31430"/>
                  <a:pt x="5131" y="29995"/>
                </a:cubicBezTo>
                <a:cubicBezTo>
                  <a:pt x="3672" y="28559"/>
                  <a:pt x="2942" y="26885"/>
                  <a:pt x="2942" y="24972"/>
                </a:cubicBezTo>
                <a:cubicBezTo>
                  <a:pt x="2942" y="22101"/>
                  <a:pt x="4270" y="18513"/>
                  <a:pt x="6925" y="14208"/>
                </a:cubicBezTo>
                <a:cubicBezTo>
                  <a:pt x="9580" y="9903"/>
                  <a:pt x="13455" y="6458"/>
                  <a:pt x="18549" y="3875"/>
                </a:cubicBezTo>
                <a:cubicBezTo>
                  <a:pt x="23644" y="1292"/>
                  <a:pt x="29181" y="0"/>
                  <a:pt x="35161" y="0"/>
                </a:cubicBezTo>
                <a:cubicBezTo>
                  <a:pt x="44442" y="0"/>
                  <a:pt x="52048" y="2810"/>
                  <a:pt x="57980" y="8431"/>
                </a:cubicBezTo>
                <a:cubicBezTo>
                  <a:pt x="63912" y="14052"/>
                  <a:pt x="66878" y="20857"/>
                  <a:pt x="66878" y="28846"/>
                </a:cubicBezTo>
                <a:cubicBezTo>
                  <a:pt x="66878" y="32913"/>
                  <a:pt x="66029" y="36680"/>
                  <a:pt x="64331" y="40148"/>
                </a:cubicBezTo>
                <a:cubicBezTo>
                  <a:pt x="62632" y="43617"/>
                  <a:pt x="58554" y="48412"/>
                  <a:pt x="52096" y="54536"/>
                </a:cubicBezTo>
                <a:cubicBezTo>
                  <a:pt x="47025" y="59367"/>
                  <a:pt x="37146" y="68026"/>
                  <a:pt x="22460" y="80512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Text 3">
            <a:extLst xmlns:a="http://schemas.openxmlformats.org/drawingml/2006/main">
              <a:ext uri="{FF2B5EF4-FFF2-40B4-BE49-F238E27FC236}">
                <a16:creationId xmlns:a16="http://schemas.microsoft.com/office/drawing/2014/main" id="{0646643D-143C-4FFB-89F8-11907701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098" y="897459"/>
            <a:ext cx="68385" cy="97447"/>
          </a:xfrm>
          <a:custGeom xmlns:a="http://schemas.openxmlformats.org/drawingml/2006/main">
            <a:pathLst>
              <a:path w="68385" h="97447">
                <a:moveTo>
                  <a:pt x="55397" y="46140"/>
                </a:moveTo>
                <a:cubicBezTo>
                  <a:pt x="59750" y="49106"/>
                  <a:pt x="63003" y="52538"/>
                  <a:pt x="65156" y="56437"/>
                </a:cubicBezTo>
                <a:cubicBezTo>
                  <a:pt x="67308" y="60336"/>
                  <a:pt x="68385" y="64701"/>
                  <a:pt x="68385" y="69533"/>
                </a:cubicBezTo>
                <a:cubicBezTo>
                  <a:pt x="68385" y="74747"/>
                  <a:pt x="66962" y="79567"/>
                  <a:pt x="64115" y="83992"/>
                </a:cubicBezTo>
                <a:cubicBezTo>
                  <a:pt x="61269" y="88417"/>
                  <a:pt x="57143" y="91766"/>
                  <a:pt x="51737" y="94038"/>
                </a:cubicBezTo>
                <a:cubicBezTo>
                  <a:pt x="46331" y="96310"/>
                  <a:pt x="39251" y="97447"/>
                  <a:pt x="30497" y="97447"/>
                </a:cubicBezTo>
                <a:cubicBezTo>
                  <a:pt x="19111" y="97447"/>
                  <a:pt x="10548" y="95671"/>
                  <a:pt x="4808" y="92119"/>
                </a:cubicBezTo>
                <a:cubicBezTo>
                  <a:pt x="1603" y="90102"/>
                  <a:pt x="0" y="87701"/>
                  <a:pt x="0" y="84916"/>
                </a:cubicBezTo>
                <a:cubicBezTo>
                  <a:pt x="0" y="82804"/>
                  <a:pt x="706" y="81016"/>
                  <a:pt x="2117" y="79552"/>
                </a:cubicBezTo>
                <a:cubicBezTo>
                  <a:pt x="3528" y="78087"/>
                  <a:pt x="5238" y="77355"/>
                  <a:pt x="7248" y="77355"/>
                </a:cubicBezTo>
                <a:cubicBezTo>
                  <a:pt x="8635" y="77355"/>
                  <a:pt x="10070" y="77833"/>
                  <a:pt x="11553" y="78790"/>
                </a:cubicBezTo>
                <a:cubicBezTo>
                  <a:pt x="13658" y="80225"/>
                  <a:pt x="15643" y="81182"/>
                  <a:pt x="17509" y="81660"/>
                </a:cubicBezTo>
                <a:cubicBezTo>
                  <a:pt x="20379" y="82330"/>
                  <a:pt x="24326" y="82665"/>
                  <a:pt x="29349" y="82665"/>
                </a:cubicBezTo>
                <a:cubicBezTo>
                  <a:pt x="37912" y="82665"/>
                  <a:pt x="44107" y="81555"/>
                  <a:pt x="47934" y="79337"/>
                </a:cubicBezTo>
                <a:cubicBezTo>
                  <a:pt x="51761" y="77117"/>
                  <a:pt x="53675" y="73979"/>
                  <a:pt x="53675" y="69923"/>
                </a:cubicBezTo>
                <a:cubicBezTo>
                  <a:pt x="53675" y="66917"/>
                  <a:pt x="52562" y="64018"/>
                  <a:pt x="50338" y="61227"/>
                </a:cubicBezTo>
                <a:cubicBezTo>
                  <a:pt x="48113" y="58434"/>
                  <a:pt x="45135" y="56274"/>
                  <a:pt x="41404" y="54746"/>
                </a:cubicBezTo>
                <a:cubicBezTo>
                  <a:pt x="39251" y="53887"/>
                  <a:pt x="35616" y="53290"/>
                  <a:pt x="30497" y="52957"/>
                </a:cubicBezTo>
                <a:cubicBezTo>
                  <a:pt x="28057" y="52813"/>
                  <a:pt x="26180" y="52060"/>
                  <a:pt x="24864" y="50697"/>
                </a:cubicBezTo>
                <a:cubicBezTo>
                  <a:pt x="23548" y="49333"/>
                  <a:pt x="22891" y="47647"/>
                  <a:pt x="22891" y="45638"/>
                </a:cubicBezTo>
                <a:cubicBezTo>
                  <a:pt x="22891" y="43533"/>
                  <a:pt x="23608" y="41763"/>
                  <a:pt x="25043" y="40328"/>
                </a:cubicBezTo>
                <a:cubicBezTo>
                  <a:pt x="26478" y="38893"/>
                  <a:pt x="28296" y="38175"/>
                  <a:pt x="30497" y="38175"/>
                </a:cubicBezTo>
                <a:cubicBezTo>
                  <a:pt x="35376" y="38175"/>
                  <a:pt x="37984" y="38151"/>
                  <a:pt x="38318" y="38103"/>
                </a:cubicBezTo>
                <a:cubicBezTo>
                  <a:pt x="40232" y="37912"/>
                  <a:pt x="42146" y="37292"/>
                  <a:pt x="44059" y="36244"/>
                </a:cubicBezTo>
                <a:cubicBezTo>
                  <a:pt x="45973" y="35195"/>
                  <a:pt x="47515" y="33752"/>
                  <a:pt x="48687" y="31916"/>
                </a:cubicBezTo>
                <a:cubicBezTo>
                  <a:pt x="49859" y="30079"/>
                  <a:pt x="50445" y="28183"/>
                  <a:pt x="50445" y="26227"/>
                </a:cubicBezTo>
                <a:cubicBezTo>
                  <a:pt x="50445" y="23128"/>
                  <a:pt x="49070" y="20446"/>
                  <a:pt x="46319" y="18182"/>
                </a:cubicBezTo>
                <a:cubicBezTo>
                  <a:pt x="43569" y="15915"/>
                  <a:pt x="39443" y="14782"/>
                  <a:pt x="33941" y="14782"/>
                </a:cubicBezTo>
                <a:cubicBezTo>
                  <a:pt x="26861" y="14782"/>
                  <a:pt x="21455" y="16823"/>
                  <a:pt x="17724" y="20906"/>
                </a:cubicBezTo>
                <a:cubicBezTo>
                  <a:pt x="16624" y="22092"/>
                  <a:pt x="15739" y="22851"/>
                  <a:pt x="15069" y="23184"/>
                </a:cubicBezTo>
                <a:cubicBezTo>
                  <a:pt x="14064" y="23706"/>
                  <a:pt x="12940" y="23967"/>
                  <a:pt x="11696" y="23967"/>
                </a:cubicBezTo>
                <a:cubicBezTo>
                  <a:pt x="9687" y="23967"/>
                  <a:pt x="7965" y="23247"/>
                  <a:pt x="6530" y="21808"/>
                </a:cubicBezTo>
                <a:cubicBezTo>
                  <a:pt x="5095" y="20368"/>
                  <a:pt x="4377" y="18593"/>
                  <a:pt x="4377" y="16482"/>
                </a:cubicBezTo>
                <a:cubicBezTo>
                  <a:pt x="4377" y="13170"/>
                  <a:pt x="6578" y="9956"/>
                  <a:pt x="10979" y="6837"/>
                </a:cubicBezTo>
                <a:cubicBezTo>
                  <a:pt x="17389" y="2279"/>
                  <a:pt x="25402" y="0"/>
                  <a:pt x="35018" y="0"/>
                </a:cubicBezTo>
                <a:cubicBezTo>
                  <a:pt x="44107" y="0"/>
                  <a:pt x="51402" y="2588"/>
                  <a:pt x="56904" y="7763"/>
                </a:cubicBezTo>
                <a:cubicBezTo>
                  <a:pt x="62405" y="12937"/>
                  <a:pt x="65156" y="19165"/>
                  <a:pt x="65156" y="26447"/>
                </a:cubicBezTo>
                <a:cubicBezTo>
                  <a:pt x="65156" y="30232"/>
                  <a:pt x="64342" y="33766"/>
                  <a:pt x="62716" y="37049"/>
                </a:cubicBezTo>
                <a:cubicBezTo>
                  <a:pt x="61089" y="40331"/>
                  <a:pt x="58650" y="43361"/>
                  <a:pt x="55397" y="46140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Text 4">
            <a:extLst xmlns:a="http://schemas.openxmlformats.org/drawingml/2006/main">
              <a:ext uri="{FF2B5EF4-FFF2-40B4-BE49-F238E27FC236}">
                <a16:creationId xmlns:a16="http://schemas.microsoft.com/office/drawing/2014/main" id="{F8AA80B6-AC54-4FAA-906F-B3248BD7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389" y="1076250"/>
            <a:ext cx="63792" cy="92854"/>
          </a:xfrm>
          <a:custGeom xmlns:a="http://schemas.openxmlformats.org/drawingml/2006/main">
            <a:pathLst>
              <a:path w="63792" h="92854">
                <a:moveTo>
                  <a:pt x="54679" y="0"/>
                </a:moveTo>
                <a:lnTo>
                  <a:pt x="54679" y="57406"/>
                </a:lnTo>
                <a:cubicBezTo>
                  <a:pt x="57789" y="57406"/>
                  <a:pt x="60085" y="58076"/>
                  <a:pt x="61568" y="59415"/>
                </a:cubicBezTo>
                <a:cubicBezTo>
                  <a:pt x="63051" y="60755"/>
                  <a:pt x="63792" y="62525"/>
                  <a:pt x="63792" y="64725"/>
                </a:cubicBezTo>
                <a:cubicBezTo>
                  <a:pt x="63792" y="66926"/>
                  <a:pt x="63039" y="68720"/>
                  <a:pt x="61532" y="70107"/>
                </a:cubicBezTo>
                <a:cubicBezTo>
                  <a:pt x="60025" y="71494"/>
                  <a:pt x="57741" y="72188"/>
                  <a:pt x="54679" y="72188"/>
                </a:cubicBezTo>
                <a:lnTo>
                  <a:pt x="54679" y="78072"/>
                </a:lnTo>
                <a:cubicBezTo>
                  <a:pt x="57789" y="78072"/>
                  <a:pt x="60085" y="78754"/>
                  <a:pt x="61568" y="80117"/>
                </a:cubicBezTo>
                <a:cubicBezTo>
                  <a:pt x="63051" y="81481"/>
                  <a:pt x="63792" y="83263"/>
                  <a:pt x="63792" y="85463"/>
                </a:cubicBezTo>
                <a:cubicBezTo>
                  <a:pt x="63792" y="87664"/>
                  <a:pt x="63039" y="89446"/>
                  <a:pt x="61532" y="90809"/>
                </a:cubicBezTo>
                <a:cubicBezTo>
                  <a:pt x="60025" y="92172"/>
                  <a:pt x="57502" y="92854"/>
                  <a:pt x="53962" y="92854"/>
                </a:cubicBezTo>
                <a:lnTo>
                  <a:pt x="34228" y="92854"/>
                </a:lnTo>
                <a:cubicBezTo>
                  <a:pt x="30688" y="92854"/>
                  <a:pt x="28165" y="92160"/>
                  <a:pt x="26658" y="90773"/>
                </a:cubicBezTo>
                <a:cubicBezTo>
                  <a:pt x="25151" y="89386"/>
                  <a:pt x="24398" y="87592"/>
                  <a:pt x="24398" y="85391"/>
                </a:cubicBezTo>
                <a:cubicBezTo>
                  <a:pt x="24398" y="83191"/>
                  <a:pt x="25151" y="81421"/>
                  <a:pt x="26658" y="80081"/>
                </a:cubicBezTo>
                <a:cubicBezTo>
                  <a:pt x="28165" y="78742"/>
                  <a:pt x="30688" y="78072"/>
                  <a:pt x="34228" y="78072"/>
                </a:cubicBezTo>
                <a:lnTo>
                  <a:pt x="39969" y="78072"/>
                </a:lnTo>
                <a:lnTo>
                  <a:pt x="39969" y="72188"/>
                </a:lnTo>
                <a:lnTo>
                  <a:pt x="0" y="72188"/>
                </a:lnTo>
                <a:lnTo>
                  <a:pt x="0" y="59857"/>
                </a:lnTo>
                <a:lnTo>
                  <a:pt x="35233" y="0"/>
                </a:lnTo>
                <a:lnTo>
                  <a:pt x="54679" y="0"/>
                </a:lnTo>
                <a:moveTo>
                  <a:pt x="39969" y="57406"/>
                </a:moveTo>
                <a:lnTo>
                  <a:pt x="39969" y="21119"/>
                </a:lnTo>
                <a:lnTo>
                  <a:pt x="18657" y="57406"/>
                </a:lnTo>
                <a:lnTo>
                  <a:pt x="39969" y="57406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Text 5">
            <a:extLst xmlns:a="http://schemas.openxmlformats.org/drawingml/2006/main">
              <a:ext uri="{FF2B5EF4-FFF2-40B4-BE49-F238E27FC236}">
                <a16:creationId xmlns:a16="http://schemas.microsoft.com/office/drawing/2014/main" id="{107C8692-B348-4E7D-96A5-B3F68049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82" y="1252601"/>
            <a:ext cx="68600" cy="95007"/>
          </a:xfrm>
          <a:custGeom xmlns:a="http://schemas.openxmlformats.org/drawingml/2006/main">
            <a:pathLst>
              <a:path w="68600" h="95007">
                <a:moveTo>
                  <a:pt x="22245" y="14782"/>
                </a:moveTo>
                <a:lnTo>
                  <a:pt x="22245" y="32291"/>
                </a:lnTo>
                <a:cubicBezTo>
                  <a:pt x="27698" y="30569"/>
                  <a:pt x="32650" y="29708"/>
                  <a:pt x="37099" y="29708"/>
                </a:cubicBezTo>
                <a:cubicBezTo>
                  <a:pt x="46140" y="29708"/>
                  <a:pt x="53651" y="32790"/>
                  <a:pt x="59630" y="38955"/>
                </a:cubicBezTo>
                <a:cubicBezTo>
                  <a:pt x="65610" y="45119"/>
                  <a:pt x="68600" y="53075"/>
                  <a:pt x="68600" y="62824"/>
                </a:cubicBezTo>
                <a:cubicBezTo>
                  <a:pt x="68600" y="72858"/>
                  <a:pt x="65574" y="80730"/>
                  <a:pt x="59523" y="86441"/>
                </a:cubicBezTo>
                <a:cubicBezTo>
                  <a:pt x="53471" y="92151"/>
                  <a:pt x="44203" y="95007"/>
                  <a:pt x="31717" y="95007"/>
                </a:cubicBezTo>
                <a:cubicBezTo>
                  <a:pt x="20714" y="95007"/>
                  <a:pt x="12007" y="92912"/>
                  <a:pt x="5597" y="88724"/>
                </a:cubicBezTo>
                <a:cubicBezTo>
                  <a:pt x="1866" y="86315"/>
                  <a:pt x="0" y="83546"/>
                  <a:pt x="0" y="80415"/>
                </a:cubicBezTo>
                <a:cubicBezTo>
                  <a:pt x="0" y="78442"/>
                  <a:pt x="730" y="76721"/>
                  <a:pt x="2189" y="75253"/>
                </a:cubicBezTo>
                <a:cubicBezTo>
                  <a:pt x="3648" y="73784"/>
                  <a:pt x="5382" y="73049"/>
                  <a:pt x="7391" y="73049"/>
                </a:cubicBezTo>
                <a:cubicBezTo>
                  <a:pt x="9065" y="73049"/>
                  <a:pt x="10883" y="73859"/>
                  <a:pt x="12845" y="75478"/>
                </a:cubicBezTo>
                <a:cubicBezTo>
                  <a:pt x="14806" y="77097"/>
                  <a:pt x="16863" y="78220"/>
                  <a:pt x="19016" y="78848"/>
                </a:cubicBezTo>
                <a:cubicBezTo>
                  <a:pt x="22077" y="79766"/>
                  <a:pt x="26000" y="80225"/>
                  <a:pt x="30784" y="80225"/>
                </a:cubicBezTo>
                <a:cubicBezTo>
                  <a:pt x="39682" y="80225"/>
                  <a:pt x="45757" y="78811"/>
                  <a:pt x="49010" y="75982"/>
                </a:cubicBezTo>
                <a:cubicBezTo>
                  <a:pt x="52263" y="73152"/>
                  <a:pt x="53890" y="68812"/>
                  <a:pt x="53890" y="62963"/>
                </a:cubicBezTo>
                <a:cubicBezTo>
                  <a:pt x="53890" y="57210"/>
                  <a:pt x="52323" y="52693"/>
                  <a:pt x="49190" y="49412"/>
                </a:cubicBezTo>
                <a:cubicBezTo>
                  <a:pt x="46056" y="46130"/>
                  <a:pt x="42026" y="44490"/>
                  <a:pt x="37099" y="44490"/>
                </a:cubicBezTo>
                <a:cubicBezTo>
                  <a:pt x="31789" y="44490"/>
                  <a:pt x="25737" y="46192"/>
                  <a:pt x="18944" y="49598"/>
                </a:cubicBezTo>
                <a:cubicBezTo>
                  <a:pt x="17413" y="50402"/>
                  <a:pt x="16074" y="50804"/>
                  <a:pt x="14926" y="50804"/>
                </a:cubicBezTo>
                <a:cubicBezTo>
                  <a:pt x="12821" y="50804"/>
                  <a:pt x="11063" y="50038"/>
                  <a:pt x="9651" y="48506"/>
                </a:cubicBezTo>
                <a:cubicBezTo>
                  <a:pt x="8240" y="46972"/>
                  <a:pt x="7535" y="44984"/>
                  <a:pt x="7535" y="42541"/>
                </a:cubicBezTo>
                <a:lnTo>
                  <a:pt x="7535" y="0"/>
                </a:lnTo>
                <a:lnTo>
                  <a:pt x="52526" y="0"/>
                </a:lnTo>
                <a:cubicBezTo>
                  <a:pt x="56066" y="0"/>
                  <a:pt x="58590" y="685"/>
                  <a:pt x="60097" y="2056"/>
                </a:cubicBezTo>
                <a:cubicBezTo>
                  <a:pt x="61604" y="3426"/>
                  <a:pt x="62357" y="5216"/>
                  <a:pt x="62357" y="7427"/>
                </a:cubicBezTo>
                <a:cubicBezTo>
                  <a:pt x="62357" y="9590"/>
                  <a:pt x="61604" y="11357"/>
                  <a:pt x="60097" y="12728"/>
                </a:cubicBezTo>
                <a:cubicBezTo>
                  <a:pt x="58590" y="14097"/>
                  <a:pt x="56066" y="14782"/>
                  <a:pt x="52526" y="14782"/>
                </a:cubicBezTo>
                <a:lnTo>
                  <a:pt x="22245" y="14782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Text 6">
            <a:extLst xmlns:a="http://schemas.openxmlformats.org/drawingml/2006/main">
              <a:ext uri="{FF2B5EF4-FFF2-40B4-BE49-F238E27FC236}">
                <a16:creationId xmlns:a16="http://schemas.microsoft.com/office/drawing/2014/main" id="{79E2EFF4-AA29-489E-A407-A0AA7AA7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910" y="1426513"/>
            <a:ext cx="64079" cy="97447"/>
          </a:xfrm>
          <a:custGeom xmlns:a="http://schemas.openxmlformats.org/drawingml/2006/main">
            <a:pathLst>
              <a:path w="64079" h="97447">
                <a:moveTo>
                  <a:pt x="14782" y="45064"/>
                </a:moveTo>
                <a:cubicBezTo>
                  <a:pt x="18322" y="42072"/>
                  <a:pt x="21695" y="39890"/>
                  <a:pt x="24900" y="38516"/>
                </a:cubicBezTo>
                <a:cubicBezTo>
                  <a:pt x="28105" y="37140"/>
                  <a:pt x="31525" y="36453"/>
                  <a:pt x="35161" y="36453"/>
                </a:cubicBezTo>
                <a:cubicBezTo>
                  <a:pt x="42863" y="36453"/>
                  <a:pt x="49608" y="39518"/>
                  <a:pt x="55397" y="45649"/>
                </a:cubicBezTo>
                <a:cubicBezTo>
                  <a:pt x="61185" y="51780"/>
                  <a:pt x="64079" y="59467"/>
                  <a:pt x="64079" y="68710"/>
                </a:cubicBezTo>
                <a:cubicBezTo>
                  <a:pt x="64079" y="77284"/>
                  <a:pt x="61388" y="84216"/>
                  <a:pt x="56007" y="89508"/>
                </a:cubicBezTo>
                <a:cubicBezTo>
                  <a:pt x="50625" y="94801"/>
                  <a:pt x="43318" y="97447"/>
                  <a:pt x="34085" y="97447"/>
                </a:cubicBezTo>
                <a:cubicBezTo>
                  <a:pt x="26383" y="97447"/>
                  <a:pt x="20044" y="95651"/>
                  <a:pt x="15069" y="92060"/>
                </a:cubicBezTo>
                <a:cubicBezTo>
                  <a:pt x="10094" y="88469"/>
                  <a:pt x="6339" y="82940"/>
                  <a:pt x="3803" y="75473"/>
                </a:cubicBezTo>
                <a:cubicBezTo>
                  <a:pt x="1268" y="68004"/>
                  <a:pt x="0" y="59675"/>
                  <a:pt x="0" y="50484"/>
                </a:cubicBezTo>
                <a:cubicBezTo>
                  <a:pt x="0" y="39472"/>
                  <a:pt x="2512" y="30316"/>
                  <a:pt x="7535" y="23016"/>
                </a:cubicBezTo>
                <a:cubicBezTo>
                  <a:pt x="12558" y="15715"/>
                  <a:pt x="18466" y="10054"/>
                  <a:pt x="25259" y="6032"/>
                </a:cubicBezTo>
                <a:cubicBezTo>
                  <a:pt x="32052" y="2011"/>
                  <a:pt x="39227" y="0"/>
                  <a:pt x="46786" y="0"/>
                </a:cubicBezTo>
                <a:cubicBezTo>
                  <a:pt x="52766" y="0"/>
                  <a:pt x="57406" y="1177"/>
                  <a:pt x="60707" y="3532"/>
                </a:cubicBezTo>
                <a:cubicBezTo>
                  <a:pt x="62860" y="5116"/>
                  <a:pt x="63936" y="7134"/>
                  <a:pt x="63936" y="9584"/>
                </a:cubicBezTo>
                <a:cubicBezTo>
                  <a:pt x="63936" y="11746"/>
                  <a:pt x="63218" y="13559"/>
                  <a:pt x="61783" y="15024"/>
                </a:cubicBezTo>
                <a:cubicBezTo>
                  <a:pt x="60348" y="16489"/>
                  <a:pt x="58626" y="17222"/>
                  <a:pt x="56617" y="17222"/>
                </a:cubicBezTo>
                <a:cubicBezTo>
                  <a:pt x="55468" y="17222"/>
                  <a:pt x="53818" y="16648"/>
                  <a:pt x="51665" y="15500"/>
                </a:cubicBezTo>
                <a:cubicBezTo>
                  <a:pt x="50374" y="14830"/>
                  <a:pt x="49130" y="14495"/>
                  <a:pt x="47934" y="14495"/>
                </a:cubicBezTo>
                <a:cubicBezTo>
                  <a:pt x="43246" y="14495"/>
                  <a:pt x="38390" y="15823"/>
                  <a:pt x="33367" y="18478"/>
                </a:cubicBezTo>
                <a:cubicBezTo>
                  <a:pt x="28344" y="21133"/>
                  <a:pt x="23991" y="25211"/>
                  <a:pt x="20307" y="30712"/>
                </a:cubicBezTo>
                <a:cubicBezTo>
                  <a:pt x="17772" y="34539"/>
                  <a:pt x="15930" y="39323"/>
                  <a:pt x="14782" y="45064"/>
                </a:cubicBezTo>
                <a:moveTo>
                  <a:pt x="16935" y="67773"/>
                </a:moveTo>
                <a:cubicBezTo>
                  <a:pt x="18466" y="73500"/>
                  <a:pt x="20535" y="77414"/>
                  <a:pt x="23142" y="79514"/>
                </a:cubicBezTo>
                <a:cubicBezTo>
                  <a:pt x="25749" y="81614"/>
                  <a:pt x="29468" y="82665"/>
                  <a:pt x="34300" y="82665"/>
                </a:cubicBezTo>
                <a:cubicBezTo>
                  <a:pt x="39132" y="82665"/>
                  <a:pt x="42851" y="81400"/>
                  <a:pt x="45458" y="78870"/>
                </a:cubicBezTo>
                <a:cubicBezTo>
                  <a:pt x="48066" y="76341"/>
                  <a:pt x="49369" y="72904"/>
                  <a:pt x="49369" y="68560"/>
                </a:cubicBezTo>
                <a:cubicBezTo>
                  <a:pt x="49369" y="63597"/>
                  <a:pt x="47874" y="59468"/>
                  <a:pt x="44884" y="56175"/>
                </a:cubicBezTo>
                <a:cubicBezTo>
                  <a:pt x="41894" y="52881"/>
                  <a:pt x="38534" y="51235"/>
                  <a:pt x="34802" y="51235"/>
                </a:cubicBezTo>
                <a:cubicBezTo>
                  <a:pt x="31836" y="51235"/>
                  <a:pt x="28667" y="52691"/>
                  <a:pt x="25294" y="55603"/>
                </a:cubicBezTo>
                <a:cubicBezTo>
                  <a:pt x="21922" y="58514"/>
                  <a:pt x="19135" y="62570"/>
                  <a:pt x="16935" y="67773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Text 7">
            <a:extLst xmlns:a="http://schemas.openxmlformats.org/drawingml/2006/main">
              <a:ext uri="{FF2B5EF4-FFF2-40B4-BE49-F238E27FC236}">
                <a16:creationId xmlns:a16="http://schemas.microsoft.com/office/drawing/2014/main" id="{7FA8751D-D751-4D21-878A-25041A14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318" y="1605303"/>
            <a:ext cx="63864" cy="92854"/>
          </a:xfrm>
          <a:custGeom xmlns:a="http://schemas.openxmlformats.org/drawingml/2006/main">
            <a:pathLst>
              <a:path w="63864" h="92854">
                <a:moveTo>
                  <a:pt x="48365" y="14782"/>
                </a:moveTo>
                <a:lnTo>
                  <a:pt x="14710" y="14782"/>
                </a:lnTo>
                <a:cubicBezTo>
                  <a:pt x="14519" y="18466"/>
                  <a:pt x="13777" y="21061"/>
                  <a:pt x="12486" y="22568"/>
                </a:cubicBezTo>
                <a:cubicBezTo>
                  <a:pt x="11194" y="24075"/>
                  <a:pt x="9496" y="24828"/>
                  <a:pt x="7391" y="24828"/>
                </a:cubicBezTo>
                <a:cubicBezTo>
                  <a:pt x="5190" y="24828"/>
                  <a:pt x="3408" y="24075"/>
                  <a:pt x="2045" y="22568"/>
                </a:cubicBezTo>
                <a:cubicBezTo>
                  <a:pt x="682" y="21061"/>
                  <a:pt x="0" y="18466"/>
                  <a:pt x="0" y="14782"/>
                </a:cubicBezTo>
                <a:lnTo>
                  <a:pt x="0" y="0"/>
                </a:lnTo>
                <a:lnTo>
                  <a:pt x="63864" y="0"/>
                </a:lnTo>
                <a:lnTo>
                  <a:pt x="63864" y="14782"/>
                </a:lnTo>
                <a:lnTo>
                  <a:pt x="40041" y="85497"/>
                </a:lnTo>
                <a:cubicBezTo>
                  <a:pt x="39036" y="88449"/>
                  <a:pt x="37924" y="90414"/>
                  <a:pt x="36704" y="91390"/>
                </a:cubicBezTo>
                <a:cubicBezTo>
                  <a:pt x="35484" y="92366"/>
                  <a:pt x="34013" y="92854"/>
                  <a:pt x="32291" y="92854"/>
                </a:cubicBezTo>
                <a:cubicBezTo>
                  <a:pt x="30234" y="92854"/>
                  <a:pt x="28476" y="92151"/>
                  <a:pt x="27017" y="90746"/>
                </a:cubicBezTo>
                <a:cubicBezTo>
                  <a:pt x="25558" y="89340"/>
                  <a:pt x="24828" y="87722"/>
                  <a:pt x="24828" y="85894"/>
                </a:cubicBezTo>
                <a:cubicBezTo>
                  <a:pt x="24828" y="84819"/>
                  <a:pt x="25211" y="83108"/>
                  <a:pt x="25976" y="80761"/>
                </a:cubicBezTo>
                <a:lnTo>
                  <a:pt x="48365" y="14782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Text 8">
            <a:extLst xmlns:a="http://schemas.openxmlformats.org/drawingml/2006/main">
              <a:ext uri="{FF2B5EF4-FFF2-40B4-BE49-F238E27FC236}">
                <a16:creationId xmlns:a16="http://schemas.microsoft.com/office/drawing/2014/main" id="{1A4C8D53-F454-4B8D-83D1-C1D609DE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37" y="1779215"/>
            <a:ext cx="64151" cy="97447"/>
          </a:xfrm>
          <a:custGeom xmlns:a="http://schemas.openxmlformats.org/drawingml/2006/main">
            <a:pathLst>
              <a:path w="64151" h="97447">
                <a:moveTo>
                  <a:pt x="52813" y="48187"/>
                </a:moveTo>
                <a:cubicBezTo>
                  <a:pt x="56593" y="51111"/>
                  <a:pt x="59427" y="54432"/>
                  <a:pt x="61317" y="58148"/>
                </a:cubicBezTo>
                <a:cubicBezTo>
                  <a:pt x="63206" y="61863"/>
                  <a:pt x="64151" y="65950"/>
                  <a:pt x="64151" y="70407"/>
                </a:cubicBezTo>
                <a:cubicBezTo>
                  <a:pt x="64151" y="75345"/>
                  <a:pt x="62943" y="79888"/>
                  <a:pt x="60527" y="84035"/>
                </a:cubicBezTo>
                <a:cubicBezTo>
                  <a:pt x="58112" y="88182"/>
                  <a:pt x="54320" y="91454"/>
                  <a:pt x="49154" y="93852"/>
                </a:cubicBezTo>
                <a:cubicBezTo>
                  <a:pt x="43987" y="96248"/>
                  <a:pt x="38247" y="97447"/>
                  <a:pt x="31932" y="97447"/>
                </a:cubicBezTo>
                <a:cubicBezTo>
                  <a:pt x="25617" y="97447"/>
                  <a:pt x="19925" y="96248"/>
                  <a:pt x="14854" y="93852"/>
                </a:cubicBezTo>
                <a:cubicBezTo>
                  <a:pt x="9783" y="91454"/>
                  <a:pt x="6040" y="88170"/>
                  <a:pt x="3624" y="83999"/>
                </a:cubicBezTo>
                <a:cubicBezTo>
                  <a:pt x="1208" y="79828"/>
                  <a:pt x="0" y="75297"/>
                  <a:pt x="0" y="70407"/>
                </a:cubicBezTo>
                <a:cubicBezTo>
                  <a:pt x="0" y="65950"/>
                  <a:pt x="945" y="61863"/>
                  <a:pt x="2834" y="58148"/>
                </a:cubicBezTo>
                <a:cubicBezTo>
                  <a:pt x="4724" y="54432"/>
                  <a:pt x="7558" y="51111"/>
                  <a:pt x="11338" y="48187"/>
                </a:cubicBezTo>
                <a:cubicBezTo>
                  <a:pt x="8037" y="45127"/>
                  <a:pt x="5549" y="41876"/>
                  <a:pt x="3875" y="38435"/>
                </a:cubicBezTo>
                <a:cubicBezTo>
                  <a:pt x="2201" y="34994"/>
                  <a:pt x="1363" y="31360"/>
                  <a:pt x="1363" y="27535"/>
                </a:cubicBezTo>
                <a:cubicBezTo>
                  <a:pt x="1363" y="20030"/>
                  <a:pt x="4234" y="13565"/>
                  <a:pt x="9974" y="8140"/>
                </a:cubicBezTo>
                <a:cubicBezTo>
                  <a:pt x="15715" y="2713"/>
                  <a:pt x="23082" y="0"/>
                  <a:pt x="32076" y="0"/>
                </a:cubicBezTo>
                <a:cubicBezTo>
                  <a:pt x="41069" y="0"/>
                  <a:pt x="48436" y="2713"/>
                  <a:pt x="54177" y="8140"/>
                </a:cubicBezTo>
                <a:cubicBezTo>
                  <a:pt x="59917" y="13565"/>
                  <a:pt x="62788" y="20030"/>
                  <a:pt x="62788" y="27535"/>
                </a:cubicBezTo>
                <a:cubicBezTo>
                  <a:pt x="62788" y="31408"/>
                  <a:pt x="61963" y="35065"/>
                  <a:pt x="60312" y="38507"/>
                </a:cubicBezTo>
                <a:cubicBezTo>
                  <a:pt x="58662" y="41948"/>
                  <a:pt x="56162" y="45175"/>
                  <a:pt x="52813" y="48187"/>
                </a:cubicBezTo>
                <a:moveTo>
                  <a:pt x="47719" y="27878"/>
                </a:moveTo>
                <a:cubicBezTo>
                  <a:pt x="47719" y="24253"/>
                  <a:pt x="46296" y="21164"/>
                  <a:pt x="43449" y="18612"/>
                </a:cubicBezTo>
                <a:cubicBezTo>
                  <a:pt x="40603" y="16059"/>
                  <a:pt x="36764" y="14782"/>
                  <a:pt x="31932" y="14782"/>
                </a:cubicBezTo>
                <a:cubicBezTo>
                  <a:pt x="27053" y="14782"/>
                  <a:pt x="23190" y="16059"/>
                  <a:pt x="20343" y="18612"/>
                </a:cubicBezTo>
                <a:cubicBezTo>
                  <a:pt x="17497" y="21164"/>
                  <a:pt x="16074" y="24253"/>
                  <a:pt x="16074" y="27878"/>
                </a:cubicBezTo>
                <a:cubicBezTo>
                  <a:pt x="16074" y="31551"/>
                  <a:pt x="17497" y="34664"/>
                  <a:pt x="20343" y="37217"/>
                </a:cubicBezTo>
                <a:cubicBezTo>
                  <a:pt x="23190" y="39769"/>
                  <a:pt x="27053" y="41045"/>
                  <a:pt x="31932" y="41045"/>
                </a:cubicBezTo>
                <a:cubicBezTo>
                  <a:pt x="36764" y="41045"/>
                  <a:pt x="40603" y="39769"/>
                  <a:pt x="43449" y="37217"/>
                </a:cubicBezTo>
                <a:cubicBezTo>
                  <a:pt x="46296" y="34664"/>
                  <a:pt x="47719" y="31551"/>
                  <a:pt x="47719" y="27878"/>
                </a:cubicBezTo>
                <a:moveTo>
                  <a:pt x="49441" y="71080"/>
                </a:moveTo>
                <a:cubicBezTo>
                  <a:pt x="49441" y="67195"/>
                  <a:pt x="47778" y="63682"/>
                  <a:pt x="44454" y="60541"/>
                </a:cubicBezTo>
                <a:cubicBezTo>
                  <a:pt x="41129" y="57398"/>
                  <a:pt x="37003" y="55827"/>
                  <a:pt x="32076" y="55827"/>
                </a:cubicBezTo>
                <a:cubicBezTo>
                  <a:pt x="27148" y="55827"/>
                  <a:pt x="23022" y="57398"/>
                  <a:pt x="19697" y="60541"/>
                </a:cubicBezTo>
                <a:cubicBezTo>
                  <a:pt x="16373" y="63682"/>
                  <a:pt x="14710" y="67243"/>
                  <a:pt x="14710" y="71224"/>
                </a:cubicBezTo>
                <a:cubicBezTo>
                  <a:pt x="14710" y="74294"/>
                  <a:pt x="16145" y="76969"/>
                  <a:pt x="19016" y="79247"/>
                </a:cubicBezTo>
                <a:cubicBezTo>
                  <a:pt x="21886" y="81525"/>
                  <a:pt x="26239" y="82665"/>
                  <a:pt x="32076" y="82665"/>
                </a:cubicBezTo>
                <a:cubicBezTo>
                  <a:pt x="37960" y="82665"/>
                  <a:pt x="42325" y="81525"/>
                  <a:pt x="45171" y="79247"/>
                </a:cubicBezTo>
                <a:cubicBezTo>
                  <a:pt x="48018" y="76969"/>
                  <a:pt x="49441" y="74247"/>
                  <a:pt x="49441" y="71080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Text 9">
            <a:extLst xmlns:a="http://schemas.openxmlformats.org/drawingml/2006/main">
              <a:ext uri="{FF2B5EF4-FFF2-40B4-BE49-F238E27FC236}">
                <a16:creationId xmlns:a16="http://schemas.microsoft.com/office/drawing/2014/main" id="{9A649CDC-32A3-4704-9179-CC241D34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838" y="1955566"/>
            <a:ext cx="64223" cy="97447"/>
          </a:xfrm>
          <a:custGeom xmlns:a="http://schemas.openxmlformats.org/drawingml/2006/main">
            <a:pathLst>
              <a:path w="64223" h="97447">
                <a:moveTo>
                  <a:pt x="49369" y="56545"/>
                </a:moveTo>
                <a:cubicBezTo>
                  <a:pt x="45686" y="59728"/>
                  <a:pt x="42313" y="61983"/>
                  <a:pt x="39251" y="63310"/>
                </a:cubicBezTo>
                <a:cubicBezTo>
                  <a:pt x="36190" y="64636"/>
                  <a:pt x="32961" y="65299"/>
                  <a:pt x="29564" y="65299"/>
                </a:cubicBezTo>
                <a:cubicBezTo>
                  <a:pt x="21671" y="65299"/>
                  <a:pt x="14770" y="62142"/>
                  <a:pt x="8862" y="55827"/>
                </a:cubicBezTo>
                <a:cubicBezTo>
                  <a:pt x="2954" y="49513"/>
                  <a:pt x="0" y="41667"/>
                  <a:pt x="0" y="32291"/>
                </a:cubicBezTo>
                <a:cubicBezTo>
                  <a:pt x="0" y="24972"/>
                  <a:pt x="2033" y="18322"/>
                  <a:pt x="6099" y="12342"/>
                </a:cubicBezTo>
                <a:cubicBezTo>
                  <a:pt x="11649" y="4114"/>
                  <a:pt x="19470" y="0"/>
                  <a:pt x="29564" y="0"/>
                </a:cubicBezTo>
                <a:cubicBezTo>
                  <a:pt x="36788" y="0"/>
                  <a:pt x="43102" y="2166"/>
                  <a:pt x="48508" y="6499"/>
                </a:cubicBezTo>
                <a:cubicBezTo>
                  <a:pt x="53914" y="10831"/>
                  <a:pt x="57884" y="17078"/>
                  <a:pt x="60420" y="25241"/>
                </a:cubicBezTo>
                <a:cubicBezTo>
                  <a:pt x="62955" y="33403"/>
                  <a:pt x="64223" y="41913"/>
                  <a:pt x="64223" y="50771"/>
                </a:cubicBezTo>
                <a:cubicBezTo>
                  <a:pt x="64223" y="65802"/>
                  <a:pt x="58411" y="77867"/>
                  <a:pt x="46786" y="86963"/>
                </a:cubicBezTo>
                <a:cubicBezTo>
                  <a:pt x="37792" y="93952"/>
                  <a:pt x="27938" y="97447"/>
                  <a:pt x="17222" y="97447"/>
                </a:cubicBezTo>
                <a:cubicBezTo>
                  <a:pt x="11290" y="97447"/>
                  <a:pt x="6697" y="96241"/>
                  <a:pt x="3444" y="93830"/>
                </a:cubicBezTo>
                <a:cubicBezTo>
                  <a:pt x="1244" y="92237"/>
                  <a:pt x="144" y="90139"/>
                  <a:pt x="144" y="87533"/>
                </a:cubicBezTo>
                <a:cubicBezTo>
                  <a:pt x="144" y="85412"/>
                  <a:pt x="849" y="83639"/>
                  <a:pt x="2260" y="82216"/>
                </a:cubicBezTo>
                <a:cubicBezTo>
                  <a:pt x="3672" y="80793"/>
                  <a:pt x="5406" y="80081"/>
                  <a:pt x="7463" y="80081"/>
                </a:cubicBezTo>
                <a:cubicBezTo>
                  <a:pt x="8611" y="80081"/>
                  <a:pt x="9903" y="80451"/>
                  <a:pt x="11338" y="81189"/>
                </a:cubicBezTo>
                <a:cubicBezTo>
                  <a:pt x="13203" y="82173"/>
                  <a:pt x="15165" y="82665"/>
                  <a:pt x="17222" y="82665"/>
                </a:cubicBezTo>
                <a:cubicBezTo>
                  <a:pt x="24637" y="82665"/>
                  <a:pt x="31478" y="80134"/>
                  <a:pt x="37744" y="75074"/>
                </a:cubicBezTo>
                <a:cubicBezTo>
                  <a:pt x="44011" y="70012"/>
                  <a:pt x="47886" y="63836"/>
                  <a:pt x="49369" y="56545"/>
                </a:cubicBezTo>
                <a:moveTo>
                  <a:pt x="47288" y="33437"/>
                </a:moveTo>
                <a:cubicBezTo>
                  <a:pt x="45709" y="26671"/>
                  <a:pt x="43377" y="21870"/>
                  <a:pt x="40292" y="19036"/>
                </a:cubicBezTo>
                <a:cubicBezTo>
                  <a:pt x="37206" y="16200"/>
                  <a:pt x="33678" y="14782"/>
                  <a:pt x="29708" y="14782"/>
                </a:cubicBezTo>
                <a:cubicBezTo>
                  <a:pt x="25546" y="14782"/>
                  <a:pt x="22006" y="16367"/>
                  <a:pt x="19087" y="19536"/>
                </a:cubicBezTo>
                <a:cubicBezTo>
                  <a:pt x="16169" y="22704"/>
                  <a:pt x="14710" y="26908"/>
                  <a:pt x="14710" y="32150"/>
                </a:cubicBezTo>
                <a:cubicBezTo>
                  <a:pt x="14710" y="37629"/>
                  <a:pt x="16181" y="42060"/>
                  <a:pt x="19123" y="45443"/>
                </a:cubicBezTo>
                <a:cubicBezTo>
                  <a:pt x="22065" y="48826"/>
                  <a:pt x="25426" y="50517"/>
                  <a:pt x="29205" y="50517"/>
                </a:cubicBezTo>
                <a:cubicBezTo>
                  <a:pt x="35855" y="50517"/>
                  <a:pt x="41882" y="44824"/>
                  <a:pt x="47288" y="33437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Text 10">
            <a:extLst xmlns:a="http://schemas.openxmlformats.org/drawingml/2006/main">
              <a:ext uri="{FF2B5EF4-FFF2-40B4-BE49-F238E27FC236}">
                <a16:creationId xmlns:a16="http://schemas.microsoft.com/office/drawing/2014/main" id="{A2887EDA-1AD7-4380-BA22-6069A76A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374" y="2131917"/>
            <a:ext cx="152255" cy="97447"/>
          </a:xfrm>
          <a:custGeom xmlns:a="http://schemas.openxmlformats.org/drawingml/2006/main">
            <a:pathLst>
              <a:path w="152255" h="97447">
                <a:moveTo>
                  <a:pt x="39467" y="0"/>
                </a:moveTo>
                <a:lnTo>
                  <a:pt x="39467" y="80512"/>
                </a:lnTo>
                <a:lnTo>
                  <a:pt x="54320" y="80512"/>
                </a:lnTo>
                <a:cubicBezTo>
                  <a:pt x="57860" y="80512"/>
                  <a:pt x="60384" y="81194"/>
                  <a:pt x="61891" y="82557"/>
                </a:cubicBezTo>
                <a:cubicBezTo>
                  <a:pt x="63398" y="83920"/>
                  <a:pt x="64151" y="85702"/>
                  <a:pt x="64151" y="87903"/>
                </a:cubicBezTo>
                <a:cubicBezTo>
                  <a:pt x="64151" y="90103"/>
                  <a:pt x="63398" y="91885"/>
                  <a:pt x="61891" y="93249"/>
                </a:cubicBezTo>
                <a:cubicBezTo>
                  <a:pt x="60384" y="94612"/>
                  <a:pt x="57860" y="95294"/>
                  <a:pt x="54320" y="95294"/>
                </a:cubicBezTo>
                <a:lnTo>
                  <a:pt x="9903" y="95294"/>
                </a:lnTo>
                <a:cubicBezTo>
                  <a:pt x="6362" y="95294"/>
                  <a:pt x="3839" y="94600"/>
                  <a:pt x="2332" y="93213"/>
                </a:cubicBezTo>
                <a:cubicBezTo>
                  <a:pt x="825" y="91826"/>
                  <a:pt x="72" y="90032"/>
                  <a:pt x="72" y="87831"/>
                </a:cubicBezTo>
                <a:cubicBezTo>
                  <a:pt x="72" y="85631"/>
                  <a:pt x="825" y="83861"/>
                  <a:pt x="2332" y="82521"/>
                </a:cubicBezTo>
                <a:cubicBezTo>
                  <a:pt x="3839" y="81182"/>
                  <a:pt x="6362" y="80512"/>
                  <a:pt x="9903" y="80512"/>
                </a:cubicBezTo>
                <a:lnTo>
                  <a:pt x="24756" y="80512"/>
                </a:lnTo>
                <a:lnTo>
                  <a:pt x="24756" y="19218"/>
                </a:lnTo>
                <a:lnTo>
                  <a:pt x="11625" y="22673"/>
                </a:lnTo>
                <a:cubicBezTo>
                  <a:pt x="9520" y="23249"/>
                  <a:pt x="7941" y="23536"/>
                  <a:pt x="6889" y="23536"/>
                </a:cubicBezTo>
                <a:cubicBezTo>
                  <a:pt x="5023" y="23536"/>
                  <a:pt x="3408" y="22793"/>
                  <a:pt x="2045" y="21305"/>
                </a:cubicBezTo>
                <a:cubicBezTo>
                  <a:pt x="682" y="19818"/>
                  <a:pt x="0" y="17995"/>
                  <a:pt x="0" y="15836"/>
                </a:cubicBezTo>
                <a:cubicBezTo>
                  <a:pt x="0" y="13869"/>
                  <a:pt x="502" y="12321"/>
                  <a:pt x="1507" y="11194"/>
                </a:cubicBezTo>
                <a:cubicBezTo>
                  <a:pt x="2512" y="10065"/>
                  <a:pt x="4616" y="9069"/>
                  <a:pt x="7822" y="8205"/>
                </a:cubicBezTo>
                <a:lnTo>
                  <a:pt x="39467" y="0"/>
                </a:lnTo>
                <a:close/>
                <a:moveTo>
                  <a:pt x="152255" y="40644"/>
                </a:moveTo>
                <a:lnTo>
                  <a:pt x="152255" y="56803"/>
                </a:lnTo>
                <a:cubicBezTo>
                  <a:pt x="152255" y="66376"/>
                  <a:pt x="149492" y="75544"/>
                  <a:pt x="143967" y="84306"/>
                </a:cubicBezTo>
                <a:cubicBezTo>
                  <a:pt x="138442" y="93066"/>
                  <a:pt x="130536" y="97447"/>
                  <a:pt x="120251" y="97447"/>
                </a:cubicBezTo>
                <a:cubicBezTo>
                  <a:pt x="114319" y="97447"/>
                  <a:pt x="109308" y="96142"/>
                  <a:pt x="105218" y="93534"/>
                </a:cubicBezTo>
                <a:cubicBezTo>
                  <a:pt x="101128" y="90923"/>
                  <a:pt x="97253" y="86112"/>
                  <a:pt x="93593" y="79099"/>
                </a:cubicBezTo>
                <a:cubicBezTo>
                  <a:pt x="89934" y="72086"/>
                  <a:pt x="88104" y="64654"/>
                  <a:pt x="88104" y="56803"/>
                </a:cubicBezTo>
                <a:lnTo>
                  <a:pt x="88104" y="40644"/>
                </a:lnTo>
                <a:cubicBezTo>
                  <a:pt x="88104" y="31118"/>
                  <a:pt x="90855" y="21963"/>
                  <a:pt x="96356" y="13179"/>
                </a:cubicBezTo>
                <a:cubicBezTo>
                  <a:pt x="101857" y="4393"/>
                  <a:pt x="109751" y="0"/>
                  <a:pt x="120036" y="0"/>
                </a:cubicBezTo>
                <a:cubicBezTo>
                  <a:pt x="125920" y="0"/>
                  <a:pt x="130907" y="1293"/>
                  <a:pt x="134997" y="3879"/>
                </a:cubicBezTo>
                <a:cubicBezTo>
                  <a:pt x="139088" y="6464"/>
                  <a:pt x="142986" y="11263"/>
                  <a:pt x="146694" y="18276"/>
                </a:cubicBezTo>
                <a:cubicBezTo>
                  <a:pt x="150401" y="25289"/>
                  <a:pt x="152255" y="32745"/>
                  <a:pt x="152255" y="40644"/>
                </a:cubicBezTo>
                <a:moveTo>
                  <a:pt x="137473" y="40660"/>
                </a:moveTo>
                <a:cubicBezTo>
                  <a:pt x="137473" y="32678"/>
                  <a:pt x="135249" y="25701"/>
                  <a:pt x="130800" y="19729"/>
                </a:cubicBezTo>
                <a:cubicBezTo>
                  <a:pt x="128264" y="16431"/>
                  <a:pt x="124700" y="14782"/>
                  <a:pt x="120108" y="14782"/>
                </a:cubicBezTo>
                <a:cubicBezTo>
                  <a:pt x="115659" y="14782"/>
                  <a:pt x="112023" y="16598"/>
                  <a:pt x="109201" y="20229"/>
                </a:cubicBezTo>
                <a:cubicBezTo>
                  <a:pt x="104943" y="25726"/>
                  <a:pt x="102814" y="32536"/>
                  <a:pt x="102814" y="40660"/>
                </a:cubicBezTo>
                <a:lnTo>
                  <a:pt x="102814" y="56787"/>
                </a:lnTo>
                <a:cubicBezTo>
                  <a:pt x="102814" y="64816"/>
                  <a:pt x="105063" y="71793"/>
                  <a:pt x="109559" y="77718"/>
                </a:cubicBezTo>
                <a:cubicBezTo>
                  <a:pt x="112047" y="81016"/>
                  <a:pt x="115611" y="82665"/>
                  <a:pt x="120251" y="82665"/>
                </a:cubicBezTo>
                <a:cubicBezTo>
                  <a:pt x="124652" y="82665"/>
                  <a:pt x="128264" y="80849"/>
                  <a:pt x="131087" y="77218"/>
                </a:cubicBezTo>
                <a:cubicBezTo>
                  <a:pt x="135344" y="71721"/>
                  <a:pt x="137473" y="64911"/>
                  <a:pt x="137473" y="56787"/>
                </a:cubicBezTo>
                <a:lnTo>
                  <a:pt x="137473" y="4066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Text 11">
            <a:extLst xmlns:a="http://schemas.openxmlformats.org/drawingml/2006/main">
              <a:ext uri="{FF2B5EF4-FFF2-40B4-BE49-F238E27FC236}">
                <a16:creationId xmlns:a16="http://schemas.microsoft.com/office/drawing/2014/main" id="{F716AA3E-7F9A-4C5A-97EA-054316D5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374" y="2308268"/>
            <a:ext cx="152327" cy="95294"/>
          </a:xfrm>
          <a:custGeom xmlns:a="http://schemas.openxmlformats.org/drawingml/2006/main">
            <a:pathLst>
              <a:path w="152327" h="95294">
                <a:moveTo>
                  <a:pt x="39467" y="0"/>
                </a:moveTo>
                <a:lnTo>
                  <a:pt x="39467" y="80512"/>
                </a:lnTo>
                <a:lnTo>
                  <a:pt x="54320" y="80512"/>
                </a:lnTo>
                <a:cubicBezTo>
                  <a:pt x="57860" y="80512"/>
                  <a:pt x="60384" y="81194"/>
                  <a:pt x="61891" y="82557"/>
                </a:cubicBezTo>
                <a:cubicBezTo>
                  <a:pt x="63398" y="83920"/>
                  <a:pt x="64151" y="85702"/>
                  <a:pt x="64151" y="87903"/>
                </a:cubicBezTo>
                <a:cubicBezTo>
                  <a:pt x="64151" y="90103"/>
                  <a:pt x="63398" y="91885"/>
                  <a:pt x="61891" y="93249"/>
                </a:cubicBezTo>
                <a:cubicBezTo>
                  <a:pt x="60384" y="94612"/>
                  <a:pt x="57860" y="95294"/>
                  <a:pt x="54320" y="95294"/>
                </a:cubicBezTo>
                <a:lnTo>
                  <a:pt x="9903" y="95294"/>
                </a:lnTo>
                <a:cubicBezTo>
                  <a:pt x="6362" y="95294"/>
                  <a:pt x="3839" y="94600"/>
                  <a:pt x="2332" y="93213"/>
                </a:cubicBezTo>
                <a:cubicBezTo>
                  <a:pt x="825" y="91826"/>
                  <a:pt x="72" y="90032"/>
                  <a:pt x="72" y="87831"/>
                </a:cubicBezTo>
                <a:cubicBezTo>
                  <a:pt x="72" y="85631"/>
                  <a:pt x="825" y="83861"/>
                  <a:pt x="2332" y="82521"/>
                </a:cubicBezTo>
                <a:cubicBezTo>
                  <a:pt x="3839" y="81182"/>
                  <a:pt x="6362" y="80512"/>
                  <a:pt x="9903" y="80512"/>
                </a:cubicBezTo>
                <a:lnTo>
                  <a:pt x="24756" y="80512"/>
                </a:lnTo>
                <a:lnTo>
                  <a:pt x="24756" y="19218"/>
                </a:lnTo>
                <a:lnTo>
                  <a:pt x="11625" y="22673"/>
                </a:lnTo>
                <a:cubicBezTo>
                  <a:pt x="9520" y="23249"/>
                  <a:pt x="7941" y="23536"/>
                  <a:pt x="6889" y="23536"/>
                </a:cubicBezTo>
                <a:cubicBezTo>
                  <a:pt x="5023" y="23536"/>
                  <a:pt x="3408" y="22793"/>
                  <a:pt x="2045" y="21305"/>
                </a:cubicBezTo>
                <a:cubicBezTo>
                  <a:pt x="682" y="19818"/>
                  <a:pt x="0" y="17995"/>
                  <a:pt x="0" y="15836"/>
                </a:cubicBezTo>
                <a:cubicBezTo>
                  <a:pt x="0" y="13869"/>
                  <a:pt x="502" y="12321"/>
                  <a:pt x="1507" y="11194"/>
                </a:cubicBezTo>
                <a:cubicBezTo>
                  <a:pt x="2512" y="10065"/>
                  <a:pt x="4616" y="9069"/>
                  <a:pt x="7822" y="8205"/>
                </a:cubicBezTo>
                <a:lnTo>
                  <a:pt x="39467" y="0"/>
                </a:lnTo>
                <a:close/>
                <a:moveTo>
                  <a:pt x="127642" y="0"/>
                </a:moveTo>
                <a:lnTo>
                  <a:pt x="127642" y="80512"/>
                </a:lnTo>
                <a:lnTo>
                  <a:pt x="142496" y="80512"/>
                </a:lnTo>
                <a:cubicBezTo>
                  <a:pt x="146036" y="80512"/>
                  <a:pt x="148560" y="81194"/>
                  <a:pt x="150066" y="82557"/>
                </a:cubicBezTo>
                <a:cubicBezTo>
                  <a:pt x="151573" y="83920"/>
                  <a:pt x="152327" y="85702"/>
                  <a:pt x="152327" y="87903"/>
                </a:cubicBezTo>
                <a:cubicBezTo>
                  <a:pt x="152327" y="90103"/>
                  <a:pt x="151573" y="91885"/>
                  <a:pt x="150066" y="93249"/>
                </a:cubicBezTo>
                <a:cubicBezTo>
                  <a:pt x="148560" y="94612"/>
                  <a:pt x="146036" y="95294"/>
                  <a:pt x="142496" y="95294"/>
                </a:cubicBezTo>
                <a:lnTo>
                  <a:pt x="98078" y="95294"/>
                </a:lnTo>
                <a:cubicBezTo>
                  <a:pt x="94538" y="95294"/>
                  <a:pt x="92015" y="94600"/>
                  <a:pt x="90508" y="93213"/>
                </a:cubicBezTo>
                <a:cubicBezTo>
                  <a:pt x="89001" y="91826"/>
                  <a:pt x="88247" y="90032"/>
                  <a:pt x="88247" y="87831"/>
                </a:cubicBezTo>
                <a:cubicBezTo>
                  <a:pt x="88247" y="85631"/>
                  <a:pt x="89001" y="83861"/>
                  <a:pt x="90508" y="82521"/>
                </a:cubicBezTo>
                <a:cubicBezTo>
                  <a:pt x="92015" y="81182"/>
                  <a:pt x="94538" y="80512"/>
                  <a:pt x="98078" y="80512"/>
                </a:cubicBezTo>
                <a:lnTo>
                  <a:pt x="112932" y="80512"/>
                </a:lnTo>
                <a:lnTo>
                  <a:pt x="112932" y="19218"/>
                </a:lnTo>
                <a:lnTo>
                  <a:pt x="99800" y="22673"/>
                </a:lnTo>
                <a:cubicBezTo>
                  <a:pt x="97695" y="23249"/>
                  <a:pt x="96117" y="23536"/>
                  <a:pt x="95064" y="23536"/>
                </a:cubicBezTo>
                <a:cubicBezTo>
                  <a:pt x="93199" y="23536"/>
                  <a:pt x="91584" y="22793"/>
                  <a:pt x="90221" y="21305"/>
                </a:cubicBezTo>
                <a:cubicBezTo>
                  <a:pt x="88857" y="19818"/>
                  <a:pt x="88176" y="17995"/>
                  <a:pt x="88176" y="15836"/>
                </a:cubicBezTo>
                <a:cubicBezTo>
                  <a:pt x="88176" y="13869"/>
                  <a:pt x="88678" y="12321"/>
                  <a:pt x="89683" y="11194"/>
                </a:cubicBezTo>
                <a:cubicBezTo>
                  <a:pt x="90687" y="10065"/>
                  <a:pt x="92792" y="9069"/>
                  <a:pt x="95997" y="8205"/>
                </a:cubicBezTo>
                <a:lnTo>
                  <a:pt x="127642" y="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67B636-A08B-4758-B78D-F96B27D5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2687"/>
            <a:ext cx="329200" cy="2123743"/>
          </a:xfrm>
          <a:custGeom xmlns:a="http://schemas.openxmlformats.org/drawingml/2006/main">
            <a:pathLst>
              <a:path w="329200" h="2123743">
                <a:moveTo>
                  <a:pt x="329200" y="2123743"/>
                </a:moveTo>
                <a:lnTo>
                  <a:pt x="0" y="2123743"/>
                </a:lnTo>
                <a:lnTo>
                  <a:pt x="0" y="0"/>
                </a:lnTo>
                <a:lnTo>
                  <a:pt x="329200" y="0"/>
                </a:lnTo>
                <a:lnTo>
                  <a:pt x="329200" y="212374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Text 1">
            <a:extLst xmlns:a="http://schemas.openxmlformats.org/drawingml/2006/main">
              <a:ext uri="{FF2B5EF4-FFF2-40B4-BE49-F238E27FC236}">
                <a16:creationId xmlns:a16="http://schemas.microsoft.com/office/drawing/2014/main" id="{18DBCEB7-0A13-478B-875D-A1A01C11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58" y="544780"/>
            <a:ext cx="64151" cy="95294"/>
          </a:xfrm>
          <a:custGeom xmlns:a="http://schemas.openxmlformats.org/drawingml/2006/main">
            <a:pathLst>
              <a:path w="64151" h="95294">
                <a:moveTo>
                  <a:pt x="39467" y="0"/>
                </a:moveTo>
                <a:lnTo>
                  <a:pt x="39467" y="80512"/>
                </a:lnTo>
                <a:lnTo>
                  <a:pt x="54320" y="80512"/>
                </a:lnTo>
                <a:cubicBezTo>
                  <a:pt x="57860" y="80512"/>
                  <a:pt x="60384" y="81194"/>
                  <a:pt x="61891" y="82557"/>
                </a:cubicBezTo>
                <a:cubicBezTo>
                  <a:pt x="63398" y="83920"/>
                  <a:pt x="64151" y="85702"/>
                  <a:pt x="64151" y="87903"/>
                </a:cubicBezTo>
                <a:cubicBezTo>
                  <a:pt x="64151" y="90103"/>
                  <a:pt x="63398" y="91885"/>
                  <a:pt x="61891" y="93249"/>
                </a:cubicBezTo>
                <a:cubicBezTo>
                  <a:pt x="60384" y="94612"/>
                  <a:pt x="57860" y="95294"/>
                  <a:pt x="54320" y="95294"/>
                </a:cubicBezTo>
                <a:lnTo>
                  <a:pt x="9903" y="95294"/>
                </a:lnTo>
                <a:cubicBezTo>
                  <a:pt x="6362" y="95294"/>
                  <a:pt x="3839" y="94600"/>
                  <a:pt x="2332" y="93213"/>
                </a:cubicBezTo>
                <a:cubicBezTo>
                  <a:pt x="825" y="91826"/>
                  <a:pt x="72" y="90032"/>
                  <a:pt x="72" y="87831"/>
                </a:cubicBezTo>
                <a:cubicBezTo>
                  <a:pt x="72" y="85631"/>
                  <a:pt x="825" y="83861"/>
                  <a:pt x="2332" y="82521"/>
                </a:cubicBezTo>
                <a:cubicBezTo>
                  <a:pt x="3839" y="81182"/>
                  <a:pt x="6362" y="80512"/>
                  <a:pt x="9903" y="80512"/>
                </a:cubicBezTo>
                <a:lnTo>
                  <a:pt x="24756" y="80512"/>
                </a:lnTo>
                <a:lnTo>
                  <a:pt x="24756" y="19218"/>
                </a:lnTo>
                <a:lnTo>
                  <a:pt x="11625" y="22673"/>
                </a:lnTo>
                <a:cubicBezTo>
                  <a:pt x="9520" y="23249"/>
                  <a:pt x="7941" y="23536"/>
                  <a:pt x="6889" y="23536"/>
                </a:cubicBezTo>
                <a:cubicBezTo>
                  <a:pt x="5023" y="23536"/>
                  <a:pt x="3408" y="22793"/>
                  <a:pt x="2045" y="21305"/>
                </a:cubicBezTo>
                <a:cubicBezTo>
                  <a:pt x="682" y="19818"/>
                  <a:pt x="0" y="17995"/>
                  <a:pt x="0" y="15836"/>
                </a:cubicBezTo>
                <a:cubicBezTo>
                  <a:pt x="0" y="13869"/>
                  <a:pt x="502" y="12321"/>
                  <a:pt x="1507" y="11194"/>
                </a:cubicBezTo>
                <a:cubicBezTo>
                  <a:pt x="2512" y="10065"/>
                  <a:pt x="4616" y="9069"/>
                  <a:pt x="7822" y="8205"/>
                </a:cubicBezTo>
                <a:lnTo>
                  <a:pt x="39467" y="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Text 2">
            <a:extLst xmlns:a="http://schemas.openxmlformats.org/drawingml/2006/main">
              <a:ext uri="{FF2B5EF4-FFF2-40B4-BE49-F238E27FC236}">
                <a16:creationId xmlns:a16="http://schemas.microsoft.com/office/drawing/2014/main" id="{AF5A6DED-9BE1-4AE9-95FC-97577A7D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25" y="721131"/>
            <a:ext cx="67021" cy="95294"/>
          </a:xfrm>
          <a:custGeom xmlns:a="http://schemas.openxmlformats.org/drawingml/2006/main">
            <a:pathLst>
              <a:path w="67021" h="95294">
                <a:moveTo>
                  <a:pt x="22460" y="80512"/>
                </a:moveTo>
                <a:lnTo>
                  <a:pt x="54679" y="80512"/>
                </a:lnTo>
                <a:cubicBezTo>
                  <a:pt x="56449" y="79077"/>
                  <a:pt x="58124" y="78359"/>
                  <a:pt x="59702" y="78359"/>
                </a:cubicBezTo>
                <a:cubicBezTo>
                  <a:pt x="61951" y="78359"/>
                  <a:pt x="63733" y="79106"/>
                  <a:pt x="65048" y="80599"/>
                </a:cubicBezTo>
                <a:cubicBezTo>
                  <a:pt x="66364" y="82093"/>
                  <a:pt x="67021" y="84647"/>
                  <a:pt x="67021" y="88262"/>
                </a:cubicBezTo>
                <a:lnTo>
                  <a:pt x="67021" y="95294"/>
                </a:lnTo>
                <a:lnTo>
                  <a:pt x="0" y="95294"/>
                </a:lnTo>
                <a:lnTo>
                  <a:pt x="0" y="79651"/>
                </a:lnTo>
                <a:cubicBezTo>
                  <a:pt x="26502" y="57813"/>
                  <a:pt x="42504" y="43764"/>
                  <a:pt x="48006" y="37504"/>
                </a:cubicBezTo>
                <a:cubicBezTo>
                  <a:pt x="50780" y="34302"/>
                  <a:pt x="52168" y="31268"/>
                  <a:pt x="52168" y="28400"/>
                </a:cubicBezTo>
                <a:cubicBezTo>
                  <a:pt x="52168" y="24817"/>
                  <a:pt x="50601" y="21651"/>
                  <a:pt x="47468" y="18904"/>
                </a:cubicBezTo>
                <a:cubicBezTo>
                  <a:pt x="44334" y="16156"/>
                  <a:pt x="40160" y="14782"/>
                  <a:pt x="34946" y="14782"/>
                </a:cubicBezTo>
                <a:cubicBezTo>
                  <a:pt x="29684" y="14782"/>
                  <a:pt x="25306" y="16307"/>
                  <a:pt x="21814" y="19357"/>
                </a:cubicBezTo>
                <a:cubicBezTo>
                  <a:pt x="19996" y="20976"/>
                  <a:pt x="18537" y="23381"/>
                  <a:pt x="17437" y="26573"/>
                </a:cubicBezTo>
                <a:cubicBezTo>
                  <a:pt x="16767" y="28574"/>
                  <a:pt x="15846" y="30004"/>
                  <a:pt x="14674" y="30862"/>
                </a:cubicBezTo>
                <a:cubicBezTo>
                  <a:pt x="13502" y="31719"/>
                  <a:pt x="12055" y="32147"/>
                  <a:pt x="10333" y="32147"/>
                </a:cubicBezTo>
                <a:cubicBezTo>
                  <a:pt x="8324" y="32147"/>
                  <a:pt x="6590" y="31430"/>
                  <a:pt x="5131" y="29995"/>
                </a:cubicBezTo>
                <a:cubicBezTo>
                  <a:pt x="3672" y="28559"/>
                  <a:pt x="2942" y="26885"/>
                  <a:pt x="2942" y="24972"/>
                </a:cubicBezTo>
                <a:cubicBezTo>
                  <a:pt x="2942" y="22101"/>
                  <a:pt x="4270" y="18513"/>
                  <a:pt x="6925" y="14208"/>
                </a:cubicBezTo>
                <a:cubicBezTo>
                  <a:pt x="9580" y="9903"/>
                  <a:pt x="13455" y="6458"/>
                  <a:pt x="18549" y="3875"/>
                </a:cubicBezTo>
                <a:cubicBezTo>
                  <a:pt x="23644" y="1292"/>
                  <a:pt x="29181" y="0"/>
                  <a:pt x="35161" y="0"/>
                </a:cubicBezTo>
                <a:cubicBezTo>
                  <a:pt x="44442" y="0"/>
                  <a:pt x="52048" y="2810"/>
                  <a:pt x="57980" y="8431"/>
                </a:cubicBezTo>
                <a:cubicBezTo>
                  <a:pt x="63912" y="14052"/>
                  <a:pt x="66878" y="20857"/>
                  <a:pt x="66878" y="28846"/>
                </a:cubicBezTo>
                <a:cubicBezTo>
                  <a:pt x="66878" y="32913"/>
                  <a:pt x="66029" y="36680"/>
                  <a:pt x="64331" y="40148"/>
                </a:cubicBezTo>
                <a:cubicBezTo>
                  <a:pt x="62632" y="43617"/>
                  <a:pt x="58554" y="48412"/>
                  <a:pt x="52096" y="54536"/>
                </a:cubicBezTo>
                <a:cubicBezTo>
                  <a:pt x="47025" y="59367"/>
                  <a:pt x="37146" y="68026"/>
                  <a:pt x="22460" y="80512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Text 3">
            <a:extLst xmlns:a="http://schemas.openxmlformats.org/drawingml/2006/main">
              <a:ext uri="{FF2B5EF4-FFF2-40B4-BE49-F238E27FC236}">
                <a16:creationId xmlns:a16="http://schemas.microsoft.com/office/drawing/2014/main" id="{62F6200B-EB59-43D6-ADE5-DC65D273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18" y="897482"/>
            <a:ext cx="68385" cy="97447"/>
          </a:xfrm>
          <a:custGeom xmlns:a="http://schemas.openxmlformats.org/drawingml/2006/main">
            <a:pathLst>
              <a:path w="68385" h="97447">
                <a:moveTo>
                  <a:pt x="55397" y="46140"/>
                </a:moveTo>
                <a:cubicBezTo>
                  <a:pt x="59750" y="49106"/>
                  <a:pt x="63003" y="52538"/>
                  <a:pt x="65156" y="56437"/>
                </a:cubicBezTo>
                <a:cubicBezTo>
                  <a:pt x="67308" y="60336"/>
                  <a:pt x="68385" y="64701"/>
                  <a:pt x="68385" y="69533"/>
                </a:cubicBezTo>
                <a:cubicBezTo>
                  <a:pt x="68385" y="74747"/>
                  <a:pt x="66962" y="79567"/>
                  <a:pt x="64115" y="83992"/>
                </a:cubicBezTo>
                <a:cubicBezTo>
                  <a:pt x="61269" y="88417"/>
                  <a:pt x="57143" y="91766"/>
                  <a:pt x="51737" y="94038"/>
                </a:cubicBezTo>
                <a:cubicBezTo>
                  <a:pt x="46331" y="96310"/>
                  <a:pt x="39251" y="97447"/>
                  <a:pt x="30497" y="97447"/>
                </a:cubicBezTo>
                <a:cubicBezTo>
                  <a:pt x="19111" y="97447"/>
                  <a:pt x="10548" y="95671"/>
                  <a:pt x="4808" y="92119"/>
                </a:cubicBezTo>
                <a:cubicBezTo>
                  <a:pt x="1603" y="90102"/>
                  <a:pt x="0" y="87701"/>
                  <a:pt x="0" y="84916"/>
                </a:cubicBezTo>
                <a:cubicBezTo>
                  <a:pt x="0" y="82804"/>
                  <a:pt x="706" y="81016"/>
                  <a:pt x="2117" y="79552"/>
                </a:cubicBezTo>
                <a:cubicBezTo>
                  <a:pt x="3528" y="78087"/>
                  <a:pt x="5238" y="77355"/>
                  <a:pt x="7248" y="77355"/>
                </a:cubicBezTo>
                <a:cubicBezTo>
                  <a:pt x="8635" y="77355"/>
                  <a:pt x="10070" y="77833"/>
                  <a:pt x="11553" y="78790"/>
                </a:cubicBezTo>
                <a:cubicBezTo>
                  <a:pt x="13658" y="80225"/>
                  <a:pt x="15643" y="81182"/>
                  <a:pt x="17509" y="81660"/>
                </a:cubicBezTo>
                <a:cubicBezTo>
                  <a:pt x="20379" y="82330"/>
                  <a:pt x="24326" y="82665"/>
                  <a:pt x="29349" y="82665"/>
                </a:cubicBezTo>
                <a:cubicBezTo>
                  <a:pt x="37912" y="82665"/>
                  <a:pt x="44107" y="81555"/>
                  <a:pt x="47934" y="79337"/>
                </a:cubicBezTo>
                <a:cubicBezTo>
                  <a:pt x="51761" y="77117"/>
                  <a:pt x="53675" y="73979"/>
                  <a:pt x="53675" y="69923"/>
                </a:cubicBezTo>
                <a:cubicBezTo>
                  <a:pt x="53675" y="66917"/>
                  <a:pt x="52562" y="64018"/>
                  <a:pt x="50338" y="61227"/>
                </a:cubicBezTo>
                <a:cubicBezTo>
                  <a:pt x="48113" y="58434"/>
                  <a:pt x="45135" y="56274"/>
                  <a:pt x="41404" y="54746"/>
                </a:cubicBezTo>
                <a:cubicBezTo>
                  <a:pt x="39251" y="53887"/>
                  <a:pt x="35616" y="53290"/>
                  <a:pt x="30497" y="52957"/>
                </a:cubicBezTo>
                <a:cubicBezTo>
                  <a:pt x="28057" y="52813"/>
                  <a:pt x="26180" y="52060"/>
                  <a:pt x="24864" y="50697"/>
                </a:cubicBezTo>
                <a:cubicBezTo>
                  <a:pt x="23548" y="49333"/>
                  <a:pt x="22891" y="47647"/>
                  <a:pt x="22891" y="45638"/>
                </a:cubicBezTo>
                <a:cubicBezTo>
                  <a:pt x="22891" y="43533"/>
                  <a:pt x="23608" y="41763"/>
                  <a:pt x="25043" y="40328"/>
                </a:cubicBezTo>
                <a:cubicBezTo>
                  <a:pt x="26478" y="38893"/>
                  <a:pt x="28296" y="38175"/>
                  <a:pt x="30497" y="38175"/>
                </a:cubicBezTo>
                <a:cubicBezTo>
                  <a:pt x="35376" y="38175"/>
                  <a:pt x="37984" y="38151"/>
                  <a:pt x="38318" y="38103"/>
                </a:cubicBezTo>
                <a:cubicBezTo>
                  <a:pt x="40232" y="37912"/>
                  <a:pt x="42146" y="37292"/>
                  <a:pt x="44059" y="36244"/>
                </a:cubicBezTo>
                <a:cubicBezTo>
                  <a:pt x="45973" y="35195"/>
                  <a:pt x="47515" y="33752"/>
                  <a:pt x="48687" y="31916"/>
                </a:cubicBezTo>
                <a:cubicBezTo>
                  <a:pt x="49859" y="30079"/>
                  <a:pt x="50445" y="28183"/>
                  <a:pt x="50445" y="26227"/>
                </a:cubicBezTo>
                <a:cubicBezTo>
                  <a:pt x="50445" y="23128"/>
                  <a:pt x="49070" y="20446"/>
                  <a:pt x="46319" y="18182"/>
                </a:cubicBezTo>
                <a:cubicBezTo>
                  <a:pt x="43569" y="15915"/>
                  <a:pt x="39443" y="14782"/>
                  <a:pt x="33941" y="14782"/>
                </a:cubicBezTo>
                <a:cubicBezTo>
                  <a:pt x="26861" y="14782"/>
                  <a:pt x="21455" y="16823"/>
                  <a:pt x="17724" y="20906"/>
                </a:cubicBezTo>
                <a:cubicBezTo>
                  <a:pt x="16624" y="22092"/>
                  <a:pt x="15739" y="22851"/>
                  <a:pt x="15069" y="23184"/>
                </a:cubicBezTo>
                <a:cubicBezTo>
                  <a:pt x="14064" y="23706"/>
                  <a:pt x="12940" y="23967"/>
                  <a:pt x="11696" y="23967"/>
                </a:cubicBezTo>
                <a:cubicBezTo>
                  <a:pt x="9687" y="23967"/>
                  <a:pt x="7965" y="23247"/>
                  <a:pt x="6530" y="21808"/>
                </a:cubicBezTo>
                <a:cubicBezTo>
                  <a:pt x="5095" y="20368"/>
                  <a:pt x="4377" y="18593"/>
                  <a:pt x="4377" y="16482"/>
                </a:cubicBezTo>
                <a:cubicBezTo>
                  <a:pt x="4377" y="13170"/>
                  <a:pt x="6578" y="9956"/>
                  <a:pt x="10979" y="6837"/>
                </a:cubicBezTo>
                <a:cubicBezTo>
                  <a:pt x="17389" y="2279"/>
                  <a:pt x="25402" y="0"/>
                  <a:pt x="35018" y="0"/>
                </a:cubicBezTo>
                <a:cubicBezTo>
                  <a:pt x="44107" y="0"/>
                  <a:pt x="51402" y="2588"/>
                  <a:pt x="56904" y="7763"/>
                </a:cubicBezTo>
                <a:cubicBezTo>
                  <a:pt x="62405" y="12937"/>
                  <a:pt x="65156" y="19165"/>
                  <a:pt x="65156" y="26447"/>
                </a:cubicBezTo>
                <a:cubicBezTo>
                  <a:pt x="65156" y="30232"/>
                  <a:pt x="64342" y="33766"/>
                  <a:pt x="62716" y="37049"/>
                </a:cubicBezTo>
                <a:cubicBezTo>
                  <a:pt x="61089" y="40331"/>
                  <a:pt x="58650" y="43361"/>
                  <a:pt x="55397" y="46140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Text 4">
            <a:extLst xmlns:a="http://schemas.openxmlformats.org/drawingml/2006/main">
              <a:ext uri="{FF2B5EF4-FFF2-40B4-BE49-F238E27FC236}">
                <a16:creationId xmlns:a16="http://schemas.microsoft.com/office/drawing/2014/main" id="{7478D49B-E0F2-4601-AB33-E68E7785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10" y="1076272"/>
            <a:ext cx="63792" cy="92854"/>
          </a:xfrm>
          <a:custGeom xmlns:a="http://schemas.openxmlformats.org/drawingml/2006/main">
            <a:pathLst>
              <a:path w="63792" h="92854">
                <a:moveTo>
                  <a:pt x="54679" y="0"/>
                </a:moveTo>
                <a:lnTo>
                  <a:pt x="54679" y="57406"/>
                </a:lnTo>
                <a:cubicBezTo>
                  <a:pt x="57789" y="57406"/>
                  <a:pt x="60085" y="58076"/>
                  <a:pt x="61568" y="59415"/>
                </a:cubicBezTo>
                <a:cubicBezTo>
                  <a:pt x="63051" y="60755"/>
                  <a:pt x="63792" y="62525"/>
                  <a:pt x="63792" y="64725"/>
                </a:cubicBezTo>
                <a:cubicBezTo>
                  <a:pt x="63792" y="66926"/>
                  <a:pt x="63039" y="68720"/>
                  <a:pt x="61532" y="70107"/>
                </a:cubicBezTo>
                <a:cubicBezTo>
                  <a:pt x="60025" y="71494"/>
                  <a:pt x="57741" y="72188"/>
                  <a:pt x="54679" y="72188"/>
                </a:cubicBezTo>
                <a:lnTo>
                  <a:pt x="54679" y="78072"/>
                </a:lnTo>
                <a:cubicBezTo>
                  <a:pt x="57789" y="78072"/>
                  <a:pt x="60085" y="78754"/>
                  <a:pt x="61568" y="80117"/>
                </a:cubicBezTo>
                <a:cubicBezTo>
                  <a:pt x="63051" y="81481"/>
                  <a:pt x="63792" y="83263"/>
                  <a:pt x="63792" y="85463"/>
                </a:cubicBezTo>
                <a:cubicBezTo>
                  <a:pt x="63792" y="87664"/>
                  <a:pt x="63039" y="89446"/>
                  <a:pt x="61532" y="90809"/>
                </a:cubicBezTo>
                <a:cubicBezTo>
                  <a:pt x="60025" y="92172"/>
                  <a:pt x="57502" y="92854"/>
                  <a:pt x="53962" y="92854"/>
                </a:cubicBezTo>
                <a:lnTo>
                  <a:pt x="34228" y="92854"/>
                </a:lnTo>
                <a:cubicBezTo>
                  <a:pt x="30688" y="92854"/>
                  <a:pt x="28165" y="92160"/>
                  <a:pt x="26658" y="90773"/>
                </a:cubicBezTo>
                <a:cubicBezTo>
                  <a:pt x="25151" y="89386"/>
                  <a:pt x="24398" y="87592"/>
                  <a:pt x="24398" y="85391"/>
                </a:cubicBezTo>
                <a:cubicBezTo>
                  <a:pt x="24398" y="83191"/>
                  <a:pt x="25151" y="81421"/>
                  <a:pt x="26658" y="80081"/>
                </a:cubicBezTo>
                <a:cubicBezTo>
                  <a:pt x="28165" y="78742"/>
                  <a:pt x="30688" y="78072"/>
                  <a:pt x="34228" y="78072"/>
                </a:cubicBezTo>
                <a:lnTo>
                  <a:pt x="39969" y="78072"/>
                </a:lnTo>
                <a:lnTo>
                  <a:pt x="39969" y="72188"/>
                </a:lnTo>
                <a:lnTo>
                  <a:pt x="0" y="72188"/>
                </a:lnTo>
                <a:lnTo>
                  <a:pt x="0" y="59857"/>
                </a:lnTo>
                <a:lnTo>
                  <a:pt x="35233" y="0"/>
                </a:lnTo>
                <a:lnTo>
                  <a:pt x="54679" y="0"/>
                </a:lnTo>
                <a:moveTo>
                  <a:pt x="39969" y="57406"/>
                </a:moveTo>
                <a:lnTo>
                  <a:pt x="39969" y="21119"/>
                </a:lnTo>
                <a:lnTo>
                  <a:pt x="18657" y="57406"/>
                </a:lnTo>
                <a:lnTo>
                  <a:pt x="39969" y="57406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Text 5">
            <a:extLst xmlns:a="http://schemas.openxmlformats.org/drawingml/2006/main">
              <a:ext uri="{FF2B5EF4-FFF2-40B4-BE49-F238E27FC236}">
                <a16:creationId xmlns:a16="http://schemas.microsoft.com/office/drawing/2014/main" id="{3C11CFBB-17B2-45C3-8AA3-0DA3FCE1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03" y="1252623"/>
            <a:ext cx="68600" cy="95007"/>
          </a:xfrm>
          <a:custGeom xmlns:a="http://schemas.openxmlformats.org/drawingml/2006/main">
            <a:pathLst>
              <a:path w="68600" h="95007">
                <a:moveTo>
                  <a:pt x="22245" y="14782"/>
                </a:moveTo>
                <a:lnTo>
                  <a:pt x="22245" y="32291"/>
                </a:lnTo>
                <a:cubicBezTo>
                  <a:pt x="27698" y="30569"/>
                  <a:pt x="32650" y="29708"/>
                  <a:pt x="37099" y="29708"/>
                </a:cubicBezTo>
                <a:cubicBezTo>
                  <a:pt x="46140" y="29708"/>
                  <a:pt x="53651" y="32790"/>
                  <a:pt x="59630" y="38955"/>
                </a:cubicBezTo>
                <a:cubicBezTo>
                  <a:pt x="65610" y="45119"/>
                  <a:pt x="68600" y="53075"/>
                  <a:pt x="68600" y="62824"/>
                </a:cubicBezTo>
                <a:cubicBezTo>
                  <a:pt x="68600" y="72858"/>
                  <a:pt x="65574" y="80730"/>
                  <a:pt x="59523" y="86441"/>
                </a:cubicBezTo>
                <a:cubicBezTo>
                  <a:pt x="53471" y="92151"/>
                  <a:pt x="44203" y="95007"/>
                  <a:pt x="31717" y="95007"/>
                </a:cubicBezTo>
                <a:cubicBezTo>
                  <a:pt x="20714" y="95007"/>
                  <a:pt x="12007" y="92912"/>
                  <a:pt x="5597" y="88724"/>
                </a:cubicBezTo>
                <a:cubicBezTo>
                  <a:pt x="1866" y="86315"/>
                  <a:pt x="0" y="83546"/>
                  <a:pt x="0" y="80415"/>
                </a:cubicBezTo>
                <a:cubicBezTo>
                  <a:pt x="0" y="78442"/>
                  <a:pt x="730" y="76721"/>
                  <a:pt x="2189" y="75253"/>
                </a:cubicBezTo>
                <a:cubicBezTo>
                  <a:pt x="3648" y="73784"/>
                  <a:pt x="5382" y="73049"/>
                  <a:pt x="7391" y="73049"/>
                </a:cubicBezTo>
                <a:cubicBezTo>
                  <a:pt x="9065" y="73049"/>
                  <a:pt x="10883" y="73859"/>
                  <a:pt x="12845" y="75478"/>
                </a:cubicBezTo>
                <a:cubicBezTo>
                  <a:pt x="14806" y="77097"/>
                  <a:pt x="16863" y="78220"/>
                  <a:pt x="19016" y="78848"/>
                </a:cubicBezTo>
                <a:cubicBezTo>
                  <a:pt x="22077" y="79766"/>
                  <a:pt x="26000" y="80225"/>
                  <a:pt x="30784" y="80225"/>
                </a:cubicBezTo>
                <a:cubicBezTo>
                  <a:pt x="39682" y="80225"/>
                  <a:pt x="45757" y="78811"/>
                  <a:pt x="49010" y="75982"/>
                </a:cubicBezTo>
                <a:cubicBezTo>
                  <a:pt x="52263" y="73152"/>
                  <a:pt x="53890" y="68812"/>
                  <a:pt x="53890" y="62963"/>
                </a:cubicBezTo>
                <a:cubicBezTo>
                  <a:pt x="53890" y="57210"/>
                  <a:pt x="52323" y="52693"/>
                  <a:pt x="49190" y="49412"/>
                </a:cubicBezTo>
                <a:cubicBezTo>
                  <a:pt x="46056" y="46130"/>
                  <a:pt x="42026" y="44490"/>
                  <a:pt x="37099" y="44490"/>
                </a:cubicBezTo>
                <a:cubicBezTo>
                  <a:pt x="31789" y="44490"/>
                  <a:pt x="25737" y="46192"/>
                  <a:pt x="18944" y="49598"/>
                </a:cubicBezTo>
                <a:cubicBezTo>
                  <a:pt x="17413" y="50402"/>
                  <a:pt x="16074" y="50804"/>
                  <a:pt x="14926" y="50804"/>
                </a:cubicBezTo>
                <a:cubicBezTo>
                  <a:pt x="12821" y="50804"/>
                  <a:pt x="11063" y="50038"/>
                  <a:pt x="9651" y="48506"/>
                </a:cubicBezTo>
                <a:cubicBezTo>
                  <a:pt x="8240" y="46972"/>
                  <a:pt x="7535" y="44984"/>
                  <a:pt x="7535" y="42541"/>
                </a:cubicBezTo>
                <a:lnTo>
                  <a:pt x="7535" y="0"/>
                </a:lnTo>
                <a:lnTo>
                  <a:pt x="52526" y="0"/>
                </a:lnTo>
                <a:cubicBezTo>
                  <a:pt x="56066" y="0"/>
                  <a:pt x="58590" y="685"/>
                  <a:pt x="60097" y="2056"/>
                </a:cubicBezTo>
                <a:cubicBezTo>
                  <a:pt x="61604" y="3426"/>
                  <a:pt x="62357" y="5216"/>
                  <a:pt x="62357" y="7427"/>
                </a:cubicBezTo>
                <a:cubicBezTo>
                  <a:pt x="62357" y="9590"/>
                  <a:pt x="61604" y="11357"/>
                  <a:pt x="60097" y="12728"/>
                </a:cubicBezTo>
                <a:cubicBezTo>
                  <a:pt x="58590" y="14097"/>
                  <a:pt x="56066" y="14782"/>
                  <a:pt x="52526" y="14782"/>
                </a:cubicBezTo>
                <a:lnTo>
                  <a:pt x="22245" y="14782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Text 6">
            <a:extLst xmlns:a="http://schemas.openxmlformats.org/drawingml/2006/main">
              <a:ext uri="{FF2B5EF4-FFF2-40B4-BE49-F238E27FC236}">
                <a16:creationId xmlns:a16="http://schemas.microsoft.com/office/drawing/2014/main" id="{DB2A7C03-D035-4F3F-AE91-85E5677B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31" y="1426535"/>
            <a:ext cx="64079" cy="97447"/>
          </a:xfrm>
          <a:custGeom xmlns:a="http://schemas.openxmlformats.org/drawingml/2006/main">
            <a:pathLst>
              <a:path w="64079" h="97447">
                <a:moveTo>
                  <a:pt x="14782" y="45064"/>
                </a:moveTo>
                <a:cubicBezTo>
                  <a:pt x="18322" y="42072"/>
                  <a:pt x="21695" y="39890"/>
                  <a:pt x="24900" y="38516"/>
                </a:cubicBezTo>
                <a:cubicBezTo>
                  <a:pt x="28105" y="37140"/>
                  <a:pt x="31525" y="36453"/>
                  <a:pt x="35161" y="36453"/>
                </a:cubicBezTo>
                <a:cubicBezTo>
                  <a:pt x="42863" y="36453"/>
                  <a:pt x="49608" y="39518"/>
                  <a:pt x="55397" y="45649"/>
                </a:cubicBezTo>
                <a:cubicBezTo>
                  <a:pt x="61185" y="51780"/>
                  <a:pt x="64079" y="59467"/>
                  <a:pt x="64079" y="68710"/>
                </a:cubicBezTo>
                <a:cubicBezTo>
                  <a:pt x="64079" y="77284"/>
                  <a:pt x="61388" y="84216"/>
                  <a:pt x="56007" y="89508"/>
                </a:cubicBezTo>
                <a:cubicBezTo>
                  <a:pt x="50625" y="94801"/>
                  <a:pt x="43318" y="97447"/>
                  <a:pt x="34085" y="97447"/>
                </a:cubicBezTo>
                <a:cubicBezTo>
                  <a:pt x="26383" y="97447"/>
                  <a:pt x="20044" y="95651"/>
                  <a:pt x="15069" y="92060"/>
                </a:cubicBezTo>
                <a:cubicBezTo>
                  <a:pt x="10094" y="88469"/>
                  <a:pt x="6339" y="82940"/>
                  <a:pt x="3803" y="75473"/>
                </a:cubicBezTo>
                <a:cubicBezTo>
                  <a:pt x="1268" y="68004"/>
                  <a:pt x="0" y="59675"/>
                  <a:pt x="0" y="50484"/>
                </a:cubicBezTo>
                <a:cubicBezTo>
                  <a:pt x="0" y="39472"/>
                  <a:pt x="2512" y="30316"/>
                  <a:pt x="7535" y="23016"/>
                </a:cubicBezTo>
                <a:cubicBezTo>
                  <a:pt x="12558" y="15715"/>
                  <a:pt x="18466" y="10054"/>
                  <a:pt x="25259" y="6032"/>
                </a:cubicBezTo>
                <a:cubicBezTo>
                  <a:pt x="32052" y="2011"/>
                  <a:pt x="39227" y="0"/>
                  <a:pt x="46786" y="0"/>
                </a:cubicBezTo>
                <a:cubicBezTo>
                  <a:pt x="52766" y="0"/>
                  <a:pt x="57406" y="1177"/>
                  <a:pt x="60707" y="3532"/>
                </a:cubicBezTo>
                <a:cubicBezTo>
                  <a:pt x="62860" y="5116"/>
                  <a:pt x="63936" y="7134"/>
                  <a:pt x="63936" y="9584"/>
                </a:cubicBezTo>
                <a:cubicBezTo>
                  <a:pt x="63936" y="11746"/>
                  <a:pt x="63218" y="13559"/>
                  <a:pt x="61783" y="15024"/>
                </a:cubicBezTo>
                <a:cubicBezTo>
                  <a:pt x="60348" y="16489"/>
                  <a:pt x="58626" y="17222"/>
                  <a:pt x="56617" y="17222"/>
                </a:cubicBezTo>
                <a:cubicBezTo>
                  <a:pt x="55468" y="17222"/>
                  <a:pt x="53818" y="16648"/>
                  <a:pt x="51665" y="15500"/>
                </a:cubicBezTo>
                <a:cubicBezTo>
                  <a:pt x="50374" y="14830"/>
                  <a:pt x="49130" y="14495"/>
                  <a:pt x="47934" y="14495"/>
                </a:cubicBezTo>
                <a:cubicBezTo>
                  <a:pt x="43246" y="14495"/>
                  <a:pt x="38390" y="15823"/>
                  <a:pt x="33367" y="18478"/>
                </a:cubicBezTo>
                <a:cubicBezTo>
                  <a:pt x="28344" y="21133"/>
                  <a:pt x="23991" y="25211"/>
                  <a:pt x="20307" y="30712"/>
                </a:cubicBezTo>
                <a:cubicBezTo>
                  <a:pt x="17772" y="34539"/>
                  <a:pt x="15930" y="39323"/>
                  <a:pt x="14782" y="45064"/>
                </a:cubicBezTo>
                <a:moveTo>
                  <a:pt x="16935" y="67773"/>
                </a:moveTo>
                <a:cubicBezTo>
                  <a:pt x="18466" y="73500"/>
                  <a:pt x="20535" y="77414"/>
                  <a:pt x="23142" y="79514"/>
                </a:cubicBezTo>
                <a:cubicBezTo>
                  <a:pt x="25749" y="81614"/>
                  <a:pt x="29468" y="82665"/>
                  <a:pt x="34300" y="82665"/>
                </a:cubicBezTo>
                <a:cubicBezTo>
                  <a:pt x="39132" y="82665"/>
                  <a:pt x="42851" y="81400"/>
                  <a:pt x="45458" y="78870"/>
                </a:cubicBezTo>
                <a:cubicBezTo>
                  <a:pt x="48066" y="76341"/>
                  <a:pt x="49369" y="72904"/>
                  <a:pt x="49369" y="68560"/>
                </a:cubicBezTo>
                <a:cubicBezTo>
                  <a:pt x="49369" y="63597"/>
                  <a:pt x="47874" y="59468"/>
                  <a:pt x="44884" y="56175"/>
                </a:cubicBezTo>
                <a:cubicBezTo>
                  <a:pt x="41894" y="52881"/>
                  <a:pt x="38534" y="51235"/>
                  <a:pt x="34802" y="51235"/>
                </a:cubicBezTo>
                <a:cubicBezTo>
                  <a:pt x="31836" y="51235"/>
                  <a:pt x="28667" y="52691"/>
                  <a:pt x="25294" y="55603"/>
                </a:cubicBezTo>
                <a:cubicBezTo>
                  <a:pt x="21922" y="58514"/>
                  <a:pt x="19135" y="62570"/>
                  <a:pt x="16935" y="67773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Text 7">
            <a:extLst xmlns:a="http://schemas.openxmlformats.org/drawingml/2006/main">
              <a:ext uri="{FF2B5EF4-FFF2-40B4-BE49-F238E27FC236}">
                <a16:creationId xmlns:a16="http://schemas.microsoft.com/office/drawing/2014/main" id="{905D169F-3620-4B79-9A0C-913FAF3D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638" y="1605326"/>
            <a:ext cx="63864" cy="92854"/>
          </a:xfrm>
          <a:custGeom xmlns:a="http://schemas.openxmlformats.org/drawingml/2006/main">
            <a:pathLst>
              <a:path w="63864" h="92854">
                <a:moveTo>
                  <a:pt x="48365" y="14782"/>
                </a:moveTo>
                <a:lnTo>
                  <a:pt x="14710" y="14782"/>
                </a:lnTo>
                <a:cubicBezTo>
                  <a:pt x="14519" y="18466"/>
                  <a:pt x="13777" y="21061"/>
                  <a:pt x="12486" y="22568"/>
                </a:cubicBezTo>
                <a:cubicBezTo>
                  <a:pt x="11194" y="24075"/>
                  <a:pt x="9496" y="24828"/>
                  <a:pt x="7391" y="24828"/>
                </a:cubicBezTo>
                <a:cubicBezTo>
                  <a:pt x="5190" y="24828"/>
                  <a:pt x="3408" y="24075"/>
                  <a:pt x="2045" y="22568"/>
                </a:cubicBezTo>
                <a:cubicBezTo>
                  <a:pt x="682" y="21061"/>
                  <a:pt x="0" y="18466"/>
                  <a:pt x="0" y="14782"/>
                </a:cubicBezTo>
                <a:lnTo>
                  <a:pt x="0" y="0"/>
                </a:lnTo>
                <a:lnTo>
                  <a:pt x="63864" y="0"/>
                </a:lnTo>
                <a:lnTo>
                  <a:pt x="63864" y="14782"/>
                </a:lnTo>
                <a:lnTo>
                  <a:pt x="40041" y="85497"/>
                </a:lnTo>
                <a:cubicBezTo>
                  <a:pt x="39036" y="88449"/>
                  <a:pt x="37924" y="90414"/>
                  <a:pt x="36704" y="91390"/>
                </a:cubicBezTo>
                <a:cubicBezTo>
                  <a:pt x="35484" y="92366"/>
                  <a:pt x="34013" y="92854"/>
                  <a:pt x="32291" y="92854"/>
                </a:cubicBezTo>
                <a:cubicBezTo>
                  <a:pt x="30234" y="92854"/>
                  <a:pt x="28476" y="92151"/>
                  <a:pt x="27017" y="90746"/>
                </a:cubicBezTo>
                <a:cubicBezTo>
                  <a:pt x="25558" y="89340"/>
                  <a:pt x="24828" y="87722"/>
                  <a:pt x="24828" y="85894"/>
                </a:cubicBezTo>
                <a:cubicBezTo>
                  <a:pt x="24828" y="84819"/>
                  <a:pt x="25211" y="83108"/>
                  <a:pt x="25976" y="80761"/>
                </a:cubicBezTo>
                <a:lnTo>
                  <a:pt x="48365" y="14782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Text 8">
            <a:extLst xmlns:a="http://schemas.openxmlformats.org/drawingml/2006/main">
              <a:ext uri="{FF2B5EF4-FFF2-40B4-BE49-F238E27FC236}">
                <a16:creationId xmlns:a16="http://schemas.microsoft.com/office/drawing/2014/main" id="{2E2826AC-FCB7-451D-AB43-FA775C59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58" y="1779237"/>
            <a:ext cx="64151" cy="97447"/>
          </a:xfrm>
          <a:custGeom xmlns:a="http://schemas.openxmlformats.org/drawingml/2006/main">
            <a:pathLst>
              <a:path w="64151" h="97447">
                <a:moveTo>
                  <a:pt x="52813" y="48187"/>
                </a:moveTo>
                <a:cubicBezTo>
                  <a:pt x="56593" y="51111"/>
                  <a:pt x="59427" y="54432"/>
                  <a:pt x="61317" y="58148"/>
                </a:cubicBezTo>
                <a:cubicBezTo>
                  <a:pt x="63206" y="61863"/>
                  <a:pt x="64151" y="65950"/>
                  <a:pt x="64151" y="70407"/>
                </a:cubicBezTo>
                <a:cubicBezTo>
                  <a:pt x="64151" y="75345"/>
                  <a:pt x="62943" y="79888"/>
                  <a:pt x="60527" y="84035"/>
                </a:cubicBezTo>
                <a:cubicBezTo>
                  <a:pt x="58112" y="88182"/>
                  <a:pt x="54320" y="91454"/>
                  <a:pt x="49154" y="93852"/>
                </a:cubicBezTo>
                <a:cubicBezTo>
                  <a:pt x="43987" y="96248"/>
                  <a:pt x="38247" y="97447"/>
                  <a:pt x="31932" y="97447"/>
                </a:cubicBezTo>
                <a:cubicBezTo>
                  <a:pt x="25617" y="97447"/>
                  <a:pt x="19925" y="96248"/>
                  <a:pt x="14854" y="93852"/>
                </a:cubicBezTo>
                <a:cubicBezTo>
                  <a:pt x="9783" y="91454"/>
                  <a:pt x="6040" y="88170"/>
                  <a:pt x="3624" y="83999"/>
                </a:cubicBezTo>
                <a:cubicBezTo>
                  <a:pt x="1208" y="79828"/>
                  <a:pt x="0" y="75297"/>
                  <a:pt x="0" y="70407"/>
                </a:cubicBezTo>
                <a:cubicBezTo>
                  <a:pt x="0" y="65950"/>
                  <a:pt x="945" y="61863"/>
                  <a:pt x="2834" y="58148"/>
                </a:cubicBezTo>
                <a:cubicBezTo>
                  <a:pt x="4724" y="54432"/>
                  <a:pt x="7558" y="51111"/>
                  <a:pt x="11338" y="48187"/>
                </a:cubicBezTo>
                <a:cubicBezTo>
                  <a:pt x="8037" y="45127"/>
                  <a:pt x="5549" y="41876"/>
                  <a:pt x="3875" y="38435"/>
                </a:cubicBezTo>
                <a:cubicBezTo>
                  <a:pt x="2201" y="34994"/>
                  <a:pt x="1363" y="31360"/>
                  <a:pt x="1363" y="27535"/>
                </a:cubicBezTo>
                <a:cubicBezTo>
                  <a:pt x="1363" y="20030"/>
                  <a:pt x="4234" y="13565"/>
                  <a:pt x="9974" y="8140"/>
                </a:cubicBezTo>
                <a:cubicBezTo>
                  <a:pt x="15715" y="2713"/>
                  <a:pt x="23082" y="0"/>
                  <a:pt x="32076" y="0"/>
                </a:cubicBezTo>
                <a:cubicBezTo>
                  <a:pt x="41069" y="0"/>
                  <a:pt x="48436" y="2713"/>
                  <a:pt x="54177" y="8140"/>
                </a:cubicBezTo>
                <a:cubicBezTo>
                  <a:pt x="59917" y="13565"/>
                  <a:pt x="62788" y="20030"/>
                  <a:pt x="62788" y="27535"/>
                </a:cubicBezTo>
                <a:cubicBezTo>
                  <a:pt x="62788" y="31408"/>
                  <a:pt x="61963" y="35065"/>
                  <a:pt x="60312" y="38507"/>
                </a:cubicBezTo>
                <a:cubicBezTo>
                  <a:pt x="58662" y="41948"/>
                  <a:pt x="56162" y="45175"/>
                  <a:pt x="52813" y="48187"/>
                </a:cubicBezTo>
                <a:moveTo>
                  <a:pt x="47719" y="27878"/>
                </a:moveTo>
                <a:cubicBezTo>
                  <a:pt x="47719" y="24253"/>
                  <a:pt x="46296" y="21164"/>
                  <a:pt x="43449" y="18612"/>
                </a:cubicBezTo>
                <a:cubicBezTo>
                  <a:pt x="40603" y="16059"/>
                  <a:pt x="36764" y="14782"/>
                  <a:pt x="31932" y="14782"/>
                </a:cubicBezTo>
                <a:cubicBezTo>
                  <a:pt x="27053" y="14782"/>
                  <a:pt x="23190" y="16059"/>
                  <a:pt x="20343" y="18612"/>
                </a:cubicBezTo>
                <a:cubicBezTo>
                  <a:pt x="17497" y="21164"/>
                  <a:pt x="16074" y="24253"/>
                  <a:pt x="16074" y="27878"/>
                </a:cubicBezTo>
                <a:cubicBezTo>
                  <a:pt x="16074" y="31551"/>
                  <a:pt x="17497" y="34664"/>
                  <a:pt x="20343" y="37217"/>
                </a:cubicBezTo>
                <a:cubicBezTo>
                  <a:pt x="23190" y="39769"/>
                  <a:pt x="27053" y="41045"/>
                  <a:pt x="31932" y="41045"/>
                </a:cubicBezTo>
                <a:cubicBezTo>
                  <a:pt x="36764" y="41045"/>
                  <a:pt x="40603" y="39769"/>
                  <a:pt x="43449" y="37217"/>
                </a:cubicBezTo>
                <a:cubicBezTo>
                  <a:pt x="46296" y="34664"/>
                  <a:pt x="47719" y="31551"/>
                  <a:pt x="47719" y="27878"/>
                </a:cubicBezTo>
                <a:moveTo>
                  <a:pt x="49441" y="71080"/>
                </a:moveTo>
                <a:cubicBezTo>
                  <a:pt x="49441" y="67195"/>
                  <a:pt x="47778" y="63682"/>
                  <a:pt x="44454" y="60541"/>
                </a:cubicBezTo>
                <a:cubicBezTo>
                  <a:pt x="41129" y="57398"/>
                  <a:pt x="37003" y="55827"/>
                  <a:pt x="32076" y="55827"/>
                </a:cubicBezTo>
                <a:cubicBezTo>
                  <a:pt x="27148" y="55827"/>
                  <a:pt x="23022" y="57398"/>
                  <a:pt x="19697" y="60541"/>
                </a:cubicBezTo>
                <a:cubicBezTo>
                  <a:pt x="16373" y="63682"/>
                  <a:pt x="14710" y="67243"/>
                  <a:pt x="14710" y="71224"/>
                </a:cubicBezTo>
                <a:cubicBezTo>
                  <a:pt x="14710" y="74294"/>
                  <a:pt x="16145" y="76969"/>
                  <a:pt x="19016" y="79247"/>
                </a:cubicBezTo>
                <a:cubicBezTo>
                  <a:pt x="21886" y="81525"/>
                  <a:pt x="26239" y="82665"/>
                  <a:pt x="32076" y="82665"/>
                </a:cubicBezTo>
                <a:cubicBezTo>
                  <a:pt x="37960" y="82665"/>
                  <a:pt x="42325" y="81525"/>
                  <a:pt x="45171" y="79247"/>
                </a:cubicBezTo>
                <a:cubicBezTo>
                  <a:pt x="48018" y="76969"/>
                  <a:pt x="49441" y="74247"/>
                  <a:pt x="49441" y="71080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Text 9">
            <a:extLst xmlns:a="http://schemas.openxmlformats.org/drawingml/2006/main">
              <a:ext uri="{FF2B5EF4-FFF2-40B4-BE49-F238E27FC236}">
                <a16:creationId xmlns:a16="http://schemas.microsoft.com/office/drawing/2014/main" id="{987DFBB9-F78C-47C4-875C-F8AFACF7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59" y="1955588"/>
            <a:ext cx="64223" cy="97447"/>
          </a:xfrm>
          <a:custGeom xmlns:a="http://schemas.openxmlformats.org/drawingml/2006/main">
            <a:pathLst>
              <a:path w="64223" h="97447">
                <a:moveTo>
                  <a:pt x="49369" y="56545"/>
                </a:moveTo>
                <a:cubicBezTo>
                  <a:pt x="45686" y="59728"/>
                  <a:pt x="42313" y="61983"/>
                  <a:pt x="39251" y="63310"/>
                </a:cubicBezTo>
                <a:cubicBezTo>
                  <a:pt x="36190" y="64636"/>
                  <a:pt x="32961" y="65299"/>
                  <a:pt x="29564" y="65299"/>
                </a:cubicBezTo>
                <a:cubicBezTo>
                  <a:pt x="21671" y="65299"/>
                  <a:pt x="14770" y="62142"/>
                  <a:pt x="8862" y="55827"/>
                </a:cubicBezTo>
                <a:cubicBezTo>
                  <a:pt x="2954" y="49513"/>
                  <a:pt x="0" y="41667"/>
                  <a:pt x="0" y="32291"/>
                </a:cubicBezTo>
                <a:cubicBezTo>
                  <a:pt x="0" y="24972"/>
                  <a:pt x="2033" y="18322"/>
                  <a:pt x="6099" y="12342"/>
                </a:cubicBezTo>
                <a:cubicBezTo>
                  <a:pt x="11649" y="4114"/>
                  <a:pt x="19470" y="0"/>
                  <a:pt x="29564" y="0"/>
                </a:cubicBezTo>
                <a:cubicBezTo>
                  <a:pt x="36788" y="0"/>
                  <a:pt x="43102" y="2166"/>
                  <a:pt x="48508" y="6499"/>
                </a:cubicBezTo>
                <a:cubicBezTo>
                  <a:pt x="53914" y="10831"/>
                  <a:pt x="57884" y="17078"/>
                  <a:pt x="60420" y="25241"/>
                </a:cubicBezTo>
                <a:cubicBezTo>
                  <a:pt x="62955" y="33403"/>
                  <a:pt x="64223" y="41913"/>
                  <a:pt x="64223" y="50771"/>
                </a:cubicBezTo>
                <a:cubicBezTo>
                  <a:pt x="64223" y="65802"/>
                  <a:pt x="58411" y="77867"/>
                  <a:pt x="46786" y="86963"/>
                </a:cubicBezTo>
                <a:cubicBezTo>
                  <a:pt x="37792" y="93952"/>
                  <a:pt x="27938" y="97447"/>
                  <a:pt x="17222" y="97447"/>
                </a:cubicBezTo>
                <a:cubicBezTo>
                  <a:pt x="11290" y="97447"/>
                  <a:pt x="6697" y="96241"/>
                  <a:pt x="3444" y="93830"/>
                </a:cubicBezTo>
                <a:cubicBezTo>
                  <a:pt x="1244" y="92237"/>
                  <a:pt x="144" y="90139"/>
                  <a:pt x="144" y="87533"/>
                </a:cubicBezTo>
                <a:cubicBezTo>
                  <a:pt x="144" y="85412"/>
                  <a:pt x="849" y="83639"/>
                  <a:pt x="2260" y="82216"/>
                </a:cubicBezTo>
                <a:cubicBezTo>
                  <a:pt x="3672" y="80793"/>
                  <a:pt x="5406" y="80081"/>
                  <a:pt x="7463" y="80081"/>
                </a:cubicBezTo>
                <a:cubicBezTo>
                  <a:pt x="8611" y="80081"/>
                  <a:pt x="9903" y="80451"/>
                  <a:pt x="11338" y="81189"/>
                </a:cubicBezTo>
                <a:cubicBezTo>
                  <a:pt x="13203" y="82173"/>
                  <a:pt x="15165" y="82665"/>
                  <a:pt x="17222" y="82665"/>
                </a:cubicBezTo>
                <a:cubicBezTo>
                  <a:pt x="24637" y="82665"/>
                  <a:pt x="31478" y="80134"/>
                  <a:pt x="37744" y="75074"/>
                </a:cubicBezTo>
                <a:cubicBezTo>
                  <a:pt x="44011" y="70012"/>
                  <a:pt x="47886" y="63836"/>
                  <a:pt x="49369" y="56545"/>
                </a:cubicBezTo>
                <a:moveTo>
                  <a:pt x="47288" y="33437"/>
                </a:moveTo>
                <a:cubicBezTo>
                  <a:pt x="45709" y="26671"/>
                  <a:pt x="43377" y="21870"/>
                  <a:pt x="40292" y="19036"/>
                </a:cubicBezTo>
                <a:cubicBezTo>
                  <a:pt x="37206" y="16200"/>
                  <a:pt x="33678" y="14782"/>
                  <a:pt x="29708" y="14782"/>
                </a:cubicBezTo>
                <a:cubicBezTo>
                  <a:pt x="25546" y="14782"/>
                  <a:pt x="22006" y="16367"/>
                  <a:pt x="19087" y="19536"/>
                </a:cubicBezTo>
                <a:cubicBezTo>
                  <a:pt x="16169" y="22704"/>
                  <a:pt x="14710" y="26908"/>
                  <a:pt x="14710" y="32150"/>
                </a:cubicBezTo>
                <a:cubicBezTo>
                  <a:pt x="14710" y="37629"/>
                  <a:pt x="16181" y="42060"/>
                  <a:pt x="19123" y="45443"/>
                </a:cubicBezTo>
                <a:cubicBezTo>
                  <a:pt x="22065" y="48826"/>
                  <a:pt x="25426" y="50517"/>
                  <a:pt x="29205" y="50517"/>
                </a:cubicBezTo>
                <a:cubicBezTo>
                  <a:pt x="35855" y="50517"/>
                  <a:pt x="41882" y="44824"/>
                  <a:pt x="47288" y="33437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Text 10">
            <a:extLst xmlns:a="http://schemas.openxmlformats.org/drawingml/2006/main">
              <a:ext uri="{FF2B5EF4-FFF2-40B4-BE49-F238E27FC236}">
                <a16:creationId xmlns:a16="http://schemas.microsoft.com/office/drawing/2014/main" id="{2E40BE82-0C66-449F-89E8-D42881C6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5" y="2131939"/>
            <a:ext cx="152255" cy="97447"/>
          </a:xfrm>
          <a:custGeom xmlns:a="http://schemas.openxmlformats.org/drawingml/2006/main">
            <a:pathLst>
              <a:path w="152255" h="97447">
                <a:moveTo>
                  <a:pt x="39467" y="0"/>
                </a:moveTo>
                <a:lnTo>
                  <a:pt x="39467" y="80512"/>
                </a:lnTo>
                <a:lnTo>
                  <a:pt x="54320" y="80512"/>
                </a:lnTo>
                <a:cubicBezTo>
                  <a:pt x="57860" y="80512"/>
                  <a:pt x="60384" y="81194"/>
                  <a:pt x="61891" y="82557"/>
                </a:cubicBezTo>
                <a:cubicBezTo>
                  <a:pt x="63398" y="83920"/>
                  <a:pt x="64151" y="85702"/>
                  <a:pt x="64151" y="87903"/>
                </a:cubicBezTo>
                <a:cubicBezTo>
                  <a:pt x="64151" y="90103"/>
                  <a:pt x="63398" y="91885"/>
                  <a:pt x="61891" y="93249"/>
                </a:cubicBezTo>
                <a:cubicBezTo>
                  <a:pt x="60384" y="94612"/>
                  <a:pt x="57860" y="95294"/>
                  <a:pt x="54320" y="95294"/>
                </a:cubicBezTo>
                <a:lnTo>
                  <a:pt x="9903" y="95294"/>
                </a:lnTo>
                <a:cubicBezTo>
                  <a:pt x="6362" y="95294"/>
                  <a:pt x="3839" y="94600"/>
                  <a:pt x="2332" y="93213"/>
                </a:cubicBezTo>
                <a:cubicBezTo>
                  <a:pt x="825" y="91826"/>
                  <a:pt x="72" y="90032"/>
                  <a:pt x="72" y="87831"/>
                </a:cubicBezTo>
                <a:cubicBezTo>
                  <a:pt x="72" y="85631"/>
                  <a:pt x="825" y="83861"/>
                  <a:pt x="2332" y="82521"/>
                </a:cubicBezTo>
                <a:cubicBezTo>
                  <a:pt x="3839" y="81182"/>
                  <a:pt x="6362" y="80512"/>
                  <a:pt x="9903" y="80512"/>
                </a:cubicBezTo>
                <a:lnTo>
                  <a:pt x="24756" y="80512"/>
                </a:lnTo>
                <a:lnTo>
                  <a:pt x="24756" y="19218"/>
                </a:lnTo>
                <a:lnTo>
                  <a:pt x="11625" y="22673"/>
                </a:lnTo>
                <a:cubicBezTo>
                  <a:pt x="9520" y="23249"/>
                  <a:pt x="7941" y="23536"/>
                  <a:pt x="6889" y="23536"/>
                </a:cubicBezTo>
                <a:cubicBezTo>
                  <a:pt x="5023" y="23536"/>
                  <a:pt x="3408" y="22793"/>
                  <a:pt x="2045" y="21305"/>
                </a:cubicBezTo>
                <a:cubicBezTo>
                  <a:pt x="682" y="19818"/>
                  <a:pt x="0" y="17995"/>
                  <a:pt x="0" y="15836"/>
                </a:cubicBezTo>
                <a:cubicBezTo>
                  <a:pt x="0" y="13869"/>
                  <a:pt x="502" y="12321"/>
                  <a:pt x="1507" y="11194"/>
                </a:cubicBezTo>
                <a:cubicBezTo>
                  <a:pt x="2512" y="10065"/>
                  <a:pt x="4616" y="9069"/>
                  <a:pt x="7822" y="8205"/>
                </a:cubicBezTo>
                <a:lnTo>
                  <a:pt x="39467" y="0"/>
                </a:lnTo>
                <a:close/>
                <a:moveTo>
                  <a:pt x="152255" y="40644"/>
                </a:moveTo>
                <a:lnTo>
                  <a:pt x="152255" y="56803"/>
                </a:lnTo>
                <a:cubicBezTo>
                  <a:pt x="152255" y="66376"/>
                  <a:pt x="149492" y="75544"/>
                  <a:pt x="143967" y="84306"/>
                </a:cubicBezTo>
                <a:cubicBezTo>
                  <a:pt x="138442" y="93066"/>
                  <a:pt x="130536" y="97447"/>
                  <a:pt x="120251" y="97447"/>
                </a:cubicBezTo>
                <a:cubicBezTo>
                  <a:pt x="114319" y="97447"/>
                  <a:pt x="109308" y="96142"/>
                  <a:pt x="105218" y="93534"/>
                </a:cubicBezTo>
                <a:cubicBezTo>
                  <a:pt x="101128" y="90923"/>
                  <a:pt x="97253" y="86112"/>
                  <a:pt x="93593" y="79099"/>
                </a:cubicBezTo>
                <a:cubicBezTo>
                  <a:pt x="89934" y="72086"/>
                  <a:pt x="88104" y="64654"/>
                  <a:pt x="88104" y="56803"/>
                </a:cubicBezTo>
                <a:lnTo>
                  <a:pt x="88104" y="40644"/>
                </a:lnTo>
                <a:cubicBezTo>
                  <a:pt x="88104" y="31118"/>
                  <a:pt x="90854" y="21963"/>
                  <a:pt x="96356" y="13179"/>
                </a:cubicBezTo>
                <a:cubicBezTo>
                  <a:pt x="101857" y="4393"/>
                  <a:pt x="109751" y="0"/>
                  <a:pt x="120036" y="0"/>
                </a:cubicBezTo>
                <a:cubicBezTo>
                  <a:pt x="125920" y="0"/>
                  <a:pt x="130907" y="1293"/>
                  <a:pt x="134997" y="3879"/>
                </a:cubicBezTo>
                <a:cubicBezTo>
                  <a:pt x="139087" y="6464"/>
                  <a:pt x="142986" y="11263"/>
                  <a:pt x="146694" y="18276"/>
                </a:cubicBezTo>
                <a:cubicBezTo>
                  <a:pt x="150401" y="25289"/>
                  <a:pt x="152255" y="32745"/>
                  <a:pt x="152255" y="40644"/>
                </a:cubicBezTo>
                <a:moveTo>
                  <a:pt x="137473" y="40660"/>
                </a:moveTo>
                <a:cubicBezTo>
                  <a:pt x="137473" y="32678"/>
                  <a:pt x="135248" y="25701"/>
                  <a:pt x="130799" y="19729"/>
                </a:cubicBezTo>
                <a:cubicBezTo>
                  <a:pt x="128264" y="16431"/>
                  <a:pt x="124700" y="14782"/>
                  <a:pt x="120108" y="14782"/>
                </a:cubicBezTo>
                <a:cubicBezTo>
                  <a:pt x="115659" y="14782"/>
                  <a:pt x="112023" y="16598"/>
                  <a:pt x="109200" y="20229"/>
                </a:cubicBezTo>
                <a:cubicBezTo>
                  <a:pt x="104943" y="25726"/>
                  <a:pt x="102814" y="32536"/>
                  <a:pt x="102814" y="40660"/>
                </a:cubicBezTo>
                <a:lnTo>
                  <a:pt x="102814" y="56787"/>
                </a:lnTo>
                <a:cubicBezTo>
                  <a:pt x="102814" y="64816"/>
                  <a:pt x="105062" y="71793"/>
                  <a:pt x="109559" y="77718"/>
                </a:cubicBezTo>
                <a:cubicBezTo>
                  <a:pt x="112047" y="81016"/>
                  <a:pt x="115611" y="82665"/>
                  <a:pt x="120251" y="82665"/>
                </a:cubicBezTo>
                <a:cubicBezTo>
                  <a:pt x="124652" y="82665"/>
                  <a:pt x="128264" y="80849"/>
                  <a:pt x="131086" y="77218"/>
                </a:cubicBezTo>
                <a:cubicBezTo>
                  <a:pt x="135344" y="71721"/>
                  <a:pt x="137473" y="64911"/>
                  <a:pt x="137473" y="56787"/>
                </a:cubicBezTo>
                <a:lnTo>
                  <a:pt x="137473" y="4066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Text 11">
            <a:extLst xmlns:a="http://schemas.openxmlformats.org/drawingml/2006/main">
              <a:ext uri="{FF2B5EF4-FFF2-40B4-BE49-F238E27FC236}">
                <a16:creationId xmlns:a16="http://schemas.microsoft.com/office/drawing/2014/main" id="{87B57ABD-0FFD-4C86-B5B3-7771C319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5" y="2308290"/>
            <a:ext cx="152327" cy="95294"/>
          </a:xfrm>
          <a:custGeom xmlns:a="http://schemas.openxmlformats.org/drawingml/2006/main">
            <a:pathLst>
              <a:path w="152327" h="95294">
                <a:moveTo>
                  <a:pt x="39467" y="0"/>
                </a:moveTo>
                <a:lnTo>
                  <a:pt x="39467" y="80512"/>
                </a:lnTo>
                <a:lnTo>
                  <a:pt x="54320" y="80512"/>
                </a:lnTo>
                <a:cubicBezTo>
                  <a:pt x="57860" y="80512"/>
                  <a:pt x="60384" y="81194"/>
                  <a:pt x="61891" y="82557"/>
                </a:cubicBezTo>
                <a:cubicBezTo>
                  <a:pt x="63398" y="83920"/>
                  <a:pt x="64151" y="85702"/>
                  <a:pt x="64151" y="87903"/>
                </a:cubicBezTo>
                <a:cubicBezTo>
                  <a:pt x="64151" y="90103"/>
                  <a:pt x="63398" y="91885"/>
                  <a:pt x="61891" y="93249"/>
                </a:cubicBezTo>
                <a:cubicBezTo>
                  <a:pt x="60384" y="94612"/>
                  <a:pt x="57860" y="95294"/>
                  <a:pt x="54320" y="95294"/>
                </a:cubicBezTo>
                <a:lnTo>
                  <a:pt x="9903" y="95294"/>
                </a:lnTo>
                <a:cubicBezTo>
                  <a:pt x="6362" y="95294"/>
                  <a:pt x="3839" y="94600"/>
                  <a:pt x="2332" y="93213"/>
                </a:cubicBezTo>
                <a:cubicBezTo>
                  <a:pt x="825" y="91826"/>
                  <a:pt x="72" y="90032"/>
                  <a:pt x="72" y="87831"/>
                </a:cubicBezTo>
                <a:cubicBezTo>
                  <a:pt x="72" y="85631"/>
                  <a:pt x="825" y="83861"/>
                  <a:pt x="2332" y="82521"/>
                </a:cubicBezTo>
                <a:cubicBezTo>
                  <a:pt x="3839" y="81182"/>
                  <a:pt x="6362" y="80512"/>
                  <a:pt x="9903" y="80512"/>
                </a:cubicBezTo>
                <a:lnTo>
                  <a:pt x="24756" y="80512"/>
                </a:lnTo>
                <a:lnTo>
                  <a:pt x="24756" y="19218"/>
                </a:lnTo>
                <a:lnTo>
                  <a:pt x="11625" y="22673"/>
                </a:lnTo>
                <a:cubicBezTo>
                  <a:pt x="9520" y="23249"/>
                  <a:pt x="7941" y="23536"/>
                  <a:pt x="6889" y="23536"/>
                </a:cubicBezTo>
                <a:cubicBezTo>
                  <a:pt x="5023" y="23536"/>
                  <a:pt x="3408" y="22793"/>
                  <a:pt x="2045" y="21305"/>
                </a:cubicBezTo>
                <a:cubicBezTo>
                  <a:pt x="682" y="19818"/>
                  <a:pt x="0" y="17995"/>
                  <a:pt x="0" y="15836"/>
                </a:cubicBezTo>
                <a:cubicBezTo>
                  <a:pt x="0" y="13869"/>
                  <a:pt x="502" y="12321"/>
                  <a:pt x="1507" y="11194"/>
                </a:cubicBezTo>
                <a:cubicBezTo>
                  <a:pt x="2512" y="10065"/>
                  <a:pt x="4616" y="9069"/>
                  <a:pt x="7822" y="8205"/>
                </a:cubicBezTo>
                <a:lnTo>
                  <a:pt x="39467" y="0"/>
                </a:lnTo>
                <a:close/>
                <a:moveTo>
                  <a:pt x="127642" y="0"/>
                </a:moveTo>
                <a:lnTo>
                  <a:pt x="127642" y="80512"/>
                </a:lnTo>
                <a:lnTo>
                  <a:pt x="142496" y="80512"/>
                </a:lnTo>
                <a:cubicBezTo>
                  <a:pt x="146036" y="80512"/>
                  <a:pt x="148559" y="81194"/>
                  <a:pt x="150066" y="82557"/>
                </a:cubicBezTo>
                <a:cubicBezTo>
                  <a:pt x="151573" y="83920"/>
                  <a:pt x="152327" y="85702"/>
                  <a:pt x="152327" y="87903"/>
                </a:cubicBezTo>
                <a:cubicBezTo>
                  <a:pt x="152327" y="90103"/>
                  <a:pt x="151573" y="91885"/>
                  <a:pt x="150066" y="93249"/>
                </a:cubicBezTo>
                <a:cubicBezTo>
                  <a:pt x="148559" y="94612"/>
                  <a:pt x="146036" y="95294"/>
                  <a:pt x="142496" y="95294"/>
                </a:cubicBezTo>
                <a:lnTo>
                  <a:pt x="98078" y="95294"/>
                </a:lnTo>
                <a:cubicBezTo>
                  <a:pt x="94538" y="95294"/>
                  <a:pt x="92015" y="94600"/>
                  <a:pt x="90508" y="93213"/>
                </a:cubicBezTo>
                <a:cubicBezTo>
                  <a:pt x="89001" y="91826"/>
                  <a:pt x="88247" y="90032"/>
                  <a:pt x="88247" y="87831"/>
                </a:cubicBezTo>
                <a:cubicBezTo>
                  <a:pt x="88247" y="85631"/>
                  <a:pt x="89001" y="83861"/>
                  <a:pt x="90508" y="82521"/>
                </a:cubicBezTo>
                <a:cubicBezTo>
                  <a:pt x="92015" y="81182"/>
                  <a:pt x="94538" y="80512"/>
                  <a:pt x="98078" y="80512"/>
                </a:cubicBezTo>
                <a:lnTo>
                  <a:pt x="112932" y="80512"/>
                </a:lnTo>
                <a:lnTo>
                  <a:pt x="112932" y="19218"/>
                </a:lnTo>
                <a:lnTo>
                  <a:pt x="99800" y="22673"/>
                </a:lnTo>
                <a:cubicBezTo>
                  <a:pt x="97695" y="23249"/>
                  <a:pt x="96117" y="23536"/>
                  <a:pt x="95064" y="23536"/>
                </a:cubicBezTo>
                <a:cubicBezTo>
                  <a:pt x="93199" y="23536"/>
                  <a:pt x="91584" y="22793"/>
                  <a:pt x="90221" y="21305"/>
                </a:cubicBezTo>
                <a:cubicBezTo>
                  <a:pt x="88857" y="19818"/>
                  <a:pt x="88176" y="17995"/>
                  <a:pt x="88176" y="15836"/>
                </a:cubicBezTo>
                <a:cubicBezTo>
                  <a:pt x="88176" y="13869"/>
                  <a:pt x="88678" y="12321"/>
                  <a:pt x="89682" y="11194"/>
                </a:cubicBezTo>
                <a:cubicBezTo>
                  <a:pt x="90687" y="10065"/>
                  <a:pt x="92792" y="9069"/>
                  <a:pt x="95997" y="8205"/>
                </a:cubicBezTo>
                <a:lnTo>
                  <a:pt x="127642" y="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CEE22-E463-4F27-9E00-30DAD884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587" y="429207"/>
            <a:ext cx="10" cy="2123476"/>
          </a:xfrm>
          <a:custGeom xmlns:a="http://schemas.openxmlformats.org/drawingml/2006/main">
            <a:pathLst>
              <a:path w="1" h="2123476">
                <a:moveTo>
                  <a:pt x="0" y="0"/>
                </a:moveTo>
                <a:lnTo>
                  <a:pt x="0" y="2123476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8508E3-8502-4BE6-B1E8-F580CD84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587" y="429207"/>
            <a:ext cx="10" cy="2123476"/>
          </a:xfrm>
          <a:custGeom xmlns:a="http://schemas.openxmlformats.org/drawingml/2006/main">
            <a:pathLst>
              <a:path w="1" h="2123476" fill="none">
                <a:moveTo>
                  <a:pt x="0" y="0"/>
                </a:moveTo>
                <a:lnTo>
                  <a:pt x="0" y="2123476"/>
                </a:lnTo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666666"/>
            </a:solidFill>
            <a:round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24F7E6-A4B0-4F6A-A214-791990AD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7068" y="157163"/>
            <a:ext cx="10" cy="869472"/>
          </a:xfrm>
          <a:custGeom xmlns:a="http://schemas.openxmlformats.org/drawingml/2006/main">
            <a:pathLst>
              <a:path w="1" h="869472">
                <a:moveTo>
                  <a:pt x="0" y="0"/>
                </a:moveTo>
                <a:lnTo>
                  <a:pt x="0" y="869472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F54C77-178C-4682-9F97-78BBA138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7068" y="157163"/>
            <a:ext cx="10" cy="869472"/>
          </a:xfrm>
          <a:custGeom xmlns:a="http://schemas.openxmlformats.org/drawingml/2006/main">
            <a:pathLst>
              <a:path w="1" h="869472" fill="none">
                <a:moveTo>
                  <a:pt x="0" y="0"/>
                </a:moveTo>
                <a:lnTo>
                  <a:pt x="0" y="869472"/>
                </a:lnTo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999999"/>
            </a:solidFill>
            <a:round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85E0E1-2FD7-4698-BFC6-4C30CCED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1454" y="454108"/>
            <a:ext cx="380260" cy="2123743"/>
          </a:xfrm>
          <a:custGeom xmlns:a="http://schemas.openxmlformats.org/drawingml/2006/main">
            <a:pathLst>
              <a:path w="380260" h="2123743">
                <a:moveTo>
                  <a:pt x="0" y="0"/>
                </a:moveTo>
                <a:lnTo>
                  <a:pt x="380260" y="0"/>
                </a:lnTo>
                <a:lnTo>
                  <a:pt x="380260" y="2123743"/>
                </a:lnTo>
                <a:lnTo>
                  <a:pt x="0" y="21237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Text 1">
            <a:extLst xmlns:a="http://schemas.openxmlformats.org/drawingml/2006/main">
              <a:ext uri="{FF2B5EF4-FFF2-40B4-BE49-F238E27FC236}">
                <a16:creationId xmlns:a16="http://schemas.microsoft.com/office/drawing/2014/main" id="{D7F51CBC-B7A2-4EC9-B4E9-A10B59FE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9372" y="576201"/>
            <a:ext cx="64151" cy="95294"/>
          </a:xfrm>
          <a:custGeom xmlns:a="http://schemas.openxmlformats.org/drawingml/2006/main">
            <a:pathLst>
              <a:path w="64151" h="95294">
                <a:moveTo>
                  <a:pt x="39467" y="0"/>
                </a:moveTo>
                <a:lnTo>
                  <a:pt x="39467" y="80512"/>
                </a:lnTo>
                <a:lnTo>
                  <a:pt x="54320" y="80512"/>
                </a:lnTo>
                <a:cubicBezTo>
                  <a:pt x="57860" y="80512"/>
                  <a:pt x="60384" y="81194"/>
                  <a:pt x="61891" y="82557"/>
                </a:cubicBezTo>
                <a:cubicBezTo>
                  <a:pt x="63398" y="83920"/>
                  <a:pt x="64151" y="85702"/>
                  <a:pt x="64151" y="87903"/>
                </a:cubicBezTo>
                <a:cubicBezTo>
                  <a:pt x="64151" y="90103"/>
                  <a:pt x="63398" y="91885"/>
                  <a:pt x="61891" y="93249"/>
                </a:cubicBezTo>
                <a:cubicBezTo>
                  <a:pt x="60384" y="94612"/>
                  <a:pt x="57860" y="95294"/>
                  <a:pt x="54320" y="95294"/>
                </a:cubicBezTo>
                <a:lnTo>
                  <a:pt x="9903" y="95294"/>
                </a:lnTo>
                <a:cubicBezTo>
                  <a:pt x="6362" y="95294"/>
                  <a:pt x="3839" y="94600"/>
                  <a:pt x="2332" y="93213"/>
                </a:cubicBezTo>
                <a:cubicBezTo>
                  <a:pt x="825" y="91826"/>
                  <a:pt x="72" y="90032"/>
                  <a:pt x="72" y="87831"/>
                </a:cubicBezTo>
                <a:cubicBezTo>
                  <a:pt x="72" y="85631"/>
                  <a:pt x="825" y="83861"/>
                  <a:pt x="2332" y="82521"/>
                </a:cubicBezTo>
                <a:cubicBezTo>
                  <a:pt x="3839" y="81182"/>
                  <a:pt x="6362" y="80512"/>
                  <a:pt x="9903" y="80512"/>
                </a:cubicBezTo>
                <a:lnTo>
                  <a:pt x="24756" y="80512"/>
                </a:lnTo>
                <a:lnTo>
                  <a:pt x="24756" y="19218"/>
                </a:lnTo>
                <a:lnTo>
                  <a:pt x="11625" y="22673"/>
                </a:lnTo>
                <a:cubicBezTo>
                  <a:pt x="9520" y="23249"/>
                  <a:pt x="7941" y="23536"/>
                  <a:pt x="6889" y="23536"/>
                </a:cubicBezTo>
                <a:cubicBezTo>
                  <a:pt x="5023" y="23536"/>
                  <a:pt x="3408" y="22793"/>
                  <a:pt x="2045" y="21305"/>
                </a:cubicBezTo>
                <a:cubicBezTo>
                  <a:pt x="682" y="19818"/>
                  <a:pt x="0" y="17995"/>
                  <a:pt x="0" y="15836"/>
                </a:cubicBezTo>
                <a:cubicBezTo>
                  <a:pt x="0" y="13869"/>
                  <a:pt x="502" y="12321"/>
                  <a:pt x="1507" y="11194"/>
                </a:cubicBezTo>
                <a:cubicBezTo>
                  <a:pt x="2512" y="10065"/>
                  <a:pt x="4616" y="9069"/>
                  <a:pt x="7822" y="8205"/>
                </a:cubicBezTo>
                <a:lnTo>
                  <a:pt x="39467" y="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Text 2">
            <a:extLst xmlns:a="http://schemas.openxmlformats.org/drawingml/2006/main">
              <a:ext uri="{FF2B5EF4-FFF2-40B4-BE49-F238E27FC236}">
                <a16:creationId xmlns:a16="http://schemas.microsoft.com/office/drawing/2014/main" id="{0CDDFBA5-3D49-41CA-A8E1-A7BC9EE0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138" y="752552"/>
            <a:ext cx="67021" cy="95294"/>
          </a:xfrm>
          <a:custGeom xmlns:a="http://schemas.openxmlformats.org/drawingml/2006/main">
            <a:pathLst>
              <a:path w="67021" h="95294">
                <a:moveTo>
                  <a:pt x="22460" y="80512"/>
                </a:moveTo>
                <a:lnTo>
                  <a:pt x="54679" y="80512"/>
                </a:lnTo>
                <a:cubicBezTo>
                  <a:pt x="56449" y="79077"/>
                  <a:pt x="58124" y="78359"/>
                  <a:pt x="59702" y="78359"/>
                </a:cubicBezTo>
                <a:cubicBezTo>
                  <a:pt x="61951" y="78359"/>
                  <a:pt x="63733" y="79106"/>
                  <a:pt x="65048" y="80599"/>
                </a:cubicBezTo>
                <a:cubicBezTo>
                  <a:pt x="66364" y="82093"/>
                  <a:pt x="67021" y="84647"/>
                  <a:pt x="67021" y="88262"/>
                </a:cubicBezTo>
                <a:lnTo>
                  <a:pt x="67021" y="95294"/>
                </a:lnTo>
                <a:lnTo>
                  <a:pt x="0" y="95294"/>
                </a:lnTo>
                <a:lnTo>
                  <a:pt x="0" y="79651"/>
                </a:lnTo>
                <a:cubicBezTo>
                  <a:pt x="26502" y="57813"/>
                  <a:pt x="42504" y="43764"/>
                  <a:pt x="48006" y="37504"/>
                </a:cubicBezTo>
                <a:cubicBezTo>
                  <a:pt x="50780" y="34302"/>
                  <a:pt x="52168" y="31268"/>
                  <a:pt x="52168" y="28400"/>
                </a:cubicBezTo>
                <a:cubicBezTo>
                  <a:pt x="52168" y="24817"/>
                  <a:pt x="50601" y="21651"/>
                  <a:pt x="47468" y="18904"/>
                </a:cubicBezTo>
                <a:cubicBezTo>
                  <a:pt x="44334" y="16156"/>
                  <a:pt x="40160" y="14782"/>
                  <a:pt x="34946" y="14782"/>
                </a:cubicBezTo>
                <a:cubicBezTo>
                  <a:pt x="29684" y="14782"/>
                  <a:pt x="25306" y="16307"/>
                  <a:pt x="21814" y="19357"/>
                </a:cubicBezTo>
                <a:cubicBezTo>
                  <a:pt x="19996" y="20976"/>
                  <a:pt x="18537" y="23381"/>
                  <a:pt x="17437" y="26573"/>
                </a:cubicBezTo>
                <a:cubicBezTo>
                  <a:pt x="16767" y="28574"/>
                  <a:pt x="15846" y="30004"/>
                  <a:pt x="14674" y="30862"/>
                </a:cubicBezTo>
                <a:cubicBezTo>
                  <a:pt x="13502" y="31719"/>
                  <a:pt x="12055" y="32147"/>
                  <a:pt x="10333" y="32147"/>
                </a:cubicBezTo>
                <a:cubicBezTo>
                  <a:pt x="8324" y="32147"/>
                  <a:pt x="6590" y="31430"/>
                  <a:pt x="5131" y="29995"/>
                </a:cubicBezTo>
                <a:cubicBezTo>
                  <a:pt x="3672" y="28559"/>
                  <a:pt x="2942" y="26885"/>
                  <a:pt x="2942" y="24972"/>
                </a:cubicBezTo>
                <a:cubicBezTo>
                  <a:pt x="2942" y="22101"/>
                  <a:pt x="4270" y="18513"/>
                  <a:pt x="6925" y="14208"/>
                </a:cubicBezTo>
                <a:cubicBezTo>
                  <a:pt x="9580" y="9903"/>
                  <a:pt x="13455" y="6458"/>
                  <a:pt x="18549" y="3875"/>
                </a:cubicBezTo>
                <a:cubicBezTo>
                  <a:pt x="23644" y="1292"/>
                  <a:pt x="29181" y="0"/>
                  <a:pt x="35161" y="0"/>
                </a:cubicBezTo>
                <a:cubicBezTo>
                  <a:pt x="44442" y="0"/>
                  <a:pt x="52048" y="2810"/>
                  <a:pt x="57980" y="8431"/>
                </a:cubicBezTo>
                <a:cubicBezTo>
                  <a:pt x="63912" y="14052"/>
                  <a:pt x="66878" y="20857"/>
                  <a:pt x="66878" y="28846"/>
                </a:cubicBezTo>
                <a:cubicBezTo>
                  <a:pt x="66878" y="32913"/>
                  <a:pt x="66029" y="36680"/>
                  <a:pt x="64331" y="40148"/>
                </a:cubicBezTo>
                <a:cubicBezTo>
                  <a:pt x="62632" y="43617"/>
                  <a:pt x="58554" y="48412"/>
                  <a:pt x="52096" y="54536"/>
                </a:cubicBezTo>
                <a:cubicBezTo>
                  <a:pt x="47025" y="59367"/>
                  <a:pt x="37146" y="68026"/>
                  <a:pt x="22460" y="80512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Text 3">
            <a:extLst xmlns:a="http://schemas.openxmlformats.org/drawingml/2006/main">
              <a:ext uri="{FF2B5EF4-FFF2-40B4-BE49-F238E27FC236}">
                <a16:creationId xmlns:a16="http://schemas.microsoft.com/office/drawing/2014/main" id="{571F8104-478D-48C9-A174-A0CC49EA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932" y="928903"/>
            <a:ext cx="68385" cy="97447"/>
          </a:xfrm>
          <a:custGeom xmlns:a="http://schemas.openxmlformats.org/drawingml/2006/main">
            <a:pathLst>
              <a:path w="68385" h="97447">
                <a:moveTo>
                  <a:pt x="55397" y="46140"/>
                </a:moveTo>
                <a:cubicBezTo>
                  <a:pt x="59750" y="49106"/>
                  <a:pt x="63003" y="52538"/>
                  <a:pt x="65156" y="56437"/>
                </a:cubicBezTo>
                <a:cubicBezTo>
                  <a:pt x="67308" y="60336"/>
                  <a:pt x="68385" y="64701"/>
                  <a:pt x="68385" y="69533"/>
                </a:cubicBezTo>
                <a:cubicBezTo>
                  <a:pt x="68385" y="74747"/>
                  <a:pt x="66962" y="79567"/>
                  <a:pt x="64115" y="83992"/>
                </a:cubicBezTo>
                <a:cubicBezTo>
                  <a:pt x="61269" y="88417"/>
                  <a:pt x="57143" y="91766"/>
                  <a:pt x="51737" y="94038"/>
                </a:cubicBezTo>
                <a:cubicBezTo>
                  <a:pt x="46331" y="96310"/>
                  <a:pt x="39251" y="97447"/>
                  <a:pt x="30497" y="97447"/>
                </a:cubicBezTo>
                <a:cubicBezTo>
                  <a:pt x="19111" y="97447"/>
                  <a:pt x="10548" y="95671"/>
                  <a:pt x="4808" y="92119"/>
                </a:cubicBezTo>
                <a:cubicBezTo>
                  <a:pt x="1603" y="90102"/>
                  <a:pt x="0" y="87701"/>
                  <a:pt x="0" y="84916"/>
                </a:cubicBezTo>
                <a:cubicBezTo>
                  <a:pt x="0" y="82804"/>
                  <a:pt x="706" y="81016"/>
                  <a:pt x="2117" y="79552"/>
                </a:cubicBezTo>
                <a:cubicBezTo>
                  <a:pt x="3528" y="78087"/>
                  <a:pt x="5238" y="77355"/>
                  <a:pt x="7248" y="77355"/>
                </a:cubicBezTo>
                <a:cubicBezTo>
                  <a:pt x="8635" y="77355"/>
                  <a:pt x="10070" y="77833"/>
                  <a:pt x="11553" y="78790"/>
                </a:cubicBezTo>
                <a:cubicBezTo>
                  <a:pt x="13658" y="80225"/>
                  <a:pt x="15643" y="81182"/>
                  <a:pt x="17509" y="81660"/>
                </a:cubicBezTo>
                <a:cubicBezTo>
                  <a:pt x="20379" y="82330"/>
                  <a:pt x="24326" y="82665"/>
                  <a:pt x="29349" y="82665"/>
                </a:cubicBezTo>
                <a:cubicBezTo>
                  <a:pt x="37912" y="82665"/>
                  <a:pt x="44107" y="81555"/>
                  <a:pt x="47934" y="79337"/>
                </a:cubicBezTo>
                <a:cubicBezTo>
                  <a:pt x="51761" y="77117"/>
                  <a:pt x="53675" y="73979"/>
                  <a:pt x="53675" y="69923"/>
                </a:cubicBezTo>
                <a:cubicBezTo>
                  <a:pt x="53675" y="66917"/>
                  <a:pt x="52562" y="64018"/>
                  <a:pt x="50338" y="61227"/>
                </a:cubicBezTo>
                <a:cubicBezTo>
                  <a:pt x="48113" y="58434"/>
                  <a:pt x="45135" y="56274"/>
                  <a:pt x="41404" y="54746"/>
                </a:cubicBezTo>
                <a:cubicBezTo>
                  <a:pt x="39251" y="53887"/>
                  <a:pt x="35616" y="53290"/>
                  <a:pt x="30497" y="52957"/>
                </a:cubicBezTo>
                <a:cubicBezTo>
                  <a:pt x="28057" y="52813"/>
                  <a:pt x="26180" y="52060"/>
                  <a:pt x="24864" y="50697"/>
                </a:cubicBezTo>
                <a:cubicBezTo>
                  <a:pt x="23548" y="49333"/>
                  <a:pt x="22891" y="47647"/>
                  <a:pt x="22891" y="45638"/>
                </a:cubicBezTo>
                <a:cubicBezTo>
                  <a:pt x="22891" y="43533"/>
                  <a:pt x="23608" y="41763"/>
                  <a:pt x="25043" y="40328"/>
                </a:cubicBezTo>
                <a:cubicBezTo>
                  <a:pt x="26478" y="38893"/>
                  <a:pt x="28296" y="38175"/>
                  <a:pt x="30497" y="38175"/>
                </a:cubicBezTo>
                <a:cubicBezTo>
                  <a:pt x="35376" y="38175"/>
                  <a:pt x="37984" y="38151"/>
                  <a:pt x="38318" y="38103"/>
                </a:cubicBezTo>
                <a:cubicBezTo>
                  <a:pt x="40232" y="37912"/>
                  <a:pt x="42146" y="37292"/>
                  <a:pt x="44059" y="36244"/>
                </a:cubicBezTo>
                <a:cubicBezTo>
                  <a:pt x="45973" y="35195"/>
                  <a:pt x="47515" y="33752"/>
                  <a:pt x="48687" y="31916"/>
                </a:cubicBezTo>
                <a:cubicBezTo>
                  <a:pt x="49859" y="30079"/>
                  <a:pt x="50445" y="28183"/>
                  <a:pt x="50445" y="26227"/>
                </a:cubicBezTo>
                <a:cubicBezTo>
                  <a:pt x="50445" y="23128"/>
                  <a:pt x="49070" y="20446"/>
                  <a:pt x="46319" y="18182"/>
                </a:cubicBezTo>
                <a:cubicBezTo>
                  <a:pt x="43569" y="15915"/>
                  <a:pt x="39443" y="14782"/>
                  <a:pt x="33941" y="14782"/>
                </a:cubicBezTo>
                <a:cubicBezTo>
                  <a:pt x="26861" y="14782"/>
                  <a:pt x="21455" y="16823"/>
                  <a:pt x="17724" y="20906"/>
                </a:cubicBezTo>
                <a:cubicBezTo>
                  <a:pt x="16624" y="22092"/>
                  <a:pt x="15739" y="22851"/>
                  <a:pt x="15069" y="23184"/>
                </a:cubicBezTo>
                <a:cubicBezTo>
                  <a:pt x="14064" y="23706"/>
                  <a:pt x="12940" y="23967"/>
                  <a:pt x="11696" y="23967"/>
                </a:cubicBezTo>
                <a:cubicBezTo>
                  <a:pt x="9687" y="23967"/>
                  <a:pt x="7965" y="23247"/>
                  <a:pt x="6530" y="21808"/>
                </a:cubicBezTo>
                <a:cubicBezTo>
                  <a:pt x="5095" y="20368"/>
                  <a:pt x="4377" y="18593"/>
                  <a:pt x="4377" y="16482"/>
                </a:cubicBezTo>
                <a:cubicBezTo>
                  <a:pt x="4377" y="13170"/>
                  <a:pt x="6578" y="9956"/>
                  <a:pt x="10979" y="6837"/>
                </a:cubicBezTo>
                <a:cubicBezTo>
                  <a:pt x="17389" y="2279"/>
                  <a:pt x="25402" y="0"/>
                  <a:pt x="35018" y="0"/>
                </a:cubicBezTo>
                <a:cubicBezTo>
                  <a:pt x="44107" y="0"/>
                  <a:pt x="51402" y="2588"/>
                  <a:pt x="56904" y="7763"/>
                </a:cubicBezTo>
                <a:cubicBezTo>
                  <a:pt x="62405" y="12937"/>
                  <a:pt x="65156" y="19165"/>
                  <a:pt x="65156" y="26447"/>
                </a:cubicBezTo>
                <a:cubicBezTo>
                  <a:pt x="65156" y="30232"/>
                  <a:pt x="64342" y="33766"/>
                  <a:pt x="62716" y="37049"/>
                </a:cubicBezTo>
                <a:cubicBezTo>
                  <a:pt x="61089" y="40331"/>
                  <a:pt x="58650" y="43361"/>
                  <a:pt x="55397" y="46140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Text 4">
            <a:extLst xmlns:a="http://schemas.openxmlformats.org/drawingml/2006/main">
              <a:ext uri="{FF2B5EF4-FFF2-40B4-BE49-F238E27FC236}">
                <a16:creationId xmlns:a16="http://schemas.microsoft.com/office/drawing/2014/main" id="{8891C3BC-E99C-4C3F-BC03-A80E3B80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224" y="1107694"/>
            <a:ext cx="63792" cy="92854"/>
          </a:xfrm>
          <a:custGeom xmlns:a="http://schemas.openxmlformats.org/drawingml/2006/main">
            <a:pathLst>
              <a:path w="63792" h="92854">
                <a:moveTo>
                  <a:pt x="54679" y="0"/>
                </a:moveTo>
                <a:lnTo>
                  <a:pt x="54679" y="57406"/>
                </a:lnTo>
                <a:cubicBezTo>
                  <a:pt x="57789" y="57406"/>
                  <a:pt x="60085" y="58076"/>
                  <a:pt x="61568" y="59415"/>
                </a:cubicBezTo>
                <a:cubicBezTo>
                  <a:pt x="63051" y="60755"/>
                  <a:pt x="63792" y="62525"/>
                  <a:pt x="63792" y="64725"/>
                </a:cubicBezTo>
                <a:cubicBezTo>
                  <a:pt x="63792" y="66926"/>
                  <a:pt x="63039" y="68720"/>
                  <a:pt x="61532" y="70107"/>
                </a:cubicBezTo>
                <a:cubicBezTo>
                  <a:pt x="60025" y="71494"/>
                  <a:pt x="57741" y="72188"/>
                  <a:pt x="54679" y="72188"/>
                </a:cubicBezTo>
                <a:lnTo>
                  <a:pt x="54679" y="78072"/>
                </a:lnTo>
                <a:cubicBezTo>
                  <a:pt x="57789" y="78072"/>
                  <a:pt x="60085" y="78754"/>
                  <a:pt x="61568" y="80117"/>
                </a:cubicBezTo>
                <a:cubicBezTo>
                  <a:pt x="63051" y="81481"/>
                  <a:pt x="63792" y="83263"/>
                  <a:pt x="63792" y="85463"/>
                </a:cubicBezTo>
                <a:cubicBezTo>
                  <a:pt x="63792" y="87664"/>
                  <a:pt x="63039" y="89446"/>
                  <a:pt x="61532" y="90809"/>
                </a:cubicBezTo>
                <a:cubicBezTo>
                  <a:pt x="60025" y="92172"/>
                  <a:pt x="57502" y="92854"/>
                  <a:pt x="53962" y="92854"/>
                </a:cubicBezTo>
                <a:lnTo>
                  <a:pt x="34228" y="92854"/>
                </a:lnTo>
                <a:cubicBezTo>
                  <a:pt x="30688" y="92854"/>
                  <a:pt x="28165" y="92160"/>
                  <a:pt x="26658" y="90773"/>
                </a:cubicBezTo>
                <a:cubicBezTo>
                  <a:pt x="25151" y="89386"/>
                  <a:pt x="24398" y="87592"/>
                  <a:pt x="24398" y="85391"/>
                </a:cubicBezTo>
                <a:cubicBezTo>
                  <a:pt x="24398" y="83191"/>
                  <a:pt x="25151" y="81421"/>
                  <a:pt x="26658" y="80081"/>
                </a:cubicBezTo>
                <a:cubicBezTo>
                  <a:pt x="28165" y="78742"/>
                  <a:pt x="30688" y="78072"/>
                  <a:pt x="34228" y="78072"/>
                </a:cubicBezTo>
                <a:lnTo>
                  <a:pt x="39969" y="78072"/>
                </a:lnTo>
                <a:lnTo>
                  <a:pt x="39969" y="72188"/>
                </a:lnTo>
                <a:lnTo>
                  <a:pt x="0" y="72188"/>
                </a:lnTo>
                <a:lnTo>
                  <a:pt x="0" y="59857"/>
                </a:lnTo>
                <a:lnTo>
                  <a:pt x="35233" y="0"/>
                </a:lnTo>
                <a:lnTo>
                  <a:pt x="54679" y="0"/>
                </a:lnTo>
                <a:moveTo>
                  <a:pt x="39969" y="57406"/>
                </a:moveTo>
                <a:lnTo>
                  <a:pt x="39969" y="21119"/>
                </a:lnTo>
                <a:lnTo>
                  <a:pt x="18657" y="57406"/>
                </a:lnTo>
                <a:lnTo>
                  <a:pt x="39969" y="57406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Text 5">
            <a:extLst xmlns:a="http://schemas.openxmlformats.org/drawingml/2006/main">
              <a:ext uri="{FF2B5EF4-FFF2-40B4-BE49-F238E27FC236}">
                <a16:creationId xmlns:a16="http://schemas.microsoft.com/office/drawing/2014/main" id="{E7ACD76C-0DE9-4A6B-88D8-4F86E210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717" y="1284045"/>
            <a:ext cx="68600" cy="95007"/>
          </a:xfrm>
          <a:custGeom xmlns:a="http://schemas.openxmlformats.org/drawingml/2006/main">
            <a:pathLst>
              <a:path w="68600" h="95007">
                <a:moveTo>
                  <a:pt x="22245" y="14782"/>
                </a:moveTo>
                <a:lnTo>
                  <a:pt x="22245" y="32291"/>
                </a:lnTo>
                <a:cubicBezTo>
                  <a:pt x="27698" y="30569"/>
                  <a:pt x="32650" y="29708"/>
                  <a:pt x="37099" y="29708"/>
                </a:cubicBezTo>
                <a:cubicBezTo>
                  <a:pt x="46140" y="29708"/>
                  <a:pt x="53651" y="32790"/>
                  <a:pt x="59630" y="38955"/>
                </a:cubicBezTo>
                <a:cubicBezTo>
                  <a:pt x="65610" y="45119"/>
                  <a:pt x="68600" y="53075"/>
                  <a:pt x="68600" y="62824"/>
                </a:cubicBezTo>
                <a:cubicBezTo>
                  <a:pt x="68600" y="72858"/>
                  <a:pt x="65574" y="80730"/>
                  <a:pt x="59523" y="86441"/>
                </a:cubicBezTo>
                <a:cubicBezTo>
                  <a:pt x="53471" y="92151"/>
                  <a:pt x="44203" y="95007"/>
                  <a:pt x="31717" y="95007"/>
                </a:cubicBezTo>
                <a:cubicBezTo>
                  <a:pt x="20714" y="95007"/>
                  <a:pt x="12007" y="92912"/>
                  <a:pt x="5597" y="88724"/>
                </a:cubicBezTo>
                <a:cubicBezTo>
                  <a:pt x="1866" y="86315"/>
                  <a:pt x="0" y="83546"/>
                  <a:pt x="0" y="80415"/>
                </a:cubicBezTo>
                <a:cubicBezTo>
                  <a:pt x="0" y="78442"/>
                  <a:pt x="730" y="76721"/>
                  <a:pt x="2189" y="75253"/>
                </a:cubicBezTo>
                <a:cubicBezTo>
                  <a:pt x="3648" y="73784"/>
                  <a:pt x="5382" y="73049"/>
                  <a:pt x="7391" y="73049"/>
                </a:cubicBezTo>
                <a:cubicBezTo>
                  <a:pt x="9065" y="73049"/>
                  <a:pt x="10883" y="73859"/>
                  <a:pt x="12845" y="75478"/>
                </a:cubicBezTo>
                <a:cubicBezTo>
                  <a:pt x="14806" y="77097"/>
                  <a:pt x="16863" y="78220"/>
                  <a:pt x="19016" y="78848"/>
                </a:cubicBezTo>
                <a:cubicBezTo>
                  <a:pt x="22077" y="79766"/>
                  <a:pt x="26000" y="80225"/>
                  <a:pt x="30784" y="80225"/>
                </a:cubicBezTo>
                <a:cubicBezTo>
                  <a:pt x="39682" y="80225"/>
                  <a:pt x="45757" y="78811"/>
                  <a:pt x="49010" y="75982"/>
                </a:cubicBezTo>
                <a:cubicBezTo>
                  <a:pt x="52263" y="73152"/>
                  <a:pt x="53890" y="68812"/>
                  <a:pt x="53890" y="62963"/>
                </a:cubicBezTo>
                <a:cubicBezTo>
                  <a:pt x="53890" y="57210"/>
                  <a:pt x="52323" y="52693"/>
                  <a:pt x="49190" y="49412"/>
                </a:cubicBezTo>
                <a:cubicBezTo>
                  <a:pt x="46056" y="46130"/>
                  <a:pt x="42026" y="44490"/>
                  <a:pt x="37099" y="44490"/>
                </a:cubicBezTo>
                <a:cubicBezTo>
                  <a:pt x="31789" y="44490"/>
                  <a:pt x="25737" y="46192"/>
                  <a:pt x="18944" y="49598"/>
                </a:cubicBezTo>
                <a:cubicBezTo>
                  <a:pt x="17413" y="50402"/>
                  <a:pt x="16074" y="50804"/>
                  <a:pt x="14926" y="50804"/>
                </a:cubicBezTo>
                <a:cubicBezTo>
                  <a:pt x="12821" y="50804"/>
                  <a:pt x="11063" y="50038"/>
                  <a:pt x="9651" y="48506"/>
                </a:cubicBezTo>
                <a:cubicBezTo>
                  <a:pt x="8240" y="46972"/>
                  <a:pt x="7535" y="44984"/>
                  <a:pt x="7535" y="42541"/>
                </a:cubicBezTo>
                <a:lnTo>
                  <a:pt x="7535" y="0"/>
                </a:lnTo>
                <a:lnTo>
                  <a:pt x="52526" y="0"/>
                </a:lnTo>
                <a:cubicBezTo>
                  <a:pt x="56066" y="0"/>
                  <a:pt x="58590" y="685"/>
                  <a:pt x="60097" y="2056"/>
                </a:cubicBezTo>
                <a:cubicBezTo>
                  <a:pt x="61604" y="3426"/>
                  <a:pt x="62357" y="5216"/>
                  <a:pt x="62357" y="7427"/>
                </a:cubicBezTo>
                <a:cubicBezTo>
                  <a:pt x="62357" y="9590"/>
                  <a:pt x="61604" y="11357"/>
                  <a:pt x="60097" y="12728"/>
                </a:cubicBezTo>
                <a:cubicBezTo>
                  <a:pt x="58590" y="14097"/>
                  <a:pt x="56066" y="14782"/>
                  <a:pt x="52526" y="14782"/>
                </a:cubicBezTo>
                <a:lnTo>
                  <a:pt x="22245" y="14782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Text 6">
            <a:extLst xmlns:a="http://schemas.openxmlformats.org/drawingml/2006/main">
              <a:ext uri="{FF2B5EF4-FFF2-40B4-BE49-F238E27FC236}">
                <a16:creationId xmlns:a16="http://schemas.microsoft.com/office/drawing/2014/main" id="{97B88597-F5FE-4B17-8B7C-F28FC50A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744" y="1457956"/>
            <a:ext cx="64079" cy="97447"/>
          </a:xfrm>
          <a:custGeom xmlns:a="http://schemas.openxmlformats.org/drawingml/2006/main">
            <a:pathLst>
              <a:path w="64079" h="97447">
                <a:moveTo>
                  <a:pt x="14782" y="45064"/>
                </a:moveTo>
                <a:cubicBezTo>
                  <a:pt x="18322" y="42072"/>
                  <a:pt x="21695" y="39890"/>
                  <a:pt x="24900" y="38516"/>
                </a:cubicBezTo>
                <a:cubicBezTo>
                  <a:pt x="28105" y="37140"/>
                  <a:pt x="31525" y="36453"/>
                  <a:pt x="35161" y="36453"/>
                </a:cubicBezTo>
                <a:cubicBezTo>
                  <a:pt x="42863" y="36453"/>
                  <a:pt x="49608" y="39518"/>
                  <a:pt x="55397" y="45649"/>
                </a:cubicBezTo>
                <a:cubicBezTo>
                  <a:pt x="61185" y="51780"/>
                  <a:pt x="64079" y="59467"/>
                  <a:pt x="64079" y="68710"/>
                </a:cubicBezTo>
                <a:cubicBezTo>
                  <a:pt x="64079" y="77284"/>
                  <a:pt x="61388" y="84216"/>
                  <a:pt x="56007" y="89508"/>
                </a:cubicBezTo>
                <a:cubicBezTo>
                  <a:pt x="50625" y="94801"/>
                  <a:pt x="43318" y="97447"/>
                  <a:pt x="34085" y="97447"/>
                </a:cubicBezTo>
                <a:cubicBezTo>
                  <a:pt x="26383" y="97447"/>
                  <a:pt x="20044" y="95651"/>
                  <a:pt x="15069" y="92060"/>
                </a:cubicBezTo>
                <a:cubicBezTo>
                  <a:pt x="10094" y="88469"/>
                  <a:pt x="6339" y="82940"/>
                  <a:pt x="3803" y="75473"/>
                </a:cubicBezTo>
                <a:cubicBezTo>
                  <a:pt x="1268" y="68004"/>
                  <a:pt x="0" y="59675"/>
                  <a:pt x="0" y="50484"/>
                </a:cubicBezTo>
                <a:cubicBezTo>
                  <a:pt x="0" y="39472"/>
                  <a:pt x="2512" y="30316"/>
                  <a:pt x="7535" y="23016"/>
                </a:cubicBezTo>
                <a:cubicBezTo>
                  <a:pt x="12558" y="15715"/>
                  <a:pt x="18466" y="10054"/>
                  <a:pt x="25259" y="6032"/>
                </a:cubicBezTo>
                <a:cubicBezTo>
                  <a:pt x="32052" y="2011"/>
                  <a:pt x="39227" y="0"/>
                  <a:pt x="46786" y="0"/>
                </a:cubicBezTo>
                <a:cubicBezTo>
                  <a:pt x="52766" y="0"/>
                  <a:pt x="57406" y="1177"/>
                  <a:pt x="60707" y="3532"/>
                </a:cubicBezTo>
                <a:cubicBezTo>
                  <a:pt x="62860" y="5116"/>
                  <a:pt x="63936" y="7134"/>
                  <a:pt x="63936" y="9584"/>
                </a:cubicBezTo>
                <a:cubicBezTo>
                  <a:pt x="63936" y="11746"/>
                  <a:pt x="63218" y="13559"/>
                  <a:pt x="61783" y="15024"/>
                </a:cubicBezTo>
                <a:cubicBezTo>
                  <a:pt x="60348" y="16489"/>
                  <a:pt x="58626" y="17222"/>
                  <a:pt x="56617" y="17222"/>
                </a:cubicBezTo>
                <a:cubicBezTo>
                  <a:pt x="55468" y="17222"/>
                  <a:pt x="53818" y="16648"/>
                  <a:pt x="51665" y="15500"/>
                </a:cubicBezTo>
                <a:cubicBezTo>
                  <a:pt x="50374" y="14830"/>
                  <a:pt x="49130" y="14495"/>
                  <a:pt x="47934" y="14495"/>
                </a:cubicBezTo>
                <a:cubicBezTo>
                  <a:pt x="43246" y="14495"/>
                  <a:pt x="38390" y="15823"/>
                  <a:pt x="33367" y="18478"/>
                </a:cubicBezTo>
                <a:cubicBezTo>
                  <a:pt x="28344" y="21133"/>
                  <a:pt x="23991" y="25211"/>
                  <a:pt x="20307" y="30712"/>
                </a:cubicBezTo>
                <a:cubicBezTo>
                  <a:pt x="17772" y="34539"/>
                  <a:pt x="15930" y="39323"/>
                  <a:pt x="14782" y="45064"/>
                </a:cubicBezTo>
                <a:moveTo>
                  <a:pt x="16935" y="67773"/>
                </a:moveTo>
                <a:cubicBezTo>
                  <a:pt x="18466" y="73500"/>
                  <a:pt x="20535" y="77414"/>
                  <a:pt x="23142" y="79514"/>
                </a:cubicBezTo>
                <a:cubicBezTo>
                  <a:pt x="25749" y="81614"/>
                  <a:pt x="29468" y="82665"/>
                  <a:pt x="34300" y="82665"/>
                </a:cubicBezTo>
                <a:cubicBezTo>
                  <a:pt x="39132" y="82665"/>
                  <a:pt x="42851" y="81400"/>
                  <a:pt x="45458" y="78870"/>
                </a:cubicBezTo>
                <a:cubicBezTo>
                  <a:pt x="48066" y="76341"/>
                  <a:pt x="49369" y="72904"/>
                  <a:pt x="49369" y="68560"/>
                </a:cubicBezTo>
                <a:cubicBezTo>
                  <a:pt x="49369" y="63597"/>
                  <a:pt x="47874" y="59468"/>
                  <a:pt x="44884" y="56175"/>
                </a:cubicBezTo>
                <a:cubicBezTo>
                  <a:pt x="41894" y="52881"/>
                  <a:pt x="38534" y="51235"/>
                  <a:pt x="34802" y="51235"/>
                </a:cubicBezTo>
                <a:cubicBezTo>
                  <a:pt x="31836" y="51235"/>
                  <a:pt x="28667" y="52691"/>
                  <a:pt x="25294" y="55603"/>
                </a:cubicBezTo>
                <a:cubicBezTo>
                  <a:pt x="21922" y="58514"/>
                  <a:pt x="19135" y="62570"/>
                  <a:pt x="16935" y="67773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Text 7">
            <a:extLst xmlns:a="http://schemas.openxmlformats.org/drawingml/2006/main">
              <a:ext uri="{FF2B5EF4-FFF2-40B4-BE49-F238E27FC236}">
                <a16:creationId xmlns:a16="http://schemas.microsoft.com/office/drawing/2014/main" id="{9EC0575B-DD89-4C98-A3E1-840E8119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152" y="1636747"/>
            <a:ext cx="63864" cy="92854"/>
          </a:xfrm>
          <a:custGeom xmlns:a="http://schemas.openxmlformats.org/drawingml/2006/main">
            <a:pathLst>
              <a:path w="63864" h="92854">
                <a:moveTo>
                  <a:pt x="48365" y="14782"/>
                </a:moveTo>
                <a:lnTo>
                  <a:pt x="14710" y="14782"/>
                </a:lnTo>
                <a:cubicBezTo>
                  <a:pt x="14519" y="18466"/>
                  <a:pt x="13777" y="21061"/>
                  <a:pt x="12486" y="22568"/>
                </a:cubicBezTo>
                <a:cubicBezTo>
                  <a:pt x="11194" y="24075"/>
                  <a:pt x="9496" y="24828"/>
                  <a:pt x="7391" y="24828"/>
                </a:cubicBezTo>
                <a:cubicBezTo>
                  <a:pt x="5190" y="24828"/>
                  <a:pt x="3408" y="24075"/>
                  <a:pt x="2045" y="22568"/>
                </a:cubicBezTo>
                <a:cubicBezTo>
                  <a:pt x="682" y="21061"/>
                  <a:pt x="0" y="18466"/>
                  <a:pt x="0" y="14782"/>
                </a:cubicBezTo>
                <a:lnTo>
                  <a:pt x="0" y="0"/>
                </a:lnTo>
                <a:lnTo>
                  <a:pt x="63864" y="0"/>
                </a:lnTo>
                <a:lnTo>
                  <a:pt x="63864" y="14782"/>
                </a:lnTo>
                <a:lnTo>
                  <a:pt x="40041" y="85497"/>
                </a:lnTo>
                <a:cubicBezTo>
                  <a:pt x="39036" y="88449"/>
                  <a:pt x="37924" y="90414"/>
                  <a:pt x="36704" y="91390"/>
                </a:cubicBezTo>
                <a:cubicBezTo>
                  <a:pt x="35484" y="92366"/>
                  <a:pt x="34013" y="92854"/>
                  <a:pt x="32291" y="92854"/>
                </a:cubicBezTo>
                <a:cubicBezTo>
                  <a:pt x="30234" y="92854"/>
                  <a:pt x="28476" y="92151"/>
                  <a:pt x="27017" y="90746"/>
                </a:cubicBezTo>
                <a:cubicBezTo>
                  <a:pt x="25558" y="89340"/>
                  <a:pt x="24828" y="87722"/>
                  <a:pt x="24828" y="85894"/>
                </a:cubicBezTo>
                <a:cubicBezTo>
                  <a:pt x="24828" y="84819"/>
                  <a:pt x="25211" y="83108"/>
                  <a:pt x="25976" y="80761"/>
                </a:cubicBezTo>
                <a:lnTo>
                  <a:pt x="48365" y="14782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Text 8">
            <a:extLst xmlns:a="http://schemas.openxmlformats.org/drawingml/2006/main">
              <a:ext uri="{FF2B5EF4-FFF2-40B4-BE49-F238E27FC236}">
                <a16:creationId xmlns:a16="http://schemas.microsoft.com/office/drawing/2014/main" id="{98362DE2-FF8F-49A0-8B4B-253F2115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9372" y="1810658"/>
            <a:ext cx="64151" cy="97447"/>
          </a:xfrm>
          <a:custGeom xmlns:a="http://schemas.openxmlformats.org/drawingml/2006/main">
            <a:pathLst>
              <a:path w="64151" h="97447">
                <a:moveTo>
                  <a:pt x="52813" y="48187"/>
                </a:moveTo>
                <a:cubicBezTo>
                  <a:pt x="56593" y="51111"/>
                  <a:pt x="59427" y="54432"/>
                  <a:pt x="61317" y="58148"/>
                </a:cubicBezTo>
                <a:cubicBezTo>
                  <a:pt x="63206" y="61863"/>
                  <a:pt x="64151" y="65950"/>
                  <a:pt x="64151" y="70407"/>
                </a:cubicBezTo>
                <a:cubicBezTo>
                  <a:pt x="64151" y="75345"/>
                  <a:pt x="62943" y="79888"/>
                  <a:pt x="60527" y="84035"/>
                </a:cubicBezTo>
                <a:cubicBezTo>
                  <a:pt x="58112" y="88182"/>
                  <a:pt x="54320" y="91454"/>
                  <a:pt x="49154" y="93852"/>
                </a:cubicBezTo>
                <a:cubicBezTo>
                  <a:pt x="43987" y="96248"/>
                  <a:pt x="38247" y="97447"/>
                  <a:pt x="31932" y="97447"/>
                </a:cubicBezTo>
                <a:cubicBezTo>
                  <a:pt x="25617" y="97447"/>
                  <a:pt x="19925" y="96248"/>
                  <a:pt x="14854" y="93852"/>
                </a:cubicBezTo>
                <a:cubicBezTo>
                  <a:pt x="9783" y="91454"/>
                  <a:pt x="6040" y="88170"/>
                  <a:pt x="3624" y="83999"/>
                </a:cubicBezTo>
                <a:cubicBezTo>
                  <a:pt x="1208" y="79828"/>
                  <a:pt x="0" y="75297"/>
                  <a:pt x="0" y="70407"/>
                </a:cubicBezTo>
                <a:cubicBezTo>
                  <a:pt x="0" y="65950"/>
                  <a:pt x="945" y="61863"/>
                  <a:pt x="2834" y="58148"/>
                </a:cubicBezTo>
                <a:cubicBezTo>
                  <a:pt x="4724" y="54432"/>
                  <a:pt x="7558" y="51111"/>
                  <a:pt x="11338" y="48187"/>
                </a:cubicBezTo>
                <a:cubicBezTo>
                  <a:pt x="8037" y="45127"/>
                  <a:pt x="5549" y="41876"/>
                  <a:pt x="3875" y="38435"/>
                </a:cubicBezTo>
                <a:cubicBezTo>
                  <a:pt x="2201" y="34994"/>
                  <a:pt x="1363" y="31360"/>
                  <a:pt x="1363" y="27535"/>
                </a:cubicBezTo>
                <a:cubicBezTo>
                  <a:pt x="1363" y="20030"/>
                  <a:pt x="4234" y="13565"/>
                  <a:pt x="9974" y="8140"/>
                </a:cubicBezTo>
                <a:cubicBezTo>
                  <a:pt x="15715" y="2713"/>
                  <a:pt x="23082" y="0"/>
                  <a:pt x="32076" y="0"/>
                </a:cubicBezTo>
                <a:cubicBezTo>
                  <a:pt x="41069" y="0"/>
                  <a:pt x="48436" y="2713"/>
                  <a:pt x="54177" y="8140"/>
                </a:cubicBezTo>
                <a:cubicBezTo>
                  <a:pt x="59917" y="13565"/>
                  <a:pt x="62788" y="20030"/>
                  <a:pt x="62788" y="27535"/>
                </a:cubicBezTo>
                <a:cubicBezTo>
                  <a:pt x="62788" y="31408"/>
                  <a:pt x="61963" y="35065"/>
                  <a:pt x="60312" y="38507"/>
                </a:cubicBezTo>
                <a:cubicBezTo>
                  <a:pt x="58662" y="41948"/>
                  <a:pt x="56162" y="45175"/>
                  <a:pt x="52813" y="48187"/>
                </a:cubicBezTo>
                <a:moveTo>
                  <a:pt x="47719" y="27878"/>
                </a:moveTo>
                <a:cubicBezTo>
                  <a:pt x="47719" y="24253"/>
                  <a:pt x="46296" y="21164"/>
                  <a:pt x="43449" y="18612"/>
                </a:cubicBezTo>
                <a:cubicBezTo>
                  <a:pt x="40603" y="16059"/>
                  <a:pt x="36764" y="14782"/>
                  <a:pt x="31932" y="14782"/>
                </a:cubicBezTo>
                <a:cubicBezTo>
                  <a:pt x="27053" y="14782"/>
                  <a:pt x="23190" y="16059"/>
                  <a:pt x="20343" y="18612"/>
                </a:cubicBezTo>
                <a:cubicBezTo>
                  <a:pt x="17497" y="21164"/>
                  <a:pt x="16074" y="24253"/>
                  <a:pt x="16074" y="27878"/>
                </a:cubicBezTo>
                <a:cubicBezTo>
                  <a:pt x="16074" y="31551"/>
                  <a:pt x="17497" y="34664"/>
                  <a:pt x="20343" y="37217"/>
                </a:cubicBezTo>
                <a:cubicBezTo>
                  <a:pt x="23190" y="39769"/>
                  <a:pt x="27053" y="41045"/>
                  <a:pt x="31932" y="41045"/>
                </a:cubicBezTo>
                <a:cubicBezTo>
                  <a:pt x="36764" y="41045"/>
                  <a:pt x="40603" y="39769"/>
                  <a:pt x="43449" y="37217"/>
                </a:cubicBezTo>
                <a:cubicBezTo>
                  <a:pt x="46296" y="34664"/>
                  <a:pt x="47719" y="31551"/>
                  <a:pt x="47719" y="27878"/>
                </a:cubicBezTo>
                <a:moveTo>
                  <a:pt x="49441" y="71080"/>
                </a:moveTo>
                <a:cubicBezTo>
                  <a:pt x="49441" y="67195"/>
                  <a:pt x="47778" y="63682"/>
                  <a:pt x="44454" y="60541"/>
                </a:cubicBezTo>
                <a:cubicBezTo>
                  <a:pt x="41129" y="57398"/>
                  <a:pt x="37003" y="55827"/>
                  <a:pt x="32076" y="55827"/>
                </a:cubicBezTo>
                <a:cubicBezTo>
                  <a:pt x="27148" y="55827"/>
                  <a:pt x="23022" y="57398"/>
                  <a:pt x="19697" y="60541"/>
                </a:cubicBezTo>
                <a:cubicBezTo>
                  <a:pt x="16373" y="63682"/>
                  <a:pt x="14710" y="67243"/>
                  <a:pt x="14710" y="71224"/>
                </a:cubicBezTo>
                <a:cubicBezTo>
                  <a:pt x="14710" y="74294"/>
                  <a:pt x="16145" y="76969"/>
                  <a:pt x="19016" y="79247"/>
                </a:cubicBezTo>
                <a:cubicBezTo>
                  <a:pt x="21886" y="81525"/>
                  <a:pt x="26239" y="82665"/>
                  <a:pt x="32076" y="82665"/>
                </a:cubicBezTo>
                <a:cubicBezTo>
                  <a:pt x="37960" y="82665"/>
                  <a:pt x="42325" y="81525"/>
                  <a:pt x="45171" y="79247"/>
                </a:cubicBezTo>
                <a:cubicBezTo>
                  <a:pt x="48018" y="76969"/>
                  <a:pt x="49441" y="74247"/>
                  <a:pt x="49441" y="71080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Text 9">
            <a:extLst xmlns:a="http://schemas.openxmlformats.org/drawingml/2006/main">
              <a:ext uri="{FF2B5EF4-FFF2-40B4-BE49-F238E27FC236}">
                <a16:creationId xmlns:a16="http://schemas.microsoft.com/office/drawing/2014/main" id="{9B5D9868-C20E-4DC5-AAA9-01A74D47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673" y="1987009"/>
            <a:ext cx="64223" cy="97447"/>
          </a:xfrm>
          <a:custGeom xmlns:a="http://schemas.openxmlformats.org/drawingml/2006/main">
            <a:pathLst>
              <a:path w="64223" h="97447">
                <a:moveTo>
                  <a:pt x="49369" y="56545"/>
                </a:moveTo>
                <a:cubicBezTo>
                  <a:pt x="45686" y="59728"/>
                  <a:pt x="42313" y="61983"/>
                  <a:pt x="39251" y="63310"/>
                </a:cubicBezTo>
                <a:cubicBezTo>
                  <a:pt x="36190" y="64636"/>
                  <a:pt x="32961" y="65299"/>
                  <a:pt x="29564" y="65299"/>
                </a:cubicBezTo>
                <a:cubicBezTo>
                  <a:pt x="21671" y="65299"/>
                  <a:pt x="14770" y="62142"/>
                  <a:pt x="8862" y="55827"/>
                </a:cubicBezTo>
                <a:cubicBezTo>
                  <a:pt x="2954" y="49513"/>
                  <a:pt x="0" y="41667"/>
                  <a:pt x="0" y="32291"/>
                </a:cubicBezTo>
                <a:cubicBezTo>
                  <a:pt x="0" y="24972"/>
                  <a:pt x="2033" y="18322"/>
                  <a:pt x="6099" y="12342"/>
                </a:cubicBezTo>
                <a:cubicBezTo>
                  <a:pt x="11649" y="4114"/>
                  <a:pt x="19470" y="0"/>
                  <a:pt x="29564" y="0"/>
                </a:cubicBezTo>
                <a:cubicBezTo>
                  <a:pt x="36788" y="0"/>
                  <a:pt x="43102" y="2166"/>
                  <a:pt x="48508" y="6499"/>
                </a:cubicBezTo>
                <a:cubicBezTo>
                  <a:pt x="53914" y="10831"/>
                  <a:pt x="57884" y="17078"/>
                  <a:pt x="60420" y="25241"/>
                </a:cubicBezTo>
                <a:cubicBezTo>
                  <a:pt x="62955" y="33403"/>
                  <a:pt x="64223" y="41913"/>
                  <a:pt x="64223" y="50771"/>
                </a:cubicBezTo>
                <a:cubicBezTo>
                  <a:pt x="64223" y="65802"/>
                  <a:pt x="58411" y="77867"/>
                  <a:pt x="46786" y="86963"/>
                </a:cubicBezTo>
                <a:cubicBezTo>
                  <a:pt x="37792" y="93952"/>
                  <a:pt x="27938" y="97447"/>
                  <a:pt x="17222" y="97447"/>
                </a:cubicBezTo>
                <a:cubicBezTo>
                  <a:pt x="11290" y="97447"/>
                  <a:pt x="6697" y="96241"/>
                  <a:pt x="3444" y="93830"/>
                </a:cubicBezTo>
                <a:cubicBezTo>
                  <a:pt x="1244" y="92237"/>
                  <a:pt x="144" y="90139"/>
                  <a:pt x="144" y="87533"/>
                </a:cubicBezTo>
                <a:cubicBezTo>
                  <a:pt x="144" y="85412"/>
                  <a:pt x="849" y="83639"/>
                  <a:pt x="2260" y="82216"/>
                </a:cubicBezTo>
                <a:cubicBezTo>
                  <a:pt x="3672" y="80793"/>
                  <a:pt x="5406" y="80081"/>
                  <a:pt x="7463" y="80081"/>
                </a:cubicBezTo>
                <a:cubicBezTo>
                  <a:pt x="8611" y="80081"/>
                  <a:pt x="9903" y="80451"/>
                  <a:pt x="11338" y="81189"/>
                </a:cubicBezTo>
                <a:cubicBezTo>
                  <a:pt x="13203" y="82173"/>
                  <a:pt x="15165" y="82665"/>
                  <a:pt x="17222" y="82665"/>
                </a:cubicBezTo>
                <a:cubicBezTo>
                  <a:pt x="24637" y="82665"/>
                  <a:pt x="31478" y="80134"/>
                  <a:pt x="37744" y="75074"/>
                </a:cubicBezTo>
                <a:cubicBezTo>
                  <a:pt x="44011" y="70012"/>
                  <a:pt x="47886" y="63836"/>
                  <a:pt x="49369" y="56545"/>
                </a:cubicBezTo>
                <a:moveTo>
                  <a:pt x="47288" y="33437"/>
                </a:moveTo>
                <a:cubicBezTo>
                  <a:pt x="45709" y="26671"/>
                  <a:pt x="43377" y="21870"/>
                  <a:pt x="40292" y="19036"/>
                </a:cubicBezTo>
                <a:cubicBezTo>
                  <a:pt x="37206" y="16200"/>
                  <a:pt x="33678" y="14782"/>
                  <a:pt x="29708" y="14782"/>
                </a:cubicBezTo>
                <a:cubicBezTo>
                  <a:pt x="25546" y="14782"/>
                  <a:pt x="22006" y="16367"/>
                  <a:pt x="19087" y="19536"/>
                </a:cubicBezTo>
                <a:cubicBezTo>
                  <a:pt x="16169" y="22704"/>
                  <a:pt x="14710" y="26908"/>
                  <a:pt x="14710" y="32150"/>
                </a:cubicBezTo>
                <a:cubicBezTo>
                  <a:pt x="14710" y="37629"/>
                  <a:pt x="16181" y="42060"/>
                  <a:pt x="19123" y="45443"/>
                </a:cubicBezTo>
                <a:cubicBezTo>
                  <a:pt x="22065" y="48826"/>
                  <a:pt x="25426" y="50517"/>
                  <a:pt x="29205" y="50517"/>
                </a:cubicBezTo>
                <a:cubicBezTo>
                  <a:pt x="35855" y="50517"/>
                  <a:pt x="41882" y="44824"/>
                  <a:pt x="47288" y="33437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Text 10">
            <a:extLst xmlns:a="http://schemas.openxmlformats.org/drawingml/2006/main">
              <a:ext uri="{FF2B5EF4-FFF2-40B4-BE49-F238E27FC236}">
                <a16:creationId xmlns:a16="http://schemas.microsoft.com/office/drawing/2014/main" id="{F52C577F-B92A-4978-8A8E-6923D777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209" y="2163360"/>
            <a:ext cx="152255" cy="97447"/>
          </a:xfrm>
          <a:custGeom xmlns:a="http://schemas.openxmlformats.org/drawingml/2006/main">
            <a:pathLst>
              <a:path w="152255" h="97447">
                <a:moveTo>
                  <a:pt x="39467" y="0"/>
                </a:moveTo>
                <a:lnTo>
                  <a:pt x="39467" y="80512"/>
                </a:lnTo>
                <a:lnTo>
                  <a:pt x="54320" y="80512"/>
                </a:lnTo>
                <a:cubicBezTo>
                  <a:pt x="57860" y="80512"/>
                  <a:pt x="60384" y="81194"/>
                  <a:pt x="61891" y="82557"/>
                </a:cubicBezTo>
                <a:cubicBezTo>
                  <a:pt x="63398" y="83920"/>
                  <a:pt x="64151" y="85702"/>
                  <a:pt x="64151" y="87903"/>
                </a:cubicBezTo>
                <a:cubicBezTo>
                  <a:pt x="64151" y="90103"/>
                  <a:pt x="63398" y="91885"/>
                  <a:pt x="61891" y="93249"/>
                </a:cubicBezTo>
                <a:cubicBezTo>
                  <a:pt x="60384" y="94612"/>
                  <a:pt x="57860" y="95294"/>
                  <a:pt x="54320" y="95294"/>
                </a:cubicBezTo>
                <a:lnTo>
                  <a:pt x="9903" y="95294"/>
                </a:lnTo>
                <a:cubicBezTo>
                  <a:pt x="6362" y="95294"/>
                  <a:pt x="3839" y="94600"/>
                  <a:pt x="2332" y="93213"/>
                </a:cubicBezTo>
                <a:cubicBezTo>
                  <a:pt x="825" y="91826"/>
                  <a:pt x="72" y="90032"/>
                  <a:pt x="72" y="87831"/>
                </a:cubicBezTo>
                <a:cubicBezTo>
                  <a:pt x="72" y="85631"/>
                  <a:pt x="825" y="83861"/>
                  <a:pt x="2332" y="82521"/>
                </a:cubicBezTo>
                <a:cubicBezTo>
                  <a:pt x="3839" y="81182"/>
                  <a:pt x="6362" y="80512"/>
                  <a:pt x="9903" y="80512"/>
                </a:cubicBezTo>
                <a:lnTo>
                  <a:pt x="24756" y="80512"/>
                </a:lnTo>
                <a:lnTo>
                  <a:pt x="24756" y="19218"/>
                </a:lnTo>
                <a:lnTo>
                  <a:pt x="11625" y="22673"/>
                </a:lnTo>
                <a:cubicBezTo>
                  <a:pt x="9520" y="23249"/>
                  <a:pt x="7941" y="23536"/>
                  <a:pt x="6889" y="23536"/>
                </a:cubicBezTo>
                <a:cubicBezTo>
                  <a:pt x="5023" y="23536"/>
                  <a:pt x="3408" y="22793"/>
                  <a:pt x="2045" y="21305"/>
                </a:cubicBezTo>
                <a:cubicBezTo>
                  <a:pt x="682" y="19818"/>
                  <a:pt x="0" y="17995"/>
                  <a:pt x="0" y="15836"/>
                </a:cubicBezTo>
                <a:cubicBezTo>
                  <a:pt x="0" y="13869"/>
                  <a:pt x="502" y="12321"/>
                  <a:pt x="1507" y="11194"/>
                </a:cubicBezTo>
                <a:cubicBezTo>
                  <a:pt x="2512" y="10065"/>
                  <a:pt x="4616" y="9069"/>
                  <a:pt x="7822" y="8205"/>
                </a:cubicBezTo>
                <a:lnTo>
                  <a:pt x="39467" y="0"/>
                </a:lnTo>
                <a:close/>
                <a:moveTo>
                  <a:pt x="152255" y="40644"/>
                </a:moveTo>
                <a:lnTo>
                  <a:pt x="152255" y="56803"/>
                </a:lnTo>
                <a:cubicBezTo>
                  <a:pt x="152255" y="66376"/>
                  <a:pt x="149492" y="75544"/>
                  <a:pt x="143967" y="84306"/>
                </a:cubicBezTo>
                <a:cubicBezTo>
                  <a:pt x="138442" y="93066"/>
                  <a:pt x="130536" y="97447"/>
                  <a:pt x="120251" y="97447"/>
                </a:cubicBezTo>
                <a:cubicBezTo>
                  <a:pt x="114319" y="97447"/>
                  <a:pt x="109308" y="96142"/>
                  <a:pt x="105218" y="93534"/>
                </a:cubicBezTo>
                <a:cubicBezTo>
                  <a:pt x="101128" y="90923"/>
                  <a:pt x="97253" y="86112"/>
                  <a:pt x="93593" y="79099"/>
                </a:cubicBezTo>
                <a:cubicBezTo>
                  <a:pt x="89934" y="72086"/>
                  <a:pt x="88104" y="64654"/>
                  <a:pt x="88104" y="56803"/>
                </a:cubicBezTo>
                <a:lnTo>
                  <a:pt x="88104" y="40644"/>
                </a:lnTo>
                <a:cubicBezTo>
                  <a:pt x="88104" y="31118"/>
                  <a:pt x="90855" y="21963"/>
                  <a:pt x="96356" y="13179"/>
                </a:cubicBezTo>
                <a:cubicBezTo>
                  <a:pt x="101857" y="4393"/>
                  <a:pt x="109751" y="0"/>
                  <a:pt x="120036" y="0"/>
                </a:cubicBezTo>
                <a:cubicBezTo>
                  <a:pt x="125920" y="0"/>
                  <a:pt x="130907" y="1293"/>
                  <a:pt x="134997" y="3879"/>
                </a:cubicBezTo>
                <a:cubicBezTo>
                  <a:pt x="139087" y="6464"/>
                  <a:pt x="142986" y="11263"/>
                  <a:pt x="146694" y="18276"/>
                </a:cubicBezTo>
                <a:cubicBezTo>
                  <a:pt x="150401" y="25289"/>
                  <a:pt x="152255" y="32745"/>
                  <a:pt x="152255" y="40644"/>
                </a:cubicBezTo>
                <a:moveTo>
                  <a:pt x="137473" y="40660"/>
                </a:moveTo>
                <a:cubicBezTo>
                  <a:pt x="137473" y="32678"/>
                  <a:pt x="135248" y="25701"/>
                  <a:pt x="130800" y="19729"/>
                </a:cubicBezTo>
                <a:cubicBezTo>
                  <a:pt x="128264" y="16431"/>
                  <a:pt x="124700" y="14782"/>
                  <a:pt x="120108" y="14782"/>
                </a:cubicBezTo>
                <a:cubicBezTo>
                  <a:pt x="115659" y="14782"/>
                  <a:pt x="112023" y="16598"/>
                  <a:pt x="109201" y="20229"/>
                </a:cubicBezTo>
                <a:cubicBezTo>
                  <a:pt x="104943" y="25726"/>
                  <a:pt x="102814" y="32536"/>
                  <a:pt x="102814" y="40660"/>
                </a:cubicBezTo>
                <a:lnTo>
                  <a:pt x="102814" y="56787"/>
                </a:lnTo>
                <a:cubicBezTo>
                  <a:pt x="102814" y="64816"/>
                  <a:pt x="105063" y="71793"/>
                  <a:pt x="109559" y="77718"/>
                </a:cubicBezTo>
                <a:cubicBezTo>
                  <a:pt x="112047" y="81016"/>
                  <a:pt x="115611" y="82665"/>
                  <a:pt x="120251" y="82665"/>
                </a:cubicBezTo>
                <a:cubicBezTo>
                  <a:pt x="124652" y="82665"/>
                  <a:pt x="128264" y="80849"/>
                  <a:pt x="131087" y="77218"/>
                </a:cubicBezTo>
                <a:cubicBezTo>
                  <a:pt x="135344" y="71721"/>
                  <a:pt x="137473" y="64911"/>
                  <a:pt x="137473" y="56787"/>
                </a:cubicBezTo>
                <a:lnTo>
                  <a:pt x="137473" y="4066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Text 11">
            <a:extLst xmlns:a="http://schemas.openxmlformats.org/drawingml/2006/main">
              <a:ext uri="{FF2B5EF4-FFF2-40B4-BE49-F238E27FC236}">
                <a16:creationId xmlns:a16="http://schemas.microsoft.com/office/drawing/2014/main" id="{2D853101-7C7D-400B-93A8-CAD4D9E3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209" y="2339712"/>
            <a:ext cx="152327" cy="95294"/>
          </a:xfrm>
          <a:custGeom xmlns:a="http://schemas.openxmlformats.org/drawingml/2006/main">
            <a:pathLst>
              <a:path w="152327" h="95294">
                <a:moveTo>
                  <a:pt x="39467" y="0"/>
                </a:moveTo>
                <a:lnTo>
                  <a:pt x="39467" y="80512"/>
                </a:lnTo>
                <a:lnTo>
                  <a:pt x="54320" y="80512"/>
                </a:lnTo>
                <a:cubicBezTo>
                  <a:pt x="57860" y="80512"/>
                  <a:pt x="60384" y="81194"/>
                  <a:pt x="61891" y="82557"/>
                </a:cubicBezTo>
                <a:cubicBezTo>
                  <a:pt x="63398" y="83920"/>
                  <a:pt x="64151" y="85702"/>
                  <a:pt x="64151" y="87903"/>
                </a:cubicBezTo>
                <a:cubicBezTo>
                  <a:pt x="64151" y="90103"/>
                  <a:pt x="63398" y="91885"/>
                  <a:pt x="61891" y="93249"/>
                </a:cubicBezTo>
                <a:cubicBezTo>
                  <a:pt x="60384" y="94612"/>
                  <a:pt x="57860" y="95294"/>
                  <a:pt x="54320" y="95294"/>
                </a:cubicBezTo>
                <a:lnTo>
                  <a:pt x="9903" y="95294"/>
                </a:lnTo>
                <a:cubicBezTo>
                  <a:pt x="6362" y="95294"/>
                  <a:pt x="3839" y="94600"/>
                  <a:pt x="2332" y="93213"/>
                </a:cubicBezTo>
                <a:cubicBezTo>
                  <a:pt x="825" y="91826"/>
                  <a:pt x="72" y="90032"/>
                  <a:pt x="72" y="87831"/>
                </a:cubicBezTo>
                <a:cubicBezTo>
                  <a:pt x="72" y="85631"/>
                  <a:pt x="825" y="83861"/>
                  <a:pt x="2332" y="82521"/>
                </a:cubicBezTo>
                <a:cubicBezTo>
                  <a:pt x="3839" y="81182"/>
                  <a:pt x="6362" y="80512"/>
                  <a:pt x="9903" y="80512"/>
                </a:cubicBezTo>
                <a:lnTo>
                  <a:pt x="24756" y="80512"/>
                </a:lnTo>
                <a:lnTo>
                  <a:pt x="24756" y="19218"/>
                </a:lnTo>
                <a:lnTo>
                  <a:pt x="11625" y="22673"/>
                </a:lnTo>
                <a:cubicBezTo>
                  <a:pt x="9520" y="23249"/>
                  <a:pt x="7941" y="23536"/>
                  <a:pt x="6889" y="23536"/>
                </a:cubicBezTo>
                <a:cubicBezTo>
                  <a:pt x="5023" y="23536"/>
                  <a:pt x="3408" y="22793"/>
                  <a:pt x="2045" y="21305"/>
                </a:cubicBezTo>
                <a:cubicBezTo>
                  <a:pt x="682" y="19818"/>
                  <a:pt x="0" y="17995"/>
                  <a:pt x="0" y="15836"/>
                </a:cubicBezTo>
                <a:cubicBezTo>
                  <a:pt x="0" y="13869"/>
                  <a:pt x="502" y="12321"/>
                  <a:pt x="1507" y="11194"/>
                </a:cubicBezTo>
                <a:cubicBezTo>
                  <a:pt x="2512" y="10065"/>
                  <a:pt x="4616" y="9069"/>
                  <a:pt x="7822" y="8205"/>
                </a:cubicBezTo>
                <a:lnTo>
                  <a:pt x="39467" y="0"/>
                </a:lnTo>
                <a:close/>
                <a:moveTo>
                  <a:pt x="127642" y="0"/>
                </a:moveTo>
                <a:lnTo>
                  <a:pt x="127642" y="80512"/>
                </a:lnTo>
                <a:lnTo>
                  <a:pt x="142496" y="80512"/>
                </a:lnTo>
                <a:cubicBezTo>
                  <a:pt x="146036" y="80512"/>
                  <a:pt x="148559" y="81194"/>
                  <a:pt x="150066" y="82557"/>
                </a:cubicBezTo>
                <a:cubicBezTo>
                  <a:pt x="151573" y="83920"/>
                  <a:pt x="152327" y="85702"/>
                  <a:pt x="152327" y="87903"/>
                </a:cubicBezTo>
                <a:cubicBezTo>
                  <a:pt x="152327" y="90103"/>
                  <a:pt x="151573" y="91885"/>
                  <a:pt x="150066" y="93249"/>
                </a:cubicBezTo>
                <a:cubicBezTo>
                  <a:pt x="148559" y="94612"/>
                  <a:pt x="146036" y="95294"/>
                  <a:pt x="142496" y="95294"/>
                </a:cubicBezTo>
                <a:lnTo>
                  <a:pt x="98078" y="95294"/>
                </a:lnTo>
                <a:cubicBezTo>
                  <a:pt x="94538" y="95294"/>
                  <a:pt x="92015" y="94600"/>
                  <a:pt x="90508" y="93213"/>
                </a:cubicBezTo>
                <a:cubicBezTo>
                  <a:pt x="89001" y="91826"/>
                  <a:pt x="88247" y="90032"/>
                  <a:pt x="88247" y="87831"/>
                </a:cubicBezTo>
                <a:cubicBezTo>
                  <a:pt x="88247" y="85631"/>
                  <a:pt x="89001" y="83861"/>
                  <a:pt x="90508" y="82521"/>
                </a:cubicBezTo>
                <a:cubicBezTo>
                  <a:pt x="92015" y="81182"/>
                  <a:pt x="94538" y="80512"/>
                  <a:pt x="98078" y="80512"/>
                </a:cubicBezTo>
                <a:lnTo>
                  <a:pt x="112932" y="80512"/>
                </a:lnTo>
                <a:lnTo>
                  <a:pt x="112932" y="19218"/>
                </a:lnTo>
                <a:lnTo>
                  <a:pt x="99800" y="22673"/>
                </a:lnTo>
                <a:cubicBezTo>
                  <a:pt x="97695" y="23249"/>
                  <a:pt x="96117" y="23536"/>
                  <a:pt x="95064" y="23536"/>
                </a:cubicBezTo>
                <a:cubicBezTo>
                  <a:pt x="93199" y="23536"/>
                  <a:pt x="91584" y="22793"/>
                  <a:pt x="90221" y="21305"/>
                </a:cubicBezTo>
                <a:cubicBezTo>
                  <a:pt x="88857" y="19818"/>
                  <a:pt x="88176" y="17995"/>
                  <a:pt x="88176" y="15836"/>
                </a:cubicBezTo>
                <a:cubicBezTo>
                  <a:pt x="88176" y="13869"/>
                  <a:pt x="88678" y="12321"/>
                  <a:pt x="89682" y="11194"/>
                </a:cubicBezTo>
                <a:cubicBezTo>
                  <a:pt x="90687" y="10065"/>
                  <a:pt x="92792" y="9069"/>
                  <a:pt x="95997" y="8205"/>
                </a:cubicBezTo>
                <a:lnTo>
                  <a:pt x="127642" y="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D9BE0-C708-438D-988A-8DEC5334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981" y="2148020"/>
            <a:ext cx="961065" cy="173574"/>
          </a:xfrm>
          <a:custGeom xmlns:a="http://schemas.openxmlformats.org/drawingml/2006/main">
            <a:pathLst>
              <a:path w="961065" h="173574">
                <a:moveTo>
                  <a:pt x="0" y="0"/>
                </a:moveTo>
                <a:lnTo>
                  <a:pt x="961065" y="0"/>
                </a:lnTo>
                <a:lnTo>
                  <a:pt x="961065" y="173574"/>
                </a:lnTo>
                <a:lnTo>
                  <a:pt x="0" y="1735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60B9D4-79F9-41A8-B498-6CC1F887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981" y="2148020"/>
            <a:ext cx="961065" cy="173574"/>
          </a:xfrm>
          <a:custGeom xmlns:a="http://schemas.openxmlformats.org/drawingml/2006/main">
            <a:pathLst>
              <a:path w="961065" h="173574" fill="none">
                <a:moveTo>
                  <a:pt x="0" y="0"/>
                </a:moveTo>
                <a:lnTo>
                  <a:pt x="961065" y="0"/>
                </a:lnTo>
                <a:lnTo>
                  <a:pt x="961065" y="173574"/>
                </a:lnTo>
                <a:lnTo>
                  <a:pt x="0" y="1735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45818E"/>
            </a:solidFill>
            <a:round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A4D2F7-81D1-48A5-8860-D30DFFEF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0527" y="2327416"/>
            <a:ext cx="575464" cy="612849"/>
          </a:xfrm>
          <a:custGeom xmlns:a="http://schemas.openxmlformats.org/drawingml/2006/main">
            <a:pathLst>
              <a:path w="575464" h="612849">
                <a:moveTo>
                  <a:pt x="0" y="0"/>
                </a:moveTo>
                <a:lnTo>
                  <a:pt x="575464" y="612849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5B3CA4-726B-4D55-8424-B41E9623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0527" y="2327416"/>
            <a:ext cx="505821" cy="538681"/>
          </a:xfrm>
          <a:custGeom xmlns:a="http://schemas.openxmlformats.org/drawingml/2006/main">
            <a:pathLst>
              <a:path w="505821" h="538681" fill="none">
                <a:moveTo>
                  <a:pt x="0" y="0"/>
                </a:moveTo>
                <a:lnTo>
                  <a:pt x="505821" y="538681"/>
                </a:lnTo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45818E"/>
            </a:solidFill>
            <a:round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8230FA-4D83-4A50-98F6-6D26DDBA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5929" y="2846924"/>
            <a:ext cx="73094" cy="75269"/>
          </a:xfrm>
          <a:custGeom xmlns:a="http://schemas.openxmlformats.org/drawingml/2006/main">
            <a:pathLst>
              <a:path w="73094" h="75269">
                <a:moveTo>
                  <a:pt x="0" y="38344"/>
                </a:moveTo>
                <a:lnTo>
                  <a:pt x="40837" y="0"/>
                </a:lnTo>
                <a:lnTo>
                  <a:pt x="73094" y="75269"/>
                </a:lnTo>
                <a:lnTo>
                  <a:pt x="0" y="38344"/>
                </a:lnTo>
                <a:close/>
              </a:path>
            </a:pathLst>
          </a:custGeom>
          <a:solidFill xmlns:a="http://schemas.openxmlformats.org/drawingml/2006/main">
            <a:srgbClr val="458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9CF8D7-45B7-4EE1-A00D-82D2B971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5929" y="2846924"/>
            <a:ext cx="73094" cy="75269"/>
          </a:xfrm>
          <a:custGeom xmlns:a="http://schemas.openxmlformats.org/drawingml/2006/main">
            <a:pathLst>
              <a:path w="73094" h="75269" fill="none">
                <a:moveTo>
                  <a:pt x="0" y="38344"/>
                </a:moveTo>
                <a:lnTo>
                  <a:pt x="73094" y="75269"/>
                </a:lnTo>
                <a:lnTo>
                  <a:pt x="40837" y="0"/>
                </a:lnTo>
                <a:lnTo>
                  <a:pt x="0" y="383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57" cap="flat">
            <a:solidFill>
              <a:srgbClr val="45818E"/>
            </a:solidFill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0C53C-3316-4734-AFE4-8C967DFA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5903" y="3181146"/>
            <a:ext cx="1278038" cy="821939"/>
          </a:xfrm>
          <a:custGeom xmlns:a="http://schemas.openxmlformats.org/drawingml/2006/main">
            <a:pathLst>
              <a:path w="1278038" h="821939">
                <a:moveTo>
                  <a:pt x="0" y="0"/>
                </a:moveTo>
                <a:lnTo>
                  <a:pt x="1278038" y="0"/>
                </a:lnTo>
                <a:lnTo>
                  <a:pt x="1278038" y="821939"/>
                </a:lnTo>
                <a:lnTo>
                  <a:pt x="0" y="8219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Text bufferSize">
            <a:extLst xmlns:a="http://schemas.openxmlformats.org/drawingml/2006/main">
              <a:ext uri="{FF2B5EF4-FFF2-40B4-BE49-F238E27FC236}">
                <a16:creationId xmlns:a16="http://schemas.microsoft.com/office/drawing/2014/main" id="{0A2609EA-86E6-43F9-B308-1F0BD878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6500" y="3301704"/>
            <a:ext cx="808775" cy="88096"/>
          </a:xfrm>
          <a:custGeom xmlns:a="http://schemas.openxmlformats.org/drawingml/2006/main">
            <a:pathLst>
              <a:path w="808775" h="88096">
                <a:moveTo>
                  <a:pt x="24972" y="0"/>
                </a:moveTo>
                <a:lnTo>
                  <a:pt x="24972" y="30500"/>
                </a:lnTo>
                <a:cubicBezTo>
                  <a:pt x="28283" y="28327"/>
                  <a:pt x="31651" y="26697"/>
                  <a:pt x="35073" y="25609"/>
                </a:cubicBezTo>
                <a:cubicBezTo>
                  <a:pt x="38495" y="24522"/>
                  <a:pt x="41950" y="23978"/>
                  <a:pt x="45439" y="23978"/>
                </a:cubicBezTo>
                <a:cubicBezTo>
                  <a:pt x="54845" y="23978"/>
                  <a:pt x="62815" y="27224"/>
                  <a:pt x="69351" y="33715"/>
                </a:cubicBezTo>
                <a:cubicBezTo>
                  <a:pt x="75886" y="40206"/>
                  <a:pt x="79154" y="48044"/>
                  <a:pt x="79154" y="57229"/>
                </a:cubicBezTo>
                <a:cubicBezTo>
                  <a:pt x="79154" y="66017"/>
                  <a:pt x="76041" y="73358"/>
                  <a:pt x="69814" y="79253"/>
                </a:cubicBezTo>
                <a:cubicBezTo>
                  <a:pt x="63588" y="85148"/>
                  <a:pt x="55375" y="88096"/>
                  <a:pt x="45174" y="88096"/>
                </a:cubicBezTo>
                <a:cubicBezTo>
                  <a:pt x="41553" y="88096"/>
                  <a:pt x="38065" y="87629"/>
                  <a:pt x="34709" y="86695"/>
                </a:cubicBezTo>
                <a:cubicBezTo>
                  <a:pt x="31352" y="85760"/>
                  <a:pt x="28107" y="84382"/>
                  <a:pt x="24972" y="82559"/>
                </a:cubicBezTo>
                <a:lnTo>
                  <a:pt x="24972" y="85976"/>
                </a:lnTo>
                <a:lnTo>
                  <a:pt x="9075" y="85976"/>
                </a:lnTo>
                <a:cubicBezTo>
                  <a:pt x="5807" y="85976"/>
                  <a:pt x="3477" y="85336"/>
                  <a:pt x="2086" y="84056"/>
                </a:cubicBezTo>
                <a:cubicBezTo>
                  <a:pt x="695" y="82775"/>
                  <a:pt x="0" y="81119"/>
                  <a:pt x="0" y="79088"/>
                </a:cubicBezTo>
                <a:cubicBezTo>
                  <a:pt x="0" y="77056"/>
                  <a:pt x="707" y="75423"/>
                  <a:pt x="2120" y="74186"/>
                </a:cubicBezTo>
                <a:cubicBezTo>
                  <a:pt x="3533" y="72950"/>
                  <a:pt x="5851" y="72331"/>
                  <a:pt x="9075" y="72331"/>
                </a:cubicBezTo>
                <a:lnTo>
                  <a:pt x="11393" y="72331"/>
                </a:lnTo>
                <a:lnTo>
                  <a:pt x="11393" y="13645"/>
                </a:lnTo>
                <a:lnTo>
                  <a:pt x="9075" y="13645"/>
                </a:lnTo>
                <a:cubicBezTo>
                  <a:pt x="5807" y="13645"/>
                  <a:pt x="3477" y="13005"/>
                  <a:pt x="2086" y="11724"/>
                </a:cubicBezTo>
                <a:cubicBezTo>
                  <a:pt x="695" y="10443"/>
                  <a:pt x="0" y="8788"/>
                  <a:pt x="0" y="6756"/>
                </a:cubicBezTo>
                <a:cubicBezTo>
                  <a:pt x="0" y="4725"/>
                  <a:pt x="695" y="3091"/>
                  <a:pt x="2086" y="1855"/>
                </a:cubicBezTo>
                <a:cubicBezTo>
                  <a:pt x="3477" y="618"/>
                  <a:pt x="5807" y="0"/>
                  <a:pt x="9075" y="0"/>
                </a:cubicBezTo>
                <a:lnTo>
                  <a:pt x="24972" y="0"/>
                </a:lnTo>
                <a:moveTo>
                  <a:pt x="65575" y="57621"/>
                </a:moveTo>
                <a:cubicBezTo>
                  <a:pt x="65575" y="52033"/>
                  <a:pt x="63610" y="47303"/>
                  <a:pt x="59680" y="43431"/>
                </a:cubicBezTo>
                <a:cubicBezTo>
                  <a:pt x="55750" y="39559"/>
                  <a:pt x="50937" y="37623"/>
                  <a:pt x="45240" y="37623"/>
                </a:cubicBezTo>
                <a:cubicBezTo>
                  <a:pt x="39588" y="37623"/>
                  <a:pt x="34797" y="39559"/>
                  <a:pt x="30867" y="43431"/>
                </a:cubicBezTo>
                <a:cubicBezTo>
                  <a:pt x="26937" y="47303"/>
                  <a:pt x="24972" y="51968"/>
                  <a:pt x="24972" y="57424"/>
                </a:cubicBezTo>
                <a:cubicBezTo>
                  <a:pt x="24972" y="62396"/>
                  <a:pt x="26738" y="66477"/>
                  <a:pt x="30271" y="69668"/>
                </a:cubicBezTo>
                <a:cubicBezTo>
                  <a:pt x="33803" y="72857"/>
                  <a:pt x="38793" y="74451"/>
                  <a:pt x="45240" y="74451"/>
                </a:cubicBezTo>
                <a:cubicBezTo>
                  <a:pt x="51687" y="74451"/>
                  <a:pt x="56688" y="72857"/>
                  <a:pt x="60243" y="69668"/>
                </a:cubicBezTo>
                <a:cubicBezTo>
                  <a:pt x="63798" y="66477"/>
                  <a:pt x="65575" y="62461"/>
                  <a:pt x="65575" y="57621"/>
                </a:cubicBezTo>
                <a:close/>
                <a:moveTo>
                  <a:pt x="152333" y="25833"/>
                </a:moveTo>
                <a:lnTo>
                  <a:pt x="152333" y="72331"/>
                </a:lnTo>
                <a:cubicBezTo>
                  <a:pt x="155204" y="72331"/>
                  <a:pt x="157323" y="72961"/>
                  <a:pt x="158692" y="74219"/>
                </a:cubicBezTo>
                <a:cubicBezTo>
                  <a:pt x="160061" y="75478"/>
                  <a:pt x="160745" y="77123"/>
                  <a:pt x="160745" y="79154"/>
                </a:cubicBezTo>
                <a:cubicBezTo>
                  <a:pt x="160745" y="81185"/>
                  <a:pt x="160050" y="82830"/>
                  <a:pt x="158659" y="84089"/>
                </a:cubicBezTo>
                <a:cubicBezTo>
                  <a:pt x="157268" y="85347"/>
                  <a:pt x="154939" y="85976"/>
                  <a:pt x="151671" y="85976"/>
                </a:cubicBezTo>
                <a:lnTo>
                  <a:pt x="138755" y="85976"/>
                </a:lnTo>
                <a:lnTo>
                  <a:pt x="138755" y="82797"/>
                </a:lnTo>
                <a:cubicBezTo>
                  <a:pt x="134869" y="84563"/>
                  <a:pt x="131159" y="85888"/>
                  <a:pt x="127627" y="86771"/>
                </a:cubicBezTo>
                <a:cubicBezTo>
                  <a:pt x="124094" y="87654"/>
                  <a:pt x="120738" y="88096"/>
                  <a:pt x="117558" y="88096"/>
                </a:cubicBezTo>
                <a:cubicBezTo>
                  <a:pt x="113098" y="88096"/>
                  <a:pt x="109235" y="87160"/>
                  <a:pt x="105967" y="85289"/>
                </a:cubicBezTo>
                <a:cubicBezTo>
                  <a:pt x="102699" y="83417"/>
                  <a:pt x="100116" y="80829"/>
                  <a:pt x="98217" y="77527"/>
                </a:cubicBezTo>
                <a:cubicBezTo>
                  <a:pt x="96848" y="75149"/>
                  <a:pt x="96164" y="72177"/>
                  <a:pt x="96164" y="68610"/>
                </a:cubicBezTo>
                <a:lnTo>
                  <a:pt x="96164" y="39478"/>
                </a:lnTo>
                <a:lnTo>
                  <a:pt x="93845" y="39478"/>
                </a:lnTo>
                <a:cubicBezTo>
                  <a:pt x="90578" y="39478"/>
                  <a:pt x="88248" y="38837"/>
                  <a:pt x="86857" y="37557"/>
                </a:cubicBezTo>
                <a:cubicBezTo>
                  <a:pt x="85466" y="36276"/>
                  <a:pt x="84771" y="34620"/>
                  <a:pt x="84771" y="32589"/>
                </a:cubicBezTo>
                <a:cubicBezTo>
                  <a:pt x="84771" y="30558"/>
                  <a:pt x="85466" y="28924"/>
                  <a:pt x="86857" y="27687"/>
                </a:cubicBezTo>
                <a:cubicBezTo>
                  <a:pt x="88248" y="26451"/>
                  <a:pt x="90578" y="25833"/>
                  <a:pt x="93845" y="25833"/>
                </a:cubicBezTo>
                <a:lnTo>
                  <a:pt x="109742" y="25833"/>
                </a:lnTo>
                <a:lnTo>
                  <a:pt x="109742" y="66128"/>
                </a:lnTo>
                <a:cubicBezTo>
                  <a:pt x="109742" y="68990"/>
                  <a:pt x="110438" y="71093"/>
                  <a:pt x="111829" y="72437"/>
                </a:cubicBezTo>
                <a:cubicBezTo>
                  <a:pt x="113220" y="73780"/>
                  <a:pt x="115351" y="74451"/>
                  <a:pt x="118221" y="74451"/>
                </a:cubicBezTo>
                <a:cubicBezTo>
                  <a:pt x="120959" y="74451"/>
                  <a:pt x="123906" y="73912"/>
                  <a:pt x="127064" y="72832"/>
                </a:cubicBezTo>
                <a:cubicBezTo>
                  <a:pt x="130221" y="71753"/>
                  <a:pt x="134118" y="69805"/>
                  <a:pt x="138755" y="66987"/>
                </a:cubicBezTo>
                <a:lnTo>
                  <a:pt x="138755" y="39478"/>
                </a:lnTo>
                <a:lnTo>
                  <a:pt x="133853" y="39478"/>
                </a:lnTo>
                <a:cubicBezTo>
                  <a:pt x="130585" y="39478"/>
                  <a:pt x="128256" y="38837"/>
                  <a:pt x="126865" y="37557"/>
                </a:cubicBezTo>
                <a:cubicBezTo>
                  <a:pt x="125474" y="36276"/>
                  <a:pt x="124778" y="34620"/>
                  <a:pt x="124778" y="32589"/>
                </a:cubicBezTo>
                <a:cubicBezTo>
                  <a:pt x="124778" y="30558"/>
                  <a:pt x="125474" y="28924"/>
                  <a:pt x="126865" y="27687"/>
                </a:cubicBezTo>
                <a:cubicBezTo>
                  <a:pt x="128256" y="26451"/>
                  <a:pt x="130585" y="25833"/>
                  <a:pt x="133853" y="25833"/>
                </a:cubicBezTo>
                <a:lnTo>
                  <a:pt x="152333" y="25833"/>
                </a:lnTo>
                <a:close/>
                <a:moveTo>
                  <a:pt x="204780" y="39478"/>
                </a:moveTo>
                <a:lnTo>
                  <a:pt x="204780" y="72331"/>
                </a:lnTo>
                <a:lnTo>
                  <a:pt x="224122" y="72331"/>
                </a:lnTo>
                <a:cubicBezTo>
                  <a:pt x="227389" y="72331"/>
                  <a:pt x="229719" y="72961"/>
                  <a:pt x="231110" y="74219"/>
                </a:cubicBezTo>
                <a:cubicBezTo>
                  <a:pt x="232501" y="75478"/>
                  <a:pt x="233196" y="77123"/>
                  <a:pt x="233196" y="79154"/>
                </a:cubicBezTo>
                <a:cubicBezTo>
                  <a:pt x="233196" y="81185"/>
                  <a:pt x="232501" y="82830"/>
                  <a:pt x="231110" y="84089"/>
                </a:cubicBezTo>
                <a:cubicBezTo>
                  <a:pt x="229719" y="85347"/>
                  <a:pt x="227389" y="85976"/>
                  <a:pt x="224122" y="85976"/>
                </a:cubicBezTo>
                <a:lnTo>
                  <a:pt x="183120" y="85976"/>
                </a:lnTo>
                <a:cubicBezTo>
                  <a:pt x="179853" y="85976"/>
                  <a:pt x="177523" y="85336"/>
                  <a:pt x="176132" y="84056"/>
                </a:cubicBezTo>
                <a:cubicBezTo>
                  <a:pt x="174741" y="82775"/>
                  <a:pt x="174046" y="81119"/>
                  <a:pt x="174046" y="79088"/>
                </a:cubicBezTo>
                <a:cubicBezTo>
                  <a:pt x="174046" y="77056"/>
                  <a:pt x="174741" y="75423"/>
                  <a:pt x="176132" y="74186"/>
                </a:cubicBezTo>
                <a:cubicBezTo>
                  <a:pt x="177523" y="72950"/>
                  <a:pt x="179853" y="72331"/>
                  <a:pt x="183120" y="72331"/>
                </a:cubicBezTo>
                <a:lnTo>
                  <a:pt x="191201" y="72331"/>
                </a:lnTo>
                <a:lnTo>
                  <a:pt x="191201" y="39478"/>
                </a:lnTo>
                <a:lnTo>
                  <a:pt x="184710" y="39478"/>
                </a:lnTo>
                <a:cubicBezTo>
                  <a:pt x="181442" y="39478"/>
                  <a:pt x="179113" y="38837"/>
                  <a:pt x="177722" y="37557"/>
                </a:cubicBezTo>
                <a:cubicBezTo>
                  <a:pt x="176331" y="36276"/>
                  <a:pt x="175636" y="34620"/>
                  <a:pt x="175636" y="32589"/>
                </a:cubicBezTo>
                <a:cubicBezTo>
                  <a:pt x="175636" y="30558"/>
                  <a:pt x="176331" y="28924"/>
                  <a:pt x="177722" y="27687"/>
                </a:cubicBezTo>
                <a:cubicBezTo>
                  <a:pt x="179113" y="26451"/>
                  <a:pt x="181442" y="25833"/>
                  <a:pt x="184710" y="25833"/>
                </a:cubicBezTo>
                <a:lnTo>
                  <a:pt x="191201" y="25833"/>
                </a:lnTo>
                <a:lnTo>
                  <a:pt x="191201" y="20654"/>
                </a:lnTo>
                <a:cubicBezTo>
                  <a:pt x="191201" y="14721"/>
                  <a:pt x="193420" y="9796"/>
                  <a:pt x="197858" y="5879"/>
                </a:cubicBezTo>
                <a:cubicBezTo>
                  <a:pt x="202296" y="1960"/>
                  <a:pt x="208732" y="0"/>
                  <a:pt x="217167" y="0"/>
                </a:cubicBezTo>
                <a:cubicBezTo>
                  <a:pt x="220920" y="0"/>
                  <a:pt x="225259" y="344"/>
                  <a:pt x="230182" y="1031"/>
                </a:cubicBezTo>
                <a:cubicBezTo>
                  <a:pt x="235106" y="1718"/>
                  <a:pt x="238263" y="2683"/>
                  <a:pt x="239654" y="3925"/>
                </a:cubicBezTo>
                <a:cubicBezTo>
                  <a:pt x="241045" y="5167"/>
                  <a:pt x="241741" y="6763"/>
                  <a:pt x="241741" y="8714"/>
                </a:cubicBezTo>
                <a:cubicBezTo>
                  <a:pt x="241741" y="10798"/>
                  <a:pt x="241123" y="12494"/>
                  <a:pt x="239886" y="13802"/>
                </a:cubicBezTo>
                <a:cubicBezTo>
                  <a:pt x="238650" y="15110"/>
                  <a:pt x="237126" y="15765"/>
                  <a:pt x="235316" y="15765"/>
                </a:cubicBezTo>
                <a:cubicBezTo>
                  <a:pt x="234477" y="15765"/>
                  <a:pt x="233218" y="15610"/>
                  <a:pt x="231540" y="15301"/>
                </a:cubicBezTo>
                <a:cubicBezTo>
                  <a:pt x="225932" y="14197"/>
                  <a:pt x="220964" y="13645"/>
                  <a:pt x="216637" y="13645"/>
                </a:cubicBezTo>
                <a:cubicBezTo>
                  <a:pt x="212133" y="13645"/>
                  <a:pt x="209030" y="14318"/>
                  <a:pt x="207330" y="15665"/>
                </a:cubicBezTo>
                <a:cubicBezTo>
                  <a:pt x="205630" y="17012"/>
                  <a:pt x="204780" y="18679"/>
                  <a:pt x="204780" y="20666"/>
                </a:cubicBezTo>
                <a:lnTo>
                  <a:pt x="204780" y="25833"/>
                </a:lnTo>
                <a:lnTo>
                  <a:pt x="225711" y="25833"/>
                </a:lnTo>
                <a:cubicBezTo>
                  <a:pt x="228979" y="25833"/>
                  <a:pt x="231308" y="26462"/>
                  <a:pt x="232699" y="27720"/>
                </a:cubicBezTo>
                <a:cubicBezTo>
                  <a:pt x="234090" y="28979"/>
                  <a:pt x="234786" y="30624"/>
                  <a:pt x="234786" y="32655"/>
                </a:cubicBezTo>
                <a:cubicBezTo>
                  <a:pt x="234786" y="34686"/>
                  <a:pt x="234090" y="36331"/>
                  <a:pt x="232699" y="37590"/>
                </a:cubicBezTo>
                <a:cubicBezTo>
                  <a:pt x="231308" y="38848"/>
                  <a:pt x="228979" y="39478"/>
                  <a:pt x="225711" y="39478"/>
                </a:cubicBezTo>
                <a:lnTo>
                  <a:pt x="204780" y="39478"/>
                </a:lnTo>
                <a:close/>
                <a:moveTo>
                  <a:pt x="286172" y="39478"/>
                </a:moveTo>
                <a:lnTo>
                  <a:pt x="286172" y="72331"/>
                </a:lnTo>
                <a:lnTo>
                  <a:pt x="305514" y="72331"/>
                </a:lnTo>
                <a:cubicBezTo>
                  <a:pt x="308781" y="72331"/>
                  <a:pt x="311111" y="72961"/>
                  <a:pt x="312502" y="74219"/>
                </a:cubicBezTo>
                <a:cubicBezTo>
                  <a:pt x="313893" y="75478"/>
                  <a:pt x="314588" y="77123"/>
                  <a:pt x="314588" y="79154"/>
                </a:cubicBezTo>
                <a:cubicBezTo>
                  <a:pt x="314588" y="81185"/>
                  <a:pt x="313893" y="82830"/>
                  <a:pt x="312502" y="84089"/>
                </a:cubicBezTo>
                <a:cubicBezTo>
                  <a:pt x="311111" y="85347"/>
                  <a:pt x="308781" y="85976"/>
                  <a:pt x="305514" y="85976"/>
                </a:cubicBezTo>
                <a:lnTo>
                  <a:pt x="264513" y="85976"/>
                </a:lnTo>
                <a:cubicBezTo>
                  <a:pt x="261245" y="85976"/>
                  <a:pt x="258916" y="85336"/>
                  <a:pt x="257525" y="84056"/>
                </a:cubicBezTo>
                <a:cubicBezTo>
                  <a:pt x="256134" y="82775"/>
                  <a:pt x="255438" y="81119"/>
                  <a:pt x="255438" y="79088"/>
                </a:cubicBezTo>
                <a:cubicBezTo>
                  <a:pt x="255438" y="77056"/>
                  <a:pt x="256134" y="75423"/>
                  <a:pt x="257525" y="74186"/>
                </a:cubicBezTo>
                <a:cubicBezTo>
                  <a:pt x="258916" y="72950"/>
                  <a:pt x="261245" y="72331"/>
                  <a:pt x="264513" y="72331"/>
                </a:cubicBezTo>
                <a:lnTo>
                  <a:pt x="272594" y="72331"/>
                </a:lnTo>
                <a:lnTo>
                  <a:pt x="272594" y="39478"/>
                </a:lnTo>
                <a:lnTo>
                  <a:pt x="266102" y="39478"/>
                </a:lnTo>
                <a:cubicBezTo>
                  <a:pt x="262835" y="39478"/>
                  <a:pt x="260505" y="38837"/>
                  <a:pt x="259114" y="37557"/>
                </a:cubicBezTo>
                <a:cubicBezTo>
                  <a:pt x="257723" y="36276"/>
                  <a:pt x="257028" y="34620"/>
                  <a:pt x="257028" y="32589"/>
                </a:cubicBezTo>
                <a:cubicBezTo>
                  <a:pt x="257028" y="30558"/>
                  <a:pt x="257723" y="28924"/>
                  <a:pt x="259114" y="27687"/>
                </a:cubicBezTo>
                <a:cubicBezTo>
                  <a:pt x="260505" y="26451"/>
                  <a:pt x="262835" y="25833"/>
                  <a:pt x="266102" y="25833"/>
                </a:cubicBezTo>
                <a:lnTo>
                  <a:pt x="272594" y="25833"/>
                </a:lnTo>
                <a:lnTo>
                  <a:pt x="272594" y="20654"/>
                </a:lnTo>
                <a:cubicBezTo>
                  <a:pt x="272594" y="14721"/>
                  <a:pt x="274813" y="9796"/>
                  <a:pt x="279250" y="5879"/>
                </a:cubicBezTo>
                <a:cubicBezTo>
                  <a:pt x="283688" y="1960"/>
                  <a:pt x="290124" y="0"/>
                  <a:pt x="298559" y="0"/>
                </a:cubicBezTo>
                <a:cubicBezTo>
                  <a:pt x="302312" y="0"/>
                  <a:pt x="306651" y="344"/>
                  <a:pt x="311574" y="1031"/>
                </a:cubicBezTo>
                <a:cubicBezTo>
                  <a:pt x="316498" y="1718"/>
                  <a:pt x="319655" y="2683"/>
                  <a:pt x="321046" y="3925"/>
                </a:cubicBezTo>
                <a:cubicBezTo>
                  <a:pt x="322437" y="5167"/>
                  <a:pt x="323133" y="6763"/>
                  <a:pt x="323133" y="8714"/>
                </a:cubicBezTo>
                <a:cubicBezTo>
                  <a:pt x="323133" y="10798"/>
                  <a:pt x="322515" y="12494"/>
                  <a:pt x="321278" y="13802"/>
                </a:cubicBezTo>
                <a:cubicBezTo>
                  <a:pt x="320042" y="15110"/>
                  <a:pt x="318518" y="15765"/>
                  <a:pt x="316708" y="15765"/>
                </a:cubicBezTo>
                <a:cubicBezTo>
                  <a:pt x="315869" y="15765"/>
                  <a:pt x="314610" y="15610"/>
                  <a:pt x="312932" y="15301"/>
                </a:cubicBezTo>
                <a:cubicBezTo>
                  <a:pt x="307324" y="14197"/>
                  <a:pt x="302356" y="13645"/>
                  <a:pt x="298029" y="13645"/>
                </a:cubicBezTo>
                <a:cubicBezTo>
                  <a:pt x="293525" y="13645"/>
                  <a:pt x="290423" y="14318"/>
                  <a:pt x="288722" y="15665"/>
                </a:cubicBezTo>
                <a:cubicBezTo>
                  <a:pt x="287022" y="17012"/>
                  <a:pt x="286172" y="18679"/>
                  <a:pt x="286172" y="20666"/>
                </a:cubicBezTo>
                <a:lnTo>
                  <a:pt x="286172" y="25833"/>
                </a:lnTo>
                <a:lnTo>
                  <a:pt x="307103" y="25833"/>
                </a:lnTo>
                <a:cubicBezTo>
                  <a:pt x="310371" y="25833"/>
                  <a:pt x="312700" y="26462"/>
                  <a:pt x="314091" y="27720"/>
                </a:cubicBezTo>
                <a:cubicBezTo>
                  <a:pt x="315482" y="28979"/>
                  <a:pt x="316178" y="30624"/>
                  <a:pt x="316178" y="32655"/>
                </a:cubicBezTo>
                <a:cubicBezTo>
                  <a:pt x="316178" y="34686"/>
                  <a:pt x="315482" y="36331"/>
                  <a:pt x="314091" y="37590"/>
                </a:cubicBezTo>
                <a:cubicBezTo>
                  <a:pt x="312700" y="38848"/>
                  <a:pt x="310371" y="39478"/>
                  <a:pt x="307103" y="39478"/>
                </a:cubicBezTo>
                <a:lnTo>
                  <a:pt x="286172" y="39478"/>
                </a:lnTo>
                <a:close/>
                <a:moveTo>
                  <a:pt x="401744" y="62661"/>
                </a:moveTo>
                <a:lnTo>
                  <a:pt x="346038" y="62661"/>
                </a:lnTo>
                <a:cubicBezTo>
                  <a:pt x="347451" y="66193"/>
                  <a:pt x="349957" y="69042"/>
                  <a:pt x="353556" y="71205"/>
                </a:cubicBezTo>
                <a:cubicBezTo>
                  <a:pt x="357155" y="73369"/>
                  <a:pt x="362023" y="74451"/>
                  <a:pt x="368161" y="74451"/>
                </a:cubicBezTo>
                <a:cubicBezTo>
                  <a:pt x="373196" y="74451"/>
                  <a:pt x="379886" y="73385"/>
                  <a:pt x="388231" y="71253"/>
                </a:cubicBezTo>
                <a:cubicBezTo>
                  <a:pt x="391676" y="70382"/>
                  <a:pt x="394060" y="69947"/>
                  <a:pt x="395385" y="69947"/>
                </a:cubicBezTo>
                <a:cubicBezTo>
                  <a:pt x="397196" y="69947"/>
                  <a:pt x="398719" y="70587"/>
                  <a:pt x="399956" y="71868"/>
                </a:cubicBezTo>
                <a:cubicBezTo>
                  <a:pt x="401192" y="73148"/>
                  <a:pt x="401810" y="74760"/>
                  <a:pt x="401810" y="76703"/>
                </a:cubicBezTo>
                <a:cubicBezTo>
                  <a:pt x="401810" y="78470"/>
                  <a:pt x="401148" y="79971"/>
                  <a:pt x="399823" y="81207"/>
                </a:cubicBezTo>
                <a:cubicBezTo>
                  <a:pt x="398057" y="82841"/>
                  <a:pt x="393751" y="84398"/>
                  <a:pt x="386907" y="85877"/>
                </a:cubicBezTo>
                <a:cubicBezTo>
                  <a:pt x="380062" y="87356"/>
                  <a:pt x="373483" y="88096"/>
                  <a:pt x="367168" y="88096"/>
                </a:cubicBezTo>
                <a:cubicBezTo>
                  <a:pt x="356305" y="88096"/>
                  <a:pt x="347617" y="85027"/>
                  <a:pt x="341103" y="78889"/>
                </a:cubicBezTo>
                <a:cubicBezTo>
                  <a:pt x="334590" y="72751"/>
                  <a:pt x="331333" y="65200"/>
                  <a:pt x="331333" y="56236"/>
                </a:cubicBezTo>
                <a:cubicBezTo>
                  <a:pt x="331333" y="46698"/>
                  <a:pt x="334855" y="38937"/>
                  <a:pt x="341898" y="32953"/>
                </a:cubicBezTo>
                <a:cubicBezTo>
                  <a:pt x="348942" y="26970"/>
                  <a:pt x="357056" y="23978"/>
                  <a:pt x="366241" y="23978"/>
                </a:cubicBezTo>
                <a:cubicBezTo>
                  <a:pt x="371760" y="23978"/>
                  <a:pt x="376828" y="24948"/>
                  <a:pt x="381442" y="26888"/>
                </a:cubicBezTo>
                <a:cubicBezTo>
                  <a:pt x="386057" y="28827"/>
                  <a:pt x="389490" y="30921"/>
                  <a:pt x="391742" y="33168"/>
                </a:cubicBezTo>
                <a:cubicBezTo>
                  <a:pt x="394921" y="36431"/>
                  <a:pt x="397549" y="40464"/>
                  <a:pt x="399624" y="45269"/>
                </a:cubicBezTo>
                <a:cubicBezTo>
                  <a:pt x="401037" y="48620"/>
                  <a:pt x="401744" y="52500"/>
                  <a:pt x="401744" y="56908"/>
                </a:cubicBezTo>
                <a:lnTo>
                  <a:pt x="401744" y="62661"/>
                </a:lnTo>
                <a:moveTo>
                  <a:pt x="386708" y="49016"/>
                </a:moveTo>
                <a:cubicBezTo>
                  <a:pt x="384633" y="45196"/>
                  <a:pt x="381917" y="42342"/>
                  <a:pt x="378561" y="40455"/>
                </a:cubicBezTo>
                <a:cubicBezTo>
                  <a:pt x="375205" y="38567"/>
                  <a:pt x="371208" y="37623"/>
                  <a:pt x="366572" y="37623"/>
                </a:cubicBezTo>
                <a:cubicBezTo>
                  <a:pt x="361979" y="37623"/>
                  <a:pt x="358005" y="38567"/>
                  <a:pt x="354649" y="40455"/>
                </a:cubicBezTo>
                <a:cubicBezTo>
                  <a:pt x="351293" y="42342"/>
                  <a:pt x="348555" y="45196"/>
                  <a:pt x="346436" y="49016"/>
                </a:cubicBezTo>
                <a:lnTo>
                  <a:pt x="386708" y="49016"/>
                </a:lnTo>
                <a:close/>
                <a:moveTo>
                  <a:pt x="446243" y="25833"/>
                </a:moveTo>
                <a:lnTo>
                  <a:pt x="446243" y="34311"/>
                </a:lnTo>
                <a:cubicBezTo>
                  <a:pt x="451939" y="30178"/>
                  <a:pt x="456432" y="27423"/>
                  <a:pt x="459722" y="26046"/>
                </a:cubicBezTo>
                <a:cubicBezTo>
                  <a:pt x="463012" y="24667"/>
                  <a:pt x="466092" y="23978"/>
                  <a:pt x="468962" y="23978"/>
                </a:cubicBezTo>
                <a:cubicBezTo>
                  <a:pt x="473378" y="23978"/>
                  <a:pt x="477661" y="25617"/>
                  <a:pt x="481812" y="28896"/>
                </a:cubicBezTo>
                <a:cubicBezTo>
                  <a:pt x="484638" y="31112"/>
                  <a:pt x="486051" y="33373"/>
                  <a:pt x="486051" y="35677"/>
                </a:cubicBezTo>
                <a:cubicBezTo>
                  <a:pt x="486051" y="37627"/>
                  <a:pt x="485378" y="39278"/>
                  <a:pt x="484031" y="40631"/>
                </a:cubicBezTo>
                <a:cubicBezTo>
                  <a:pt x="482684" y="41982"/>
                  <a:pt x="481062" y="42657"/>
                  <a:pt x="479163" y="42657"/>
                </a:cubicBezTo>
                <a:cubicBezTo>
                  <a:pt x="477485" y="42657"/>
                  <a:pt x="475718" y="41818"/>
                  <a:pt x="473864" y="40140"/>
                </a:cubicBezTo>
                <a:cubicBezTo>
                  <a:pt x="472009" y="38462"/>
                  <a:pt x="470353" y="37623"/>
                  <a:pt x="468896" y="37623"/>
                </a:cubicBezTo>
                <a:cubicBezTo>
                  <a:pt x="466997" y="37623"/>
                  <a:pt x="464160" y="38815"/>
                  <a:pt x="460384" y="41200"/>
                </a:cubicBezTo>
                <a:cubicBezTo>
                  <a:pt x="456609" y="43584"/>
                  <a:pt x="451895" y="47161"/>
                  <a:pt x="446243" y="51930"/>
                </a:cubicBezTo>
                <a:lnTo>
                  <a:pt x="446243" y="72331"/>
                </a:lnTo>
                <a:lnTo>
                  <a:pt x="465584" y="72331"/>
                </a:lnTo>
                <a:cubicBezTo>
                  <a:pt x="468852" y="72331"/>
                  <a:pt x="471181" y="72961"/>
                  <a:pt x="472572" y="74219"/>
                </a:cubicBezTo>
                <a:cubicBezTo>
                  <a:pt x="473963" y="75478"/>
                  <a:pt x="474659" y="77123"/>
                  <a:pt x="474659" y="79154"/>
                </a:cubicBezTo>
                <a:cubicBezTo>
                  <a:pt x="474659" y="81185"/>
                  <a:pt x="473963" y="82830"/>
                  <a:pt x="472572" y="84089"/>
                </a:cubicBezTo>
                <a:cubicBezTo>
                  <a:pt x="471181" y="85347"/>
                  <a:pt x="468852" y="85976"/>
                  <a:pt x="465584" y="85976"/>
                </a:cubicBezTo>
                <a:lnTo>
                  <a:pt x="424583" y="85976"/>
                </a:lnTo>
                <a:cubicBezTo>
                  <a:pt x="421315" y="85976"/>
                  <a:pt x="418986" y="85336"/>
                  <a:pt x="417595" y="84056"/>
                </a:cubicBezTo>
                <a:cubicBezTo>
                  <a:pt x="416204" y="82775"/>
                  <a:pt x="415508" y="81119"/>
                  <a:pt x="415508" y="79088"/>
                </a:cubicBezTo>
                <a:cubicBezTo>
                  <a:pt x="415508" y="77056"/>
                  <a:pt x="416204" y="75423"/>
                  <a:pt x="417595" y="74186"/>
                </a:cubicBezTo>
                <a:cubicBezTo>
                  <a:pt x="418986" y="72950"/>
                  <a:pt x="421315" y="72331"/>
                  <a:pt x="424583" y="72331"/>
                </a:cubicBezTo>
                <a:lnTo>
                  <a:pt x="432664" y="72331"/>
                </a:lnTo>
                <a:lnTo>
                  <a:pt x="432664" y="39478"/>
                </a:lnTo>
                <a:lnTo>
                  <a:pt x="427762" y="39478"/>
                </a:lnTo>
                <a:cubicBezTo>
                  <a:pt x="424495" y="39478"/>
                  <a:pt x="422165" y="38837"/>
                  <a:pt x="420774" y="37557"/>
                </a:cubicBezTo>
                <a:cubicBezTo>
                  <a:pt x="419383" y="36276"/>
                  <a:pt x="418688" y="34620"/>
                  <a:pt x="418688" y="32589"/>
                </a:cubicBezTo>
                <a:cubicBezTo>
                  <a:pt x="418688" y="30558"/>
                  <a:pt x="419383" y="28924"/>
                  <a:pt x="420774" y="27687"/>
                </a:cubicBezTo>
                <a:cubicBezTo>
                  <a:pt x="422165" y="26451"/>
                  <a:pt x="424495" y="25833"/>
                  <a:pt x="427762" y="25833"/>
                </a:cubicBezTo>
                <a:lnTo>
                  <a:pt x="446243" y="25833"/>
                </a:lnTo>
                <a:close/>
                <a:moveTo>
                  <a:pt x="510612" y="82665"/>
                </a:moveTo>
                <a:cubicBezTo>
                  <a:pt x="509420" y="84078"/>
                  <a:pt x="508460" y="84983"/>
                  <a:pt x="507731" y="85380"/>
                </a:cubicBezTo>
                <a:cubicBezTo>
                  <a:pt x="507002" y="85778"/>
                  <a:pt x="506108" y="85976"/>
                  <a:pt x="505048" y="85976"/>
                </a:cubicBezTo>
                <a:cubicBezTo>
                  <a:pt x="502973" y="85976"/>
                  <a:pt x="501306" y="85280"/>
                  <a:pt x="500047" y="83886"/>
                </a:cubicBezTo>
                <a:cubicBezTo>
                  <a:pt x="498789" y="82491"/>
                  <a:pt x="498160" y="80177"/>
                  <a:pt x="498160" y="76945"/>
                </a:cubicBezTo>
                <a:lnTo>
                  <a:pt x="498160" y="67784"/>
                </a:lnTo>
                <a:cubicBezTo>
                  <a:pt x="498160" y="64508"/>
                  <a:pt x="498789" y="62173"/>
                  <a:pt x="500047" y="60779"/>
                </a:cubicBezTo>
                <a:cubicBezTo>
                  <a:pt x="501306" y="59384"/>
                  <a:pt x="502973" y="58687"/>
                  <a:pt x="505048" y="58687"/>
                </a:cubicBezTo>
                <a:cubicBezTo>
                  <a:pt x="506638" y="58687"/>
                  <a:pt x="507974" y="59106"/>
                  <a:pt x="509056" y="59945"/>
                </a:cubicBezTo>
                <a:cubicBezTo>
                  <a:pt x="510138" y="60784"/>
                  <a:pt x="510966" y="62186"/>
                  <a:pt x="511540" y="64151"/>
                </a:cubicBezTo>
                <a:cubicBezTo>
                  <a:pt x="512114" y="66116"/>
                  <a:pt x="512710" y="67452"/>
                  <a:pt x="513328" y="68159"/>
                </a:cubicBezTo>
                <a:cubicBezTo>
                  <a:pt x="514609" y="69527"/>
                  <a:pt x="516883" y="70918"/>
                  <a:pt x="520151" y="72331"/>
                </a:cubicBezTo>
                <a:cubicBezTo>
                  <a:pt x="523418" y="73745"/>
                  <a:pt x="526995" y="74451"/>
                  <a:pt x="530881" y="74451"/>
                </a:cubicBezTo>
                <a:cubicBezTo>
                  <a:pt x="536931" y="74451"/>
                  <a:pt x="541899" y="73037"/>
                  <a:pt x="545784" y="70208"/>
                </a:cubicBezTo>
                <a:cubicBezTo>
                  <a:pt x="548257" y="68483"/>
                  <a:pt x="549494" y="66360"/>
                  <a:pt x="549494" y="63841"/>
                </a:cubicBezTo>
                <a:cubicBezTo>
                  <a:pt x="549494" y="62160"/>
                  <a:pt x="548898" y="60579"/>
                  <a:pt x="547705" y="59098"/>
                </a:cubicBezTo>
                <a:cubicBezTo>
                  <a:pt x="546513" y="57618"/>
                  <a:pt x="544570" y="56391"/>
                  <a:pt x="541876" y="55418"/>
                </a:cubicBezTo>
                <a:cubicBezTo>
                  <a:pt x="540110" y="54756"/>
                  <a:pt x="536158" y="53850"/>
                  <a:pt x="530020" y="52700"/>
                </a:cubicBezTo>
                <a:cubicBezTo>
                  <a:pt x="522601" y="51330"/>
                  <a:pt x="516993" y="49671"/>
                  <a:pt x="513196" y="47724"/>
                </a:cubicBezTo>
                <a:cubicBezTo>
                  <a:pt x="509398" y="45777"/>
                  <a:pt x="506395" y="43033"/>
                  <a:pt x="504187" y="39492"/>
                </a:cubicBezTo>
                <a:cubicBezTo>
                  <a:pt x="501979" y="35951"/>
                  <a:pt x="500875" y="32122"/>
                  <a:pt x="500875" y="28006"/>
                </a:cubicBezTo>
                <a:cubicBezTo>
                  <a:pt x="500875" y="21501"/>
                  <a:pt x="503591" y="15803"/>
                  <a:pt x="509023" y="10913"/>
                </a:cubicBezTo>
                <a:cubicBezTo>
                  <a:pt x="514454" y="6022"/>
                  <a:pt x="521519" y="3577"/>
                  <a:pt x="530219" y="3577"/>
                </a:cubicBezTo>
                <a:cubicBezTo>
                  <a:pt x="533707" y="3577"/>
                  <a:pt x="536942" y="3969"/>
                  <a:pt x="539922" y="4753"/>
                </a:cubicBezTo>
                <a:cubicBezTo>
                  <a:pt x="542903" y="5536"/>
                  <a:pt x="545608" y="6734"/>
                  <a:pt x="548037" y="8346"/>
                </a:cubicBezTo>
                <a:cubicBezTo>
                  <a:pt x="549803" y="6580"/>
                  <a:pt x="551569" y="5696"/>
                  <a:pt x="553336" y="5696"/>
                </a:cubicBezTo>
                <a:cubicBezTo>
                  <a:pt x="555323" y="5696"/>
                  <a:pt x="556946" y="6394"/>
                  <a:pt x="558204" y="7789"/>
                </a:cubicBezTo>
                <a:cubicBezTo>
                  <a:pt x="559463" y="9183"/>
                  <a:pt x="560092" y="11495"/>
                  <a:pt x="560092" y="14725"/>
                </a:cubicBezTo>
                <a:lnTo>
                  <a:pt x="560092" y="24951"/>
                </a:lnTo>
                <a:cubicBezTo>
                  <a:pt x="560092" y="28226"/>
                  <a:pt x="559463" y="30560"/>
                  <a:pt x="558204" y="31956"/>
                </a:cubicBezTo>
                <a:cubicBezTo>
                  <a:pt x="556946" y="33349"/>
                  <a:pt x="555323" y="34046"/>
                  <a:pt x="553336" y="34046"/>
                </a:cubicBezTo>
                <a:cubicBezTo>
                  <a:pt x="551658" y="34046"/>
                  <a:pt x="550200" y="33538"/>
                  <a:pt x="548964" y="32523"/>
                </a:cubicBezTo>
                <a:cubicBezTo>
                  <a:pt x="547992" y="31772"/>
                  <a:pt x="547264" y="30271"/>
                  <a:pt x="546778" y="28019"/>
                </a:cubicBezTo>
                <a:cubicBezTo>
                  <a:pt x="546292" y="25766"/>
                  <a:pt x="545674" y="24155"/>
                  <a:pt x="544923" y="23183"/>
                </a:cubicBezTo>
                <a:cubicBezTo>
                  <a:pt x="543643" y="21505"/>
                  <a:pt x="541722" y="20092"/>
                  <a:pt x="539161" y="18944"/>
                </a:cubicBezTo>
                <a:cubicBezTo>
                  <a:pt x="536600" y="17796"/>
                  <a:pt x="533641" y="17222"/>
                  <a:pt x="530285" y="17222"/>
                </a:cubicBezTo>
                <a:cubicBezTo>
                  <a:pt x="525383" y="17222"/>
                  <a:pt x="521508" y="18360"/>
                  <a:pt x="518660" y="20637"/>
                </a:cubicBezTo>
                <a:cubicBezTo>
                  <a:pt x="515812" y="22914"/>
                  <a:pt x="514388" y="25290"/>
                  <a:pt x="514388" y="27766"/>
                </a:cubicBezTo>
                <a:cubicBezTo>
                  <a:pt x="514388" y="29447"/>
                  <a:pt x="514973" y="31072"/>
                  <a:pt x="516143" y="32641"/>
                </a:cubicBezTo>
                <a:cubicBezTo>
                  <a:pt x="517313" y="34210"/>
                  <a:pt x="519024" y="35436"/>
                  <a:pt x="521277" y="36321"/>
                </a:cubicBezTo>
                <a:cubicBezTo>
                  <a:pt x="522778" y="36939"/>
                  <a:pt x="527006" y="37933"/>
                  <a:pt x="533961" y="39304"/>
                </a:cubicBezTo>
                <a:cubicBezTo>
                  <a:pt x="540916" y="40674"/>
                  <a:pt x="546259" y="42178"/>
                  <a:pt x="549991" y="43816"/>
                </a:cubicBezTo>
                <a:cubicBezTo>
                  <a:pt x="553722" y="45453"/>
                  <a:pt x="556824" y="48020"/>
                  <a:pt x="559297" y="51516"/>
                </a:cubicBezTo>
                <a:cubicBezTo>
                  <a:pt x="561770" y="55013"/>
                  <a:pt x="563006" y="59174"/>
                  <a:pt x="563006" y="63998"/>
                </a:cubicBezTo>
                <a:cubicBezTo>
                  <a:pt x="563006" y="70725"/>
                  <a:pt x="560644" y="76102"/>
                  <a:pt x="555919" y="80129"/>
                </a:cubicBezTo>
                <a:cubicBezTo>
                  <a:pt x="549648" y="85440"/>
                  <a:pt x="541656" y="88096"/>
                  <a:pt x="531941" y="88096"/>
                </a:cubicBezTo>
                <a:cubicBezTo>
                  <a:pt x="528187" y="88096"/>
                  <a:pt x="524533" y="87643"/>
                  <a:pt x="520978" y="86738"/>
                </a:cubicBezTo>
                <a:cubicBezTo>
                  <a:pt x="517424" y="85833"/>
                  <a:pt x="513968" y="84475"/>
                  <a:pt x="510612" y="82665"/>
                </a:cubicBezTo>
                <a:close/>
                <a:moveTo>
                  <a:pt x="616712" y="0"/>
                </a:moveTo>
                <a:lnTo>
                  <a:pt x="616712" y="14440"/>
                </a:lnTo>
                <a:lnTo>
                  <a:pt x="600550" y="14440"/>
                </a:lnTo>
                <a:lnTo>
                  <a:pt x="600550" y="0"/>
                </a:lnTo>
                <a:lnTo>
                  <a:pt x="616712" y="0"/>
                </a:lnTo>
                <a:moveTo>
                  <a:pt x="618567" y="25833"/>
                </a:moveTo>
                <a:lnTo>
                  <a:pt x="618567" y="72331"/>
                </a:lnTo>
                <a:lnTo>
                  <a:pt x="634861" y="72331"/>
                </a:lnTo>
                <a:cubicBezTo>
                  <a:pt x="638129" y="72331"/>
                  <a:pt x="640458" y="72961"/>
                  <a:pt x="641849" y="74219"/>
                </a:cubicBezTo>
                <a:cubicBezTo>
                  <a:pt x="643240" y="75478"/>
                  <a:pt x="643936" y="77123"/>
                  <a:pt x="643936" y="79154"/>
                </a:cubicBezTo>
                <a:cubicBezTo>
                  <a:pt x="643936" y="81185"/>
                  <a:pt x="643240" y="82830"/>
                  <a:pt x="641849" y="84089"/>
                </a:cubicBezTo>
                <a:cubicBezTo>
                  <a:pt x="640458" y="85347"/>
                  <a:pt x="638129" y="85976"/>
                  <a:pt x="634861" y="85976"/>
                </a:cubicBezTo>
                <a:lnTo>
                  <a:pt x="588694" y="85976"/>
                </a:lnTo>
                <a:cubicBezTo>
                  <a:pt x="585426" y="85976"/>
                  <a:pt x="583097" y="85336"/>
                  <a:pt x="581706" y="84056"/>
                </a:cubicBezTo>
                <a:cubicBezTo>
                  <a:pt x="580315" y="82775"/>
                  <a:pt x="579619" y="81119"/>
                  <a:pt x="579619" y="79088"/>
                </a:cubicBezTo>
                <a:cubicBezTo>
                  <a:pt x="579619" y="77056"/>
                  <a:pt x="580315" y="75423"/>
                  <a:pt x="581706" y="74186"/>
                </a:cubicBezTo>
                <a:cubicBezTo>
                  <a:pt x="583097" y="72950"/>
                  <a:pt x="585426" y="72331"/>
                  <a:pt x="588694" y="72331"/>
                </a:cubicBezTo>
                <a:lnTo>
                  <a:pt x="604988" y="72331"/>
                </a:lnTo>
                <a:lnTo>
                  <a:pt x="604988" y="39478"/>
                </a:lnTo>
                <a:lnTo>
                  <a:pt x="594059" y="39478"/>
                </a:lnTo>
                <a:cubicBezTo>
                  <a:pt x="590835" y="39478"/>
                  <a:pt x="588517" y="38837"/>
                  <a:pt x="587104" y="37557"/>
                </a:cubicBezTo>
                <a:cubicBezTo>
                  <a:pt x="585691" y="36276"/>
                  <a:pt x="584984" y="34620"/>
                  <a:pt x="584984" y="32589"/>
                </a:cubicBezTo>
                <a:cubicBezTo>
                  <a:pt x="584984" y="30558"/>
                  <a:pt x="585680" y="28924"/>
                  <a:pt x="587071" y="27687"/>
                </a:cubicBezTo>
                <a:cubicBezTo>
                  <a:pt x="588462" y="26451"/>
                  <a:pt x="590791" y="25833"/>
                  <a:pt x="594059" y="25833"/>
                </a:cubicBezTo>
                <a:lnTo>
                  <a:pt x="618567" y="25833"/>
                </a:lnTo>
                <a:close/>
                <a:moveTo>
                  <a:pt x="685917" y="72331"/>
                </a:moveTo>
                <a:lnTo>
                  <a:pt x="709763" y="72331"/>
                </a:lnTo>
                <a:cubicBezTo>
                  <a:pt x="709895" y="68931"/>
                  <a:pt x="710591" y="66536"/>
                  <a:pt x="711849" y="65145"/>
                </a:cubicBezTo>
                <a:cubicBezTo>
                  <a:pt x="713108" y="63754"/>
                  <a:pt x="714664" y="63058"/>
                  <a:pt x="716519" y="63058"/>
                </a:cubicBezTo>
                <a:cubicBezTo>
                  <a:pt x="718550" y="63058"/>
                  <a:pt x="720195" y="63754"/>
                  <a:pt x="721454" y="65145"/>
                </a:cubicBezTo>
                <a:cubicBezTo>
                  <a:pt x="722712" y="66536"/>
                  <a:pt x="723342" y="68931"/>
                  <a:pt x="723342" y="72331"/>
                </a:cubicBezTo>
                <a:lnTo>
                  <a:pt x="723342" y="85976"/>
                </a:lnTo>
                <a:lnTo>
                  <a:pt x="664258" y="85976"/>
                </a:lnTo>
                <a:lnTo>
                  <a:pt x="664258" y="74716"/>
                </a:lnTo>
                <a:lnTo>
                  <a:pt x="700026" y="39478"/>
                </a:lnTo>
                <a:lnTo>
                  <a:pt x="679227" y="39478"/>
                </a:lnTo>
                <a:lnTo>
                  <a:pt x="679227" y="40802"/>
                </a:lnTo>
                <a:cubicBezTo>
                  <a:pt x="679227" y="44203"/>
                  <a:pt x="678598" y="46598"/>
                  <a:pt x="677340" y="47989"/>
                </a:cubicBezTo>
                <a:cubicBezTo>
                  <a:pt x="676081" y="49380"/>
                  <a:pt x="674436" y="50076"/>
                  <a:pt x="672405" y="50076"/>
                </a:cubicBezTo>
                <a:cubicBezTo>
                  <a:pt x="670374" y="50076"/>
                  <a:pt x="668729" y="49380"/>
                  <a:pt x="667470" y="47989"/>
                </a:cubicBezTo>
                <a:cubicBezTo>
                  <a:pt x="666212" y="46598"/>
                  <a:pt x="665582" y="44203"/>
                  <a:pt x="665582" y="40802"/>
                </a:cubicBezTo>
                <a:lnTo>
                  <a:pt x="665649" y="25833"/>
                </a:lnTo>
                <a:lnTo>
                  <a:pt x="721818" y="25833"/>
                </a:lnTo>
                <a:lnTo>
                  <a:pt x="721818" y="36961"/>
                </a:lnTo>
                <a:lnTo>
                  <a:pt x="685917" y="72331"/>
                </a:lnTo>
                <a:close/>
                <a:moveTo>
                  <a:pt x="808709" y="62661"/>
                </a:moveTo>
                <a:lnTo>
                  <a:pt x="753003" y="62661"/>
                </a:lnTo>
                <a:cubicBezTo>
                  <a:pt x="754416" y="66193"/>
                  <a:pt x="756922" y="69042"/>
                  <a:pt x="760521" y="71205"/>
                </a:cubicBezTo>
                <a:cubicBezTo>
                  <a:pt x="764120" y="73369"/>
                  <a:pt x="768988" y="74451"/>
                  <a:pt x="775126" y="74451"/>
                </a:cubicBezTo>
                <a:cubicBezTo>
                  <a:pt x="780160" y="74451"/>
                  <a:pt x="786850" y="73385"/>
                  <a:pt x="795196" y="71253"/>
                </a:cubicBezTo>
                <a:cubicBezTo>
                  <a:pt x="798640" y="70382"/>
                  <a:pt x="801025" y="69947"/>
                  <a:pt x="802350" y="69947"/>
                </a:cubicBezTo>
                <a:cubicBezTo>
                  <a:pt x="804160" y="69947"/>
                  <a:pt x="805684" y="70587"/>
                  <a:pt x="806920" y="71868"/>
                </a:cubicBezTo>
                <a:cubicBezTo>
                  <a:pt x="808157" y="73148"/>
                  <a:pt x="808775" y="74760"/>
                  <a:pt x="808775" y="76703"/>
                </a:cubicBezTo>
                <a:cubicBezTo>
                  <a:pt x="808775" y="78470"/>
                  <a:pt x="808112" y="79971"/>
                  <a:pt x="806788" y="81207"/>
                </a:cubicBezTo>
                <a:cubicBezTo>
                  <a:pt x="805021" y="82841"/>
                  <a:pt x="800716" y="84398"/>
                  <a:pt x="793871" y="85877"/>
                </a:cubicBezTo>
                <a:cubicBezTo>
                  <a:pt x="787027" y="87356"/>
                  <a:pt x="780447" y="88096"/>
                  <a:pt x="774133" y="88096"/>
                </a:cubicBezTo>
                <a:cubicBezTo>
                  <a:pt x="763270" y="88096"/>
                  <a:pt x="754581" y="85027"/>
                  <a:pt x="748068" y="78889"/>
                </a:cubicBezTo>
                <a:cubicBezTo>
                  <a:pt x="741555" y="72751"/>
                  <a:pt x="738298" y="65200"/>
                  <a:pt x="738298" y="56236"/>
                </a:cubicBezTo>
                <a:cubicBezTo>
                  <a:pt x="738298" y="46698"/>
                  <a:pt x="741820" y="38937"/>
                  <a:pt x="748863" y="32953"/>
                </a:cubicBezTo>
                <a:cubicBezTo>
                  <a:pt x="755906" y="26970"/>
                  <a:pt x="764020" y="23978"/>
                  <a:pt x="773205" y="23978"/>
                </a:cubicBezTo>
                <a:cubicBezTo>
                  <a:pt x="778725" y="23978"/>
                  <a:pt x="783792" y="24948"/>
                  <a:pt x="788407" y="26888"/>
                </a:cubicBezTo>
                <a:cubicBezTo>
                  <a:pt x="793021" y="28827"/>
                  <a:pt x="796455" y="30921"/>
                  <a:pt x="798707" y="33168"/>
                </a:cubicBezTo>
                <a:cubicBezTo>
                  <a:pt x="801886" y="36431"/>
                  <a:pt x="804513" y="40464"/>
                  <a:pt x="806589" y="45269"/>
                </a:cubicBezTo>
                <a:cubicBezTo>
                  <a:pt x="808002" y="48620"/>
                  <a:pt x="808709" y="52500"/>
                  <a:pt x="808709" y="56908"/>
                </a:cubicBezTo>
                <a:lnTo>
                  <a:pt x="808709" y="62661"/>
                </a:lnTo>
                <a:moveTo>
                  <a:pt x="793673" y="49016"/>
                </a:moveTo>
                <a:cubicBezTo>
                  <a:pt x="791597" y="45196"/>
                  <a:pt x="788881" y="42342"/>
                  <a:pt x="785525" y="40455"/>
                </a:cubicBezTo>
                <a:cubicBezTo>
                  <a:pt x="782169" y="38567"/>
                  <a:pt x="778173" y="37623"/>
                  <a:pt x="773536" y="37623"/>
                </a:cubicBezTo>
                <a:cubicBezTo>
                  <a:pt x="768944" y="37623"/>
                  <a:pt x="764970" y="38567"/>
                  <a:pt x="761614" y="40455"/>
                </a:cubicBezTo>
                <a:cubicBezTo>
                  <a:pt x="758258" y="42342"/>
                  <a:pt x="755520" y="45196"/>
                  <a:pt x="753400" y="49016"/>
                </a:cubicBezTo>
                <a:lnTo>
                  <a:pt x="793673" y="49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Text mySize">
            <a:extLst xmlns:a="http://schemas.openxmlformats.org/drawingml/2006/main">
              <a:ext uri="{FF2B5EF4-FFF2-40B4-BE49-F238E27FC236}">
                <a16:creationId xmlns:a16="http://schemas.microsoft.com/office/drawing/2014/main" id="{5880EC49-6BB0-4596-9CE4-E6C6E08E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8452" y="3464490"/>
            <a:ext cx="484063" cy="114326"/>
          </a:xfrm>
          <a:custGeom xmlns:a="http://schemas.openxmlformats.org/drawingml/2006/main">
            <a:pathLst>
              <a:path w="484063" h="114326">
                <a:moveTo>
                  <a:pt x="21991" y="25833"/>
                </a:moveTo>
                <a:lnTo>
                  <a:pt x="21991" y="29674"/>
                </a:lnTo>
                <a:cubicBezTo>
                  <a:pt x="24199" y="27461"/>
                  <a:pt x="26197" y="25936"/>
                  <a:pt x="27985" y="25100"/>
                </a:cubicBezTo>
                <a:cubicBezTo>
                  <a:pt x="29774" y="24264"/>
                  <a:pt x="31838" y="23846"/>
                  <a:pt x="34179" y="23846"/>
                </a:cubicBezTo>
                <a:cubicBezTo>
                  <a:pt x="36166" y="23846"/>
                  <a:pt x="38131" y="24342"/>
                  <a:pt x="40074" y="25336"/>
                </a:cubicBezTo>
                <a:cubicBezTo>
                  <a:pt x="42017" y="26329"/>
                  <a:pt x="43916" y="27820"/>
                  <a:pt x="45770" y="29807"/>
                </a:cubicBezTo>
                <a:cubicBezTo>
                  <a:pt x="48111" y="27842"/>
                  <a:pt x="50484" y="26379"/>
                  <a:pt x="52891" y="25419"/>
                </a:cubicBezTo>
                <a:cubicBezTo>
                  <a:pt x="55297" y="24458"/>
                  <a:pt x="57759" y="23978"/>
                  <a:pt x="60276" y="23978"/>
                </a:cubicBezTo>
                <a:cubicBezTo>
                  <a:pt x="65310" y="23978"/>
                  <a:pt x="69395" y="25325"/>
                  <a:pt x="72530" y="28019"/>
                </a:cubicBezTo>
                <a:cubicBezTo>
                  <a:pt x="76681" y="31551"/>
                  <a:pt x="78757" y="36188"/>
                  <a:pt x="78757" y="41928"/>
                </a:cubicBezTo>
                <a:lnTo>
                  <a:pt x="78757" y="72331"/>
                </a:lnTo>
                <a:cubicBezTo>
                  <a:pt x="81583" y="72331"/>
                  <a:pt x="83680" y="72961"/>
                  <a:pt x="85049" y="74219"/>
                </a:cubicBezTo>
                <a:cubicBezTo>
                  <a:pt x="86418" y="75478"/>
                  <a:pt x="87102" y="77123"/>
                  <a:pt x="87102" y="79154"/>
                </a:cubicBezTo>
                <a:cubicBezTo>
                  <a:pt x="87102" y="81185"/>
                  <a:pt x="86418" y="82830"/>
                  <a:pt x="85049" y="84089"/>
                </a:cubicBezTo>
                <a:cubicBezTo>
                  <a:pt x="83680" y="85347"/>
                  <a:pt x="81362" y="85976"/>
                  <a:pt x="78094" y="85976"/>
                </a:cubicBezTo>
                <a:lnTo>
                  <a:pt x="65178" y="85976"/>
                </a:lnTo>
                <a:lnTo>
                  <a:pt x="65178" y="43121"/>
                </a:lnTo>
                <a:cubicBezTo>
                  <a:pt x="65178" y="41045"/>
                  <a:pt x="64802" y="39610"/>
                  <a:pt x="64052" y="38815"/>
                </a:cubicBezTo>
                <a:cubicBezTo>
                  <a:pt x="63301" y="38020"/>
                  <a:pt x="62153" y="37623"/>
                  <a:pt x="60607" y="37623"/>
                </a:cubicBezTo>
                <a:cubicBezTo>
                  <a:pt x="59106" y="37623"/>
                  <a:pt x="57715" y="38014"/>
                  <a:pt x="56434" y="38797"/>
                </a:cubicBezTo>
                <a:cubicBezTo>
                  <a:pt x="54801" y="39884"/>
                  <a:pt x="52813" y="41928"/>
                  <a:pt x="50473" y="44930"/>
                </a:cubicBezTo>
                <a:lnTo>
                  <a:pt x="50473" y="72331"/>
                </a:lnTo>
                <a:cubicBezTo>
                  <a:pt x="53299" y="72331"/>
                  <a:pt x="55397" y="72961"/>
                  <a:pt x="56766" y="74219"/>
                </a:cubicBezTo>
                <a:cubicBezTo>
                  <a:pt x="58135" y="75478"/>
                  <a:pt x="58819" y="77123"/>
                  <a:pt x="58819" y="79154"/>
                </a:cubicBezTo>
                <a:cubicBezTo>
                  <a:pt x="58819" y="81185"/>
                  <a:pt x="58135" y="82830"/>
                  <a:pt x="56766" y="84089"/>
                </a:cubicBezTo>
                <a:cubicBezTo>
                  <a:pt x="55397" y="85347"/>
                  <a:pt x="53078" y="85976"/>
                  <a:pt x="49811" y="85976"/>
                </a:cubicBezTo>
                <a:lnTo>
                  <a:pt x="36894" y="85976"/>
                </a:lnTo>
                <a:lnTo>
                  <a:pt x="36894" y="43003"/>
                </a:lnTo>
                <a:cubicBezTo>
                  <a:pt x="36894" y="40966"/>
                  <a:pt x="36508" y="39538"/>
                  <a:pt x="35735" y="38720"/>
                </a:cubicBezTo>
                <a:cubicBezTo>
                  <a:pt x="34962" y="37900"/>
                  <a:pt x="33803" y="37491"/>
                  <a:pt x="32258" y="37491"/>
                </a:cubicBezTo>
                <a:cubicBezTo>
                  <a:pt x="30668" y="37491"/>
                  <a:pt x="29100" y="37989"/>
                  <a:pt x="27555" y="38985"/>
                </a:cubicBezTo>
                <a:cubicBezTo>
                  <a:pt x="26009" y="39981"/>
                  <a:pt x="24155" y="41963"/>
                  <a:pt x="21991" y="44930"/>
                </a:cubicBezTo>
                <a:lnTo>
                  <a:pt x="21991" y="72331"/>
                </a:lnTo>
                <a:cubicBezTo>
                  <a:pt x="24817" y="72331"/>
                  <a:pt x="26926" y="72961"/>
                  <a:pt x="28317" y="74219"/>
                </a:cubicBezTo>
                <a:cubicBezTo>
                  <a:pt x="29708" y="75478"/>
                  <a:pt x="30403" y="77123"/>
                  <a:pt x="30403" y="79154"/>
                </a:cubicBezTo>
                <a:cubicBezTo>
                  <a:pt x="30403" y="81185"/>
                  <a:pt x="29708" y="82830"/>
                  <a:pt x="28317" y="84089"/>
                </a:cubicBezTo>
                <a:cubicBezTo>
                  <a:pt x="26926" y="85347"/>
                  <a:pt x="24596" y="85976"/>
                  <a:pt x="21329" y="85976"/>
                </a:cubicBezTo>
                <a:lnTo>
                  <a:pt x="9075" y="85976"/>
                </a:lnTo>
                <a:cubicBezTo>
                  <a:pt x="5807" y="85976"/>
                  <a:pt x="3477" y="85336"/>
                  <a:pt x="2086" y="84056"/>
                </a:cubicBezTo>
                <a:cubicBezTo>
                  <a:pt x="695" y="82775"/>
                  <a:pt x="0" y="81119"/>
                  <a:pt x="0" y="79088"/>
                </a:cubicBezTo>
                <a:cubicBezTo>
                  <a:pt x="0" y="77056"/>
                  <a:pt x="684" y="75423"/>
                  <a:pt x="2053" y="74186"/>
                </a:cubicBezTo>
                <a:cubicBezTo>
                  <a:pt x="3422" y="72950"/>
                  <a:pt x="5542" y="72331"/>
                  <a:pt x="8412" y="72331"/>
                </a:cubicBezTo>
                <a:lnTo>
                  <a:pt x="8412" y="39478"/>
                </a:lnTo>
                <a:cubicBezTo>
                  <a:pt x="5542" y="39478"/>
                  <a:pt x="3422" y="38837"/>
                  <a:pt x="2053" y="37557"/>
                </a:cubicBezTo>
                <a:cubicBezTo>
                  <a:pt x="684" y="36276"/>
                  <a:pt x="0" y="34620"/>
                  <a:pt x="0" y="32589"/>
                </a:cubicBezTo>
                <a:cubicBezTo>
                  <a:pt x="0" y="30558"/>
                  <a:pt x="695" y="28924"/>
                  <a:pt x="2086" y="27687"/>
                </a:cubicBezTo>
                <a:cubicBezTo>
                  <a:pt x="3477" y="26451"/>
                  <a:pt x="5807" y="25833"/>
                  <a:pt x="9075" y="25833"/>
                </a:cubicBezTo>
                <a:lnTo>
                  <a:pt x="21991" y="25833"/>
                </a:lnTo>
                <a:close/>
                <a:moveTo>
                  <a:pt x="116764" y="85560"/>
                </a:moveTo>
                <a:lnTo>
                  <a:pt x="93249" y="39478"/>
                </a:lnTo>
                <a:cubicBezTo>
                  <a:pt x="91041" y="39478"/>
                  <a:pt x="89363" y="38848"/>
                  <a:pt x="88215" y="37590"/>
                </a:cubicBezTo>
                <a:cubicBezTo>
                  <a:pt x="87067" y="36331"/>
                  <a:pt x="86493" y="34686"/>
                  <a:pt x="86493" y="32655"/>
                </a:cubicBezTo>
                <a:cubicBezTo>
                  <a:pt x="86493" y="30624"/>
                  <a:pt x="87189" y="28979"/>
                  <a:pt x="88580" y="27720"/>
                </a:cubicBezTo>
                <a:cubicBezTo>
                  <a:pt x="89971" y="26462"/>
                  <a:pt x="92300" y="25833"/>
                  <a:pt x="95568" y="25833"/>
                </a:cubicBezTo>
                <a:lnTo>
                  <a:pt x="107954" y="25833"/>
                </a:lnTo>
                <a:cubicBezTo>
                  <a:pt x="111222" y="25833"/>
                  <a:pt x="113551" y="26462"/>
                  <a:pt x="114942" y="27720"/>
                </a:cubicBezTo>
                <a:cubicBezTo>
                  <a:pt x="116333" y="28979"/>
                  <a:pt x="117029" y="30624"/>
                  <a:pt x="117029" y="32655"/>
                </a:cubicBezTo>
                <a:cubicBezTo>
                  <a:pt x="117029" y="34686"/>
                  <a:pt x="116333" y="36331"/>
                  <a:pt x="114942" y="37590"/>
                </a:cubicBezTo>
                <a:cubicBezTo>
                  <a:pt x="113551" y="38848"/>
                  <a:pt x="111354" y="39478"/>
                  <a:pt x="108351" y="39478"/>
                </a:cubicBezTo>
                <a:lnTo>
                  <a:pt x="124381" y="70634"/>
                </a:lnTo>
                <a:lnTo>
                  <a:pt x="140278" y="39478"/>
                </a:lnTo>
                <a:cubicBezTo>
                  <a:pt x="137364" y="39478"/>
                  <a:pt x="135211" y="38837"/>
                  <a:pt x="133820" y="37557"/>
                </a:cubicBezTo>
                <a:cubicBezTo>
                  <a:pt x="132429" y="36276"/>
                  <a:pt x="131733" y="34620"/>
                  <a:pt x="131733" y="32589"/>
                </a:cubicBezTo>
                <a:cubicBezTo>
                  <a:pt x="131733" y="30558"/>
                  <a:pt x="132429" y="28924"/>
                  <a:pt x="133820" y="27687"/>
                </a:cubicBezTo>
                <a:cubicBezTo>
                  <a:pt x="135211" y="26451"/>
                  <a:pt x="137540" y="25833"/>
                  <a:pt x="140808" y="25833"/>
                </a:cubicBezTo>
                <a:lnTo>
                  <a:pt x="153592" y="25833"/>
                </a:lnTo>
                <a:cubicBezTo>
                  <a:pt x="156815" y="25833"/>
                  <a:pt x="159123" y="26462"/>
                  <a:pt x="160514" y="27720"/>
                </a:cubicBezTo>
                <a:cubicBezTo>
                  <a:pt x="161905" y="28979"/>
                  <a:pt x="162600" y="30624"/>
                  <a:pt x="162600" y="32655"/>
                </a:cubicBezTo>
                <a:cubicBezTo>
                  <a:pt x="162600" y="34686"/>
                  <a:pt x="162004" y="36331"/>
                  <a:pt x="160812" y="37590"/>
                </a:cubicBezTo>
                <a:cubicBezTo>
                  <a:pt x="159619" y="38848"/>
                  <a:pt x="157853" y="39478"/>
                  <a:pt x="155513" y="39478"/>
                </a:cubicBezTo>
                <a:lnTo>
                  <a:pt x="124381" y="100681"/>
                </a:lnTo>
                <a:cubicBezTo>
                  <a:pt x="127781" y="100681"/>
                  <a:pt x="130011" y="100681"/>
                  <a:pt x="131071" y="100681"/>
                </a:cubicBezTo>
                <a:cubicBezTo>
                  <a:pt x="133191" y="103242"/>
                  <a:pt x="134250" y="105539"/>
                  <a:pt x="134250" y="107570"/>
                </a:cubicBezTo>
                <a:cubicBezTo>
                  <a:pt x="134250" y="109601"/>
                  <a:pt x="133555" y="111235"/>
                  <a:pt x="132164" y="112471"/>
                </a:cubicBezTo>
                <a:cubicBezTo>
                  <a:pt x="130773" y="113708"/>
                  <a:pt x="128444" y="114326"/>
                  <a:pt x="125176" y="114326"/>
                </a:cubicBezTo>
                <a:lnTo>
                  <a:pt x="95568" y="114326"/>
                </a:lnTo>
                <a:cubicBezTo>
                  <a:pt x="92300" y="114326"/>
                  <a:pt x="89971" y="113708"/>
                  <a:pt x="88580" y="112471"/>
                </a:cubicBezTo>
                <a:cubicBezTo>
                  <a:pt x="87189" y="111235"/>
                  <a:pt x="86493" y="109601"/>
                  <a:pt x="86493" y="107570"/>
                </a:cubicBezTo>
                <a:cubicBezTo>
                  <a:pt x="86493" y="105539"/>
                  <a:pt x="87189" y="103883"/>
                  <a:pt x="88580" y="102602"/>
                </a:cubicBezTo>
                <a:cubicBezTo>
                  <a:pt x="89971" y="101321"/>
                  <a:pt x="92300" y="100681"/>
                  <a:pt x="95568" y="100681"/>
                </a:cubicBezTo>
                <a:lnTo>
                  <a:pt x="109080" y="100681"/>
                </a:lnTo>
                <a:lnTo>
                  <a:pt x="116764" y="85560"/>
                </a:lnTo>
                <a:close/>
                <a:moveTo>
                  <a:pt x="185902" y="82665"/>
                </a:moveTo>
                <a:cubicBezTo>
                  <a:pt x="184710" y="84078"/>
                  <a:pt x="183750" y="84983"/>
                  <a:pt x="183021" y="85380"/>
                </a:cubicBezTo>
                <a:cubicBezTo>
                  <a:pt x="182292" y="85778"/>
                  <a:pt x="181398" y="85976"/>
                  <a:pt x="180338" y="85976"/>
                </a:cubicBezTo>
                <a:cubicBezTo>
                  <a:pt x="178263" y="85976"/>
                  <a:pt x="176596" y="85280"/>
                  <a:pt x="175338" y="83886"/>
                </a:cubicBezTo>
                <a:cubicBezTo>
                  <a:pt x="174079" y="82491"/>
                  <a:pt x="173450" y="80177"/>
                  <a:pt x="173450" y="76945"/>
                </a:cubicBezTo>
                <a:lnTo>
                  <a:pt x="173450" y="67784"/>
                </a:lnTo>
                <a:cubicBezTo>
                  <a:pt x="173450" y="64508"/>
                  <a:pt x="174079" y="62173"/>
                  <a:pt x="175338" y="60779"/>
                </a:cubicBezTo>
                <a:cubicBezTo>
                  <a:pt x="176596" y="59384"/>
                  <a:pt x="178263" y="58687"/>
                  <a:pt x="180338" y="58687"/>
                </a:cubicBezTo>
                <a:cubicBezTo>
                  <a:pt x="181928" y="58687"/>
                  <a:pt x="183264" y="59106"/>
                  <a:pt x="184346" y="59945"/>
                </a:cubicBezTo>
                <a:cubicBezTo>
                  <a:pt x="185428" y="60784"/>
                  <a:pt x="186256" y="62186"/>
                  <a:pt x="186830" y="64151"/>
                </a:cubicBezTo>
                <a:cubicBezTo>
                  <a:pt x="187404" y="66116"/>
                  <a:pt x="188000" y="67452"/>
                  <a:pt x="188618" y="68159"/>
                </a:cubicBezTo>
                <a:cubicBezTo>
                  <a:pt x="189899" y="69527"/>
                  <a:pt x="192173" y="70918"/>
                  <a:pt x="195441" y="72331"/>
                </a:cubicBezTo>
                <a:cubicBezTo>
                  <a:pt x="198708" y="73745"/>
                  <a:pt x="202285" y="74451"/>
                  <a:pt x="206171" y="74451"/>
                </a:cubicBezTo>
                <a:cubicBezTo>
                  <a:pt x="212221" y="74451"/>
                  <a:pt x="217189" y="73037"/>
                  <a:pt x="221075" y="70208"/>
                </a:cubicBezTo>
                <a:cubicBezTo>
                  <a:pt x="223547" y="68483"/>
                  <a:pt x="224784" y="66360"/>
                  <a:pt x="224784" y="63841"/>
                </a:cubicBezTo>
                <a:cubicBezTo>
                  <a:pt x="224784" y="62160"/>
                  <a:pt x="224188" y="60579"/>
                  <a:pt x="222995" y="59098"/>
                </a:cubicBezTo>
                <a:cubicBezTo>
                  <a:pt x="221803" y="57618"/>
                  <a:pt x="219860" y="56391"/>
                  <a:pt x="217167" y="55418"/>
                </a:cubicBezTo>
                <a:cubicBezTo>
                  <a:pt x="215400" y="54756"/>
                  <a:pt x="211448" y="53850"/>
                  <a:pt x="205310" y="52700"/>
                </a:cubicBezTo>
                <a:cubicBezTo>
                  <a:pt x="197891" y="51330"/>
                  <a:pt x="192283" y="49671"/>
                  <a:pt x="188486" y="47724"/>
                </a:cubicBezTo>
                <a:cubicBezTo>
                  <a:pt x="184688" y="45777"/>
                  <a:pt x="181685" y="43033"/>
                  <a:pt x="179477" y="39492"/>
                </a:cubicBezTo>
                <a:cubicBezTo>
                  <a:pt x="177269" y="35951"/>
                  <a:pt x="176165" y="32122"/>
                  <a:pt x="176165" y="28006"/>
                </a:cubicBezTo>
                <a:cubicBezTo>
                  <a:pt x="176165" y="21501"/>
                  <a:pt x="178881" y="15803"/>
                  <a:pt x="184313" y="10913"/>
                </a:cubicBezTo>
                <a:cubicBezTo>
                  <a:pt x="189744" y="6022"/>
                  <a:pt x="196810" y="3577"/>
                  <a:pt x="205509" y="3577"/>
                </a:cubicBezTo>
                <a:cubicBezTo>
                  <a:pt x="208997" y="3577"/>
                  <a:pt x="212232" y="3969"/>
                  <a:pt x="215213" y="4753"/>
                </a:cubicBezTo>
                <a:cubicBezTo>
                  <a:pt x="218193" y="5536"/>
                  <a:pt x="220898" y="6734"/>
                  <a:pt x="223327" y="8346"/>
                </a:cubicBezTo>
                <a:cubicBezTo>
                  <a:pt x="225093" y="6580"/>
                  <a:pt x="226859" y="5696"/>
                  <a:pt x="228626" y="5696"/>
                </a:cubicBezTo>
                <a:cubicBezTo>
                  <a:pt x="230613" y="5696"/>
                  <a:pt x="232236" y="6394"/>
                  <a:pt x="233494" y="7789"/>
                </a:cubicBezTo>
                <a:cubicBezTo>
                  <a:pt x="234753" y="9183"/>
                  <a:pt x="235382" y="11495"/>
                  <a:pt x="235382" y="14725"/>
                </a:cubicBezTo>
                <a:lnTo>
                  <a:pt x="235382" y="24951"/>
                </a:lnTo>
                <a:cubicBezTo>
                  <a:pt x="235382" y="28226"/>
                  <a:pt x="234753" y="30560"/>
                  <a:pt x="233494" y="31956"/>
                </a:cubicBezTo>
                <a:cubicBezTo>
                  <a:pt x="232236" y="33349"/>
                  <a:pt x="230613" y="34046"/>
                  <a:pt x="228626" y="34046"/>
                </a:cubicBezTo>
                <a:cubicBezTo>
                  <a:pt x="226948" y="34046"/>
                  <a:pt x="225490" y="33538"/>
                  <a:pt x="224254" y="32523"/>
                </a:cubicBezTo>
                <a:cubicBezTo>
                  <a:pt x="223283" y="31772"/>
                  <a:pt x="222554" y="30271"/>
                  <a:pt x="222068" y="28019"/>
                </a:cubicBezTo>
                <a:cubicBezTo>
                  <a:pt x="221582" y="25766"/>
                  <a:pt x="220964" y="24155"/>
                  <a:pt x="220214" y="23183"/>
                </a:cubicBezTo>
                <a:cubicBezTo>
                  <a:pt x="218933" y="21505"/>
                  <a:pt x="217012" y="20092"/>
                  <a:pt x="214451" y="18944"/>
                </a:cubicBezTo>
                <a:cubicBezTo>
                  <a:pt x="211890" y="17796"/>
                  <a:pt x="208931" y="17222"/>
                  <a:pt x="205575" y="17222"/>
                </a:cubicBezTo>
                <a:cubicBezTo>
                  <a:pt x="200673" y="17222"/>
                  <a:pt x="196799" y="18360"/>
                  <a:pt x="193950" y="20637"/>
                </a:cubicBezTo>
                <a:cubicBezTo>
                  <a:pt x="191102" y="22914"/>
                  <a:pt x="189678" y="25290"/>
                  <a:pt x="189678" y="27766"/>
                </a:cubicBezTo>
                <a:cubicBezTo>
                  <a:pt x="189678" y="29447"/>
                  <a:pt x="190263" y="31072"/>
                  <a:pt x="191433" y="32641"/>
                </a:cubicBezTo>
                <a:cubicBezTo>
                  <a:pt x="192603" y="34210"/>
                  <a:pt x="194315" y="35436"/>
                  <a:pt x="196567" y="36321"/>
                </a:cubicBezTo>
                <a:cubicBezTo>
                  <a:pt x="198068" y="36939"/>
                  <a:pt x="202296" y="37933"/>
                  <a:pt x="209251" y="39304"/>
                </a:cubicBezTo>
                <a:cubicBezTo>
                  <a:pt x="216206" y="40674"/>
                  <a:pt x="221549" y="42178"/>
                  <a:pt x="225281" y="43816"/>
                </a:cubicBezTo>
                <a:cubicBezTo>
                  <a:pt x="229012" y="45453"/>
                  <a:pt x="232114" y="48020"/>
                  <a:pt x="234587" y="51516"/>
                </a:cubicBezTo>
                <a:cubicBezTo>
                  <a:pt x="237060" y="55013"/>
                  <a:pt x="238296" y="59174"/>
                  <a:pt x="238296" y="63998"/>
                </a:cubicBezTo>
                <a:cubicBezTo>
                  <a:pt x="238296" y="70725"/>
                  <a:pt x="235934" y="76102"/>
                  <a:pt x="231209" y="80129"/>
                </a:cubicBezTo>
                <a:cubicBezTo>
                  <a:pt x="224938" y="85440"/>
                  <a:pt x="216946" y="88096"/>
                  <a:pt x="207231" y="88096"/>
                </a:cubicBezTo>
                <a:cubicBezTo>
                  <a:pt x="203477" y="88096"/>
                  <a:pt x="199823" y="87643"/>
                  <a:pt x="196269" y="86738"/>
                </a:cubicBezTo>
                <a:cubicBezTo>
                  <a:pt x="192714" y="85833"/>
                  <a:pt x="189258" y="84475"/>
                  <a:pt x="185902" y="82665"/>
                </a:cubicBezTo>
                <a:close/>
                <a:moveTo>
                  <a:pt x="292002" y="0"/>
                </a:moveTo>
                <a:lnTo>
                  <a:pt x="292002" y="14440"/>
                </a:lnTo>
                <a:lnTo>
                  <a:pt x="275840" y="14440"/>
                </a:lnTo>
                <a:lnTo>
                  <a:pt x="275840" y="0"/>
                </a:lnTo>
                <a:lnTo>
                  <a:pt x="292002" y="0"/>
                </a:lnTo>
                <a:moveTo>
                  <a:pt x="293856" y="25833"/>
                </a:moveTo>
                <a:lnTo>
                  <a:pt x="293856" y="72331"/>
                </a:lnTo>
                <a:lnTo>
                  <a:pt x="310151" y="72331"/>
                </a:lnTo>
                <a:cubicBezTo>
                  <a:pt x="313418" y="72331"/>
                  <a:pt x="315748" y="72961"/>
                  <a:pt x="317139" y="74219"/>
                </a:cubicBezTo>
                <a:cubicBezTo>
                  <a:pt x="318530" y="75478"/>
                  <a:pt x="319225" y="77123"/>
                  <a:pt x="319225" y="79154"/>
                </a:cubicBezTo>
                <a:cubicBezTo>
                  <a:pt x="319225" y="81185"/>
                  <a:pt x="318530" y="82830"/>
                  <a:pt x="317139" y="84089"/>
                </a:cubicBezTo>
                <a:cubicBezTo>
                  <a:pt x="315748" y="85347"/>
                  <a:pt x="313418" y="85976"/>
                  <a:pt x="310151" y="85976"/>
                </a:cubicBezTo>
                <a:lnTo>
                  <a:pt x="263983" y="85976"/>
                </a:lnTo>
                <a:cubicBezTo>
                  <a:pt x="260715" y="85976"/>
                  <a:pt x="258386" y="85336"/>
                  <a:pt x="256995" y="84056"/>
                </a:cubicBezTo>
                <a:cubicBezTo>
                  <a:pt x="255604" y="82775"/>
                  <a:pt x="254908" y="81119"/>
                  <a:pt x="254908" y="79088"/>
                </a:cubicBezTo>
                <a:cubicBezTo>
                  <a:pt x="254908" y="77056"/>
                  <a:pt x="255604" y="75423"/>
                  <a:pt x="256995" y="74186"/>
                </a:cubicBezTo>
                <a:cubicBezTo>
                  <a:pt x="258386" y="72950"/>
                  <a:pt x="260715" y="72331"/>
                  <a:pt x="263983" y="72331"/>
                </a:cubicBezTo>
                <a:lnTo>
                  <a:pt x="280277" y="72331"/>
                </a:lnTo>
                <a:lnTo>
                  <a:pt x="280277" y="39478"/>
                </a:lnTo>
                <a:lnTo>
                  <a:pt x="269348" y="39478"/>
                </a:lnTo>
                <a:cubicBezTo>
                  <a:pt x="266125" y="39478"/>
                  <a:pt x="263806" y="38837"/>
                  <a:pt x="262393" y="37557"/>
                </a:cubicBezTo>
                <a:cubicBezTo>
                  <a:pt x="260980" y="36276"/>
                  <a:pt x="260274" y="34620"/>
                  <a:pt x="260274" y="32589"/>
                </a:cubicBezTo>
                <a:cubicBezTo>
                  <a:pt x="260274" y="30558"/>
                  <a:pt x="260969" y="28924"/>
                  <a:pt x="262360" y="27687"/>
                </a:cubicBezTo>
                <a:cubicBezTo>
                  <a:pt x="263751" y="26451"/>
                  <a:pt x="266081" y="25833"/>
                  <a:pt x="269348" y="25833"/>
                </a:cubicBezTo>
                <a:lnTo>
                  <a:pt x="293856" y="25833"/>
                </a:lnTo>
                <a:close/>
                <a:moveTo>
                  <a:pt x="361207" y="72331"/>
                </a:moveTo>
                <a:lnTo>
                  <a:pt x="385052" y="72331"/>
                </a:lnTo>
                <a:cubicBezTo>
                  <a:pt x="385185" y="68931"/>
                  <a:pt x="385880" y="66536"/>
                  <a:pt x="387139" y="65145"/>
                </a:cubicBezTo>
                <a:cubicBezTo>
                  <a:pt x="388397" y="63754"/>
                  <a:pt x="389954" y="63058"/>
                  <a:pt x="391808" y="63058"/>
                </a:cubicBezTo>
                <a:cubicBezTo>
                  <a:pt x="393840" y="63058"/>
                  <a:pt x="395485" y="63754"/>
                  <a:pt x="396743" y="65145"/>
                </a:cubicBezTo>
                <a:cubicBezTo>
                  <a:pt x="398002" y="66536"/>
                  <a:pt x="398631" y="68931"/>
                  <a:pt x="398631" y="72331"/>
                </a:cubicBezTo>
                <a:lnTo>
                  <a:pt x="398631" y="85976"/>
                </a:lnTo>
                <a:lnTo>
                  <a:pt x="339547" y="85976"/>
                </a:lnTo>
                <a:lnTo>
                  <a:pt x="339547" y="74716"/>
                </a:lnTo>
                <a:lnTo>
                  <a:pt x="375315" y="39478"/>
                </a:lnTo>
                <a:lnTo>
                  <a:pt x="354517" y="39478"/>
                </a:lnTo>
                <a:lnTo>
                  <a:pt x="354517" y="40802"/>
                </a:lnTo>
                <a:cubicBezTo>
                  <a:pt x="354517" y="44203"/>
                  <a:pt x="353887" y="46598"/>
                  <a:pt x="352629" y="47989"/>
                </a:cubicBezTo>
                <a:cubicBezTo>
                  <a:pt x="351370" y="49380"/>
                  <a:pt x="349725" y="50076"/>
                  <a:pt x="347694" y="50076"/>
                </a:cubicBezTo>
                <a:cubicBezTo>
                  <a:pt x="345663" y="50076"/>
                  <a:pt x="344018" y="49380"/>
                  <a:pt x="342759" y="47989"/>
                </a:cubicBezTo>
                <a:cubicBezTo>
                  <a:pt x="341501" y="46598"/>
                  <a:pt x="340872" y="44203"/>
                  <a:pt x="340872" y="40802"/>
                </a:cubicBezTo>
                <a:lnTo>
                  <a:pt x="340938" y="25833"/>
                </a:lnTo>
                <a:lnTo>
                  <a:pt x="397107" y="25833"/>
                </a:lnTo>
                <a:lnTo>
                  <a:pt x="397107" y="36961"/>
                </a:lnTo>
                <a:lnTo>
                  <a:pt x="361207" y="72331"/>
                </a:lnTo>
                <a:close/>
                <a:moveTo>
                  <a:pt x="483997" y="62661"/>
                </a:moveTo>
                <a:lnTo>
                  <a:pt x="428291" y="62661"/>
                </a:lnTo>
                <a:cubicBezTo>
                  <a:pt x="429704" y="66193"/>
                  <a:pt x="432210" y="69042"/>
                  <a:pt x="435809" y="71205"/>
                </a:cubicBezTo>
                <a:cubicBezTo>
                  <a:pt x="439408" y="73369"/>
                  <a:pt x="444277" y="74451"/>
                  <a:pt x="450415" y="74451"/>
                </a:cubicBezTo>
                <a:cubicBezTo>
                  <a:pt x="455449" y="74451"/>
                  <a:pt x="462139" y="73385"/>
                  <a:pt x="470485" y="71253"/>
                </a:cubicBezTo>
                <a:cubicBezTo>
                  <a:pt x="473929" y="70382"/>
                  <a:pt x="476314" y="69947"/>
                  <a:pt x="477638" y="69947"/>
                </a:cubicBezTo>
                <a:cubicBezTo>
                  <a:pt x="479449" y="69947"/>
                  <a:pt x="480972" y="70587"/>
                  <a:pt x="482209" y="71868"/>
                </a:cubicBezTo>
                <a:cubicBezTo>
                  <a:pt x="483445" y="73148"/>
                  <a:pt x="484063" y="74760"/>
                  <a:pt x="484063" y="76703"/>
                </a:cubicBezTo>
                <a:cubicBezTo>
                  <a:pt x="484063" y="78470"/>
                  <a:pt x="483401" y="79971"/>
                  <a:pt x="482076" y="81207"/>
                </a:cubicBezTo>
                <a:cubicBezTo>
                  <a:pt x="480310" y="82841"/>
                  <a:pt x="476005" y="84398"/>
                  <a:pt x="469160" y="85877"/>
                </a:cubicBezTo>
                <a:cubicBezTo>
                  <a:pt x="462315" y="87356"/>
                  <a:pt x="455736" y="88096"/>
                  <a:pt x="449421" y="88096"/>
                </a:cubicBezTo>
                <a:cubicBezTo>
                  <a:pt x="438558" y="88096"/>
                  <a:pt x="429870" y="85027"/>
                  <a:pt x="423357" y="78889"/>
                </a:cubicBezTo>
                <a:cubicBezTo>
                  <a:pt x="416843" y="72751"/>
                  <a:pt x="413587" y="65200"/>
                  <a:pt x="413587" y="56236"/>
                </a:cubicBezTo>
                <a:cubicBezTo>
                  <a:pt x="413587" y="46698"/>
                  <a:pt x="417108" y="38937"/>
                  <a:pt x="424152" y="32953"/>
                </a:cubicBezTo>
                <a:cubicBezTo>
                  <a:pt x="431195" y="26970"/>
                  <a:pt x="439309" y="23978"/>
                  <a:pt x="448494" y="23978"/>
                </a:cubicBezTo>
                <a:cubicBezTo>
                  <a:pt x="454014" y="23978"/>
                  <a:pt x="459081" y="24948"/>
                  <a:pt x="463695" y="26888"/>
                </a:cubicBezTo>
                <a:cubicBezTo>
                  <a:pt x="468310" y="28827"/>
                  <a:pt x="471743" y="30921"/>
                  <a:pt x="473995" y="33168"/>
                </a:cubicBezTo>
                <a:cubicBezTo>
                  <a:pt x="477175" y="36431"/>
                  <a:pt x="479802" y="40464"/>
                  <a:pt x="481878" y="45269"/>
                </a:cubicBezTo>
                <a:cubicBezTo>
                  <a:pt x="483291" y="48620"/>
                  <a:pt x="483997" y="52500"/>
                  <a:pt x="483997" y="56908"/>
                </a:cubicBezTo>
                <a:lnTo>
                  <a:pt x="483997" y="62661"/>
                </a:lnTo>
                <a:moveTo>
                  <a:pt x="468961" y="49016"/>
                </a:moveTo>
                <a:cubicBezTo>
                  <a:pt x="466886" y="45196"/>
                  <a:pt x="464170" y="42342"/>
                  <a:pt x="460814" y="40455"/>
                </a:cubicBezTo>
                <a:cubicBezTo>
                  <a:pt x="457458" y="38567"/>
                  <a:pt x="453462" y="37623"/>
                  <a:pt x="448825" y="37623"/>
                </a:cubicBezTo>
                <a:cubicBezTo>
                  <a:pt x="444233" y="37623"/>
                  <a:pt x="440258" y="38567"/>
                  <a:pt x="436902" y="40455"/>
                </a:cubicBezTo>
                <a:cubicBezTo>
                  <a:pt x="433546" y="42342"/>
                  <a:pt x="430808" y="45196"/>
                  <a:pt x="428689" y="49016"/>
                </a:cubicBezTo>
                <a:lnTo>
                  <a:pt x="468961" y="49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Text mySize">
            <a:extLst xmlns:a="http://schemas.openxmlformats.org/drawingml/2006/main">
              <a:ext uri="{FF2B5EF4-FFF2-40B4-BE49-F238E27FC236}">
                <a16:creationId xmlns:a16="http://schemas.microsoft.com/office/drawing/2014/main" id="{6FF65670-3E7F-4FD4-A538-E4602964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8452" y="3627275"/>
            <a:ext cx="484063" cy="114326"/>
          </a:xfrm>
          <a:custGeom xmlns:a="http://schemas.openxmlformats.org/drawingml/2006/main">
            <a:pathLst>
              <a:path w="484063" h="114326">
                <a:moveTo>
                  <a:pt x="21991" y="25833"/>
                </a:moveTo>
                <a:lnTo>
                  <a:pt x="21991" y="29674"/>
                </a:lnTo>
                <a:cubicBezTo>
                  <a:pt x="24199" y="27461"/>
                  <a:pt x="26197" y="25936"/>
                  <a:pt x="27985" y="25100"/>
                </a:cubicBezTo>
                <a:cubicBezTo>
                  <a:pt x="29774" y="24264"/>
                  <a:pt x="31838" y="23846"/>
                  <a:pt x="34179" y="23846"/>
                </a:cubicBezTo>
                <a:cubicBezTo>
                  <a:pt x="36166" y="23846"/>
                  <a:pt x="38131" y="24342"/>
                  <a:pt x="40074" y="25336"/>
                </a:cubicBezTo>
                <a:cubicBezTo>
                  <a:pt x="42017" y="26329"/>
                  <a:pt x="43916" y="27820"/>
                  <a:pt x="45770" y="29807"/>
                </a:cubicBezTo>
                <a:cubicBezTo>
                  <a:pt x="48111" y="27842"/>
                  <a:pt x="50484" y="26379"/>
                  <a:pt x="52891" y="25419"/>
                </a:cubicBezTo>
                <a:cubicBezTo>
                  <a:pt x="55297" y="24458"/>
                  <a:pt x="57759" y="23978"/>
                  <a:pt x="60276" y="23978"/>
                </a:cubicBezTo>
                <a:cubicBezTo>
                  <a:pt x="65310" y="23978"/>
                  <a:pt x="69395" y="25325"/>
                  <a:pt x="72530" y="28019"/>
                </a:cubicBezTo>
                <a:cubicBezTo>
                  <a:pt x="76681" y="31551"/>
                  <a:pt x="78757" y="36188"/>
                  <a:pt x="78757" y="41928"/>
                </a:cubicBezTo>
                <a:lnTo>
                  <a:pt x="78757" y="72331"/>
                </a:lnTo>
                <a:cubicBezTo>
                  <a:pt x="81583" y="72331"/>
                  <a:pt x="83680" y="72961"/>
                  <a:pt x="85049" y="74219"/>
                </a:cubicBezTo>
                <a:cubicBezTo>
                  <a:pt x="86418" y="75478"/>
                  <a:pt x="87102" y="77123"/>
                  <a:pt x="87102" y="79154"/>
                </a:cubicBezTo>
                <a:cubicBezTo>
                  <a:pt x="87102" y="81185"/>
                  <a:pt x="86418" y="82830"/>
                  <a:pt x="85049" y="84089"/>
                </a:cubicBezTo>
                <a:cubicBezTo>
                  <a:pt x="83680" y="85347"/>
                  <a:pt x="81362" y="85976"/>
                  <a:pt x="78094" y="85976"/>
                </a:cubicBezTo>
                <a:lnTo>
                  <a:pt x="65178" y="85976"/>
                </a:lnTo>
                <a:lnTo>
                  <a:pt x="65178" y="43121"/>
                </a:lnTo>
                <a:cubicBezTo>
                  <a:pt x="65178" y="41045"/>
                  <a:pt x="64802" y="39610"/>
                  <a:pt x="64052" y="38815"/>
                </a:cubicBezTo>
                <a:cubicBezTo>
                  <a:pt x="63301" y="38020"/>
                  <a:pt x="62153" y="37623"/>
                  <a:pt x="60607" y="37623"/>
                </a:cubicBezTo>
                <a:cubicBezTo>
                  <a:pt x="59106" y="37623"/>
                  <a:pt x="57715" y="38014"/>
                  <a:pt x="56434" y="38797"/>
                </a:cubicBezTo>
                <a:cubicBezTo>
                  <a:pt x="54801" y="39884"/>
                  <a:pt x="52813" y="41928"/>
                  <a:pt x="50473" y="44930"/>
                </a:cubicBezTo>
                <a:lnTo>
                  <a:pt x="50473" y="72331"/>
                </a:lnTo>
                <a:cubicBezTo>
                  <a:pt x="53299" y="72331"/>
                  <a:pt x="55397" y="72961"/>
                  <a:pt x="56766" y="74219"/>
                </a:cubicBezTo>
                <a:cubicBezTo>
                  <a:pt x="58135" y="75478"/>
                  <a:pt x="58819" y="77123"/>
                  <a:pt x="58819" y="79154"/>
                </a:cubicBezTo>
                <a:cubicBezTo>
                  <a:pt x="58819" y="81185"/>
                  <a:pt x="58135" y="82830"/>
                  <a:pt x="56766" y="84089"/>
                </a:cubicBezTo>
                <a:cubicBezTo>
                  <a:pt x="55397" y="85347"/>
                  <a:pt x="53078" y="85976"/>
                  <a:pt x="49811" y="85976"/>
                </a:cubicBezTo>
                <a:lnTo>
                  <a:pt x="36894" y="85976"/>
                </a:lnTo>
                <a:lnTo>
                  <a:pt x="36894" y="43003"/>
                </a:lnTo>
                <a:cubicBezTo>
                  <a:pt x="36894" y="40966"/>
                  <a:pt x="36508" y="39538"/>
                  <a:pt x="35735" y="38720"/>
                </a:cubicBezTo>
                <a:cubicBezTo>
                  <a:pt x="34962" y="37900"/>
                  <a:pt x="33803" y="37491"/>
                  <a:pt x="32258" y="37491"/>
                </a:cubicBezTo>
                <a:cubicBezTo>
                  <a:pt x="30668" y="37491"/>
                  <a:pt x="29100" y="37989"/>
                  <a:pt x="27555" y="38985"/>
                </a:cubicBezTo>
                <a:cubicBezTo>
                  <a:pt x="26009" y="39981"/>
                  <a:pt x="24155" y="41963"/>
                  <a:pt x="21991" y="44930"/>
                </a:cubicBezTo>
                <a:lnTo>
                  <a:pt x="21991" y="72331"/>
                </a:lnTo>
                <a:cubicBezTo>
                  <a:pt x="24817" y="72331"/>
                  <a:pt x="26926" y="72961"/>
                  <a:pt x="28317" y="74219"/>
                </a:cubicBezTo>
                <a:cubicBezTo>
                  <a:pt x="29708" y="75478"/>
                  <a:pt x="30403" y="77123"/>
                  <a:pt x="30403" y="79154"/>
                </a:cubicBezTo>
                <a:cubicBezTo>
                  <a:pt x="30403" y="81185"/>
                  <a:pt x="29708" y="82830"/>
                  <a:pt x="28317" y="84089"/>
                </a:cubicBezTo>
                <a:cubicBezTo>
                  <a:pt x="26926" y="85347"/>
                  <a:pt x="24596" y="85976"/>
                  <a:pt x="21329" y="85976"/>
                </a:cubicBezTo>
                <a:lnTo>
                  <a:pt x="9075" y="85976"/>
                </a:lnTo>
                <a:cubicBezTo>
                  <a:pt x="5807" y="85976"/>
                  <a:pt x="3477" y="85336"/>
                  <a:pt x="2086" y="84056"/>
                </a:cubicBezTo>
                <a:cubicBezTo>
                  <a:pt x="695" y="82775"/>
                  <a:pt x="0" y="81119"/>
                  <a:pt x="0" y="79088"/>
                </a:cubicBezTo>
                <a:cubicBezTo>
                  <a:pt x="0" y="77056"/>
                  <a:pt x="684" y="75423"/>
                  <a:pt x="2053" y="74186"/>
                </a:cubicBezTo>
                <a:cubicBezTo>
                  <a:pt x="3422" y="72950"/>
                  <a:pt x="5542" y="72331"/>
                  <a:pt x="8412" y="72331"/>
                </a:cubicBezTo>
                <a:lnTo>
                  <a:pt x="8412" y="39478"/>
                </a:lnTo>
                <a:cubicBezTo>
                  <a:pt x="5542" y="39478"/>
                  <a:pt x="3422" y="38837"/>
                  <a:pt x="2053" y="37557"/>
                </a:cubicBezTo>
                <a:cubicBezTo>
                  <a:pt x="684" y="36276"/>
                  <a:pt x="0" y="34620"/>
                  <a:pt x="0" y="32589"/>
                </a:cubicBezTo>
                <a:cubicBezTo>
                  <a:pt x="0" y="30558"/>
                  <a:pt x="695" y="28924"/>
                  <a:pt x="2086" y="27687"/>
                </a:cubicBezTo>
                <a:cubicBezTo>
                  <a:pt x="3477" y="26451"/>
                  <a:pt x="5807" y="25833"/>
                  <a:pt x="9075" y="25833"/>
                </a:cubicBezTo>
                <a:lnTo>
                  <a:pt x="21991" y="25833"/>
                </a:lnTo>
                <a:close/>
                <a:moveTo>
                  <a:pt x="116764" y="85560"/>
                </a:moveTo>
                <a:lnTo>
                  <a:pt x="93249" y="39478"/>
                </a:lnTo>
                <a:cubicBezTo>
                  <a:pt x="91041" y="39478"/>
                  <a:pt x="89363" y="38848"/>
                  <a:pt x="88215" y="37590"/>
                </a:cubicBezTo>
                <a:cubicBezTo>
                  <a:pt x="87067" y="36331"/>
                  <a:pt x="86493" y="34686"/>
                  <a:pt x="86493" y="32655"/>
                </a:cubicBezTo>
                <a:cubicBezTo>
                  <a:pt x="86493" y="30624"/>
                  <a:pt x="87189" y="28979"/>
                  <a:pt x="88580" y="27720"/>
                </a:cubicBezTo>
                <a:cubicBezTo>
                  <a:pt x="89971" y="26462"/>
                  <a:pt x="92300" y="25833"/>
                  <a:pt x="95568" y="25833"/>
                </a:cubicBezTo>
                <a:lnTo>
                  <a:pt x="107954" y="25833"/>
                </a:lnTo>
                <a:cubicBezTo>
                  <a:pt x="111222" y="25833"/>
                  <a:pt x="113551" y="26462"/>
                  <a:pt x="114942" y="27720"/>
                </a:cubicBezTo>
                <a:cubicBezTo>
                  <a:pt x="116333" y="28979"/>
                  <a:pt x="117029" y="30624"/>
                  <a:pt x="117029" y="32655"/>
                </a:cubicBezTo>
                <a:cubicBezTo>
                  <a:pt x="117029" y="34686"/>
                  <a:pt x="116333" y="36331"/>
                  <a:pt x="114942" y="37590"/>
                </a:cubicBezTo>
                <a:cubicBezTo>
                  <a:pt x="113551" y="38848"/>
                  <a:pt x="111354" y="39478"/>
                  <a:pt x="108351" y="39478"/>
                </a:cubicBezTo>
                <a:lnTo>
                  <a:pt x="124381" y="70634"/>
                </a:lnTo>
                <a:lnTo>
                  <a:pt x="140278" y="39478"/>
                </a:lnTo>
                <a:cubicBezTo>
                  <a:pt x="137364" y="39478"/>
                  <a:pt x="135211" y="38837"/>
                  <a:pt x="133820" y="37557"/>
                </a:cubicBezTo>
                <a:cubicBezTo>
                  <a:pt x="132429" y="36276"/>
                  <a:pt x="131733" y="34620"/>
                  <a:pt x="131733" y="32589"/>
                </a:cubicBezTo>
                <a:cubicBezTo>
                  <a:pt x="131733" y="30558"/>
                  <a:pt x="132429" y="28924"/>
                  <a:pt x="133820" y="27687"/>
                </a:cubicBezTo>
                <a:cubicBezTo>
                  <a:pt x="135211" y="26451"/>
                  <a:pt x="137540" y="25833"/>
                  <a:pt x="140808" y="25833"/>
                </a:cubicBezTo>
                <a:lnTo>
                  <a:pt x="153592" y="25833"/>
                </a:lnTo>
                <a:cubicBezTo>
                  <a:pt x="156815" y="25833"/>
                  <a:pt x="159123" y="26462"/>
                  <a:pt x="160514" y="27720"/>
                </a:cubicBezTo>
                <a:cubicBezTo>
                  <a:pt x="161905" y="28979"/>
                  <a:pt x="162600" y="30624"/>
                  <a:pt x="162600" y="32655"/>
                </a:cubicBezTo>
                <a:cubicBezTo>
                  <a:pt x="162600" y="34686"/>
                  <a:pt x="162004" y="36331"/>
                  <a:pt x="160812" y="37590"/>
                </a:cubicBezTo>
                <a:cubicBezTo>
                  <a:pt x="159619" y="38848"/>
                  <a:pt x="157853" y="39478"/>
                  <a:pt x="155513" y="39478"/>
                </a:cubicBezTo>
                <a:lnTo>
                  <a:pt x="124381" y="100681"/>
                </a:lnTo>
                <a:cubicBezTo>
                  <a:pt x="127781" y="100681"/>
                  <a:pt x="130011" y="100681"/>
                  <a:pt x="131071" y="100681"/>
                </a:cubicBezTo>
                <a:cubicBezTo>
                  <a:pt x="133191" y="103242"/>
                  <a:pt x="134250" y="105539"/>
                  <a:pt x="134250" y="107570"/>
                </a:cubicBezTo>
                <a:cubicBezTo>
                  <a:pt x="134250" y="109601"/>
                  <a:pt x="133555" y="111235"/>
                  <a:pt x="132164" y="112471"/>
                </a:cubicBezTo>
                <a:cubicBezTo>
                  <a:pt x="130773" y="113708"/>
                  <a:pt x="128444" y="114326"/>
                  <a:pt x="125176" y="114326"/>
                </a:cubicBezTo>
                <a:lnTo>
                  <a:pt x="95568" y="114326"/>
                </a:lnTo>
                <a:cubicBezTo>
                  <a:pt x="92300" y="114326"/>
                  <a:pt x="89971" y="113708"/>
                  <a:pt x="88580" y="112471"/>
                </a:cubicBezTo>
                <a:cubicBezTo>
                  <a:pt x="87189" y="111235"/>
                  <a:pt x="86493" y="109601"/>
                  <a:pt x="86493" y="107570"/>
                </a:cubicBezTo>
                <a:cubicBezTo>
                  <a:pt x="86493" y="105539"/>
                  <a:pt x="87189" y="103883"/>
                  <a:pt x="88580" y="102602"/>
                </a:cubicBezTo>
                <a:cubicBezTo>
                  <a:pt x="89971" y="101321"/>
                  <a:pt x="92300" y="100681"/>
                  <a:pt x="95568" y="100681"/>
                </a:cubicBezTo>
                <a:lnTo>
                  <a:pt x="109080" y="100681"/>
                </a:lnTo>
                <a:lnTo>
                  <a:pt x="116764" y="85560"/>
                </a:lnTo>
                <a:close/>
                <a:moveTo>
                  <a:pt x="185902" y="82665"/>
                </a:moveTo>
                <a:cubicBezTo>
                  <a:pt x="184710" y="84078"/>
                  <a:pt x="183750" y="84983"/>
                  <a:pt x="183021" y="85380"/>
                </a:cubicBezTo>
                <a:cubicBezTo>
                  <a:pt x="182292" y="85778"/>
                  <a:pt x="181398" y="85976"/>
                  <a:pt x="180338" y="85976"/>
                </a:cubicBezTo>
                <a:cubicBezTo>
                  <a:pt x="178263" y="85976"/>
                  <a:pt x="176596" y="85280"/>
                  <a:pt x="175338" y="83886"/>
                </a:cubicBezTo>
                <a:cubicBezTo>
                  <a:pt x="174079" y="82491"/>
                  <a:pt x="173450" y="80177"/>
                  <a:pt x="173450" y="76945"/>
                </a:cubicBezTo>
                <a:lnTo>
                  <a:pt x="173450" y="67784"/>
                </a:lnTo>
                <a:cubicBezTo>
                  <a:pt x="173450" y="64508"/>
                  <a:pt x="174079" y="62173"/>
                  <a:pt x="175338" y="60779"/>
                </a:cubicBezTo>
                <a:cubicBezTo>
                  <a:pt x="176596" y="59384"/>
                  <a:pt x="178263" y="58687"/>
                  <a:pt x="180338" y="58687"/>
                </a:cubicBezTo>
                <a:cubicBezTo>
                  <a:pt x="181928" y="58687"/>
                  <a:pt x="183264" y="59106"/>
                  <a:pt x="184346" y="59945"/>
                </a:cubicBezTo>
                <a:cubicBezTo>
                  <a:pt x="185428" y="60784"/>
                  <a:pt x="186256" y="62186"/>
                  <a:pt x="186830" y="64151"/>
                </a:cubicBezTo>
                <a:cubicBezTo>
                  <a:pt x="187404" y="66116"/>
                  <a:pt x="188000" y="67452"/>
                  <a:pt x="188618" y="68159"/>
                </a:cubicBezTo>
                <a:cubicBezTo>
                  <a:pt x="189899" y="69527"/>
                  <a:pt x="192173" y="70918"/>
                  <a:pt x="195441" y="72331"/>
                </a:cubicBezTo>
                <a:cubicBezTo>
                  <a:pt x="198708" y="73745"/>
                  <a:pt x="202285" y="74451"/>
                  <a:pt x="206171" y="74451"/>
                </a:cubicBezTo>
                <a:cubicBezTo>
                  <a:pt x="212221" y="74451"/>
                  <a:pt x="217189" y="73037"/>
                  <a:pt x="221075" y="70208"/>
                </a:cubicBezTo>
                <a:cubicBezTo>
                  <a:pt x="223547" y="68483"/>
                  <a:pt x="224784" y="66360"/>
                  <a:pt x="224784" y="63841"/>
                </a:cubicBezTo>
                <a:cubicBezTo>
                  <a:pt x="224784" y="62160"/>
                  <a:pt x="224188" y="60579"/>
                  <a:pt x="222995" y="59098"/>
                </a:cubicBezTo>
                <a:cubicBezTo>
                  <a:pt x="221803" y="57618"/>
                  <a:pt x="219860" y="56391"/>
                  <a:pt x="217167" y="55418"/>
                </a:cubicBezTo>
                <a:cubicBezTo>
                  <a:pt x="215400" y="54756"/>
                  <a:pt x="211448" y="53850"/>
                  <a:pt x="205310" y="52700"/>
                </a:cubicBezTo>
                <a:cubicBezTo>
                  <a:pt x="197891" y="51330"/>
                  <a:pt x="192283" y="49671"/>
                  <a:pt x="188486" y="47724"/>
                </a:cubicBezTo>
                <a:cubicBezTo>
                  <a:pt x="184688" y="45777"/>
                  <a:pt x="181685" y="43033"/>
                  <a:pt x="179477" y="39492"/>
                </a:cubicBezTo>
                <a:cubicBezTo>
                  <a:pt x="177269" y="35951"/>
                  <a:pt x="176165" y="32122"/>
                  <a:pt x="176165" y="28006"/>
                </a:cubicBezTo>
                <a:cubicBezTo>
                  <a:pt x="176165" y="21501"/>
                  <a:pt x="178881" y="15803"/>
                  <a:pt x="184313" y="10913"/>
                </a:cubicBezTo>
                <a:cubicBezTo>
                  <a:pt x="189744" y="6022"/>
                  <a:pt x="196810" y="3577"/>
                  <a:pt x="205509" y="3577"/>
                </a:cubicBezTo>
                <a:cubicBezTo>
                  <a:pt x="208997" y="3577"/>
                  <a:pt x="212232" y="3969"/>
                  <a:pt x="215213" y="4753"/>
                </a:cubicBezTo>
                <a:cubicBezTo>
                  <a:pt x="218193" y="5536"/>
                  <a:pt x="220898" y="6734"/>
                  <a:pt x="223327" y="8346"/>
                </a:cubicBezTo>
                <a:cubicBezTo>
                  <a:pt x="225093" y="6580"/>
                  <a:pt x="226859" y="5696"/>
                  <a:pt x="228626" y="5696"/>
                </a:cubicBezTo>
                <a:cubicBezTo>
                  <a:pt x="230613" y="5696"/>
                  <a:pt x="232236" y="6394"/>
                  <a:pt x="233494" y="7789"/>
                </a:cubicBezTo>
                <a:cubicBezTo>
                  <a:pt x="234753" y="9183"/>
                  <a:pt x="235382" y="11495"/>
                  <a:pt x="235382" y="14725"/>
                </a:cubicBezTo>
                <a:lnTo>
                  <a:pt x="235382" y="24951"/>
                </a:lnTo>
                <a:cubicBezTo>
                  <a:pt x="235382" y="28226"/>
                  <a:pt x="234753" y="30560"/>
                  <a:pt x="233494" y="31956"/>
                </a:cubicBezTo>
                <a:cubicBezTo>
                  <a:pt x="232236" y="33349"/>
                  <a:pt x="230613" y="34046"/>
                  <a:pt x="228626" y="34046"/>
                </a:cubicBezTo>
                <a:cubicBezTo>
                  <a:pt x="226948" y="34046"/>
                  <a:pt x="225490" y="33538"/>
                  <a:pt x="224254" y="32523"/>
                </a:cubicBezTo>
                <a:cubicBezTo>
                  <a:pt x="223283" y="31772"/>
                  <a:pt x="222554" y="30271"/>
                  <a:pt x="222068" y="28019"/>
                </a:cubicBezTo>
                <a:cubicBezTo>
                  <a:pt x="221582" y="25766"/>
                  <a:pt x="220964" y="24155"/>
                  <a:pt x="220214" y="23183"/>
                </a:cubicBezTo>
                <a:cubicBezTo>
                  <a:pt x="218933" y="21505"/>
                  <a:pt x="217012" y="20092"/>
                  <a:pt x="214451" y="18944"/>
                </a:cubicBezTo>
                <a:cubicBezTo>
                  <a:pt x="211890" y="17796"/>
                  <a:pt x="208931" y="17222"/>
                  <a:pt x="205575" y="17222"/>
                </a:cubicBezTo>
                <a:cubicBezTo>
                  <a:pt x="200673" y="17222"/>
                  <a:pt x="196799" y="18360"/>
                  <a:pt x="193950" y="20637"/>
                </a:cubicBezTo>
                <a:cubicBezTo>
                  <a:pt x="191102" y="22914"/>
                  <a:pt x="189678" y="25290"/>
                  <a:pt x="189678" y="27766"/>
                </a:cubicBezTo>
                <a:cubicBezTo>
                  <a:pt x="189678" y="29447"/>
                  <a:pt x="190263" y="31072"/>
                  <a:pt x="191433" y="32641"/>
                </a:cubicBezTo>
                <a:cubicBezTo>
                  <a:pt x="192603" y="34210"/>
                  <a:pt x="194315" y="35436"/>
                  <a:pt x="196567" y="36321"/>
                </a:cubicBezTo>
                <a:cubicBezTo>
                  <a:pt x="198068" y="36939"/>
                  <a:pt x="202296" y="37933"/>
                  <a:pt x="209251" y="39304"/>
                </a:cubicBezTo>
                <a:cubicBezTo>
                  <a:pt x="216206" y="40674"/>
                  <a:pt x="221549" y="42178"/>
                  <a:pt x="225281" y="43816"/>
                </a:cubicBezTo>
                <a:cubicBezTo>
                  <a:pt x="229012" y="45453"/>
                  <a:pt x="232114" y="48020"/>
                  <a:pt x="234587" y="51516"/>
                </a:cubicBezTo>
                <a:cubicBezTo>
                  <a:pt x="237060" y="55013"/>
                  <a:pt x="238296" y="59174"/>
                  <a:pt x="238296" y="63998"/>
                </a:cubicBezTo>
                <a:cubicBezTo>
                  <a:pt x="238296" y="70725"/>
                  <a:pt x="235934" y="76102"/>
                  <a:pt x="231209" y="80129"/>
                </a:cubicBezTo>
                <a:cubicBezTo>
                  <a:pt x="224938" y="85440"/>
                  <a:pt x="216946" y="88096"/>
                  <a:pt x="207231" y="88096"/>
                </a:cubicBezTo>
                <a:cubicBezTo>
                  <a:pt x="203477" y="88096"/>
                  <a:pt x="199823" y="87643"/>
                  <a:pt x="196269" y="86738"/>
                </a:cubicBezTo>
                <a:cubicBezTo>
                  <a:pt x="192714" y="85833"/>
                  <a:pt x="189258" y="84475"/>
                  <a:pt x="185902" y="82665"/>
                </a:cubicBezTo>
                <a:close/>
                <a:moveTo>
                  <a:pt x="292002" y="0"/>
                </a:moveTo>
                <a:lnTo>
                  <a:pt x="292002" y="14440"/>
                </a:lnTo>
                <a:lnTo>
                  <a:pt x="275840" y="14440"/>
                </a:lnTo>
                <a:lnTo>
                  <a:pt x="275840" y="0"/>
                </a:lnTo>
                <a:lnTo>
                  <a:pt x="292002" y="0"/>
                </a:lnTo>
                <a:moveTo>
                  <a:pt x="293856" y="25833"/>
                </a:moveTo>
                <a:lnTo>
                  <a:pt x="293856" y="72331"/>
                </a:lnTo>
                <a:lnTo>
                  <a:pt x="310151" y="72331"/>
                </a:lnTo>
                <a:cubicBezTo>
                  <a:pt x="313418" y="72331"/>
                  <a:pt x="315748" y="72961"/>
                  <a:pt x="317139" y="74219"/>
                </a:cubicBezTo>
                <a:cubicBezTo>
                  <a:pt x="318530" y="75478"/>
                  <a:pt x="319225" y="77123"/>
                  <a:pt x="319225" y="79154"/>
                </a:cubicBezTo>
                <a:cubicBezTo>
                  <a:pt x="319225" y="81185"/>
                  <a:pt x="318530" y="82830"/>
                  <a:pt x="317139" y="84089"/>
                </a:cubicBezTo>
                <a:cubicBezTo>
                  <a:pt x="315748" y="85347"/>
                  <a:pt x="313418" y="85976"/>
                  <a:pt x="310151" y="85976"/>
                </a:cubicBezTo>
                <a:lnTo>
                  <a:pt x="263983" y="85976"/>
                </a:lnTo>
                <a:cubicBezTo>
                  <a:pt x="260715" y="85976"/>
                  <a:pt x="258386" y="85336"/>
                  <a:pt x="256995" y="84056"/>
                </a:cubicBezTo>
                <a:cubicBezTo>
                  <a:pt x="255604" y="82775"/>
                  <a:pt x="254908" y="81119"/>
                  <a:pt x="254908" y="79088"/>
                </a:cubicBezTo>
                <a:cubicBezTo>
                  <a:pt x="254908" y="77056"/>
                  <a:pt x="255604" y="75423"/>
                  <a:pt x="256995" y="74186"/>
                </a:cubicBezTo>
                <a:cubicBezTo>
                  <a:pt x="258386" y="72950"/>
                  <a:pt x="260715" y="72331"/>
                  <a:pt x="263983" y="72331"/>
                </a:cubicBezTo>
                <a:lnTo>
                  <a:pt x="280277" y="72331"/>
                </a:lnTo>
                <a:lnTo>
                  <a:pt x="280277" y="39478"/>
                </a:lnTo>
                <a:lnTo>
                  <a:pt x="269348" y="39478"/>
                </a:lnTo>
                <a:cubicBezTo>
                  <a:pt x="266125" y="39478"/>
                  <a:pt x="263806" y="38837"/>
                  <a:pt x="262393" y="37557"/>
                </a:cubicBezTo>
                <a:cubicBezTo>
                  <a:pt x="260980" y="36276"/>
                  <a:pt x="260274" y="34620"/>
                  <a:pt x="260274" y="32589"/>
                </a:cubicBezTo>
                <a:cubicBezTo>
                  <a:pt x="260274" y="30558"/>
                  <a:pt x="260969" y="28924"/>
                  <a:pt x="262360" y="27687"/>
                </a:cubicBezTo>
                <a:cubicBezTo>
                  <a:pt x="263751" y="26451"/>
                  <a:pt x="266081" y="25833"/>
                  <a:pt x="269348" y="25833"/>
                </a:cubicBezTo>
                <a:lnTo>
                  <a:pt x="293856" y="25833"/>
                </a:lnTo>
                <a:close/>
                <a:moveTo>
                  <a:pt x="361207" y="72331"/>
                </a:moveTo>
                <a:lnTo>
                  <a:pt x="385052" y="72331"/>
                </a:lnTo>
                <a:cubicBezTo>
                  <a:pt x="385185" y="68931"/>
                  <a:pt x="385880" y="66536"/>
                  <a:pt x="387139" y="65145"/>
                </a:cubicBezTo>
                <a:cubicBezTo>
                  <a:pt x="388397" y="63754"/>
                  <a:pt x="389954" y="63058"/>
                  <a:pt x="391808" y="63058"/>
                </a:cubicBezTo>
                <a:cubicBezTo>
                  <a:pt x="393840" y="63058"/>
                  <a:pt x="395485" y="63754"/>
                  <a:pt x="396743" y="65145"/>
                </a:cubicBezTo>
                <a:cubicBezTo>
                  <a:pt x="398002" y="66536"/>
                  <a:pt x="398631" y="68931"/>
                  <a:pt x="398631" y="72331"/>
                </a:cubicBezTo>
                <a:lnTo>
                  <a:pt x="398631" y="85976"/>
                </a:lnTo>
                <a:lnTo>
                  <a:pt x="339547" y="85976"/>
                </a:lnTo>
                <a:lnTo>
                  <a:pt x="339547" y="74716"/>
                </a:lnTo>
                <a:lnTo>
                  <a:pt x="375315" y="39478"/>
                </a:lnTo>
                <a:lnTo>
                  <a:pt x="354517" y="39478"/>
                </a:lnTo>
                <a:lnTo>
                  <a:pt x="354517" y="40802"/>
                </a:lnTo>
                <a:cubicBezTo>
                  <a:pt x="354517" y="44203"/>
                  <a:pt x="353887" y="46598"/>
                  <a:pt x="352629" y="47989"/>
                </a:cubicBezTo>
                <a:cubicBezTo>
                  <a:pt x="351370" y="49380"/>
                  <a:pt x="349725" y="50076"/>
                  <a:pt x="347694" y="50076"/>
                </a:cubicBezTo>
                <a:cubicBezTo>
                  <a:pt x="345663" y="50076"/>
                  <a:pt x="344018" y="49380"/>
                  <a:pt x="342759" y="47989"/>
                </a:cubicBezTo>
                <a:cubicBezTo>
                  <a:pt x="341501" y="46598"/>
                  <a:pt x="340872" y="44203"/>
                  <a:pt x="340872" y="40802"/>
                </a:cubicBezTo>
                <a:lnTo>
                  <a:pt x="340938" y="25833"/>
                </a:lnTo>
                <a:lnTo>
                  <a:pt x="397107" y="25833"/>
                </a:lnTo>
                <a:lnTo>
                  <a:pt x="397107" y="36961"/>
                </a:lnTo>
                <a:lnTo>
                  <a:pt x="361207" y="72331"/>
                </a:lnTo>
                <a:close/>
                <a:moveTo>
                  <a:pt x="483997" y="62661"/>
                </a:moveTo>
                <a:lnTo>
                  <a:pt x="428291" y="62661"/>
                </a:lnTo>
                <a:cubicBezTo>
                  <a:pt x="429704" y="66193"/>
                  <a:pt x="432210" y="69042"/>
                  <a:pt x="435809" y="71205"/>
                </a:cubicBezTo>
                <a:cubicBezTo>
                  <a:pt x="439408" y="73369"/>
                  <a:pt x="444277" y="74451"/>
                  <a:pt x="450415" y="74451"/>
                </a:cubicBezTo>
                <a:cubicBezTo>
                  <a:pt x="455449" y="74451"/>
                  <a:pt x="462139" y="73385"/>
                  <a:pt x="470485" y="71253"/>
                </a:cubicBezTo>
                <a:cubicBezTo>
                  <a:pt x="473929" y="70382"/>
                  <a:pt x="476314" y="69947"/>
                  <a:pt x="477638" y="69947"/>
                </a:cubicBezTo>
                <a:cubicBezTo>
                  <a:pt x="479449" y="69947"/>
                  <a:pt x="480972" y="70587"/>
                  <a:pt x="482209" y="71868"/>
                </a:cubicBezTo>
                <a:cubicBezTo>
                  <a:pt x="483445" y="73148"/>
                  <a:pt x="484063" y="74760"/>
                  <a:pt x="484063" y="76703"/>
                </a:cubicBezTo>
                <a:cubicBezTo>
                  <a:pt x="484063" y="78470"/>
                  <a:pt x="483401" y="79971"/>
                  <a:pt x="482076" y="81207"/>
                </a:cubicBezTo>
                <a:cubicBezTo>
                  <a:pt x="480310" y="82841"/>
                  <a:pt x="476005" y="84398"/>
                  <a:pt x="469160" y="85877"/>
                </a:cubicBezTo>
                <a:cubicBezTo>
                  <a:pt x="462315" y="87356"/>
                  <a:pt x="455736" y="88096"/>
                  <a:pt x="449421" y="88096"/>
                </a:cubicBezTo>
                <a:cubicBezTo>
                  <a:pt x="438558" y="88096"/>
                  <a:pt x="429870" y="85027"/>
                  <a:pt x="423357" y="78889"/>
                </a:cubicBezTo>
                <a:cubicBezTo>
                  <a:pt x="416843" y="72751"/>
                  <a:pt x="413587" y="65200"/>
                  <a:pt x="413587" y="56236"/>
                </a:cubicBezTo>
                <a:cubicBezTo>
                  <a:pt x="413587" y="46698"/>
                  <a:pt x="417108" y="38937"/>
                  <a:pt x="424152" y="32953"/>
                </a:cubicBezTo>
                <a:cubicBezTo>
                  <a:pt x="431195" y="26970"/>
                  <a:pt x="439309" y="23978"/>
                  <a:pt x="448494" y="23978"/>
                </a:cubicBezTo>
                <a:cubicBezTo>
                  <a:pt x="454014" y="23978"/>
                  <a:pt x="459081" y="24948"/>
                  <a:pt x="463695" y="26888"/>
                </a:cubicBezTo>
                <a:cubicBezTo>
                  <a:pt x="468310" y="28827"/>
                  <a:pt x="471743" y="30921"/>
                  <a:pt x="473995" y="33168"/>
                </a:cubicBezTo>
                <a:cubicBezTo>
                  <a:pt x="477175" y="36431"/>
                  <a:pt x="479802" y="40464"/>
                  <a:pt x="481878" y="45269"/>
                </a:cubicBezTo>
                <a:cubicBezTo>
                  <a:pt x="483291" y="48620"/>
                  <a:pt x="483997" y="52500"/>
                  <a:pt x="483997" y="56908"/>
                </a:cubicBezTo>
                <a:lnTo>
                  <a:pt x="483997" y="62661"/>
                </a:lnTo>
                <a:moveTo>
                  <a:pt x="468961" y="49016"/>
                </a:moveTo>
                <a:cubicBezTo>
                  <a:pt x="466886" y="45196"/>
                  <a:pt x="464170" y="42342"/>
                  <a:pt x="460814" y="40455"/>
                </a:cubicBezTo>
                <a:cubicBezTo>
                  <a:pt x="457458" y="38567"/>
                  <a:pt x="453462" y="37623"/>
                  <a:pt x="448825" y="37623"/>
                </a:cubicBezTo>
                <a:cubicBezTo>
                  <a:pt x="444233" y="37623"/>
                  <a:pt x="440258" y="38567"/>
                  <a:pt x="436902" y="40455"/>
                </a:cubicBezTo>
                <a:cubicBezTo>
                  <a:pt x="433546" y="42342"/>
                  <a:pt x="430808" y="45196"/>
                  <a:pt x="428689" y="49016"/>
                </a:cubicBezTo>
                <a:lnTo>
                  <a:pt x="468961" y="49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Text buffer">
            <a:extLst xmlns:a="http://schemas.openxmlformats.org/drawingml/2006/main">
              <a:ext uri="{FF2B5EF4-FFF2-40B4-BE49-F238E27FC236}">
                <a16:creationId xmlns:a16="http://schemas.microsoft.com/office/drawing/2014/main" id="{3D868557-152A-4102-9268-B9906D99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9313" y="3790061"/>
            <a:ext cx="486051" cy="88096"/>
          </a:xfrm>
          <a:custGeom xmlns:a="http://schemas.openxmlformats.org/drawingml/2006/main">
            <a:pathLst>
              <a:path w="486051" h="88096">
                <a:moveTo>
                  <a:pt x="24972" y="0"/>
                </a:moveTo>
                <a:lnTo>
                  <a:pt x="24972" y="30500"/>
                </a:lnTo>
                <a:cubicBezTo>
                  <a:pt x="28283" y="28327"/>
                  <a:pt x="31651" y="26697"/>
                  <a:pt x="35073" y="25609"/>
                </a:cubicBezTo>
                <a:cubicBezTo>
                  <a:pt x="38495" y="24522"/>
                  <a:pt x="41950" y="23978"/>
                  <a:pt x="45439" y="23978"/>
                </a:cubicBezTo>
                <a:cubicBezTo>
                  <a:pt x="54845" y="23978"/>
                  <a:pt x="62815" y="27224"/>
                  <a:pt x="69351" y="33715"/>
                </a:cubicBezTo>
                <a:cubicBezTo>
                  <a:pt x="75886" y="40206"/>
                  <a:pt x="79154" y="48044"/>
                  <a:pt x="79154" y="57229"/>
                </a:cubicBezTo>
                <a:cubicBezTo>
                  <a:pt x="79154" y="66017"/>
                  <a:pt x="76041" y="73358"/>
                  <a:pt x="69814" y="79253"/>
                </a:cubicBezTo>
                <a:cubicBezTo>
                  <a:pt x="63588" y="85148"/>
                  <a:pt x="55375" y="88096"/>
                  <a:pt x="45174" y="88096"/>
                </a:cubicBezTo>
                <a:cubicBezTo>
                  <a:pt x="41553" y="88096"/>
                  <a:pt x="38065" y="87629"/>
                  <a:pt x="34709" y="86695"/>
                </a:cubicBezTo>
                <a:cubicBezTo>
                  <a:pt x="31352" y="85760"/>
                  <a:pt x="28107" y="84382"/>
                  <a:pt x="24972" y="82559"/>
                </a:cubicBezTo>
                <a:lnTo>
                  <a:pt x="24972" y="85976"/>
                </a:lnTo>
                <a:lnTo>
                  <a:pt x="9075" y="85976"/>
                </a:lnTo>
                <a:cubicBezTo>
                  <a:pt x="5807" y="85976"/>
                  <a:pt x="3477" y="85336"/>
                  <a:pt x="2086" y="84056"/>
                </a:cubicBezTo>
                <a:cubicBezTo>
                  <a:pt x="695" y="82775"/>
                  <a:pt x="0" y="81119"/>
                  <a:pt x="0" y="79088"/>
                </a:cubicBezTo>
                <a:cubicBezTo>
                  <a:pt x="0" y="77056"/>
                  <a:pt x="707" y="75423"/>
                  <a:pt x="2120" y="74186"/>
                </a:cubicBezTo>
                <a:cubicBezTo>
                  <a:pt x="3533" y="72950"/>
                  <a:pt x="5851" y="72331"/>
                  <a:pt x="9075" y="72331"/>
                </a:cubicBezTo>
                <a:lnTo>
                  <a:pt x="11393" y="72331"/>
                </a:lnTo>
                <a:lnTo>
                  <a:pt x="11393" y="13645"/>
                </a:lnTo>
                <a:lnTo>
                  <a:pt x="9075" y="13645"/>
                </a:lnTo>
                <a:cubicBezTo>
                  <a:pt x="5807" y="13645"/>
                  <a:pt x="3477" y="13005"/>
                  <a:pt x="2086" y="11724"/>
                </a:cubicBezTo>
                <a:cubicBezTo>
                  <a:pt x="695" y="10443"/>
                  <a:pt x="0" y="8788"/>
                  <a:pt x="0" y="6756"/>
                </a:cubicBezTo>
                <a:cubicBezTo>
                  <a:pt x="0" y="4725"/>
                  <a:pt x="695" y="3091"/>
                  <a:pt x="2086" y="1855"/>
                </a:cubicBezTo>
                <a:cubicBezTo>
                  <a:pt x="3477" y="618"/>
                  <a:pt x="5807" y="0"/>
                  <a:pt x="9075" y="0"/>
                </a:cubicBezTo>
                <a:lnTo>
                  <a:pt x="24972" y="0"/>
                </a:lnTo>
                <a:moveTo>
                  <a:pt x="65575" y="57621"/>
                </a:moveTo>
                <a:cubicBezTo>
                  <a:pt x="65575" y="52033"/>
                  <a:pt x="63610" y="47303"/>
                  <a:pt x="59680" y="43431"/>
                </a:cubicBezTo>
                <a:cubicBezTo>
                  <a:pt x="55750" y="39559"/>
                  <a:pt x="50937" y="37623"/>
                  <a:pt x="45240" y="37623"/>
                </a:cubicBezTo>
                <a:cubicBezTo>
                  <a:pt x="39588" y="37623"/>
                  <a:pt x="34797" y="39559"/>
                  <a:pt x="30867" y="43431"/>
                </a:cubicBezTo>
                <a:cubicBezTo>
                  <a:pt x="26937" y="47303"/>
                  <a:pt x="24972" y="51968"/>
                  <a:pt x="24972" y="57424"/>
                </a:cubicBezTo>
                <a:cubicBezTo>
                  <a:pt x="24972" y="62396"/>
                  <a:pt x="26738" y="66477"/>
                  <a:pt x="30271" y="69668"/>
                </a:cubicBezTo>
                <a:cubicBezTo>
                  <a:pt x="33803" y="72857"/>
                  <a:pt x="38793" y="74451"/>
                  <a:pt x="45240" y="74451"/>
                </a:cubicBezTo>
                <a:cubicBezTo>
                  <a:pt x="51687" y="74451"/>
                  <a:pt x="56688" y="72857"/>
                  <a:pt x="60243" y="69668"/>
                </a:cubicBezTo>
                <a:cubicBezTo>
                  <a:pt x="63798" y="66477"/>
                  <a:pt x="65575" y="62461"/>
                  <a:pt x="65575" y="57621"/>
                </a:cubicBezTo>
                <a:close/>
                <a:moveTo>
                  <a:pt x="152333" y="25833"/>
                </a:moveTo>
                <a:lnTo>
                  <a:pt x="152333" y="72331"/>
                </a:lnTo>
                <a:cubicBezTo>
                  <a:pt x="155204" y="72331"/>
                  <a:pt x="157323" y="72961"/>
                  <a:pt x="158692" y="74219"/>
                </a:cubicBezTo>
                <a:cubicBezTo>
                  <a:pt x="160061" y="75478"/>
                  <a:pt x="160745" y="77123"/>
                  <a:pt x="160745" y="79154"/>
                </a:cubicBezTo>
                <a:cubicBezTo>
                  <a:pt x="160745" y="81185"/>
                  <a:pt x="160050" y="82830"/>
                  <a:pt x="158659" y="84089"/>
                </a:cubicBezTo>
                <a:cubicBezTo>
                  <a:pt x="157268" y="85347"/>
                  <a:pt x="154939" y="85976"/>
                  <a:pt x="151671" y="85976"/>
                </a:cubicBezTo>
                <a:lnTo>
                  <a:pt x="138755" y="85976"/>
                </a:lnTo>
                <a:lnTo>
                  <a:pt x="138755" y="82797"/>
                </a:lnTo>
                <a:cubicBezTo>
                  <a:pt x="134869" y="84563"/>
                  <a:pt x="131159" y="85888"/>
                  <a:pt x="127627" y="86771"/>
                </a:cubicBezTo>
                <a:cubicBezTo>
                  <a:pt x="124094" y="87654"/>
                  <a:pt x="120738" y="88096"/>
                  <a:pt x="117558" y="88096"/>
                </a:cubicBezTo>
                <a:cubicBezTo>
                  <a:pt x="113098" y="88096"/>
                  <a:pt x="109235" y="87160"/>
                  <a:pt x="105967" y="85289"/>
                </a:cubicBezTo>
                <a:cubicBezTo>
                  <a:pt x="102699" y="83417"/>
                  <a:pt x="100116" y="80829"/>
                  <a:pt x="98217" y="77527"/>
                </a:cubicBezTo>
                <a:cubicBezTo>
                  <a:pt x="96848" y="75149"/>
                  <a:pt x="96164" y="72177"/>
                  <a:pt x="96164" y="68610"/>
                </a:cubicBezTo>
                <a:lnTo>
                  <a:pt x="96164" y="39478"/>
                </a:lnTo>
                <a:lnTo>
                  <a:pt x="93845" y="39478"/>
                </a:lnTo>
                <a:cubicBezTo>
                  <a:pt x="90578" y="39478"/>
                  <a:pt x="88248" y="38837"/>
                  <a:pt x="86857" y="37557"/>
                </a:cubicBezTo>
                <a:cubicBezTo>
                  <a:pt x="85466" y="36276"/>
                  <a:pt x="84771" y="34620"/>
                  <a:pt x="84771" y="32589"/>
                </a:cubicBezTo>
                <a:cubicBezTo>
                  <a:pt x="84771" y="30558"/>
                  <a:pt x="85466" y="28924"/>
                  <a:pt x="86857" y="27687"/>
                </a:cubicBezTo>
                <a:cubicBezTo>
                  <a:pt x="88248" y="26451"/>
                  <a:pt x="90578" y="25833"/>
                  <a:pt x="93845" y="25833"/>
                </a:cubicBezTo>
                <a:lnTo>
                  <a:pt x="109742" y="25833"/>
                </a:lnTo>
                <a:lnTo>
                  <a:pt x="109742" y="66128"/>
                </a:lnTo>
                <a:cubicBezTo>
                  <a:pt x="109742" y="68990"/>
                  <a:pt x="110438" y="71093"/>
                  <a:pt x="111829" y="72437"/>
                </a:cubicBezTo>
                <a:cubicBezTo>
                  <a:pt x="113220" y="73780"/>
                  <a:pt x="115351" y="74451"/>
                  <a:pt x="118221" y="74451"/>
                </a:cubicBezTo>
                <a:cubicBezTo>
                  <a:pt x="120959" y="74451"/>
                  <a:pt x="123906" y="73912"/>
                  <a:pt x="127064" y="72832"/>
                </a:cubicBezTo>
                <a:cubicBezTo>
                  <a:pt x="130221" y="71753"/>
                  <a:pt x="134118" y="69805"/>
                  <a:pt x="138755" y="66987"/>
                </a:cubicBezTo>
                <a:lnTo>
                  <a:pt x="138755" y="39478"/>
                </a:lnTo>
                <a:lnTo>
                  <a:pt x="133853" y="39478"/>
                </a:lnTo>
                <a:cubicBezTo>
                  <a:pt x="130585" y="39478"/>
                  <a:pt x="128256" y="38837"/>
                  <a:pt x="126865" y="37557"/>
                </a:cubicBezTo>
                <a:cubicBezTo>
                  <a:pt x="125474" y="36276"/>
                  <a:pt x="124778" y="34620"/>
                  <a:pt x="124778" y="32589"/>
                </a:cubicBezTo>
                <a:cubicBezTo>
                  <a:pt x="124778" y="30558"/>
                  <a:pt x="125474" y="28924"/>
                  <a:pt x="126865" y="27687"/>
                </a:cubicBezTo>
                <a:cubicBezTo>
                  <a:pt x="128256" y="26451"/>
                  <a:pt x="130585" y="25833"/>
                  <a:pt x="133853" y="25833"/>
                </a:cubicBezTo>
                <a:lnTo>
                  <a:pt x="152333" y="25833"/>
                </a:lnTo>
                <a:close/>
                <a:moveTo>
                  <a:pt x="204780" y="39478"/>
                </a:moveTo>
                <a:lnTo>
                  <a:pt x="204780" y="72331"/>
                </a:lnTo>
                <a:lnTo>
                  <a:pt x="224122" y="72331"/>
                </a:lnTo>
                <a:cubicBezTo>
                  <a:pt x="227389" y="72331"/>
                  <a:pt x="229719" y="72961"/>
                  <a:pt x="231110" y="74219"/>
                </a:cubicBezTo>
                <a:cubicBezTo>
                  <a:pt x="232501" y="75478"/>
                  <a:pt x="233196" y="77123"/>
                  <a:pt x="233196" y="79154"/>
                </a:cubicBezTo>
                <a:cubicBezTo>
                  <a:pt x="233196" y="81185"/>
                  <a:pt x="232501" y="82830"/>
                  <a:pt x="231110" y="84089"/>
                </a:cubicBezTo>
                <a:cubicBezTo>
                  <a:pt x="229719" y="85347"/>
                  <a:pt x="227389" y="85976"/>
                  <a:pt x="224122" y="85976"/>
                </a:cubicBezTo>
                <a:lnTo>
                  <a:pt x="183120" y="85976"/>
                </a:lnTo>
                <a:cubicBezTo>
                  <a:pt x="179853" y="85976"/>
                  <a:pt x="177523" y="85336"/>
                  <a:pt x="176132" y="84056"/>
                </a:cubicBezTo>
                <a:cubicBezTo>
                  <a:pt x="174741" y="82775"/>
                  <a:pt x="174046" y="81119"/>
                  <a:pt x="174046" y="79088"/>
                </a:cubicBezTo>
                <a:cubicBezTo>
                  <a:pt x="174046" y="77056"/>
                  <a:pt x="174741" y="75423"/>
                  <a:pt x="176132" y="74186"/>
                </a:cubicBezTo>
                <a:cubicBezTo>
                  <a:pt x="177523" y="72950"/>
                  <a:pt x="179853" y="72331"/>
                  <a:pt x="183120" y="72331"/>
                </a:cubicBezTo>
                <a:lnTo>
                  <a:pt x="191201" y="72331"/>
                </a:lnTo>
                <a:lnTo>
                  <a:pt x="191201" y="39478"/>
                </a:lnTo>
                <a:lnTo>
                  <a:pt x="184710" y="39478"/>
                </a:lnTo>
                <a:cubicBezTo>
                  <a:pt x="181442" y="39478"/>
                  <a:pt x="179113" y="38837"/>
                  <a:pt x="177722" y="37557"/>
                </a:cubicBezTo>
                <a:cubicBezTo>
                  <a:pt x="176331" y="36276"/>
                  <a:pt x="175636" y="34620"/>
                  <a:pt x="175636" y="32589"/>
                </a:cubicBezTo>
                <a:cubicBezTo>
                  <a:pt x="175636" y="30558"/>
                  <a:pt x="176331" y="28924"/>
                  <a:pt x="177722" y="27687"/>
                </a:cubicBezTo>
                <a:cubicBezTo>
                  <a:pt x="179113" y="26451"/>
                  <a:pt x="181442" y="25833"/>
                  <a:pt x="184710" y="25833"/>
                </a:cubicBezTo>
                <a:lnTo>
                  <a:pt x="191201" y="25833"/>
                </a:lnTo>
                <a:lnTo>
                  <a:pt x="191201" y="20654"/>
                </a:lnTo>
                <a:cubicBezTo>
                  <a:pt x="191201" y="14721"/>
                  <a:pt x="193420" y="9796"/>
                  <a:pt x="197858" y="5879"/>
                </a:cubicBezTo>
                <a:cubicBezTo>
                  <a:pt x="202296" y="1960"/>
                  <a:pt x="208732" y="0"/>
                  <a:pt x="217167" y="0"/>
                </a:cubicBezTo>
                <a:cubicBezTo>
                  <a:pt x="220920" y="0"/>
                  <a:pt x="225259" y="344"/>
                  <a:pt x="230182" y="1031"/>
                </a:cubicBezTo>
                <a:cubicBezTo>
                  <a:pt x="235106" y="1718"/>
                  <a:pt x="238263" y="2683"/>
                  <a:pt x="239654" y="3925"/>
                </a:cubicBezTo>
                <a:cubicBezTo>
                  <a:pt x="241045" y="5167"/>
                  <a:pt x="241741" y="6763"/>
                  <a:pt x="241741" y="8714"/>
                </a:cubicBezTo>
                <a:cubicBezTo>
                  <a:pt x="241741" y="10798"/>
                  <a:pt x="241123" y="12494"/>
                  <a:pt x="239886" y="13802"/>
                </a:cubicBezTo>
                <a:cubicBezTo>
                  <a:pt x="238650" y="15110"/>
                  <a:pt x="237126" y="15765"/>
                  <a:pt x="235316" y="15765"/>
                </a:cubicBezTo>
                <a:cubicBezTo>
                  <a:pt x="234477" y="15765"/>
                  <a:pt x="233218" y="15610"/>
                  <a:pt x="231540" y="15301"/>
                </a:cubicBezTo>
                <a:cubicBezTo>
                  <a:pt x="225932" y="14197"/>
                  <a:pt x="220964" y="13645"/>
                  <a:pt x="216637" y="13645"/>
                </a:cubicBezTo>
                <a:cubicBezTo>
                  <a:pt x="212133" y="13645"/>
                  <a:pt x="209030" y="14318"/>
                  <a:pt x="207330" y="15665"/>
                </a:cubicBezTo>
                <a:cubicBezTo>
                  <a:pt x="205630" y="17012"/>
                  <a:pt x="204780" y="18679"/>
                  <a:pt x="204780" y="20666"/>
                </a:cubicBezTo>
                <a:lnTo>
                  <a:pt x="204780" y="25833"/>
                </a:lnTo>
                <a:lnTo>
                  <a:pt x="225711" y="25833"/>
                </a:lnTo>
                <a:cubicBezTo>
                  <a:pt x="228979" y="25833"/>
                  <a:pt x="231308" y="26462"/>
                  <a:pt x="232699" y="27720"/>
                </a:cubicBezTo>
                <a:cubicBezTo>
                  <a:pt x="234090" y="28979"/>
                  <a:pt x="234786" y="30624"/>
                  <a:pt x="234786" y="32655"/>
                </a:cubicBezTo>
                <a:cubicBezTo>
                  <a:pt x="234786" y="34686"/>
                  <a:pt x="234090" y="36331"/>
                  <a:pt x="232699" y="37590"/>
                </a:cubicBezTo>
                <a:cubicBezTo>
                  <a:pt x="231308" y="38848"/>
                  <a:pt x="228979" y="39478"/>
                  <a:pt x="225711" y="39478"/>
                </a:cubicBezTo>
                <a:lnTo>
                  <a:pt x="204780" y="39478"/>
                </a:lnTo>
                <a:close/>
                <a:moveTo>
                  <a:pt x="286173" y="39478"/>
                </a:moveTo>
                <a:lnTo>
                  <a:pt x="286173" y="72331"/>
                </a:lnTo>
                <a:lnTo>
                  <a:pt x="305514" y="72331"/>
                </a:lnTo>
                <a:cubicBezTo>
                  <a:pt x="308782" y="72331"/>
                  <a:pt x="311111" y="72961"/>
                  <a:pt x="312502" y="74219"/>
                </a:cubicBezTo>
                <a:cubicBezTo>
                  <a:pt x="313893" y="75478"/>
                  <a:pt x="314589" y="77123"/>
                  <a:pt x="314589" y="79154"/>
                </a:cubicBezTo>
                <a:cubicBezTo>
                  <a:pt x="314589" y="81185"/>
                  <a:pt x="313893" y="82830"/>
                  <a:pt x="312502" y="84089"/>
                </a:cubicBezTo>
                <a:cubicBezTo>
                  <a:pt x="311111" y="85347"/>
                  <a:pt x="308782" y="85976"/>
                  <a:pt x="305514" y="85976"/>
                </a:cubicBezTo>
                <a:lnTo>
                  <a:pt x="264513" y="85976"/>
                </a:lnTo>
                <a:cubicBezTo>
                  <a:pt x="261245" y="85976"/>
                  <a:pt x="258916" y="85336"/>
                  <a:pt x="257525" y="84056"/>
                </a:cubicBezTo>
                <a:cubicBezTo>
                  <a:pt x="256134" y="82775"/>
                  <a:pt x="255438" y="81119"/>
                  <a:pt x="255438" y="79088"/>
                </a:cubicBezTo>
                <a:cubicBezTo>
                  <a:pt x="255438" y="77056"/>
                  <a:pt x="256134" y="75423"/>
                  <a:pt x="257525" y="74186"/>
                </a:cubicBezTo>
                <a:cubicBezTo>
                  <a:pt x="258916" y="72950"/>
                  <a:pt x="261245" y="72331"/>
                  <a:pt x="264513" y="72331"/>
                </a:cubicBezTo>
                <a:lnTo>
                  <a:pt x="272594" y="72331"/>
                </a:lnTo>
                <a:lnTo>
                  <a:pt x="272594" y="39478"/>
                </a:lnTo>
                <a:lnTo>
                  <a:pt x="266103" y="39478"/>
                </a:lnTo>
                <a:cubicBezTo>
                  <a:pt x="262835" y="39478"/>
                  <a:pt x="260506" y="38837"/>
                  <a:pt x="259115" y="37557"/>
                </a:cubicBezTo>
                <a:cubicBezTo>
                  <a:pt x="257724" y="36276"/>
                  <a:pt x="257028" y="34620"/>
                  <a:pt x="257028" y="32589"/>
                </a:cubicBezTo>
                <a:cubicBezTo>
                  <a:pt x="257028" y="30558"/>
                  <a:pt x="257724" y="28924"/>
                  <a:pt x="259115" y="27687"/>
                </a:cubicBezTo>
                <a:cubicBezTo>
                  <a:pt x="260506" y="26451"/>
                  <a:pt x="262835" y="25833"/>
                  <a:pt x="266103" y="25833"/>
                </a:cubicBezTo>
                <a:lnTo>
                  <a:pt x="272594" y="25833"/>
                </a:lnTo>
                <a:lnTo>
                  <a:pt x="272594" y="20654"/>
                </a:lnTo>
                <a:cubicBezTo>
                  <a:pt x="272594" y="14721"/>
                  <a:pt x="274813" y="9796"/>
                  <a:pt x="279251" y="5879"/>
                </a:cubicBezTo>
                <a:cubicBezTo>
                  <a:pt x="283689" y="1960"/>
                  <a:pt x="290125" y="0"/>
                  <a:pt x="298559" y="0"/>
                </a:cubicBezTo>
                <a:cubicBezTo>
                  <a:pt x="302313" y="0"/>
                  <a:pt x="306651" y="344"/>
                  <a:pt x="311575" y="1031"/>
                </a:cubicBezTo>
                <a:cubicBezTo>
                  <a:pt x="316498" y="1718"/>
                  <a:pt x="319656" y="2683"/>
                  <a:pt x="321047" y="3925"/>
                </a:cubicBezTo>
                <a:cubicBezTo>
                  <a:pt x="322438" y="5167"/>
                  <a:pt x="323133" y="6763"/>
                  <a:pt x="323133" y="8714"/>
                </a:cubicBezTo>
                <a:cubicBezTo>
                  <a:pt x="323133" y="10798"/>
                  <a:pt x="322515" y="12494"/>
                  <a:pt x="321279" y="13802"/>
                </a:cubicBezTo>
                <a:cubicBezTo>
                  <a:pt x="320042" y="15110"/>
                  <a:pt x="318519" y="15765"/>
                  <a:pt x="316708" y="15765"/>
                </a:cubicBezTo>
                <a:cubicBezTo>
                  <a:pt x="315869" y="15765"/>
                  <a:pt x="314611" y="15610"/>
                  <a:pt x="312933" y="15301"/>
                </a:cubicBezTo>
                <a:cubicBezTo>
                  <a:pt x="307324" y="14197"/>
                  <a:pt x="302357" y="13645"/>
                  <a:pt x="298029" y="13645"/>
                </a:cubicBezTo>
                <a:cubicBezTo>
                  <a:pt x="293525" y="13645"/>
                  <a:pt x="290423" y="14318"/>
                  <a:pt x="288723" y="15665"/>
                </a:cubicBezTo>
                <a:cubicBezTo>
                  <a:pt x="287023" y="17012"/>
                  <a:pt x="286173" y="18679"/>
                  <a:pt x="286173" y="20666"/>
                </a:cubicBezTo>
                <a:lnTo>
                  <a:pt x="286173" y="25833"/>
                </a:lnTo>
                <a:lnTo>
                  <a:pt x="307104" y="25833"/>
                </a:lnTo>
                <a:cubicBezTo>
                  <a:pt x="310371" y="25833"/>
                  <a:pt x="312701" y="26462"/>
                  <a:pt x="314092" y="27720"/>
                </a:cubicBezTo>
                <a:cubicBezTo>
                  <a:pt x="315483" y="28979"/>
                  <a:pt x="316178" y="30624"/>
                  <a:pt x="316178" y="32655"/>
                </a:cubicBezTo>
                <a:cubicBezTo>
                  <a:pt x="316178" y="34686"/>
                  <a:pt x="315483" y="36331"/>
                  <a:pt x="314092" y="37590"/>
                </a:cubicBezTo>
                <a:cubicBezTo>
                  <a:pt x="312701" y="38848"/>
                  <a:pt x="310371" y="39478"/>
                  <a:pt x="307104" y="39478"/>
                </a:cubicBezTo>
                <a:lnTo>
                  <a:pt x="286173" y="39478"/>
                </a:lnTo>
                <a:close/>
                <a:moveTo>
                  <a:pt x="401744" y="62661"/>
                </a:moveTo>
                <a:lnTo>
                  <a:pt x="346038" y="62661"/>
                </a:lnTo>
                <a:cubicBezTo>
                  <a:pt x="347451" y="66193"/>
                  <a:pt x="349957" y="69042"/>
                  <a:pt x="353556" y="71205"/>
                </a:cubicBezTo>
                <a:cubicBezTo>
                  <a:pt x="357155" y="73369"/>
                  <a:pt x="362023" y="74451"/>
                  <a:pt x="368161" y="74451"/>
                </a:cubicBezTo>
                <a:cubicBezTo>
                  <a:pt x="373196" y="74451"/>
                  <a:pt x="379886" y="73385"/>
                  <a:pt x="388231" y="71253"/>
                </a:cubicBezTo>
                <a:cubicBezTo>
                  <a:pt x="391676" y="70382"/>
                  <a:pt x="394060" y="69947"/>
                  <a:pt x="395385" y="69947"/>
                </a:cubicBezTo>
                <a:cubicBezTo>
                  <a:pt x="397196" y="69947"/>
                  <a:pt x="398719" y="70587"/>
                  <a:pt x="399956" y="71868"/>
                </a:cubicBezTo>
                <a:cubicBezTo>
                  <a:pt x="401192" y="73148"/>
                  <a:pt x="401810" y="74760"/>
                  <a:pt x="401810" y="76703"/>
                </a:cubicBezTo>
                <a:cubicBezTo>
                  <a:pt x="401810" y="78470"/>
                  <a:pt x="401148" y="79971"/>
                  <a:pt x="399823" y="81207"/>
                </a:cubicBezTo>
                <a:cubicBezTo>
                  <a:pt x="398057" y="82841"/>
                  <a:pt x="393751" y="84398"/>
                  <a:pt x="386907" y="85877"/>
                </a:cubicBezTo>
                <a:cubicBezTo>
                  <a:pt x="380062" y="87356"/>
                  <a:pt x="373483" y="88096"/>
                  <a:pt x="367168" y="88096"/>
                </a:cubicBezTo>
                <a:cubicBezTo>
                  <a:pt x="356305" y="88096"/>
                  <a:pt x="347617" y="85027"/>
                  <a:pt x="341103" y="78889"/>
                </a:cubicBezTo>
                <a:cubicBezTo>
                  <a:pt x="334590" y="72751"/>
                  <a:pt x="331333" y="65200"/>
                  <a:pt x="331333" y="56236"/>
                </a:cubicBezTo>
                <a:cubicBezTo>
                  <a:pt x="331333" y="46698"/>
                  <a:pt x="334855" y="38937"/>
                  <a:pt x="341898" y="32953"/>
                </a:cubicBezTo>
                <a:cubicBezTo>
                  <a:pt x="348942" y="26970"/>
                  <a:pt x="357056" y="23978"/>
                  <a:pt x="366241" y="23978"/>
                </a:cubicBezTo>
                <a:cubicBezTo>
                  <a:pt x="371760" y="23978"/>
                  <a:pt x="376828" y="24948"/>
                  <a:pt x="381442" y="26888"/>
                </a:cubicBezTo>
                <a:cubicBezTo>
                  <a:pt x="386057" y="28827"/>
                  <a:pt x="389490" y="30921"/>
                  <a:pt x="391742" y="33168"/>
                </a:cubicBezTo>
                <a:cubicBezTo>
                  <a:pt x="394921" y="36431"/>
                  <a:pt x="397549" y="40464"/>
                  <a:pt x="399624" y="45269"/>
                </a:cubicBezTo>
                <a:cubicBezTo>
                  <a:pt x="401037" y="48620"/>
                  <a:pt x="401744" y="52500"/>
                  <a:pt x="401744" y="56908"/>
                </a:cubicBezTo>
                <a:lnTo>
                  <a:pt x="401744" y="62661"/>
                </a:lnTo>
                <a:moveTo>
                  <a:pt x="386708" y="49016"/>
                </a:moveTo>
                <a:cubicBezTo>
                  <a:pt x="384633" y="45196"/>
                  <a:pt x="381917" y="42342"/>
                  <a:pt x="378561" y="40455"/>
                </a:cubicBezTo>
                <a:cubicBezTo>
                  <a:pt x="375205" y="38567"/>
                  <a:pt x="371208" y="37623"/>
                  <a:pt x="366572" y="37623"/>
                </a:cubicBezTo>
                <a:cubicBezTo>
                  <a:pt x="361979" y="37623"/>
                  <a:pt x="358005" y="38567"/>
                  <a:pt x="354649" y="40455"/>
                </a:cubicBezTo>
                <a:cubicBezTo>
                  <a:pt x="351293" y="42342"/>
                  <a:pt x="348555" y="45196"/>
                  <a:pt x="346436" y="49016"/>
                </a:cubicBezTo>
                <a:lnTo>
                  <a:pt x="386708" y="49016"/>
                </a:lnTo>
                <a:close/>
                <a:moveTo>
                  <a:pt x="446242" y="25833"/>
                </a:moveTo>
                <a:lnTo>
                  <a:pt x="446242" y="34311"/>
                </a:lnTo>
                <a:cubicBezTo>
                  <a:pt x="451938" y="30178"/>
                  <a:pt x="456431" y="27423"/>
                  <a:pt x="459721" y="26046"/>
                </a:cubicBezTo>
                <a:cubicBezTo>
                  <a:pt x="463011" y="24667"/>
                  <a:pt x="466091" y="23978"/>
                  <a:pt x="468961" y="23978"/>
                </a:cubicBezTo>
                <a:cubicBezTo>
                  <a:pt x="473377" y="23978"/>
                  <a:pt x="477661" y="25617"/>
                  <a:pt x="481811" y="28896"/>
                </a:cubicBezTo>
                <a:cubicBezTo>
                  <a:pt x="484638" y="31112"/>
                  <a:pt x="486051" y="33373"/>
                  <a:pt x="486051" y="35677"/>
                </a:cubicBezTo>
                <a:cubicBezTo>
                  <a:pt x="486051" y="37627"/>
                  <a:pt x="485377" y="39278"/>
                  <a:pt x="484030" y="40631"/>
                </a:cubicBezTo>
                <a:cubicBezTo>
                  <a:pt x="482684" y="41982"/>
                  <a:pt x="481061" y="42657"/>
                  <a:pt x="479162" y="42657"/>
                </a:cubicBezTo>
                <a:cubicBezTo>
                  <a:pt x="477484" y="42657"/>
                  <a:pt x="475718" y="41818"/>
                  <a:pt x="473863" y="40140"/>
                </a:cubicBezTo>
                <a:cubicBezTo>
                  <a:pt x="472008" y="38462"/>
                  <a:pt x="470352" y="37623"/>
                  <a:pt x="468895" y="37623"/>
                </a:cubicBezTo>
                <a:cubicBezTo>
                  <a:pt x="466996" y="37623"/>
                  <a:pt x="464159" y="38815"/>
                  <a:pt x="460384" y="41200"/>
                </a:cubicBezTo>
                <a:cubicBezTo>
                  <a:pt x="456608" y="43584"/>
                  <a:pt x="451894" y="47161"/>
                  <a:pt x="446242" y="51930"/>
                </a:cubicBezTo>
                <a:lnTo>
                  <a:pt x="446242" y="72331"/>
                </a:lnTo>
                <a:lnTo>
                  <a:pt x="465583" y="72331"/>
                </a:lnTo>
                <a:cubicBezTo>
                  <a:pt x="468851" y="72331"/>
                  <a:pt x="471180" y="72961"/>
                  <a:pt x="472571" y="74219"/>
                </a:cubicBezTo>
                <a:cubicBezTo>
                  <a:pt x="473962" y="75478"/>
                  <a:pt x="474658" y="77123"/>
                  <a:pt x="474658" y="79154"/>
                </a:cubicBezTo>
                <a:cubicBezTo>
                  <a:pt x="474658" y="81185"/>
                  <a:pt x="473962" y="82830"/>
                  <a:pt x="472571" y="84089"/>
                </a:cubicBezTo>
                <a:cubicBezTo>
                  <a:pt x="471180" y="85347"/>
                  <a:pt x="468851" y="85976"/>
                  <a:pt x="465583" y="85976"/>
                </a:cubicBezTo>
                <a:lnTo>
                  <a:pt x="424582" y="85976"/>
                </a:lnTo>
                <a:cubicBezTo>
                  <a:pt x="421314" y="85976"/>
                  <a:pt x="418985" y="85336"/>
                  <a:pt x="417594" y="84056"/>
                </a:cubicBezTo>
                <a:cubicBezTo>
                  <a:pt x="416203" y="82775"/>
                  <a:pt x="415508" y="81119"/>
                  <a:pt x="415508" y="79088"/>
                </a:cubicBezTo>
                <a:cubicBezTo>
                  <a:pt x="415508" y="77056"/>
                  <a:pt x="416203" y="75423"/>
                  <a:pt x="417594" y="74186"/>
                </a:cubicBezTo>
                <a:cubicBezTo>
                  <a:pt x="418985" y="72950"/>
                  <a:pt x="421314" y="72331"/>
                  <a:pt x="424582" y="72331"/>
                </a:cubicBezTo>
                <a:lnTo>
                  <a:pt x="432663" y="72331"/>
                </a:lnTo>
                <a:lnTo>
                  <a:pt x="432663" y="39478"/>
                </a:lnTo>
                <a:lnTo>
                  <a:pt x="427761" y="39478"/>
                </a:lnTo>
                <a:cubicBezTo>
                  <a:pt x="424494" y="39478"/>
                  <a:pt x="422164" y="38837"/>
                  <a:pt x="420773" y="37557"/>
                </a:cubicBezTo>
                <a:cubicBezTo>
                  <a:pt x="419382" y="36276"/>
                  <a:pt x="418687" y="34620"/>
                  <a:pt x="418687" y="32589"/>
                </a:cubicBezTo>
                <a:cubicBezTo>
                  <a:pt x="418687" y="30558"/>
                  <a:pt x="419382" y="28924"/>
                  <a:pt x="420773" y="27687"/>
                </a:cubicBezTo>
                <a:cubicBezTo>
                  <a:pt x="422164" y="26451"/>
                  <a:pt x="424494" y="25833"/>
                  <a:pt x="427761" y="25833"/>
                </a:cubicBezTo>
                <a:lnTo>
                  <a:pt x="446242" y="258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FF4065-D56C-42FB-9155-664D707B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1173" y="2926985"/>
            <a:ext cx="234725" cy="234725"/>
          </a:xfrm>
          <a:custGeom xmlns:a="http://schemas.openxmlformats.org/drawingml/2006/main">
            <a:pathLst>
              <a:path w="234725" h="234725">
                <a:moveTo>
                  <a:pt x="0" y="117363"/>
                </a:moveTo>
                <a:lnTo>
                  <a:pt x="0" y="117363"/>
                </a:lnTo>
                <a:cubicBezTo>
                  <a:pt x="0" y="52545"/>
                  <a:pt x="52546" y="0"/>
                  <a:pt x="117363" y="0"/>
                </a:cubicBezTo>
                <a:cubicBezTo>
                  <a:pt x="148490" y="0"/>
                  <a:pt x="178340" y="12365"/>
                  <a:pt x="200351" y="34375"/>
                </a:cubicBezTo>
                <a:cubicBezTo>
                  <a:pt x="222359" y="56384"/>
                  <a:pt x="234725" y="86236"/>
                  <a:pt x="234725" y="117363"/>
                </a:cubicBezTo>
                <a:cubicBezTo>
                  <a:pt x="234725" y="182180"/>
                  <a:pt x="182181" y="234725"/>
                  <a:pt x="117363" y="234725"/>
                </a:cubicBezTo>
                <a:cubicBezTo>
                  <a:pt x="52546" y="234725"/>
                  <a:pt x="0" y="182180"/>
                  <a:pt x="0" y="117363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C6590-42AD-4981-B39C-FFCC34BB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1173" y="2926985"/>
            <a:ext cx="234725" cy="234725"/>
          </a:xfrm>
          <a:custGeom xmlns:a="http://schemas.openxmlformats.org/drawingml/2006/main">
            <a:pathLst>
              <a:path w="234725" h="234725" fill="none">
                <a:moveTo>
                  <a:pt x="0" y="117363"/>
                </a:moveTo>
                <a:lnTo>
                  <a:pt x="0" y="117363"/>
                </a:lnTo>
                <a:cubicBezTo>
                  <a:pt x="0" y="52545"/>
                  <a:pt x="52546" y="0"/>
                  <a:pt x="117363" y="0"/>
                </a:cubicBezTo>
                <a:cubicBezTo>
                  <a:pt x="148490" y="0"/>
                  <a:pt x="178340" y="12365"/>
                  <a:pt x="200351" y="34375"/>
                </a:cubicBezTo>
                <a:cubicBezTo>
                  <a:pt x="222359" y="56384"/>
                  <a:pt x="234725" y="86236"/>
                  <a:pt x="234725" y="117363"/>
                </a:cubicBezTo>
                <a:cubicBezTo>
                  <a:pt x="234725" y="182180"/>
                  <a:pt x="182181" y="234725"/>
                  <a:pt x="117363" y="234725"/>
                </a:cubicBezTo>
                <a:cubicBezTo>
                  <a:pt x="52546" y="234725"/>
                  <a:pt x="0" y="182180"/>
                  <a:pt x="0" y="11736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478" cap="flat">
            <a:solidFill>
              <a:srgbClr val="434343"/>
            </a:solidFill>
            <a:round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EBF4FF-8B7E-45CC-B199-EB121B7A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0397" y="2875780"/>
            <a:ext cx="234725" cy="328722"/>
          </a:xfrm>
          <a:custGeom xmlns:a="http://schemas.openxmlformats.org/drawingml/2006/main">
            <a:pathLst>
              <a:path w="234725" h="328722">
                <a:moveTo>
                  <a:pt x="0" y="0"/>
                </a:moveTo>
                <a:lnTo>
                  <a:pt x="234725" y="0"/>
                </a:lnTo>
                <a:lnTo>
                  <a:pt x="234725" y="328722"/>
                </a:lnTo>
                <a:lnTo>
                  <a:pt x="0" y="3287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Text J">
            <a:extLst xmlns:a="http://schemas.openxmlformats.org/drawingml/2006/main">
              <a:ext uri="{FF2B5EF4-FFF2-40B4-BE49-F238E27FC236}">
                <a16:creationId xmlns:a16="http://schemas.microsoft.com/office/drawing/2014/main" id="{5ED116EF-6248-4D2D-BA06-226F10E4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9019" y="2985210"/>
            <a:ext cx="62131" cy="98827"/>
          </a:xfrm>
          <a:custGeom xmlns:a="http://schemas.openxmlformats.org/drawingml/2006/main">
            <a:pathLst>
              <a:path w="62131" h="98827">
                <a:moveTo>
                  <a:pt x="42591" y="0"/>
                </a:moveTo>
                <a:lnTo>
                  <a:pt x="62131" y="0"/>
                </a:lnTo>
                <a:lnTo>
                  <a:pt x="62131" y="61510"/>
                </a:lnTo>
                <a:cubicBezTo>
                  <a:pt x="62131" y="69552"/>
                  <a:pt x="61424" y="75739"/>
                  <a:pt x="60011" y="80069"/>
                </a:cubicBezTo>
                <a:cubicBezTo>
                  <a:pt x="58112" y="85725"/>
                  <a:pt x="54668" y="90266"/>
                  <a:pt x="49678" y="93691"/>
                </a:cubicBezTo>
                <a:cubicBezTo>
                  <a:pt x="44688" y="97115"/>
                  <a:pt x="38109" y="98827"/>
                  <a:pt x="29939" y="98827"/>
                </a:cubicBezTo>
                <a:cubicBezTo>
                  <a:pt x="20357" y="98827"/>
                  <a:pt x="12983" y="96133"/>
                  <a:pt x="7816" y="90746"/>
                </a:cubicBezTo>
                <a:cubicBezTo>
                  <a:pt x="2650" y="85357"/>
                  <a:pt x="44" y="77452"/>
                  <a:pt x="0" y="67032"/>
                </a:cubicBezTo>
                <a:lnTo>
                  <a:pt x="18480" y="64913"/>
                </a:lnTo>
                <a:cubicBezTo>
                  <a:pt x="18701" y="70499"/>
                  <a:pt x="19518" y="74444"/>
                  <a:pt x="20931" y="76749"/>
                </a:cubicBezTo>
                <a:cubicBezTo>
                  <a:pt x="23051" y="80251"/>
                  <a:pt x="26274" y="82002"/>
                  <a:pt x="30602" y="82002"/>
                </a:cubicBezTo>
                <a:cubicBezTo>
                  <a:pt x="34973" y="82002"/>
                  <a:pt x="38065" y="80755"/>
                  <a:pt x="39875" y="78260"/>
                </a:cubicBezTo>
                <a:cubicBezTo>
                  <a:pt x="41686" y="75765"/>
                  <a:pt x="42591" y="70587"/>
                  <a:pt x="42591" y="62727"/>
                </a:cubicBezTo>
                <a:lnTo>
                  <a:pt x="42591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E233C1-7DAE-492C-BEA8-14420024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3531" y="2905885"/>
            <a:ext cx="1622782" cy="369846"/>
          </a:xfrm>
          <a:custGeom xmlns:a="http://schemas.openxmlformats.org/drawingml/2006/main">
            <a:pathLst>
              <a:path w="1622782" h="369846">
                <a:moveTo>
                  <a:pt x="0" y="0"/>
                </a:moveTo>
                <a:lnTo>
                  <a:pt x="1622782" y="0"/>
                </a:lnTo>
                <a:lnTo>
                  <a:pt x="1622782" y="369846"/>
                </a:lnTo>
                <a:lnTo>
                  <a:pt x="0" y="3698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Text Decision-making">
            <a:extLst xmlns:a="http://schemas.openxmlformats.org/drawingml/2006/main">
              <a:ext uri="{FF2B5EF4-FFF2-40B4-BE49-F238E27FC236}">
                <a16:creationId xmlns:a16="http://schemas.microsoft.com/office/drawing/2014/main" id="{116BE9A7-5F1C-4A3E-A0C1-151AF9E9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9509" y="3030219"/>
            <a:ext cx="1209150" cy="151353"/>
          </a:xfrm>
          <a:custGeom xmlns:a="http://schemas.openxmlformats.org/drawingml/2006/main">
            <a:pathLst>
              <a:path w="1209150" h="151353">
                <a:moveTo>
                  <a:pt x="0" y="114757"/>
                </a:moveTo>
                <a:lnTo>
                  <a:pt x="0" y="111776"/>
                </a:lnTo>
                <a:lnTo>
                  <a:pt x="3726" y="111776"/>
                </a:lnTo>
                <a:cubicBezTo>
                  <a:pt x="6983" y="111776"/>
                  <a:pt x="9480" y="111263"/>
                  <a:pt x="11219" y="110236"/>
                </a:cubicBezTo>
                <a:cubicBezTo>
                  <a:pt x="12958" y="109210"/>
                  <a:pt x="14241" y="107810"/>
                  <a:pt x="15069" y="106035"/>
                </a:cubicBezTo>
                <a:cubicBezTo>
                  <a:pt x="15566" y="104868"/>
                  <a:pt x="15814" y="101373"/>
                  <a:pt x="15814" y="95548"/>
                </a:cubicBezTo>
                <a:lnTo>
                  <a:pt x="15814" y="21693"/>
                </a:lnTo>
                <a:cubicBezTo>
                  <a:pt x="15814" y="15923"/>
                  <a:pt x="15511" y="12317"/>
                  <a:pt x="14903" y="10875"/>
                </a:cubicBezTo>
                <a:cubicBezTo>
                  <a:pt x="14296" y="9431"/>
                  <a:pt x="13068" y="8168"/>
                  <a:pt x="11219" y="7087"/>
                </a:cubicBezTo>
                <a:cubicBezTo>
                  <a:pt x="9370" y="6005"/>
                  <a:pt x="6872" y="5465"/>
                  <a:pt x="3726" y="5465"/>
                </a:cubicBezTo>
                <a:lnTo>
                  <a:pt x="0" y="5465"/>
                </a:lnTo>
                <a:lnTo>
                  <a:pt x="0" y="2484"/>
                </a:lnTo>
                <a:lnTo>
                  <a:pt x="50258" y="2484"/>
                </a:lnTo>
                <a:cubicBezTo>
                  <a:pt x="63671" y="2484"/>
                  <a:pt x="74462" y="4305"/>
                  <a:pt x="82631" y="7949"/>
                </a:cubicBezTo>
                <a:cubicBezTo>
                  <a:pt x="92622" y="12420"/>
                  <a:pt x="100198" y="19181"/>
                  <a:pt x="105359" y="28234"/>
                </a:cubicBezTo>
                <a:cubicBezTo>
                  <a:pt x="110520" y="37286"/>
                  <a:pt x="113101" y="47525"/>
                  <a:pt x="113101" y="58951"/>
                </a:cubicBezTo>
                <a:cubicBezTo>
                  <a:pt x="113101" y="66845"/>
                  <a:pt x="111831" y="74117"/>
                  <a:pt x="109292" y="80769"/>
                </a:cubicBezTo>
                <a:cubicBezTo>
                  <a:pt x="106753" y="87420"/>
                  <a:pt x="103469" y="92912"/>
                  <a:pt x="99439" y="97245"/>
                </a:cubicBezTo>
                <a:cubicBezTo>
                  <a:pt x="95410" y="101578"/>
                  <a:pt x="90759" y="105056"/>
                  <a:pt x="85488" y="107678"/>
                </a:cubicBezTo>
                <a:cubicBezTo>
                  <a:pt x="80217" y="110299"/>
                  <a:pt x="73772" y="112328"/>
                  <a:pt x="66155" y="113763"/>
                </a:cubicBezTo>
                <a:cubicBezTo>
                  <a:pt x="62788" y="114426"/>
                  <a:pt x="57489" y="114757"/>
                  <a:pt x="50258" y="114757"/>
                </a:cubicBezTo>
                <a:lnTo>
                  <a:pt x="0" y="114757"/>
                </a:lnTo>
                <a:moveTo>
                  <a:pt x="42806" y="8776"/>
                </a:moveTo>
                <a:lnTo>
                  <a:pt x="42806" y="96303"/>
                </a:lnTo>
                <a:cubicBezTo>
                  <a:pt x="42806" y="100936"/>
                  <a:pt x="43027" y="103777"/>
                  <a:pt x="43468" y="104826"/>
                </a:cubicBezTo>
                <a:cubicBezTo>
                  <a:pt x="43910" y="105873"/>
                  <a:pt x="44655" y="106672"/>
                  <a:pt x="45704" y="107222"/>
                </a:cubicBezTo>
                <a:cubicBezTo>
                  <a:pt x="47194" y="108050"/>
                  <a:pt x="49347" y="108464"/>
                  <a:pt x="52162" y="108464"/>
                </a:cubicBezTo>
                <a:cubicBezTo>
                  <a:pt x="61380" y="108464"/>
                  <a:pt x="68418" y="105320"/>
                  <a:pt x="73275" y="99033"/>
                </a:cubicBezTo>
                <a:cubicBezTo>
                  <a:pt x="79899" y="90539"/>
                  <a:pt x="83211" y="77358"/>
                  <a:pt x="83211" y="59490"/>
                </a:cubicBezTo>
                <a:cubicBezTo>
                  <a:pt x="83211" y="45095"/>
                  <a:pt x="80948" y="33596"/>
                  <a:pt x="76422" y="24992"/>
                </a:cubicBezTo>
                <a:cubicBezTo>
                  <a:pt x="72834" y="18263"/>
                  <a:pt x="68225" y="13685"/>
                  <a:pt x="62595" y="11258"/>
                </a:cubicBezTo>
                <a:cubicBezTo>
                  <a:pt x="58620" y="9548"/>
                  <a:pt x="52024" y="8721"/>
                  <a:pt x="42806" y="8776"/>
                </a:cubicBezTo>
                <a:close/>
                <a:moveTo>
                  <a:pt x="191481" y="73193"/>
                </a:moveTo>
                <a:lnTo>
                  <a:pt x="149006" y="73193"/>
                </a:lnTo>
                <a:cubicBezTo>
                  <a:pt x="149503" y="83487"/>
                  <a:pt x="152235" y="91623"/>
                  <a:pt x="157203" y="97600"/>
                </a:cubicBezTo>
                <a:cubicBezTo>
                  <a:pt x="161012" y="102193"/>
                  <a:pt x="165593" y="104490"/>
                  <a:pt x="170948" y="104490"/>
                </a:cubicBezTo>
                <a:cubicBezTo>
                  <a:pt x="174259" y="104490"/>
                  <a:pt x="177268" y="103565"/>
                  <a:pt x="179972" y="101716"/>
                </a:cubicBezTo>
                <a:cubicBezTo>
                  <a:pt x="182677" y="99867"/>
                  <a:pt x="185575" y="96541"/>
                  <a:pt x="188666" y="91739"/>
                </a:cubicBezTo>
                <a:lnTo>
                  <a:pt x="191481" y="93561"/>
                </a:lnTo>
                <a:cubicBezTo>
                  <a:pt x="187286" y="102116"/>
                  <a:pt x="182649" y="108174"/>
                  <a:pt x="177571" y="111735"/>
                </a:cubicBezTo>
                <a:cubicBezTo>
                  <a:pt x="172493" y="115295"/>
                  <a:pt x="166614" y="117075"/>
                  <a:pt x="159936" y="117075"/>
                </a:cubicBezTo>
                <a:cubicBezTo>
                  <a:pt x="148454" y="117075"/>
                  <a:pt x="139761" y="112655"/>
                  <a:pt x="133854" y="103815"/>
                </a:cubicBezTo>
                <a:cubicBezTo>
                  <a:pt x="129107" y="96687"/>
                  <a:pt x="126734" y="87847"/>
                  <a:pt x="126734" y="77294"/>
                </a:cubicBezTo>
                <a:cubicBezTo>
                  <a:pt x="126734" y="64363"/>
                  <a:pt x="130225" y="54073"/>
                  <a:pt x="137208" y="46421"/>
                </a:cubicBezTo>
                <a:cubicBezTo>
                  <a:pt x="144190" y="38767"/>
                  <a:pt x="152373" y="34940"/>
                  <a:pt x="161757" y="34940"/>
                </a:cubicBezTo>
                <a:cubicBezTo>
                  <a:pt x="169595" y="34940"/>
                  <a:pt x="176398" y="38156"/>
                  <a:pt x="182167" y="44586"/>
                </a:cubicBezTo>
                <a:cubicBezTo>
                  <a:pt x="187935" y="51017"/>
                  <a:pt x="191040" y="60552"/>
                  <a:pt x="191481" y="73193"/>
                </a:cubicBezTo>
                <a:moveTo>
                  <a:pt x="171113" y="67728"/>
                </a:moveTo>
                <a:cubicBezTo>
                  <a:pt x="171113" y="58841"/>
                  <a:pt x="170630" y="52742"/>
                  <a:pt x="169664" y="49430"/>
                </a:cubicBezTo>
                <a:cubicBezTo>
                  <a:pt x="168698" y="46118"/>
                  <a:pt x="167194" y="43606"/>
                  <a:pt x="165152" y="41895"/>
                </a:cubicBezTo>
                <a:cubicBezTo>
                  <a:pt x="163993" y="40902"/>
                  <a:pt x="162447" y="40405"/>
                  <a:pt x="160515" y="40405"/>
                </a:cubicBezTo>
                <a:cubicBezTo>
                  <a:pt x="157645" y="40405"/>
                  <a:pt x="155299" y="41813"/>
                  <a:pt x="153477" y="44628"/>
                </a:cubicBezTo>
                <a:cubicBezTo>
                  <a:pt x="150221" y="49540"/>
                  <a:pt x="148592" y="56274"/>
                  <a:pt x="148592" y="64830"/>
                </a:cubicBezTo>
                <a:lnTo>
                  <a:pt x="148592" y="67728"/>
                </a:lnTo>
                <a:lnTo>
                  <a:pt x="171113" y="67728"/>
                </a:lnTo>
                <a:close/>
                <a:moveTo>
                  <a:pt x="264199" y="94738"/>
                </a:moveTo>
                <a:lnTo>
                  <a:pt x="266766" y="96722"/>
                </a:lnTo>
                <a:cubicBezTo>
                  <a:pt x="263123" y="103589"/>
                  <a:pt x="258583" y="108699"/>
                  <a:pt x="253146" y="112050"/>
                </a:cubicBezTo>
                <a:cubicBezTo>
                  <a:pt x="247709" y="115400"/>
                  <a:pt x="241927" y="117075"/>
                  <a:pt x="235800" y="117075"/>
                </a:cubicBezTo>
                <a:cubicBezTo>
                  <a:pt x="225478" y="117075"/>
                  <a:pt x="217226" y="113180"/>
                  <a:pt x="211043" y="105390"/>
                </a:cubicBezTo>
                <a:cubicBezTo>
                  <a:pt x="204861" y="97599"/>
                  <a:pt x="201770" y="88233"/>
                  <a:pt x="201770" y="77294"/>
                </a:cubicBezTo>
                <a:cubicBezTo>
                  <a:pt x="201770" y="66739"/>
                  <a:pt x="204585" y="57456"/>
                  <a:pt x="210215" y="49445"/>
                </a:cubicBezTo>
                <a:cubicBezTo>
                  <a:pt x="217005" y="39775"/>
                  <a:pt x="226361" y="34940"/>
                  <a:pt x="238284" y="34940"/>
                </a:cubicBezTo>
                <a:cubicBezTo>
                  <a:pt x="246287" y="34940"/>
                  <a:pt x="252649" y="36961"/>
                  <a:pt x="257368" y="41003"/>
                </a:cubicBezTo>
                <a:cubicBezTo>
                  <a:pt x="262088" y="45042"/>
                  <a:pt x="264448" y="49553"/>
                  <a:pt x="264448" y="54535"/>
                </a:cubicBezTo>
                <a:cubicBezTo>
                  <a:pt x="264448" y="57690"/>
                  <a:pt x="263495" y="60208"/>
                  <a:pt x="261591" y="62090"/>
                </a:cubicBezTo>
                <a:cubicBezTo>
                  <a:pt x="259687" y="63972"/>
                  <a:pt x="257189" y="64913"/>
                  <a:pt x="254098" y="64913"/>
                </a:cubicBezTo>
                <a:cubicBezTo>
                  <a:pt x="250841" y="64913"/>
                  <a:pt x="248150" y="63833"/>
                  <a:pt x="246025" y="61673"/>
                </a:cubicBezTo>
                <a:cubicBezTo>
                  <a:pt x="243900" y="59512"/>
                  <a:pt x="242589" y="55662"/>
                  <a:pt x="242092" y="50123"/>
                </a:cubicBezTo>
                <a:cubicBezTo>
                  <a:pt x="241761" y="46634"/>
                  <a:pt x="240961" y="44196"/>
                  <a:pt x="239691" y="42811"/>
                </a:cubicBezTo>
                <a:cubicBezTo>
                  <a:pt x="238422" y="41428"/>
                  <a:pt x="236931" y="40736"/>
                  <a:pt x="235220" y="40736"/>
                </a:cubicBezTo>
                <a:cubicBezTo>
                  <a:pt x="232571" y="40736"/>
                  <a:pt x="230308" y="42144"/>
                  <a:pt x="228431" y="44959"/>
                </a:cubicBezTo>
                <a:cubicBezTo>
                  <a:pt x="225561" y="49209"/>
                  <a:pt x="224125" y="55722"/>
                  <a:pt x="224125" y="64499"/>
                </a:cubicBezTo>
                <a:cubicBezTo>
                  <a:pt x="224125" y="71785"/>
                  <a:pt x="225285" y="78754"/>
                  <a:pt x="227603" y="85405"/>
                </a:cubicBezTo>
                <a:cubicBezTo>
                  <a:pt x="229921" y="92057"/>
                  <a:pt x="233095" y="97011"/>
                  <a:pt x="237125" y="100267"/>
                </a:cubicBezTo>
                <a:cubicBezTo>
                  <a:pt x="240160" y="102641"/>
                  <a:pt x="243748" y="103827"/>
                  <a:pt x="247888" y="103827"/>
                </a:cubicBezTo>
                <a:cubicBezTo>
                  <a:pt x="250593" y="103827"/>
                  <a:pt x="253160" y="103194"/>
                  <a:pt x="255588" y="101928"/>
                </a:cubicBezTo>
                <a:cubicBezTo>
                  <a:pt x="258017" y="100660"/>
                  <a:pt x="260887" y="98264"/>
                  <a:pt x="264199" y="94738"/>
                </a:cubicBezTo>
                <a:close/>
                <a:moveTo>
                  <a:pt x="294772" y="0"/>
                </a:moveTo>
                <a:cubicBezTo>
                  <a:pt x="298360" y="0"/>
                  <a:pt x="301396" y="1260"/>
                  <a:pt x="303880" y="3780"/>
                </a:cubicBezTo>
                <a:cubicBezTo>
                  <a:pt x="306364" y="6299"/>
                  <a:pt x="307606" y="9330"/>
                  <a:pt x="307606" y="12875"/>
                </a:cubicBezTo>
                <a:cubicBezTo>
                  <a:pt x="307606" y="16420"/>
                  <a:pt x="306350" y="19438"/>
                  <a:pt x="303839" y="21931"/>
                </a:cubicBezTo>
                <a:cubicBezTo>
                  <a:pt x="301327" y="24422"/>
                  <a:pt x="298305" y="25667"/>
                  <a:pt x="294772" y="25667"/>
                </a:cubicBezTo>
                <a:cubicBezTo>
                  <a:pt x="291240" y="25667"/>
                  <a:pt x="288231" y="24422"/>
                  <a:pt x="285747" y="21931"/>
                </a:cubicBezTo>
                <a:cubicBezTo>
                  <a:pt x="283264" y="19438"/>
                  <a:pt x="282022" y="16420"/>
                  <a:pt x="282022" y="12875"/>
                </a:cubicBezTo>
                <a:cubicBezTo>
                  <a:pt x="282022" y="9330"/>
                  <a:pt x="283264" y="6299"/>
                  <a:pt x="285747" y="3780"/>
                </a:cubicBezTo>
                <a:cubicBezTo>
                  <a:pt x="288231" y="1260"/>
                  <a:pt x="291240" y="0"/>
                  <a:pt x="294772" y="0"/>
                </a:cubicBezTo>
                <a:moveTo>
                  <a:pt x="306364" y="37259"/>
                </a:moveTo>
                <a:lnTo>
                  <a:pt x="306364" y="98694"/>
                </a:lnTo>
                <a:cubicBezTo>
                  <a:pt x="306364" y="104159"/>
                  <a:pt x="306999" y="107650"/>
                  <a:pt x="308268" y="109168"/>
                </a:cubicBezTo>
                <a:cubicBezTo>
                  <a:pt x="309538" y="110686"/>
                  <a:pt x="312022" y="111555"/>
                  <a:pt x="315720" y="111776"/>
                </a:cubicBezTo>
                <a:lnTo>
                  <a:pt x="315720" y="114757"/>
                </a:lnTo>
                <a:lnTo>
                  <a:pt x="273907" y="114757"/>
                </a:lnTo>
                <a:lnTo>
                  <a:pt x="273907" y="111776"/>
                </a:lnTo>
                <a:cubicBezTo>
                  <a:pt x="277330" y="111666"/>
                  <a:pt x="279869" y="110672"/>
                  <a:pt x="281525" y="108795"/>
                </a:cubicBezTo>
                <a:cubicBezTo>
                  <a:pt x="282629" y="107526"/>
                  <a:pt x="283181" y="104159"/>
                  <a:pt x="283181" y="98694"/>
                </a:cubicBezTo>
                <a:lnTo>
                  <a:pt x="283181" y="53487"/>
                </a:lnTo>
                <a:cubicBezTo>
                  <a:pt x="283181" y="47953"/>
                  <a:pt x="282546" y="44418"/>
                  <a:pt x="281276" y="42881"/>
                </a:cubicBezTo>
                <a:cubicBezTo>
                  <a:pt x="280007" y="41344"/>
                  <a:pt x="277551" y="40464"/>
                  <a:pt x="273907" y="40239"/>
                </a:cubicBezTo>
                <a:lnTo>
                  <a:pt x="273907" y="37259"/>
                </a:lnTo>
                <a:lnTo>
                  <a:pt x="306364" y="37259"/>
                </a:lnTo>
                <a:close/>
                <a:moveTo>
                  <a:pt x="372047" y="35272"/>
                </a:moveTo>
                <a:lnTo>
                  <a:pt x="373289" y="61767"/>
                </a:lnTo>
                <a:lnTo>
                  <a:pt x="370474" y="61767"/>
                </a:lnTo>
                <a:cubicBezTo>
                  <a:pt x="367107" y="53865"/>
                  <a:pt x="363616" y="48467"/>
                  <a:pt x="360000" y="45575"/>
                </a:cubicBezTo>
                <a:cubicBezTo>
                  <a:pt x="356385" y="42680"/>
                  <a:pt x="352783" y="41233"/>
                  <a:pt x="349195" y="41233"/>
                </a:cubicBezTo>
                <a:cubicBezTo>
                  <a:pt x="346932" y="41233"/>
                  <a:pt x="345000" y="41992"/>
                  <a:pt x="343400" y="43510"/>
                </a:cubicBezTo>
                <a:cubicBezTo>
                  <a:pt x="341799" y="45028"/>
                  <a:pt x="340998" y="46780"/>
                  <a:pt x="340998" y="48767"/>
                </a:cubicBezTo>
                <a:cubicBezTo>
                  <a:pt x="340998" y="50258"/>
                  <a:pt x="341550" y="51693"/>
                  <a:pt x="342654" y="53073"/>
                </a:cubicBezTo>
                <a:cubicBezTo>
                  <a:pt x="344421" y="55336"/>
                  <a:pt x="349361" y="59214"/>
                  <a:pt x="357475" y="64706"/>
                </a:cubicBezTo>
                <a:cubicBezTo>
                  <a:pt x="365589" y="70198"/>
                  <a:pt x="370930" y="74862"/>
                  <a:pt x="373496" y="78699"/>
                </a:cubicBezTo>
                <a:cubicBezTo>
                  <a:pt x="376063" y="82535"/>
                  <a:pt x="377346" y="86826"/>
                  <a:pt x="377346" y="91574"/>
                </a:cubicBezTo>
                <a:cubicBezTo>
                  <a:pt x="377346" y="95879"/>
                  <a:pt x="376270" y="100102"/>
                  <a:pt x="374117" y="104241"/>
                </a:cubicBezTo>
                <a:cubicBezTo>
                  <a:pt x="371965" y="108381"/>
                  <a:pt x="368929" y="111555"/>
                  <a:pt x="365010" y="113763"/>
                </a:cubicBezTo>
                <a:cubicBezTo>
                  <a:pt x="361091" y="115971"/>
                  <a:pt x="356757" y="117075"/>
                  <a:pt x="352010" y="117075"/>
                </a:cubicBezTo>
                <a:cubicBezTo>
                  <a:pt x="348312" y="117075"/>
                  <a:pt x="343372" y="115894"/>
                  <a:pt x="337190" y="113533"/>
                </a:cubicBezTo>
                <a:cubicBezTo>
                  <a:pt x="335534" y="112914"/>
                  <a:pt x="334402" y="112604"/>
                  <a:pt x="333795" y="112604"/>
                </a:cubicBezTo>
                <a:cubicBezTo>
                  <a:pt x="331974" y="112604"/>
                  <a:pt x="330456" y="113984"/>
                  <a:pt x="329241" y="116744"/>
                </a:cubicBezTo>
                <a:lnTo>
                  <a:pt x="326509" y="116744"/>
                </a:lnTo>
                <a:lnTo>
                  <a:pt x="325184" y="88924"/>
                </a:lnTo>
                <a:lnTo>
                  <a:pt x="327999" y="88924"/>
                </a:lnTo>
                <a:cubicBezTo>
                  <a:pt x="330483" y="96210"/>
                  <a:pt x="333892" y="101675"/>
                  <a:pt x="338225" y="105318"/>
                </a:cubicBezTo>
                <a:cubicBezTo>
                  <a:pt x="342558" y="108961"/>
                  <a:pt x="346656" y="110782"/>
                  <a:pt x="350520" y="110782"/>
                </a:cubicBezTo>
                <a:cubicBezTo>
                  <a:pt x="353170" y="110782"/>
                  <a:pt x="355336" y="109968"/>
                  <a:pt x="357020" y="108340"/>
                </a:cubicBezTo>
                <a:cubicBezTo>
                  <a:pt x="358703" y="106712"/>
                  <a:pt x="359545" y="104738"/>
                  <a:pt x="359545" y="102420"/>
                </a:cubicBezTo>
                <a:cubicBezTo>
                  <a:pt x="359545" y="99770"/>
                  <a:pt x="358717" y="97480"/>
                  <a:pt x="357061" y="95548"/>
                </a:cubicBezTo>
                <a:cubicBezTo>
                  <a:pt x="355405" y="93616"/>
                  <a:pt x="351707" y="90690"/>
                  <a:pt x="345966" y="86771"/>
                </a:cubicBezTo>
                <a:cubicBezTo>
                  <a:pt x="337521" y="80920"/>
                  <a:pt x="332056" y="76449"/>
                  <a:pt x="329572" y="73358"/>
                </a:cubicBezTo>
                <a:cubicBezTo>
                  <a:pt x="325929" y="68832"/>
                  <a:pt x="324108" y="63837"/>
                  <a:pt x="324108" y="58372"/>
                </a:cubicBezTo>
                <a:cubicBezTo>
                  <a:pt x="324108" y="52411"/>
                  <a:pt x="326164" y="47015"/>
                  <a:pt x="330276" y="42185"/>
                </a:cubicBezTo>
                <a:cubicBezTo>
                  <a:pt x="334388" y="37355"/>
                  <a:pt x="340336" y="34940"/>
                  <a:pt x="348119" y="34940"/>
                </a:cubicBezTo>
                <a:cubicBezTo>
                  <a:pt x="352314" y="34940"/>
                  <a:pt x="356371" y="36001"/>
                  <a:pt x="360290" y="38123"/>
                </a:cubicBezTo>
                <a:cubicBezTo>
                  <a:pt x="361781" y="38982"/>
                  <a:pt x="362995" y="39411"/>
                  <a:pt x="363933" y="39411"/>
                </a:cubicBezTo>
                <a:cubicBezTo>
                  <a:pt x="364927" y="39411"/>
                  <a:pt x="365727" y="39204"/>
                  <a:pt x="366334" y="38790"/>
                </a:cubicBezTo>
                <a:cubicBezTo>
                  <a:pt x="366942" y="38376"/>
                  <a:pt x="367907" y="37203"/>
                  <a:pt x="369232" y="35272"/>
                </a:cubicBezTo>
                <a:lnTo>
                  <a:pt x="372047" y="35272"/>
                </a:lnTo>
                <a:close/>
                <a:moveTo>
                  <a:pt x="407706" y="0"/>
                </a:moveTo>
                <a:cubicBezTo>
                  <a:pt x="411293" y="0"/>
                  <a:pt x="414329" y="1260"/>
                  <a:pt x="416813" y="3780"/>
                </a:cubicBezTo>
                <a:cubicBezTo>
                  <a:pt x="419297" y="6299"/>
                  <a:pt x="420539" y="9330"/>
                  <a:pt x="420539" y="12875"/>
                </a:cubicBezTo>
                <a:cubicBezTo>
                  <a:pt x="420539" y="16420"/>
                  <a:pt x="419283" y="19438"/>
                  <a:pt x="416772" y="21931"/>
                </a:cubicBezTo>
                <a:cubicBezTo>
                  <a:pt x="414260" y="24422"/>
                  <a:pt x="411238" y="25667"/>
                  <a:pt x="407706" y="25667"/>
                </a:cubicBezTo>
                <a:cubicBezTo>
                  <a:pt x="404173" y="25667"/>
                  <a:pt x="401165" y="24422"/>
                  <a:pt x="398681" y="21931"/>
                </a:cubicBezTo>
                <a:cubicBezTo>
                  <a:pt x="396197" y="19438"/>
                  <a:pt x="394955" y="16420"/>
                  <a:pt x="394955" y="12875"/>
                </a:cubicBezTo>
                <a:cubicBezTo>
                  <a:pt x="394955" y="9330"/>
                  <a:pt x="396197" y="6299"/>
                  <a:pt x="398681" y="3780"/>
                </a:cubicBezTo>
                <a:cubicBezTo>
                  <a:pt x="401165" y="1260"/>
                  <a:pt x="404173" y="0"/>
                  <a:pt x="407706" y="0"/>
                </a:cubicBezTo>
                <a:moveTo>
                  <a:pt x="419297" y="37259"/>
                </a:moveTo>
                <a:lnTo>
                  <a:pt x="419297" y="98694"/>
                </a:lnTo>
                <a:cubicBezTo>
                  <a:pt x="419297" y="104159"/>
                  <a:pt x="419932" y="107650"/>
                  <a:pt x="421201" y="109168"/>
                </a:cubicBezTo>
                <a:cubicBezTo>
                  <a:pt x="422471" y="110686"/>
                  <a:pt x="424955" y="111555"/>
                  <a:pt x="428653" y="111776"/>
                </a:cubicBezTo>
                <a:lnTo>
                  <a:pt x="428653" y="114757"/>
                </a:lnTo>
                <a:lnTo>
                  <a:pt x="386841" y="114757"/>
                </a:lnTo>
                <a:lnTo>
                  <a:pt x="386841" y="111776"/>
                </a:lnTo>
                <a:cubicBezTo>
                  <a:pt x="390263" y="111666"/>
                  <a:pt x="392802" y="110672"/>
                  <a:pt x="394458" y="108795"/>
                </a:cubicBezTo>
                <a:cubicBezTo>
                  <a:pt x="395562" y="107526"/>
                  <a:pt x="396114" y="104159"/>
                  <a:pt x="396114" y="98694"/>
                </a:cubicBezTo>
                <a:lnTo>
                  <a:pt x="396114" y="53487"/>
                </a:lnTo>
                <a:cubicBezTo>
                  <a:pt x="396114" y="47953"/>
                  <a:pt x="395479" y="44418"/>
                  <a:pt x="394210" y="42881"/>
                </a:cubicBezTo>
                <a:cubicBezTo>
                  <a:pt x="392940" y="41344"/>
                  <a:pt x="390484" y="40464"/>
                  <a:pt x="386841" y="40239"/>
                </a:cubicBezTo>
                <a:lnTo>
                  <a:pt x="386841" y="37259"/>
                </a:lnTo>
                <a:lnTo>
                  <a:pt x="419297" y="37259"/>
                </a:lnTo>
                <a:close/>
                <a:moveTo>
                  <a:pt x="472560" y="34940"/>
                </a:moveTo>
                <a:cubicBezTo>
                  <a:pt x="479294" y="34940"/>
                  <a:pt x="485559" y="36681"/>
                  <a:pt x="491355" y="40162"/>
                </a:cubicBezTo>
                <a:cubicBezTo>
                  <a:pt x="497151" y="43643"/>
                  <a:pt x="501553" y="48588"/>
                  <a:pt x="504561" y="54998"/>
                </a:cubicBezTo>
                <a:cubicBezTo>
                  <a:pt x="507570" y="61408"/>
                  <a:pt x="509074" y="68425"/>
                  <a:pt x="509074" y="76049"/>
                </a:cubicBezTo>
                <a:cubicBezTo>
                  <a:pt x="509074" y="87044"/>
                  <a:pt x="506286" y="96244"/>
                  <a:pt x="500711" y="103649"/>
                </a:cubicBezTo>
                <a:cubicBezTo>
                  <a:pt x="493977" y="112600"/>
                  <a:pt x="484676" y="117075"/>
                  <a:pt x="472809" y="117075"/>
                </a:cubicBezTo>
                <a:cubicBezTo>
                  <a:pt x="461162" y="117075"/>
                  <a:pt x="452192" y="112986"/>
                  <a:pt x="445900" y="104808"/>
                </a:cubicBezTo>
                <a:cubicBezTo>
                  <a:pt x="439607" y="96630"/>
                  <a:pt x="436461" y="87154"/>
                  <a:pt x="436461" y="76380"/>
                </a:cubicBezTo>
                <a:cubicBezTo>
                  <a:pt x="436461" y="65275"/>
                  <a:pt x="439676" y="55592"/>
                  <a:pt x="446107" y="47331"/>
                </a:cubicBezTo>
                <a:cubicBezTo>
                  <a:pt x="452537" y="39071"/>
                  <a:pt x="461355" y="34940"/>
                  <a:pt x="472560" y="34940"/>
                </a:cubicBezTo>
                <a:moveTo>
                  <a:pt x="472891" y="40736"/>
                </a:moveTo>
                <a:cubicBezTo>
                  <a:pt x="470076" y="40736"/>
                  <a:pt x="467661" y="41800"/>
                  <a:pt x="465647" y="43929"/>
                </a:cubicBezTo>
                <a:cubicBezTo>
                  <a:pt x="463632" y="46056"/>
                  <a:pt x="462307" y="50255"/>
                  <a:pt x="461672" y="56527"/>
                </a:cubicBezTo>
                <a:cubicBezTo>
                  <a:pt x="461038" y="62799"/>
                  <a:pt x="460720" y="71517"/>
                  <a:pt x="460720" y="82681"/>
                </a:cubicBezTo>
                <a:cubicBezTo>
                  <a:pt x="460720" y="88594"/>
                  <a:pt x="461107" y="94120"/>
                  <a:pt x="461879" y="99261"/>
                </a:cubicBezTo>
                <a:cubicBezTo>
                  <a:pt x="462487" y="103183"/>
                  <a:pt x="463784" y="106167"/>
                  <a:pt x="465771" y="108213"/>
                </a:cubicBezTo>
                <a:cubicBezTo>
                  <a:pt x="467758" y="110257"/>
                  <a:pt x="470021" y="111279"/>
                  <a:pt x="472560" y="111279"/>
                </a:cubicBezTo>
                <a:cubicBezTo>
                  <a:pt x="475044" y="111279"/>
                  <a:pt x="477114" y="110588"/>
                  <a:pt x="478770" y="109207"/>
                </a:cubicBezTo>
                <a:cubicBezTo>
                  <a:pt x="480923" y="107328"/>
                  <a:pt x="482358" y="104703"/>
                  <a:pt x="483075" y="101331"/>
                </a:cubicBezTo>
                <a:cubicBezTo>
                  <a:pt x="484179" y="96082"/>
                  <a:pt x="484731" y="85472"/>
                  <a:pt x="484731" y="69500"/>
                </a:cubicBezTo>
                <a:cubicBezTo>
                  <a:pt x="484731" y="60106"/>
                  <a:pt x="484207" y="53655"/>
                  <a:pt x="483158" y="50147"/>
                </a:cubicBezTo>
                <a:cubicBezTo>
                  <a:pt x="482109" y="46636"/>
                  <a:pt x="480564" y="44080"/>
                  <a:pt x="478522" y="42477"/>
                </a:cubicBezTo>
                <a:cubicBezTo>
                  <a:pt x="477086" y="41317"/>
                  <a:pt x="475210" y="40736"/>
                  <a:pt x="472891" y="40736"/>
                </a:cubicBezTo>
                <a:close/>
                <a:moveTo>
                  <a:pt x="552459" y="37259"/>
                </a:moveTo>
                <a:lnTo>
                  <a:pt x="552459" y="47360"/>
                </a:lnTo>
                <a:cubicBezTo>
                  <a:pt x="556433" y="43025"/>
                  <a:pt x="560242" y="39872"/>
                  <a:pt x="563885" y="37900"/>
                </a:cubicBezTo>
                <a:cubicBezTo>
                  <a:pt x="567528" y="35927"/>
                  <a:pt x="571447" y="34940"/>
                  <a:pt x="575642" y="34940"/>
                </a:cubicBezTo>
                <a:cubicBezTo>
                  <a:pt x="580665" y="34940"/>
                  <a:pt x="584833" y="36336"/>
                  <a:pt x="588145" y="39127"/>
                </a:cubicBezTo>
                <a:cubicBezTo>
                  <a:pt x="591457" y="41918"/>
                  <a:pt x="593665" y="45386"/>
                  <a:pt x="594768" y="49531"/>
                </a:cubicBezTo>
                <a:cubicBezTo>
                  <a:pt x="595652" y="52682"/>
                  <a:pt x="596093" y="58735"/>
                  <a:pt x="596093" y="67689"/>
                </a:cubicBezTo>
                <a:lnTo>
                  <a:pt x="596093" y="97866"/>
                </a:lnTo>
                <a:cubicBezTo>
                  <a:pt x="596093" y="103827"/>
                  <a:pt x="596631" y="107540"/>
                  <a:pt x="597708" y="109002"/>
                </a:cubicBezTo>
                <a:cubicBezTo>
                  <a:pt x="598784" y="110465"/>
                  <a:pt x="601033" y="111390"/>
                  <a:pt x="604456" y="111776"/>
                </a:cubicBezTo>
                <a:lnTo>
                  <a:pt x="604456" y="114757"/>
                </a:lnTo>
                <a:lnTo>
                  <a:pt x="565293" y="114757"/>
                </a:lnTo>
                <a:lnTo>
                  <a:pt x="565293" y="111776"/>
                </a:lnTo>
                <a:cubicBezTo>
                  <a:pt x="568218" y="111390"/>
                  <a:pt x="570316" y="110175"/>
                  <a:pt x="571585" y="108133"/>
                </a:cubicBezTo>
                <a:cubicBezTo>
                  <a:pt x="572468" y="106753"/>
                  <a:pt x="572910" y="103331"/>
                  <a:pt x="572910" y="97866"/>
                </a:cubicBezTo>
                <a:lnTo>
                  <a:pt x="572910" y="63423"/>
                </a:lnTo>
                <a:cubicBezTo>
                  <a:pt x="572910" y="57075"/>
                  <a:pt x="572662" y="53073"/>
                  <a:pt x="572165" y="51417"/>
                </a:cubicBezTo>
                <a:cubicBezTo>
                  <a:pt x="571668" y="49761"/>
                  <a:pt x="570826" y="48478"/>
                  <a:pt x="569640" y="47567"/>
                </a:cubicBezTo>
                <a:cubicBezTo>
                  <a:pt x="568453" y="46656"/>
                  <a:pt x="567142" y="46201"/>
                  <a:pt x="565707" y="46201"/>
                </a:cubicBezTo>
                <a:cubicBezTo>
                  <a:pt x="560960" y="46201"/>
                  <a:pt x="556544" y="49623"/>
                  <a:pt x="552459" y="56468"/>
                </a:cubicBezTo>
                <a:lnTo>
                  <a:pt x="552459" y="97866"/>
                </a:lnTo>
                <a:cubicBezTo>
                  <a:pt x="552459" y="103662"/>
                  <a:pt x="552997" y="107333"/>
                  <a:pt x="554074" y="108878"/>
                </a:cubicBezTo>
                <a:cubicBezTo>
                  <a:pt x="555150" y="110424"/>
                  <a:pt x="557151" y="111390"/>
                  <a:pt x="560077" y="111776"/>
                </a:cubicBezTo>
                <a:lnTo>
                  <a:pt x="560077" y="114757"/>
                </a:lnTo>
                <a:lnTo>
                  <a:pt x="520914" y="114757"/>
                </a:lnTo>
                <a:lnTo>
                  <a:pt x="520914" y="111776"/>
                </a:lnTo>
                <a:cubicBezTo>
                  <a:pt x="524170" y="111445"/>
                  <a:pt x="526489" y="110396"/>
                  <a:pt x="527868" y="108630"/>
                </a:cubicBezTo>
                <a:cubicBezTo>
                  <a:pt x="528807" y="107415"/>
                  <a:pt x="529276" y="103827"/>
                  <a:pt x="529276" y="97866"/>
                </a:cubicBezTo>
                <a:lnTo>
                  <a:pt x="529276" y="54149"/>
                </a:lnTo>
                <a:cubicBezTo>
                  <a:pt x="529276" y="48228"/>
                  <a:pt x="528738" y="44540"/>
                  <a:pt x="527661" y="43088"/>
                </a:cubicBezTo>
                <a:cubicBezTo>
                  <a:pt x="526585" y="41636"/>
                  <a:pt x="524336" y="40686"/>
                  <a:pt x="520914" y="40239"/>
                </a:cubicBezTo>
                <a:lnTo>
                  <a:pt x="520914" y="37259"/>
                </a:lnTo>
                <a:lnTo>
                  <a:pt x="552459" y="37259"/>
                </a:lnTo>
                <a:close/>
                <a:moveTo>
                  <a:pt x="661808" y="84287"/>
                </a:moveTo>
                <a:lnTo>
                  <a:pt x="613537" y="84287"/>
                </a:lnTo>
                <a:lnTo>
                  <a:pt x="613537" y="67066"/>
                </a:lnTo>
                <a:lnTo>
                  <a:pt x="661808" y="67066"/>
                </a:lnTo>
                <a:lnTo>
                  <a:pt x="661808" y="84287"/>
                </a:lnTo>
                <a:close/>
                <a:moveTo>
                  <a:pt x="703702" y="37259"/>
                </a:moveTo>
                <a:lnTo>
                  <a:pt x="703702" y="47525"/>
                </a:lnTo>
                <a:cubicBezTo>
                  <a:pt x="707952" y="42858"/>
                  <a:pt x="711885" y="39593"/>
                  <a:pt x="715501" y="37732"/>
                </a:cubicBezTo>
                <a:cubicBezTo>
                  <a:pt x="719116" y="35871"/>
                  <a:pt x="723077" y="34940"/>
                  <a:pt x="727382" y="34940"/>
                </a:cubicBezTo>
                <a:cubicBezTo>
                  <a:pt x="732350" y="34940"/>
                  <a:pt x="736517" y="36106"/>
                  <a:pt x="739885" y="38439"/>
                </a:cubicBezTo>
                <a:cubicBezTo>
                  <a:pt x="743252" y="40771"/>
                  <a:pt x="745846" y="44324"/>
                  <a:pt x="747667" y="49099"/>
                </a:cubicBezTo>
                <a:cubicBezTo>
                  <a:pt x="752083" y="44101"/>
                  <a:pt x="756320" y="40493"/>
                  <a:pt x="760377" y="38273"/>
                </a:cubicBezTo>
                <a:cubicBezTo>
                  <a:pt x="764434" y="36051"/>
                  <a:pt x="768670" y="34940"/>
                  <a:pt x="773086" y="34940"/>
                </a:cubicBezTo>
                <a:cubicBezTo>
                  <a:pt x="778440" y="34940"/>
                  <a:pt x="782704" y="36170"/>
                  <a:pt x="785878" y="38630"/>
                </a:cubicBezTo>
                <a:cubicBezTo>
                  <a:pt x="789052" y="41090"/>
                  <a:pt x="791260" y="44213"/>
                  <a:pt x="792502" y="47999"/>
                </a:cubicBezTo>
                <a:cubicBezTo>
                  <a:pt x="793744" y="51785"/>
                  <a:pt x="794365" y="57823"/>
                  <a:pt x="794365" y="66113"/>
                </a:cubicBezTo>
                <a:lnTo>
                  <a:pt x="794365" y="97866"/>
                </a:lnTo>
                <a:cubicBezTo>
                  <a:pt x="794365" y="103827"/>
                  <a:pt x="794903" y="107526"/>
                  <a:pt x="795980" y="108961"/>
                </a:cubicBezTo>
                <a:cubicBezTo>
                  <a:pt x="797056" y="110396"/>
                  <a:pt x="799305" y="111334"/>
                  <a:pt x="802727" y="111776"/>
                </a:cubicBezTo>
                <a:lnTo>
                  <a:pt x="802727" y="114757"/>
                </a:lnTo>
                <a:lnTo>
                  <a:pt x="762737" y="114757"/>
                </a:lnTo>
                <a:lnTo>
                  <a:pt x="762737" y="111776"/>
                </a:lnTo>
                <a:cubicBezTo>
                  <a:pt x="765883" y="111500"/>
                  <a:pt x="768201" y="110286"/>
                  <a:pt x="769691" y="108133"/>
                </a:cubicBezTo>
                <a:cubicBezTo>
                  <a:pt x="770685" y="106643"/>
                  <a:pt x="771182" y="103220"/>
                  <a:pt x="771182" y="97866"/>
                </a:cubicBezTo>
                <a:lnTo>
                  <a:pt x="771182" y="64582"/>
                </a:lnTo>
                <a:cubicBezTo>
                  <a:pt x="771182" y="57682"/>
                  <a:pt x="770906" y="53294"/>
                  <a:pt x="770354" y="51417"/>
                </a:cubicBezTo>
                <a:cubicBezTo>
                  <a:pt x="769802" y="49540"/>
                  <a:pt x="768932" y="48146"/>
                  <a:pt x="767746" y="47236"/>
                </a:cubicBezTo>
                <a:cubicBezTo>
                  <a:pt x="766559" y="46325"/>
                  <a:pt x="765165" y="45870"/>
                  <a:pt x="763564" y="45870"/>
                </a:cubicBezTo>
                <a:cubicBezTo>
                  <a:pt x="761191" y="45870"/>
                  <a:pt x="758790" y="46739"/>
                  <a:pt x="756361" y="48478"/>
                </a:cubicBezTo>
                <a:cubicBezTo>
                  <a:pt x="753932" y="50216"/>
                  <a:pt x="751476" y="52825"/>
                  <a:pt x="748992" y="56302"/>
                </a:cubicBezTo>
                <a:lnTo>
                  <a:pt x="748992" y="97866"/>
                </a:lnTo>
                <a:cubicBezTo>
                  <a:pt x="748992" y="103441"/>
                  <a:pt x="749461" y="106946"/>
                  <a:pt x="750400" y="108381"/>
                </a:cubicBezTo>
                <a:cubicBezTo>
                  <a:pt x="751669" y="110424"/>
                  <a:pt x="754098" y="111555"/>
                  <a:pt x="757686" y="111776"/>
                </a:cubicBezTo>
                <a:lnTo>
                  <a:pt x="757686" y="114757"/>
                </a:lnTo>
                <a:lnTo>
                  <a:pt x="717612" y="114757"/>
                </a:lnTo>
                <a:lnTo>
                  <a:pt x="717612" y="111776"/>
                </a:lnTo>
                <a:cubicBezTo>
                  <a:pt x="719765" y="111666"/>
                  <a:pt x="721462" y="111127"/>
                  <a:pt x="722704" y="110161"/>
                </a:cubicBezTo>
                <a:cubicBezTo>
                  <a:pt x="723946" y="109195"/>
                  <a:pt x="724774" y="108036"/>
                  <a:pt x="725188" y="106684"/>
                </a:cubicBezTo>
                <a:cubicBezTo>
                  <a:pt x="725602" y="105332"/>
                  <a:pt x="725809" y="102392"/>
                  <a:pt x="725809" y="97866"/>
                </a:cubicBezTo>
                <a:lnTo>
                  <a:pt x="725809" y="64530"/>
                </a:lnTo>
                <a:cubicBezTo>
                  <a:pt x="725809" y="57508"/>
                  <a:pt x="725533" y="53113"/>
                  <a:pt x="724981" y="51345"/>
                </a:cubicBezTo>
                <a:cubicBezTo>
                  <a:pt x="724429" y="49575"/>
                  <a:pt x="723505" y="48192"/>
                  <a:pt x="722207" y="47197"/>
                </a:cubicBezTo>
                <a:cubicBezTo>
                  <a:pt x="720910" y="46202"/>
                  <a:pt x="719516" y="45704"/>
                  <a:pt x="718026" y="45704"/>
                </a:cubicBezTo>
                <a:cubicBezTo>
                  <a:pt x="715818" y="45704"/>
                  <a:pt x="713803" y="46288"/>
                  <a:pt x="711982" y="47456"/>
                </a:cubicBezTo>
                <a:cubicBezTo>
                  <a:pt x="709388" y="49181"/>
                  <a:pt x="706628" y="52129"/>
                  <a:pt x="703702" y="56302"/>
                </a:cubicBezTo>
                <a:lnTo>
                  <a:pt x="703702" y="97866"/>
                </a:lnTo>
                <a:cubicBezTo>
                  <a:pt x="703702" y="103331"/>
                  <a:pt x="704240" y="106932"/>
                  <a:pt x="705317" y="108671"/>
                </a:cubicBezTo>
                <a:cubicBezTo>
                  <a:pt x="706393" y="110410"/>
                  <a:pt x="708642" y="111445"/>
                  <a:pt x="712065" y="111776"/>
                </a:cubicBezTo>
                <a:lnTo>
                  <a:pt x="712065" y="114757"/>
                </a:lnTo>
                <a:lnTo>
                  <a:pt x="672157" y="114757"/>
                </a:lnTo>
                <a:lnTo>
                  <a:pt x="672157" y="111776"/>
                </a:lnTo>
                <a:cubicBezTo>
                  <a:pt x="675413" y="111445"/>
                  <a:pt x="677732" y="110396"/>
                  <a:pt x="679112" y="108630"/>
                </a:cubicBezTo>
                <a:cubicBezTo>
                  <a:pt x="680050" y="107415"/>
                  <a:pt x="680519" y="103827"/>
                  <a:pt x="680519" y="97866"/>
                </a:cubicBezTo>
                <a:lnTo>
                  <a:pt x="680519" y="54149"/>
                </a:lnTo>
                <a:cubicBezTo>
                  <a:pt x="680519" y="48228"/>
                  <a:pt x="679981" y="44540"/>
                  <a:pt x="678905" y="43088"/>
                </a:cubicBezTo>
                <a:cubicBezTo>
                  <a:pt x="677828" y="41636"/>
                  <a:pt x="675579" y="40686"/>
                  <a:pt x="672157" y="40239"/>
                </a:cubicBezTo>
                <a:lnTo>
                  <a:pt x="672157" y="37259"/>
                </a:lnTo>
                <a:lnTo>
                  <a:pt x="703702" y="37259"/>
                </a:lnTo>
                <a:close/>
                <a:moveTo>
                  <a:pt x="855550" y="103331"/>
                </a:moveTo>
                <a:cubicBezTo>
                  <a:pt x="846112" y="111721"/>
                  <a:pt x="837639" y="115916"/>
                  <a:pt x="830132" y="115916"/>
                </a:cubicBezTo>
                <a:cubicBezTo>
                  <a:pt x="825716" y="115916"/>
                  <a:pt x="822045" y="114463"/>
                  <a:pt x="819120" y="111556"/>
                </a:cubicBezTo>
                <a:cubicBezTo>
                  <a:pt x="816194" y="108648"/>
                  <a:pt x="814732" y="105006"/>
                  <a:pt x="814732" y="100632"/>
                </a:cubicBezTo>
                <a:cubicBezTo>
                  <a:pt x="814732" y="94705"/>
                  <a:pt x="817271" y="89374"/>
                  <a:pt x="822349" y="84639"/>
                </a:cubicBezTo>
                <a:cubicBezTo>
                  <a:pt x="827427" y="79904"/>
                  <a:pt x="838494" y="73605"/>
                  <a:pt x="855550" y="65741"/>
                </a:cubicBezTo>
                <a:lnTo>
                  <a:pt x="855550" y="57958"/>
                </a:lnTo>
                <a:cubicBezTo>
                  <a:pt x="855550" y="52107"/>
                  <a:pt x="855233" y="48422"/>
                  <a:pt x="854598" y="46905"/>
                </a:cubicBezTo>
                <a:cubicBezTo>
                  <a:pt x="853964" y="45387"/>
                  <a:pt x="852763" y="44062"/>
                  <a:pt x="850997" y="42930"/>
                </a:cubicBezTo>
                <a:cubicBezTo>
                  <a:pt x="849230" y="41799"/>
                  <a:pt x="847243" y="41233"/>
                  <a:pt x="845035" y="41233"/>
                </a:cubicBezTo>
                <a:cubicBezTo>
                  <a:pt x="841447" y="41233"/>
                  <a:pt x="838494" y="42033"/>
                  <a:pt x="836176" y="43634"/>
                </a:cubicBezTo>
                <a:cubicBezTo>
                  <a:pt x="834741" y="44628"/>
                  <a:pt x="834023" y="45787"/>
                  <a:pt x="834023" y="47112"/>
                </a:cubicBezTo>
                <a:cubicBezTo>
                  <a:pt x="834023" y="48271"/>
                  <a:pt x="834796" y="49706"/>
                  <a:pt x="836342" y="51417"/>
                </a:cubicBezTo>
                <a:cubicBezTo>
                  <a:pt x="838439" y="53790"/>
                  <a:pt x="839488" y="56081"/>
                  <a:pt x="839488" y="58289"/>
                </a:cubicBezTo>
                <a:cubicBezTo>
                  <a:pt x="839488" y="60994"/>
                  <a:pt x="838480" y="63298"/>
                  <a:pt x="836466" y="65203"/>
                </a:cubicBezTo>
                <a:cubicBezTo>
                  <a:pt x="834451" y="67107"/>
                  <a:pt x="831815" y="68059"/>
                  <a:pt x="828559" y="68059"/>
                </a:cubicBezTo>
                <a:cubicBezTo>
                  <a:pt x="825081" y="68059"/>
                  <a:pt x="822169" y="67010"/>
                  <a:pt x="819824" y="64913"/>
                </a:cubicBezTo>
                <a:cubicBezTo>
                  <a:pt x="817478" y="62815"/>
                  <a:pt x="816305" y="60359"/>
                  <a:pt x="816305" y="57544"/>
                </a:cubicBezTo>
                <a:cubicBezTo>
                  <a:pt x="816305" y="53570"/>
                  <a:pt x="817878" y="49775"/>
                  <a:pt x="821024" y="46159"/>
                </a:cubicBezTo>
                <a:cubicBezTo>
                  <a:pt x="824170" y="42544"/>
                  <a:pt x="828559" y="39770"/>
                  <a:pt x="834189" y="37838"/>
                </a:cubicBezTo>
                <a:cubicBezTo>
                  <a:pt x="839819" y="35906"/>
                  <a:pt x="845670" y="34940"/>
                  <a:pt x="851742" y="34940"/>
                </a:cubicBezTo>
                <a:cubicBezTo>
                  <a:pt x="859083" y="34940"/>
                  <a:pt x="864893" y="36504"/>
                  <a:pt x="869171" y="39631"/>
                </a:cubicBezTo>
                <a:cubicBezTo>
                  <a:pt x="873448" y="42757"/>
                  <a:pt x="876222" y="46146"/>
                  <a:pt x="877492" y="49797"/>
                </a:cubicBezTo>
                <a:cubicBezTo>
                  <a:pt x="878264" y="52121"/>
                  <a:pt x="878651" y="57459"/>
                  <a:pt x="878651" y="65813"/>
                </a:cubicBezTo>
                <a:lnTo>
                  <a:pt x="878651" y="95938"/>
                </a:lnTo>
                <a:cubicBezTo>
                  <a:pt x="878651" y="99480"/>
                  <a:pt x="878789" y="101708"/>
                  <a:pt x="879065" y="102622"/>
                </a:cubicBezTo>
                <a:cubicBezTo>
                  <a:pt x="879341" y="103534"/>
                  <a:pt x="879755" y="104212"/>
                  <a:pt x="880307" y="104655"/>
                </a:cubicBezTo>
                <a:cubicBezTo>
                  <a:pt x="880859" y="105097"/>
                  <a:pt x="881494" y="105318"/>
                  <a:pt x="882211" y="105318"/>
                </a:cubicBezTo>
                <a:cubicBezTo>
                  <a:pt x="883646" y="105318"/>
                  <a:pt x="885109" y="104297"/>
                  <a:pt x="886599" y="102254"/>
                </a:cubicBezTo>
                <a:lnTo>
                  <a:pt x="889083" y="104241"/>
                </a:lnTo>
                <a:cubicBezTo>
                  <a:pt x="886323" y="108326"/>
                  <a:pt x="883467" y="111293"/>
                  <a:pt x="880514" y="113142"/>
                </a:cubicBezTo>
                <a:cubicBezTo>
                  <a:pt x="877561" y="114991"/>
                  <a:pt x="874207" y="115916"/>
                  <a:pt x="870454" y="115916"/>
                </a:cubicBezTo>
                <a:cubicBezTo>
                  <a:pt x="866038" y="115916"/>
                  <a:pt x="862588" y="114874"/>
                  <a:pt x="860104" y="112790"/>
                </a:cubicBezTo>
                <a:cubicBezTo>
                  <a:pt x="857620" y="110707"/>
                  <a:pt x="856102" y="107553"/>
                  <a:pt x="855550" y="103331"/>
                </a:cubicBezTo>
                <a:moveTo>
                  <a:pt x="855550" y="97204"/>
                </a:moveTo>
                <a:lnTo>
                  <a:pt x="855550" y="71304"/>
                </a:lnTo>
                <a:cubicBezTo>
                  <a:pt x="848872" y="75242"/>
                  <a:pt x="843904" y="79458"/>
                  <a:pt x="840647" y="83951"/>
                </a:cubicBezTo>
                <a:cubicBezTo>
                  <a:pt x="838494" y="86946"/>
                  <a:pt x="837418" y="89968"/>
                  <a:pt x="837418" y="93020"/>
                </a:cubicBezTo>
                <a:cubicBezTo>
                  <a:pt x="837418" y="95571"/>
                  <a:pt x="838329" y="97818"/>
                  <a:pt x="840150" y="99760"/>
                </a:cubicBezTo>
                <a:cubicBezTo>
                  <a:pt x="841530" y="101257"/>
                  <a:pt x="843462" y="102006"/>
                  <a:pt x="845946" y="102006"/>
                </a:cubicBezTo>
                <a:cubicBezTo>
                  <a:pt x="848706" y="102006"/>
                  <a:pt x="851907" y="100405"/>
                  <a:pt x="855550" y="97204"/>
                </a:cubicBezTo>
                <a:close/>
                <a:moveTo>
                  <a:pt x="929074" y="2484"/>
                </a:moveTo>
                <a:lnTo>
                  <a:pt x="929074" y="76401"/>
                </a:lnTo>
                <a:lnTo>
                  <a:pt x="947041" y="58737"/>
                </a:lnTo>
                <a:cubicBezTo>
                  <a:pt x="950739" y="55139"/>
                  <a:pt x="953044" y="52528"/>
                  <a:pt x="953955" y="50905"/>
                </a:cubicBezTo>
                <a:cubicBezTo>
                  <a:pt x="954865" y="49281"/>
                  <a:pt x="955321" y="47714"/>
                  <a:pt x="955321" y="46201"/>
                </a:cubicBezTo>
                <a:cubicBezTo>
                  <a:pt x="955321" y="44690"/>
                  <a:pt x="954714" y="43430"/>
                  <a:pt x="953499" y="42423"/>
                </a:cubicBezTo>
                <a:cubicBezTo>
                  <a:pt x="952285" y="41416"/>
                  <a:pt x="949911" y="40688"/>
                  <a:pt x="946379" y="40239"/>
                </a:cubicBezTo>
                <a:lnTo>
                  <a:pt x="946379" y="37259"/>
                </a:lnTo>
                <a:lnTo>
                  <a:pt x="981071" y="37259"/>
                </a:lnTo>
                <a:lnTo>
                  <a:pt x="981071" y="40239"/>
                </a:lnTo>
                <a:cubicBezTo>
                  <a:pt x="977759" y="40407"/>
                  <a:pt x="974861" y="41202"/>
                  <a:pt x="972377" y="42625"/>
                </a:cubicBezTo>
                <a:cubicBezTo>
                  <a:pt x="969893" y="44048"/>
                  <a:pt x="965036" y="48331"/>
                  <a:pt x="957805" y="55474"/>
                </a:cubicBezTo>
                <a:lnTo>
                  <a:pt x="949359" y="63824"/>
                </a:lnTo>
                <a:lnTo>
                  <a:pt x="967575" y="90422"/>
                </a:lnTo>
                <a:cubicBezTo>
                  <a:pt x="974916" y="101237"/>
                  <a:pt x="979277" y="107307"/>
                  <a:pt x="980657" y="108630"/>
                </a:cubicBezTo>
                <a:cubicBezTo>
                  <a:pt x="982533" y="110506"/>
                  <a:pt x="984907" y="111555"/>
                  <a:pt x="987777" y="111776"/>
                </a:cubicBezTo>
                <a:lnTo>
                  <a:pt x="987777" y="114757"/>
                </a:lnTo>
                <a:lnTo>
                  <a:pt x="947786" y="114757"/>
                </a:lnTo>
                <a:lnTo>
                  <a:pt x="947786" y="111776"/>
                </a:lnTo>
                <a:cubicBezTo>
                  <a:pt x="949553" y="111776"/>
                  <a:pt x="950836" y="111445"/>
                  <a:pt x="951636" y="110782"/>
                </a:cubicBezTo>
                <a:cubicBezTo>
                  <a:pt x="952437" y="110118"/>
                  <a:pt x="952837" y="109400"/>
                  <a:pt x="952837" y="108627"/>
                </a:cubicBezTo>
                <a:cubicBezTo>
                  <a:pt x="952837" y="107356"/>
                  <a:pt x="951678" y="105007"/>
                  <a:pt x="949359" y="101582"/>
                </a:cubicBezTo>
                <a:lnTo>
                  <a:pt x="934042" y="79120"/>
                </a:lnTo>
                <a:lnTo>
                  <a:pt x="929074" y="84039"/>
                </a:lnTo>
                <a:lnTo>
                  <a:pt x="929074" y="97866"/>
                </a:lnTo>
                <a:cubicBezTo>
                  <a:pt x="929074" y="103809"/>
                  <a:pt x="929626" y="107515"/>
                  <a:pt x="930730" y="108987"/>
                </a:cubicBezTo>
                <a:cubicBezTo>
                  <a:pt x="931834" y="110458"/>
                  <a:pt x="934097" y="111388"/>
                  <a:pt x="937519" y="111776"/>
                </a:cubicBezTo>
                <a:lnTo>
                  <a:pt x="937519" y="114757"/>
                </a:lnTo>
                <a:lnTo>
                  <a:pt x="897528" y="114757"/>
                </a:lnTo>
                <a:lnTo>
                  <a:pt x="897528" y="111776"/>
                </a:lnTo>
                <a:cubicBezTo>
                  <a:pt x="900785" y="111443"/>
                  <a:pt x="903103" y="110388"/>
                  <a:pt x="904483" y="108612"/>
                </a:cubicBezTo>
                <a:cubicBezTo>
                  <a:pt x="905422" y="107390"/>
                  <a:pt x="905891" y="103809"/>
                  <a:pt x="905891" y="97866"/>
                </a:cubicBezTo>
                <a:lnTo>
                  <a:pt x="905891" y="19375"/>
                </a:lnTo>
                <a:cubicBezTo>
                  <a:pt x="905891" y="13453"/>
                  <a:pt x="905353" y="9766"/>
                  <a:pt x="904276" y="8313"/>
                </a:cubicBezTo>
                <a:cubicBezTo>
                  <a:pt x="903200" y="6861"/>
                  <a:pt x="900951" y="5911"/>
                  <a:pt x="897528" y="5465"/>
                </a:cubicBezTo>
                <a:lnTo>
                  <a:pt x="897528" y="2484"/>
                </a:lnTo>
                <a:lnTo>
                  <a:pt x="929074" y="2484"/>
                </a:lnTo>
                <a:close/>
                <a:moveTo>
                  <a:pt x="1010521" y="0"/>
                </a:moveTo>
                <a:cubicBezTo>
                  <a:pt x="1014109" y="0"/>
                  <a:pt x="1017145" y="1260"/>
                  <a:pt x="1019629" y="3780"/>
                </a:cubicBezTo>
                <a:cubicBezTo>
                  <a:pt x="1022113" y="6299"/>
                  <a:pt x="1023355" y="9330"/>
                  <a:pt x="1023355" y="12875"/>
                </a:cubicBezTo>
                <a:cubicBezTo>
                  <a:pt x="1023355" y="16420"/>
                  <a:pt x="1022099" y="19438"/>
                  <a:pt x="1019587" y="21931"/>
                </a:cubicBezTo>
                <a:cubicBezTo>
                  <a:pt x="1017076" y="24422"/>
                  <a:pt x="1014054" y="25667"/>
                  <a:pt x="1010521" y="25667"/>
                </a:cubicBezTo>
                <a:cubicBezTo>
                  <a:pt x="1006989" y="25667"/>
                  <a:pt x="1003980" y="24422"/>
                  <a:pt x="1001496" y="21931"/>
                </a:cubicBezTo>
                <a:cubicBezTo>
                  <a:pt x="999012" y="19438"/>
                  <a:pt x="997770" y="16420"/>
                  <a:pt x="997770" y="12875"/>
                </a:cubicBezTo>
                <a:cubicBezTo>
                  <a:pt x="997770" y="9330"/>
                  <a:pt x="999012" y="6299"/>
                  <a:pt x="1001496" y="3780"/>
                </a:cubicBezTo>
                <a:cubicBezTo>
                  <a:pt x="1003980" y="1260"/>
                  <a:pt x="1006989" y="0"/>
                  <a:pt x="1010521" y="0"/>
                </a:cubicBezTo>
                <a:moveTo>
                  <a:pt x="1022113" y="37259"/>
                </a:moveTo>
                <a:lnTo>
                  <a:pt x="1022113" y="98694"/>
                </a:lnTo>
                <a:cubicBezTo>
                  <a:pt x="1022113" y="104159"/>
                  <a:pt x="1022748" y="107650"/>
                  <a:pt x="1024017" y="109168"/>
                </a:cubicBezTo>
                <a:cubicBezTo>
                  <a:pt x="1025287" y="110686"/>
                  <a:pt x="1027771" y="111555"/>
                  <a:pt x="1031469" y="111776"/>
                </a:cubicBezTo>
                <a:lnTo>
                  <a:pt x="1031469" y="114757"/>
                </a:lnTo>
                <a:lnTo>
                  <a:pt x="989656" y="114757"/>
                </a:lnTo>
                <a:lnTo>
                  <a:pt x="989656" y="111776"/>
                </a:lnTo>
                <a:cubicBezTo>
                  <a:pt x="993079" y="111666"/>
                  <a:pt x="995618" y="110672"/>
                  <a:pt x="997274" y="108795"/>
                </a:cubicBezTo>
                <a:cubicBezTo>
                  <a:pt x="998378" y="107526"/>
                  <a:pt x="998930" y="104159"/>
                  <a:pt x="998930" y="98694"/>
                </a:cubicBezTo>
                <a:lnTo>
                  <a:pt x="998930" y="53487"/>
                </a:lnTo>
                <a:cubicBezTo>
                  <a:pt x="998930" y="47953"/>
                  <a:pt x="998295" y="44418"/>
                  <a:pt x="997025" y="42881"/>
                </a:cubicBezTo>
                <a:cubicBezTo>
                  <a:pt x="995756" y="41344"/>
                  <a:pt x="993299" y="40464"/>
                  <a:pt x="989656" y="40239"/>
                </a:cubicBezTo>
                <a:lnTo>
                  <a:pt x="989656" y="37259"/>
                </a:lnTo>
                <a:lnTo>
                  <a:pt x="1022113" y="37259"/>
                </a:lnTo>
                <a:close/>
                <a:moveTo>
                  <a:pt x="1070490" y="37259"/>
                </a:moveTo>
                <a:lnTo>
                  <a:pt x="1070490" y="47360"/>
                </a:lnTo>
                <a:cubicBezTo>
                  <a:pt x="1074464" y="43025"/>
                  <a:pt x="1078273" y="39872"/>
                  <a:pt x="1081916" y="37900"/>
                </a:cubicBezTo>
                <a:cubicBezTo>
                  <a:pt x="1085559" y="35927"/>
                  <a:pt x="1089478" y="34940"/>
                  <a:pt x="1093673" y="34940"/>
                </a:cubicBezTo>
                <a:cubicBezTo>
                  <a:pt x="1098696" y="34940"/>
                  <a:pt x="1102863" y="36336"/>
                  <a:pt x="1106175" y="39127"/>
                </a:cubicBezTo>
                <a:cubicBezTo>
                  <a:pt x="1109487" y="41918"/>
                  <a:pt x="1111695" y="45386"/>
                  <a:pt x="1112799" y="49531"/>
                </a:cubicBezTo>
                <a:cubicBezTo>
                  <a:pt x="1113682" y="52682"/>
                  <a:pt x="1114124" y="58735"/>
                  <a:pt x="1114124" y="67689"/>
                </a:cubicBezTo>
                <a:lnTo>
                  <a:pt x="1114124" y="97866"/>
                </a:lnTo>
                <a:cubicBezTo>
                  <a:pt x="1114124" y="103827"/>
                  <a:pt x="1114662" y="107540"/>
                  <a:pt x="1115738" y="109002"/>
                </a:cubicBezTo>
                <a:cubicBezTo>
                  <a:pt x="1116815" y="110465"/>
                  <a:pt x="1119064" y="111390"/>
                  <a:pt x="1122486" y="111776"/>
                </a:cubicBezTo>
                <a:lnTo>
                  <a:pt x="1122486" y="114757"/>
                </a:lnTo>
                <a:lnTo>
                  <a:pt x="1083323" y="114757"/>
                </a:lnTo>
                <a:lnTo>
                  <a:pt x="1083323" y="111776"/>
                </a:lnTo>
                <a:cubicBezTo>
                  <a:pt x="1086249" y="111390"/>
                  <a:pt x="1088346" y="110175"/>
                  <a:pt x="1089616" y="108133"/>
                </a:cubicBezTo>
                <a:cubicBezTo>
                  <a:pt x="1090499" y="106753"/>
                  <a:pt x="1090941" y="103331"/>
                  <a:pt x="1090941" y="97866"/>
                </a:cubicBezTo>
                <a:lnTo>
                  <a:pt x="1090941" y="63423"/>
                </a:lnTo>
                <a:cubicBezTo>
                  <a:pt x="1090941" y="57075"/>
                  <a:pt x="1090692" y="53073"/>
                  <a:pt x="1090195" y="51417"/>
                </a:cubicBezTo>
                <a:cubicBezTo>
                  <a:pt x="1089699" y="49761"/>
                  <a:pt x="1088857" y="48478"/>
                  <a:pt x="1087670" y="47567"/>
                </a:cubicBezTo>
                <a:cubicBezTo>
                  <a:pt x="1086483" y="46656"/>
                  <a:pt x="1085172" y="46201"/>
                  <a:pt x="1083737" y="46201"/>
                </a:cubicBezTo>
                <a:cubicBezTo>
                  <a:pt x="1078990" y="46201"/>
                  <a:pt x="1074574" y="49623"/>
                  <a:pt x="1070490" y="56468"/>
                </a:cubicBezTo>
                <a:lnTo>
                  <a:pt x="1070490" y="97866"/>
                </a:lnTo>
                <a:cubicBezTo>
                  <a:pt x="1070490" y="103662"/>
                  <a:pt x="1071028" y="107333"/>
                  <a:pt x="1072104" y="108878"/>
                </a:cubicBezTo>
                <a:cubicBezTo>
                  <a:pt x="1073181" y="110424"/>
                  <a:pt x="1075181" y="111390"/>
                  <a:pt x="1078107" y="111776"/>
                </a:cubicBezTo>
                <a:lnTo>
                  <a:pt x="1078107" y="114757"/>
                </a:lnTo>
                <a:lnTo>
                  <a:pt x="1038944" y="114757"/>
                </a:lnTo>
                <a:lnTo>
                  <a:pt x="1038944" y="111776"/>
                </a:lnTo>
                <a:cubicBezTo>
                  <a:pt x="1042201" y="111445"/>
                  <a:pt x="1044519" y="110396"/>
                  <a:pt x="1045899" y="108630"/>
                </a:cubicBezTo>
                <a:cubicBezTo>
                  <a:pt x="1046837" y="107415"/>
                  <a:pt x="1047306" y="103827"/>
                  <a:pt x="1047306" y="97866"/>
                </a:cubicBezTo>
                <a:lnTo>
                  <a:pt x="1047306" y="54149"/>
                </a:lnTo>
                <a:cubicBezTo>
                  <a:pt x="1047306" y="48228"/>
                  <a:pt x="1046768" y="44540"/>
                  <a:pt x="1045692" y="43088"/>
                </a:cubicBezTo>
                <a:cubicBezTo>
                  <a:pt x="1044616" y="41636"/>
                  <a:pt x="1042366" y="40686"/>
                  <a:pt x="1038944" y="40239"/>
                </a:cubicBezTo>
                <a:lnTo>
                  <a:pt x="1038944" y="37259"/>
                </a:lnTo>
                <a:lnTo>
                  <a:pt x="1070490" y="37259"/>
                </a:lnTo>
                <a:close/>
                <a:moveTo>
                  <a:pt x="1182821" y="38252"/>
                </a:moveTo>
                <a:lnTo>
                  <a:pt x="1208902" y="38252"/>
                </a:lnTo>
                <a:lnTo>
                  <a:pt x="1208902" y="47360"/>
                </a:lnTo>
                <a:lnTo>
                  <a:pt x="1194081" y="47360"/>
                </a:lnTo>
                <a:cubicBezTo>
                  <a:pt x="1196786" y="50065"/>
                  <a:pt x="1198662" y="52521"/>
                  <a:pt x="1199711" y="54729"/>
                </a:cubicBezTo>
                <a:cubicBezTo>
                  <a:pt x="1201036" y="57710"/>
                  <a:pt x="1201698" y="60828"/>
                  <a:pt x="1201698" y="64085"/>
                </a:cubicBezTo>
                <a:cubicBezTo>
                  <a:pt x="1201698" y="69605"/>
                  <a:pt x="1200167" y="74393"/>
                  <a:pt x="1197103" y="78450"/>
                </a:cubicBezTo>
                <a:cubicBezTo>
                  <a:pt x="1194040" y="82507"/>
                  <a:pt x="1189872" y="85681"/>
                  <a:pt x="1184601" y="87972"/>
                </a:cubicBezTo>
                <a:cubicBezTo>
                  <a:pt x="1179329" y="90263"/>
                  <a:pt x="1174651" y="91408"/>
                  <a:pt x="1170567" y="91408"/>
                </a:cubicBezTo>
                <a:cubicBezTo>
                  <a:pt x="1170235" y="91408"/>
                  <a:pt x="1166924" y="91270"/>
                  <a:pt x="1160631" y="90994"/>
                </a:cubicBezTo>
                <a:cubicBezTo>
                  <a:pt x="1158147" y="90994"/>
                  <a:pt x="1156063" y="91804"/>
                  <a:pt x="1154380" y="93424"/>
                </a:cubicBezTo>
                <a:cubicBezTo>
                  <a:pt x="1152696" y="95043"/>
                  <a:pt x="1151855" y="96978"/>
                  <a:pt x="1151855" y="99227"/>
                </a:cubicBezTo>
                <a:cubicBezTo>
                  <a:pt x="1151855" y="101204"/>
                  <a:pt x="1152613" y="102824"/>
                  <a:pt x="1154131" y="104086"/>
                </a:cubicBezTo>
                <a:cubicBezTo>
                  <a:pt x="1155649" y="105349"/>
                  <a:pt x="1158119" y="105980"/>
                  <a:pt x="1161542" y="105980"/>
                </a:cubicBezTo>
                <a:lnTo>
                  <a:pt x="1175866" y="105815"/>
                </a:lnTo>
                <a:cubicBezTo>
                  <a:pt x="1187457" y="105815"/>
                  <a:pt x="1195433" y="107087"/>
                  <a:pt x="1199794" y="109631"/>
                </a:cubicBezTo>
                <a:cubicBezTo>
                  <a:pt x="1206031" y="113169"/>
                  <a:pt x="1209150" y="118615"/>
                  <a:pt x="1209150" y="125971"/>
                </a:cubicBezTo>
                <a:cubicBezTo>
                  <a:pt x="1209150" y="130671"/>
                  <a:pt x="1207715" y="134943"/>
                  <a:pt x="1204845" y="138786"/>
                </a:cubicBezTo>
                <a:cubicBezTo>
                  <a:pt x="1201974" y="142629"/>
                  <a:pt x="1198193" y="145463"/>
                  <a:pt x="1193501" y="147288"/>
                </a:cubicBezTo>
                <a:cubicBezTo>
                  <a:pt x="1186381" y="149998"/>
                  <a:pt x="1178184" y="151353"/>
                  <a:pt x="1168911" y="151353"/>
                </a:cubicBezTo>
                <a:cubicBezTo>
                  <a:pt x="1161956" y="151353"/>
                  <a:pt x="1155608" y="150677"/>
                  <a:pt x="1149867" y="149324"/>
                </a:cubicBezTo>
                <a:cubicBezTo>
                  <a:pt x="1144127" y="147972"/>
                  <a:pt x="1140015" y="146095"/>
                  <a:pt x="1137531" y="143692"/>
                </a:cubicBezTo>
                <a:cubicBezTo>
                  <a:pt x="1135047" y="141291"/>
                  <a:pt x="1133805" y="138764"/>
                  <a:pt x="1133805" y="136113"/>
                </a:cubicBezTo>
                <a:cubicBezTo>
                  <a:pt x="1133805" y="133574"/>
                  <a:pt x="1134757" y="131296"/>
                  <a:pt x="1136661" y="129280"/>
                </a:cubicBezTo>
                <a:cubicBezTo>
                  <a:pt x="1138566" y="127265"/>
                  <a:pt x="1142112" y="125568"/>
                  <a:pt x="1147301" y="124188"/>
                </a:cubicBezTo>
                <a:cubicBezTo>
                  <a:pt x="1140125" y="120655"/>
                  <a:pt x="1136537" y="115743"/>
                  <a:pt x="1136537" y="109453"/>
                </a:cubicBezTo>
                <a:cubicBezTo>
                  <a:pt x="1136537" y="105644"/>
                  <a:pt x="1138000" y="101946"/>
                  <a:pt x="1140925" y="98360"/>
                </a:cubicBezTo>
                <a:cubicBezTo>
                  <a:pt x="1143851" y="94772"/>
                  <a:pt x="1148487" y="91654"/>
                  <a:pt x="1154835" y="89004"/>
                </a:cubicBezTo>
                <a:cubicBezTo>
                  <a:pt x="1147439" y="86296"/>
                  <a:pt x="1142084" y="82731"/>
                  <a:pt x="1138773" y="78308"/>
                </a:cubicBezTo>
                <a:cubicBezTo>
                  <a:pt x="1135461" y="73885"/>
                  <a:pt x="1133805" y="68772"/>
                  <a:pt x="1133805" y="62967"/>
                </a:cubicBezTo>
                <a:cubicBezTo>
                  <a:pt x="1133805" y="55395"/>
                  <a:pt x="1136896" y="48830"/>
                  <a:pt x="1143078" y="43274"/>
                </a:cubicBezTo>
                <a:cubicBezTo>
                  <a:pt x="1149260" y="37718"/>
                  <a:pt x="1157209" y="34940"/>
                  <a:pt x="1166924" y="34940"/>
                </a:cubicBezTo>
                <a:cubicBezTo>
                  <a:pt x="1172057" y="34940"/>
                  <a:pt x="1177356" y="36044"/>
                  <a:pt x="1182821" y="38252"/>
                </a:cubicBezTo>
                <a:moveTo>
                  <a:pt x="1168497" y="40239"/>
                </a:moveTo>
                <a:cubicBezTo>
                  <a:pt x="1165295" y="40239"/>
                  <a:pt x="1162591" y="41851"/>
                  <a:pt x="1160383" y="45075"/>
                </a:cubicBezTo>
                <a:cubicBezTo>
                  <a:pt x="1158175" y="48297"/>
                  <a:pt x="1157071" y="54978"/>
                  <a:pt x="1157071" y="65117"/>
                </a:cubicBezTo>
                <a:cubicBezTo>
                  <a:pt x="1157071" y="73326"/>
                  <a:pt x="1158161" y="78960"/>
                  <a:pt x="1160341" y="82018"/>
                </a:cubicBezTo>
                <a:cubicBezTo>
                  <a:pt x="1162522" y="85077"/>
                  <a:pt x="1165102" y="86606"/>
                  <a:pt x="1168083" y="86606"/>
                </a:cubicBezTo>
                <a:cubicBezTo>
                  <a:pt x="1171395" y="86606"/>
                  <a:pt x="1174155" y="85090"/>
                  <a:pt x="1176362" y="82060"/>
                </a:cubicBezTo>
                <a:cubicBezTo>
                  <a:pt x="1178570" y="79029"/>
                  <a:pt x="1179674" y="73133"/>
                  <a:pt x="1179674" y="64372"/>
                </a:cubicBezTo>
                <a:cubicBezTo>
                  <a:pt x="1179674" y="54511"/>
                  <a:pt x="1178432" y="47789"/>
                  <a:pt x="1175948" y="44206"/>
                </a:cubicBezTo>
                <a:cubicBezTo>
                  <a:pt x="1174182" y="41562"/>
                  <a:pt x="1171698" y="40239"/>
                  <a:pt x="1168497" y="40239"/>
                </a:cubicBezTo>
                <a:moveTo>
                  <a:pt x="1163612" y="126183"/>
                </a:moveTo>
                <a:cubicBezTo>
                  <a:pt x="1157981" y="126183"/>
                  <a:pt x="1154256" y="126650"/>
                  <a:pt x="1152434" y="127585"/>
                </a:cubicBezTo>
                <a:cubicBezTo>
                  <a:pt x="1149288" y="129288"/>
                  <a:pt x="1147715" y="131596"/>
                  <a:pt x="1147715" y="134509"/>
                </a:cubicBezTo>
                <a:cubicBezTo>
                  <a:pt x="1147715" y="137312"/>
                  <a:pt x="1149343" y="139854"/>
                  <a:pt x="1152600" y="142134"/>
                </a:cubicBezTo>
                <a:cubicBezTo>
                  <a:pt x="1155856" y="144416"/>
                  <a:pt x="1161983" y="145557"/>
                  <a:pt x="1170981" y="145557"/>
                </a:cubicBezTo>
                <a:cubicBezTo>
                  <a:pt x="1178653" y="145557"/>
                  <a:pt x="1184684" y="144540"/>
                  <a:pt x="1189072" y="142507"/>
                </a:cubicBezTo>
                <a:cubicBezTo>
                  <a:pt x="1193460" y="140473"/>
                  <a:pt x="1195654" y="137615"/>
                  <a:pt x="1195654" y="133932"/>
                </a:cubicBezTo>
                <a:cubicBezTo>
                  <a:pt x="1195654" y="132559"/>
                  <a:pt x="1195240" y="131405"/>
                  <a:pt x="1194412" y="130470"/>
                </a:cubicBezTo>
                <a:cubicBezTo>
                  <a:pt x="1192922" y="128821"/>
                  <a:pt x="1190673" y="127694"/>
                  <a:pt x="1187664" y="127088"/>
                </a:cubicBezTo>
                <a:cubicBezTo>
                  <a:pt x="1184656" y="126485"/>
                  <a:pt x="1176638" y="126183"/>
                  <a:pt x="1163612" y="126183"/>
                </a:cubicBezTo>
                <a:close/>
              </a:path>
            </a:pathLst>
          </a:custGeom>
          <a:solidFill xmlns:a="http://schemas.openxmlformats.org/drawingml/2006/main">
            <a:srgbClr val="741B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682E2C-E412-4018-B2E5-D8833877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687" y="3466594"/>
            <a:ext cx="327574" cy="359320"/>
          </a:xfrm>
          <a:custGeom xmlns:a="http://schemas.openxmlformats.org/drawingml/2006/main">
            <a:pathLst>
              <a:path w="327574" h="359320">
                <a:moveTo>
                  <a:pt x="0" y="0"/>
                </a:moveTo>
                <a:lnTo>
                  <a:pt x="327574" y="0"/>
                </a:lnTo>
                <a:lnTo>
                  <a:pt x="327574" y="359320"/>
                </a:lnTo>
                <a:lnTo>
                  <a:pt x="0" y="3593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a417c5e8d46ff"/>
          <a:stretch xmlns:a="http://schemas.openxmlformats.org/drawingml/2006/main"/>
        </p:blipFill>
        <p:spPr>
          <a:xfrm xmlns:a="http://schemas.openxmlformats.org/drawingml/2006/main">
            <a:off x="5398687" y="3467112"/>
            <a:ext cx="327574" cy="358284"/>
          </a:xfrm>
          <a:prstGeom xmlns:a="http://schemas.openxmlformats.org/drawingml/2006/main" prst="rect">
            <a:avLst/>
          </a:prstGeom>
        </p:spPr>
      </p:pic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5EAB7-BF4D-4053-A6FA-5AA24227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367" y="4688332"/>
            <a:ext cx="327574" cy="359320"/>
          </a:xfrm>
          <a:custGeom xmlns:a="http://schemas.openxmlformats.org/drawingml/2006/main">
            <a:pathLst>
              <a:path w="327574" h="359320">
                <a:moveTo>
                  <a:pt x="0" y="0"/>
                </a:moveTo>
                <a:lnTo>
                  <a:pt x="327574" y="0"/>
                </a:lnTo>
                <a:lnTo>
                  <a:pt x="327574" y="359320"/>
                </a:lnTo>
                <a:lnTo>
                  <a:pt x="0" y="3593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713f3c0204556"/>
          <a:stretch xmlns:a="http://schemas.openxmlformats.org/drawingml/2006/main"/>
        </p:blipFill>
        <p:spPr>
          <a:xfrm xmlns:a="http://schemas.openxmlformats.org/drawingml/2006/main">
            <a:off x="5183367" y="4688850"/>
            <a:ext cx="327574" cy="3582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932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2026-09-05T08:53:13.5310000Z</dcterms:created>
  <dcterms:modified xsi:type="dcterms:W3CDTF">2026-09-05T08:53:13.5310000Z</dcterms:modified>
</coreProperties>
</file>